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74026" y="1536560"/>
            <a:ext cx="4134510" cy="802039"/>
          </a:xfrm>
          <a:prstGeom prst="rect">
            <a:avLst/>
          </a:prstGeom>
        </p:spPr>
        <p:txBody>
          <a:bodyPr wrap="square" lIns="0" tIns="21875" rIns="0" bIns="0" rtlCol="0">
            <a:noAutofit/>
          </a:bodyPr>
          <a:lstStyle/>
          <a:p>
            <a:pPr algn="ctr">
              <a:lnSpc>
                <a:spcPts val="3445"/>
              </a:lnSpc>
            </a:pPr>
            <a:r>
              <a:rPr sz="3200" b="1" spc="0" dirty="0">
                <a:latin typeface="Montserrat"/>
                <a:cs typeface="Montserrat"/>
              </a:rPr>
              <a:t>Pendidikan Agama</a:t>
            </a:r>
            <a:endParaRPr sz="3200">
              <a:latin typeface="Montserrat"/>
              <a:cs typeface="Montserrat"/>
            </a:endParaRPr>
          </a:p>
          <a:p>
            <a:pPr marL="95631" marR="7035" algn="ctr">
              <a:lnSpc>
                <a:spcPts val="2870"/>
              </a:lnSpc>
            </a:pPr>
            <a:r>
              <a:rPr sz="2400" spc="0" dirty="0">
                <a:latin typeface="Montserrat"/>
                <a:cs typeface="Montserrat"/>
              </a:rPr>
              <a:t>Mata Kuliah Dasar Umum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7554" y="3227632"/>
            <a:ext cx="6657973" cy="330479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b="1" spc="-1" dirty="0">
                <a:latin typeface="Montserrat"/>
                <a:cs typeface="Montserrat"/>
              </a:rPr>
              <a:t>Sesi 7 – Ilmu Pengetahuan dan Teknologi</a:t>
            </a:r>
            <a:endParaRPr sz="24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498332" y="4699403"/>
            <a:ext cx="3225800" cy="330200"/>
          </a:xfrm>
          <a:prstGeom prst="rect">
            <a:avLst/>
          </a:prstGeom>
        </p:spPr>
        <p:txBody>
          <a:bodyPr wrap="square" lIns="0" tIns="16510" rIns="0" bIns="0" rtlCol="0">
            <a:noAutofit/>
          </a:bodyPr>
          <a:lstStyle/>
          <a:p>
            <a:pPr marL="12700">
              <a:lnSpc>
                <a:spcPts val="2600"/>
              </a:lnSpc>
            </a:pPr>
            <a:r>
              <a:rPr sz="2400" spc="0" dirty="0">
                <a:latin typeface="Montserrat"/>
                <a:cs typeface="Montserrat"/>
              </a:rPr>
              <a:t>Tim Teaching MKDU</a:t>
            </a:r>
            <a:endParaRPr sz="24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33769" y="2652649"/>
            <a:ext cx="663701" cy="1247902"/>
          </a:xfrm>
          <a:custGeom>
            <a:avLst/>
            <a:gdLst/>
            <a:ahLst/>
            <a:cxnLst/>
            <a:rect l="l" t="t" r="r" b="b"/>
            <a:pathLst>
              <a:path w="663701" h="1247902">
                <a:moveTo>
                  <a:pt x="2031" y="0"/>
                </a:moveTo>
                <a:lnTo>
                  <a:pt x="1015" y="0"/>
                </a:lnTo>
                <a:lnTo>
                  <a:pt x="0" y="1142"/>
                </a:lnTo>
                <a:lnTo>
                  <a:pt x="380" y="2031"/>
                </a:lnTo>
                <a:lnTo>
                  <a:pt x="32872" y="64022"/>
                </a:lnTo>
                <a:lnTo>
                  <a:pt x="65348" y="126018"/>
                </a:lnTo>
                <a:lnTo>
                  <a:pt x="97806" y="188018"/>
                </a:lnTo>
                <a:lnTo>
                  <a:pt x="130248" y="250025"/>
                </a:lnTo>
                <a:lnTo>
                  <a:pt x="162671" y="312038"/>
                </a:lnTo>
                <a:lnTo>
                  <a:pt x="195075" y="374060"/>
                </a:lnTo>
                <a:lnTo>
                  <a:pt x="227459" y="436089"/>
                </a:lnTo>
                <a:lnTo>
                  <a:pt x="259822" y="498128"/>
                </a:lnTo>
                <a:lnTo>
                  <a:pt x="292164" y="560177"/>
                </a:lnTo>
                <a:lnTo>
                  <a:pt x="324484" y="622236"/>
                </a:lnTo>
                <a:lnTo>
                  <a:pt x="356782" y="684307"/>
                </a:lnTo>
                <a:lnTo>
                  <a:pt x="389055" y="746390"/>
                </a:lnTo>
                <a:lnTo>
                  <a:pt x="421305" y="808486"/>
                </a:lnTo>
                <a:lnTo>
                  <a:pt x="453529" y="870595"/>
                </a:lnTo>
                <a:lnTo>
                  <a:pt x="485727" y="932719"/>
                </a:lnTo>
                <a:lnTo>
                  <a:pt x="517898" y="994859"/>
                </a:lnTo>
                <a:lnTo>
                  <a:pt x="550042" y="1057014"/>
                </a:lnTo>
                <a:lnTo>
                  <a:pt x="582158" y="1119186"/>
                </a:lnTo>
                <a:lnTo>
                  <a:pt x="614245" y="1181376"/>
                </a:lnTo>
                <a:lnTo>
                  <a:pt x="646302" y="1243583"/>
                </a:lnTo>
                <a:lnTo>
                  <a:pt x="647826" y="1246632"/>
                </a:lnTo>
                <a:lnTo>
                  <a:pt x="650366" y="1247902"/>
                </a:lnTo>
                <a:lnTo>
                  <a:pt x="652779" y="1247902"/>
                </a:lnTo>
                <a:lnTo>
                  <a:pt x="658240" y="1247902"/>
                </a:lnTo>
                <a:lnTo>
                  <a:pt x="663701" y="1241933"/>
                </a:lnTo>
                <a:lnTo>
                  <a:pt x="660273" y="1235328"/>
                </a:lnTo>
                <a:lnTo>
                  <a:pt x="627198" y="1173730"/>
                </a:lnTo>
                <a:lnTo>
                  <a:pt x="594152" y="1112114"/>
                </a:lnTo>
                <a:lnTo>
                  <a:pt x="561135" y="1050480"/>
                </a:lnTo>
                <a:lnTo>
                  <a:pt x="528145" y="988829"/>
                </a:lnTo>
                <a:lnTo>
                  <a:pt x="495180" y="927161"/>
                </a:lnTo>
                <a:lnTo>
                  <a:pt x="462241" y="865478"/>
                </a:lnTo>
                <a:lnTo>
                  <a:pt x="429325" y="803779"/>
                </a:lnTo>
                <a:lnTo>
                  <a:pt x="396432" y="742067"/>
                </a:lnTo>
                <a:lnTo>
                  <a:pt x="363559" y="680340"/>
                </a:lnTo>
                <a:lnTo>
                  <a:pt x="330707" y="618601"/>
                </a:lnTo>
                <a:lnTo>
                  <a:pt x="297875" y="556849"/>
                </a:lnTo>
                <a:lnTo>
                  <a:pt x="265060" y="495085"/>
                </a:lnTo>
                <a:lnTo>
                  <a:pt x="232261" y="433310"/>
                </a:lnTo>
                <a:lnTo>
                  <a:pt x="199479" y="371525"/>
                </a:lnTo>
                <a:lnTo>
                  <a:pt x="166711" y="309731"/>
                </a:lnTo>
                <a:lnTo>
                  <a:pt x="133956" y="247927"/>
                </a:lnTo>
                <a:lnTo>
                  <a:pt x="101213" y="186115"/>
                </a:lnTo>
                <a:lnTo>
                  <a:pt x="68482" y="124295"/>
                </a:lnTo>
                <a:lnTo>
                  <a:pt x="35760" y="62468"/>
                </a:lnTo>
                <a:lnTo>
                  <a:pt x="3048" y="635"/>
                </a:lnTo>
                <a:lnTo>
                  <a:pt x="2794" y="126"/>
                </a:lnTo>
                <a:lnTo>
                  <a:pt x="2412" y="0"/>
                </a:lnTo>
                <a:lnTo>
                  <a:pt x="203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77889" y="2688209"/>
            <a:ext cx="694182" cy="1300479"/>
          </a:xfrm>
          <a:custGeom>
            <a:avLst/>
            <a:gdLst/>
            <a:ahLst/>
            <a:cxnLst/>
            <a:rect l="l" t="t" r="r" b="b"/>
            <a:pathLst>
              <a:path w="694182" h="1300479">
                <a:moveTo>
                  <a:pt x="1524" y="0"/>
                </a:moveTo>
                <a:lnTo>
                  <a:pt x="762" y="0"/>
                </a:lnTo>
                <a:lnTo>
                  <a:pt x="0" y="635"/>
                </a:lnTo>
                <a:lnTo>
                  <a:pt x="253" y="1650"/>
                </a:lnTo>
                <a:lnTo>
                  <a:pt x="33750" y="66519"/>
                </a:lnTo>
                <a:lnTo>
                  <a:pt x="67125" y="131495"/>
                </a:lnTo>
                <a:lnTo>
                  <a:pt x="100407" y="196559"/>
                </a:lnTo>
                <a:lnTo>
                  <a:pt x="133624" y="261691"/>
                </a:lnTo>
                <a:lnTo>
                  <a:pt x="166802" y="326870"/>
                </a:lnTo>
                <a:lnTo>
                  <a:pt x="199970" y="392076"/>
                </a:lnTo>
                <a:lnTo>
                  <a:pt x="233155" y="457291"/>
                </a:lnTo>
                <a:lnTo>
                  <a:pt x="266385" y="522493"/>
                </a:lnTo>
                <a:lnTo>
                  <a:pt x="299687" y="587662"/>
                </a:lnTo>
                <a:lnTo>
                  <a:pt x="333089" y="652780"/>
                </a:lnTo>
                <a:lnTo>
                  <a:pt x="366618" y="717824"/>
                </a:lnTo>
                <a:lnTo>
                  <a:pt x="400304" y="782777"/>
                </a:lnTo>
                <a:lnTo>
                  <a:pt x="434171" y="847617"/>
                </a:lnTo>
                <a:lnTo>
                  <a:pt x="468250" y="912324"/>
                </a:lnTo>
                <a:lnTo>
                  <a:pt x="502566" y="976880"/>
                </a:lnTo>
                <a:lnTo>
                  <a:pt x="537149" y="1041262"/>
                </a:lnTo>
                <a:lnTo>
                  <a:pt x="572024" y="1105453"/>
                </a:lnTo>
                <a:lnTo>
                  <a:pt x="607221" y="1169431"/>
                </a:lnTo>
                <a:lnTo>
                  <a:pt x="642766" y="1233176"/>
                </a:lnTo>
                <a:lnTo>
                  <a:pt x="678688" y="1296670"/>
                </a:lnTo>
                <a:lnTo>
                  <a:pt x="682370" y="1300479"/>
                </a:lnTo>
                <a:lnTo>
                  <a:pt x="684530" y="1300479"/>
                </a:lnTo>
                <a:lnTo>
                  <a:pt x="689356" y="1300479"/>
                </a:lnTo>
                <a:lnTo>
                  <a:pt x="694182" y="1295145"/>
                </a:lnTo>
                <a:lnTo>
                  <a:pt x="691388" y="1289430"/>
                </a:lnTo>
                <a:lnTo>
                  <a:pt x="659053" y="1223990"/>
                </a:lnTo>
                <a:lnTo>
                  <a:pt x="626309" y="1158724"/>
                </a:lnTo>
                <a:lnTo>
                  <a:pt x="593184" y="1093621"/>
                </a:lnTo>
                <a:lnTo>
                  <a:pt x="559711" y="1028669"/>
                </a:lnTo>
                <a:lnTo>
                  <a:pt x="525920" y="963856"/>
                </a:lnTo>
                <a:lnTo>
                  <a:pt x="491844" y="899170"/>
                </a:lnTo>
                <a:lnTo>
                  <a:pt x="457512" y="834600"/>
                </a:lnTo>
                <a:lnTo>
                  <a:pt x="422956" y="770133"/>
                </a:lnTo>
                <a:lnTo>
                  <a:pt x="388208" y="705757"/>
                </a:lnTo>
                <a:lnTo>
                  <a:pt x="353298" y="641461"/>
                </a:lnTo>
                <a:lnTo>
                  <a:pt x="318257" y="577232"/>
                </a:lnTo>
                <a:lnTo>
                  <a:pt x="283117" y="513059"/>
                </a:lnTo>
                <a:lnTo>
                  <a:pt x="247909" y="448930"/>
                </a:lnTo>
                <a:lnTo>
                  <a:pt x="212664" y="384833"/>
                </a:lnTo>
                <a:lnTo>
                  <a:pt x="177413" y="320756"/>
                </a:lnTo>
                <a:lnTo>
                  <a:pt x="142187" y="256687"/>
                </a:lnTo>
                <a:lnTo>
                  <a:pt x="107017" y="192614"/>
                </a:lnTo>
                <a:lnTo>
                  <a:pt x="71935" y="128525"/>
                </a:lnTo>
                <a:lnTo>
                  <a:pt x="36972" y="64409"/>
                </a:lnTo>
                <a:lnTo>
                  <a:pt x="2159" y="253"/>
                </a:lnTo>
                <a:lnTo>
                  <a:pt x="1777" y="0"/>
                </a:lnTo>
                <a:lnTo>
                  <a:pt x="1524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05649" y="2180209"/>
            <a:ext cx="2529712" cy="1710182"/>
          </a:xfrm>
          <a:custGeom>
            <a:avLst/>
            <a:gdLst/>
            <a:ahLst/>
            <a:cxnLst/>
            <a:rect l="l" t="t" r="r" b="b"/>
            <a:pathLst>
              <a:path w="2529712" h="1710182">
                <a:moveTo>
                  <a:pt x="2528697" y="0"/>
                </a:moveTo>
                <a:lnTo>
                  <a:pt x="2528443" y="0"/>
                </a:lnTo>
                <a:lnTo>
                  <a:pt x="2528189" y="0"/>
                </a:lnTo>
                <a:lnTo>
                  <a:pt x="2527934" y="253"/>
                </a:lnTo>
                <a:lnTo>
                  <a:pt x="2401653" y="84671"/>
                </a:lnTo>
                <a:lnTo>
                  <a:pt x="2275271" y="168969"/>
                </a:lnTo>
                <a:lnTo>
                  <a:pt x="2148809" y="253174"/>
                </a:lnTo>
                <a:lnTo>
                  <a:pt x="2022287" y="337311"/>
                </a:lnTo>
                <a:lnTo>
                  <a:pt x="1895725" y="421409"/>
                </a:lnTo>
                <a:lnTo>
                  <a:pt x="1769143" y="505494"/>
                </a:lnTo>
                <a:lnTo>
                  <a:pt x="1642561" y="589592"/>
                </a:lnTo>
                <a:lnTo>
                  <a:pt x="1515999" y="673729"/>
                </a:lnTo>
                <a:lnTo>
                  <a:pt x="1389476" y="757934"/>
                </a:lnTo>
                <a:lnTo>
                  <a:pt x="1263014" y="842232"/>
                </a:lnTo>
                <a:lnTo>
                  <a:pt x="1136633" y="926650"/>
                </a:lnTo>
                <a:lnTo>
                  <a:pt x="1010351" y="1011214"/>
                </a:lnTo>
                <a:lnTo>
                  <a:pt x="884189" y="1095952"/>
                </a:lnTo>
                <a:lnTo>
                  <a:pt x="758167" y="1180890"/>
                </a:lnTo>
                <a:lnTo>
                  <a:pt x="632305" y="1266055"/>
                </a:lnTo>
                <a:lnTo>
                  <a:pt x="506623" y="1351473"/>
                </a:lnTo>
                <a:lnTo>
                  <a:pt x="381141" y="1437171"/>
                </a:lnTo>
                <a:lnTo>
                  <a:pt x="255879" y="1523175"/>
                </a:lnTo>
                <a:lnTo>
                  <a:pt x="130857" y="1609513"/>
                </a:lnTo>
                <a:lnTo>
                  <a:pt x="6096" y="1696211"/>
                </a:lnTo>
                <a:lnTo>
                  <a:pt x="0" y="1700910"/>
                </a:lnTo>
                <a:lnTo>
                  <a:pt x="3682" y="1710182"/>
                </a:lnTo>
                <a:lnTo>
                  <a:pt x="9778" y="1710182"/>
                </a:lnTo>
                <a:lnTo>
                  <a:pt x="11049" y="1710182"/>
                </a:lnTo>
                <a:lnTo>
                  <a:pt x="140685" y="1625489"/>
                </a:lnTo>
                <a:lnTo>
                  <a:pt x="267440" y="1541697"/>
                </a:lnTo>
                <a:lnTo>
                  <a:pt x="393993" y="1457564"/>
                </a:lnTo>
                <a:lnTo>
                  <a:pt x="520361" y="1373118"/>
                </a:lnTo>
                <a:lnTo>
                  <a:pt x="646558" y="1288387"/>
                </a:lnTo>
                <a:lnTo>
                  <a:pt x="772600" y="1203397"/>
                </a:lnTo>
                <a:lnTo>
                  <a:pt x="898501" y="1118177"/>
                </a:lnTo>
                <a:lnTo>
                  <a:pt x="1024276" y="1032753"/>
                </a:lnTo>
                <a:lnTo>
                  <a:pt x="1149940" y="947155"/>
                </a:lnTo>
                <a:lnTo>
                  <a:pt x="1275508" y="861409"/>
                </a:lnTo>
                <a:lnTo>
                  <a:pt x="1400995" y="775543"/>
                </a:lnTo>
                <a:lnTo>
                  <a:pt x="1526417" y="689584"/>
                </a:lnTo>
                <a:lnTo>
                  <a:pt x="1651787" y="603561"/>
                </a:lnTo>
                <a:lnTo>
                  <a:pt x="1777121" y="517500"/>
                </a:lnTo>
                <a:lnTo>
                  <a:pt x="1902434" y="431430"/>
                </a:lnTo>
                <a:lnTo>
                  <a:pt x="2027740" y="345379"/>
                </a:lnTo>
                <a:lnTo>
                  <a:pt x="2153056" y="259372"/>
                </a:lnTo>
                <a:lnTo>
                  <a:pt x="2278395" y="173440"/>
                </a:lnTo>
                <a:lnTo>
                  <a:pt x="2403773" y="87608"/>
                </a:lnTo>
                <a:lnTo>
                  <a:pt x="2529204" y="1904"/>
                </a:lnTo>
                <a:lnTo>
                  <a:pt x="2529712" y="1142"/>
                </a:lnTo>
                <a:lnTo>
                  <a:pt x="2529458" y="0"/>
                </a:lnTo>
                <a:lnTo>
                  <a:pt x="252869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85329" y="2286889"/>
            <a:ext cx="2592451" cy="1684782"/>
          </a:xfrm>
          <a:custGeom>
            <a:avLst/>
            <a:gdLst/>
            <a:ahLst/>
            <a:cxnLst/>
            <a:rect l="l" t="t" r="r" b="b"/>
            <a:pathLst>
              <a:path w="2592451" h="1684782">
                <a:moveTo>
                  <a:pt x="2581910" y="0"/>
                </a:moveTo>
                <a:lnTo>
                  <a:pt x="2580640" y="0"/>
                </a:lnTo>
                <a:lnTo>
                  <a:pt x="2579370" y="381"/>
                </a:lnTo>
                <a:lnTo>
                  <a:pt x="2446964" y="81608"/>
                </a:lnTo>
                <a:lnTo>
                  <a:pt x="2316489" y="162965"/>
                </a:lnTo>
                <a:lnTo>
                  <a:pt x="2186497" y="245130"/>
                </a:lnTo>
                <a:lnTo>
                  <a:pt x="2056936" y="328016"/>
                </a:lnTo>
                <a:lnTo>
                  <a:pt x="1927756" y="411539"/>
                </a:lnTo>
                <a:lnTo>
                  <a:pt x="1798906" y="495613"/>
                </a:lnTo>
                <a:lnTo>
                  <a:pt x="1670334" y="580154"/>
                </a:lnTo>
                <a:lnTo>
                  <a:pt x="1541990" y="665076"/>
                </a:lnTo>
                <a:lnTo>
                  <a:pt x="1413822" y="750294"/>
                </a:lnTo>
                <a:lnTo>
                  <a:pt x="1285779" y="835723"/>
                </a:lnTo>
                <a:lnTo>
                  <a:pt x="1157811" y="921278"/>
                </a:lnTo>
                <a:lnTo>
                  <a:pt x="1029866" y="1006873"/>
                </a:lnTo>
                <a:lnTo>
                  <a:pt x="901893" y="1092423"/>
                </a:lnTo>
                <a:lnTo>
                  <a:pt x="773841" y="1177844"/>
                </a:lnTo>
                <a:lnTo>
                  <a:pt x="645660" y="1263050"/>
                </a:lnTo>
                <a:lnTo>
                  <a:pt x="517297" y="1347956"/>
                </a:lnTo>
                <a:lnTo>
                  <a:pt x="388702" y="1432477"/>
                </a:lnTo>
                <a:lnTo>
                  <a:pt x="259824" y="1516527"/>
                </a:lnTo>
                <a:lnTo>
                  <a:pt x="130613" y="1600022"/>
                </a:lnTo>
                <a:lnTo>
                  <a:pt x="1016" y="1682877"/>
                </a:lnTo>
                <a:lnTo>
                  <a:pt x="0" y="1683385"/>
                </a:lnTo>
                <a:lnTo>
                  <a:pt x="380" y="1684782"/>
                </a:lnTo>
                <a:lnTo>
                  <a:pt x="1270" y="1684782"/>
                </a:lnTo>
                <a:lnTo>
                  <a:pt x="1524" y="1684782"/>
                </a:lnTo>
                <a:lnTo>
                  <a:pt x="1777" y="1684782"/>
                </a:lnTo>
                <a:lnTo>
                  <a:pt x="2031" y="1684528"/>
                </a:lnTo>
                <a:lnTo>
                  <a:pt x="132425" y="1602983"/>
                </a:lnTo>
                <a:lnTo>
                  <a:pt x="262593" y="1521056"/>
                </a:lnTo>
                <a:lnTo>
                  <a:pt x="392551" y="1438775"/>
                </a:lnTo>
                <a:lnTo>
                  <a:pt x="522317" y="1356170"/>
                </a:lnTo>
                <a:lnTo>
                  <a:pt x="651906" y="1273268"/>
                </a:lnTo>
                <a:lnTo>
                  <a:pt x="781336" y="1190099"/>
                </a:lnTo>
                <a:lnTo>
                  <a:pt x="910622" y="1106692"/>
                </a:lnTo>
                <a:lnTo>
                  <a:pt x="1039780" y="1023075"/>
                </a:lnTo>
                <a:lnTo>
                  <a:pt x="1168828" y="939278"/>
                </a:lnTo>
                <a:lnTo>
                  <a:pt x="1297781" y="855329"/>
                </a:lnTo>
                <a:lnTo>
                  <a:pt x="1426656" y="771257"/>
                </a:lnTo>
                <a:lnTo>
                  <a:pt x="1555469" y="687091"/>
                </a:lnTo>
                <a:lnTo>
                  <a:pt x="1684237" y="602860"/>
                </a:lnTo>
                <a:lnTo>
                  <a:pt x="1812976" y="518592"/>
                </a:lnTo>
                <a:lnTo>
                  <a:pt x="1941703" y="434318"/>
                </a:lnTo>
                <a:lnTo>
                  <a:pt x="2070433" y="350064"/>
                </a:lnTo>
                <a:lnTo>
                  <a:pt x="2199183" y="265861"/>
                </a:lnTo>
                <a:lnTo>
                  <a:pt x="2327970" y="181737"/>
                </a:lnTo>
                <a:lnTo>
                  <a:pt x="2456810" y="97722"/>
                </a:lnTo>
                <a:lnTo>
                  <a:pt x="2585720" y="13843"/>
                </a:lnTo>
                <a:lnTo>
                  <a:pt x="2592451" y="9651"/>
                </a:lnTo>
                <a:lnTo>
                  <a:pt x="2588387" y="0"/>
                </a:lnTo>
                <a:lnTo>
                  <a:pt x="2581910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55609" y="3055620"/>
            <a:ext cx="1175131" cy="760348"/>
          </a:xfrm>
          <a:custGeom>
            <a:avLst/>
            <a:gdLst/>
            <a:ahLst/>
            <a:cxnLst/>
            <a:rect l="l" t="t" r="r" b="b"/>
            <a:pathLst>
              <a:path w="1175131" h="760349">
                <a:moveTo>
                  <a:pt x="1164590" y="0"/>
                </a:moveTo>
                <a:lnTo>
                  <a:pt x="1163320" y="0"/>
                </a:lnTo>
                <a:lnTo>
                  <a:pt x="1162050" y="380"/>
                </a:lnTo>
                <a:lnTo>
                  <a:pt x="1101147" y="36271"/>
                </a:lnTo>
                <a:lnTo>
                  <a:pt x="1041978" y="72012"/>
                </a:lnTo>
                <a:lnTo>
                  <a:pt x="983115" y="108311"/>
                </a:lnTo>
                <a:lnTo>
                  <a:pt x="924531" y="145114"/>
                </a:lnTo>
                <a:lnTo>
                  <a:pt x="866195" y="182366"/>
                </a:lnTo>
                <a:lnTo>
                  <a:pt x="808078" y="220012"/>
                </a:lnTo>
                <a:lnTo>
                  <a:pt x="750151" y="257999"/>
                </a:lnTo>
                <a:lnTo>
                  <a:pt x="692384" y="296272"/>
                </a:lnTo>
                <a:lnTo>
                  <a:pt x="634748" y="334777"/>
                </a:lnTo>
                <a:lnTo>
                  <a:pt x="577214" y="373459"/>
                </a:lnTo>
                <a:lnTo>
                  <a:pt x="519753" y="412264"/>
                </a:lnTo>
                <a:lnTo>
                  <a:pt x="462334" y="451137"/>
                </a:lnTo>
                <a:lnTo>
                  <a:pt x="404930" y="490024"/>
                </a:lnTo>
                <a:lnTo>
                  <a:pt x="347509" y="528872"/>
                </a:lnTo>
                <a:lnTo>
                  <a:pt x="290044" y="567624"/>
                </a:lnTo>
                <a:lnTo>
                  <a:pt x="232504" y="606227"/>
                </a:lnTo>
                <a:lnTo>
                  <a:pt x="174861" y="644627"/>
                </a:lnTo>
                <a:lnTo>
                  <a:pt x="117084" y="682769"/>
                </a:lnTo>
                <a:lnTo>
                  <a:pt x="59146" y="720599"/>
                </a:lnTo>
                <a:lnTo>
                  <a:pt x="1016" y="758062"/>
                </a:lnTo>
                <a:lnTo>
                  <a:pt x="0" y="758824"/>
                </a:lnTo>
                <a:lnTo>
                  <a:pt x="635" y="760348"/>
                </a:lnTo>
                <a:lnTo>
                  <a:pt x="1650" y="760348"/>
                </a:lnTo>
                <a:lnTo>
                  <a:pt x="1905" y="760348"/>
                </a:lnTo>
                <a:lnTo>
                  <a:pt x="2159" y="760221"/>
                </a:lnTo>
                <a:lnTo>
                  <a:pt x="2413" y="759967"/>
                </a:lnTo>
                <a:lnTo>
                  <a:pt x="61285" y="723778"/>
                </a:lnTo>
                <a:lnTo>
                  <a:pt x="120130" y="687483"/>
                </a:lnTo>
                <a:lnTo>
                  <a:pt x="178944" y="651082"/>
                </a:lnTo>
                <a:lnTo>
                  <a:pt x="237719" y="614572"/>
                </a:lnTo>
                <a:lnTo>
                  <a:pt x="296451" y="577951"/>
                </a:lnTo>
                <a:lnTo>
                  <a:pt x="355134" y="541217"/>
                </a:lnTo>
                <a:lnTo>
                  <a:pt x="413763" y="504368"/>
                </a:lnTo>
                <a:lnTo>
                  <a:pt x="472331" y="467402"/>
                </a:lnTo>
                <a:lnTo>
                  <a:pt x="530833" y="430318"/>
                </a:lnTo>
                <a:lnTo>
                  <a:pt x="589264" y="393112"/>
                </a:lnTo>
                <a:lnTo>
                  <a:pt x="647617" y="355784"/>
                </a:lnTo>
                <a:lnTo>
                  <a:pt x="705888" y="318331"/>
                </a:lnTo>
                <a:lnTo>
                  <a:pt x="764070" y="280751"/>
                </a:lnTo>
                <a:lnTo>
                  <a:pt x="822159" y="243042"/>
                </a:lnTo>
                <a:lnTo>
                  <a:pt x="880147" y="205202"/>
                </a:lnTo>
                <a:lnTo>
                  <a:pt x="938031" y="167229"/>
                </a:lnTo>
                <a:lnTo>
                  <a:pt x="995803" y="129121"/>
                </a:lnTo>
                <a:lnTo>
                  <a:pt x="1053459" y="90877"/>
                </a:lnTo>
                <a:lnTo>
                  <a:pt x="1110993" y="52494"/>
                </a:lnTo>
                <a:lnTo>
                  <a:pt x="1168400" y="13969"/>
                </a:lnTo>
                <a:lnTo>
                  <a:pt x="1175131" y="9651"/>
                </a:lnTo>
                <a:lnTo>
                  <a:pt x="1171067" y="0"/>
                </a:lnTo>
                <a:lnTo>
                  <a:pt x="1164590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36889" y="3208020"/>
            <a:ext cx="1175130" cy="760221"/>
          </a:xfrm>
          <a:custGeom>
            <a:avLst/>
            <a:gdLst/>
            <a:ahLst/>
            <a:cxnLst/>
            <a:rect l="l" t="t" r="r" b="b"/>
            <a:pathLst>
              <a:path w="1175130" h="760222">
                <a:moveTo>
                  <a:pt x="1164970" y="0"/>
                </a:moveTo>
                <a:lnTo>
                  <a:pt x="1163701" y="0"/>
                </a:lnTo>
                <a:lnTo>
                  <a:pt x="1162430" y="380"/>
                </a:lnTo>
                <a:lnTo>
                  <a:pt x="1161033" y="1269"/>
                </a:lnTo>
                <a:lnTo>
                  <a:pt x="1101454" y="36345"/>
                </a:lnTo>
                <a:lnTo>
                  <a:pt x="1042214" y="72039"/>
                </a:lnTo>
                <a:lnTo>
                  <a:pt x="983285" y="108299"/>
                </a:lnTo>
                <a:lnTo>
                  <a:pt x="924639" y="145068"/>
                </a:lnTo>
                <a:lnTo>
                  <a:pt x="866245" y="182292"/>
                </a:lnTo>
                <a:lnTo>
                  <a:pt x="808074" y="219916"/>
                </a:lnTo>
                <a:lnTo>
                  <a:pt x="750097" y="257886"/>
                </a:lnTo>
                <a:lnTo>
                  <a:pt x="692286" y="296145"/>
                </a:lnTo>
                <a:lnTo>
                  <a:pt x="634610" y="334640"/>
                </a:lnTo>
                <a:lnTo>
                  <a:pt x="577040" y="373316"/>
                </a:lnTo>
                <a:lnTo>
                  <a:pt x="519547" y="412117"/>
                </a:lnTo>
                <a:lnTo>
                  <a:pt x="462103" y="450990"/>
                </a:lnTo>
                <a:lnTo>
                  <a:pt x="404677" y="489878"/>
                </a:lnTo>
                <a:lnTo>
                  <a:pt x="347240" y="528727"/>
                </a:lnTo>
                <a:lnTo>
                  <a:pt x="289764" y="567483"/>
                </a:lnTo>
                <a:lnTo>
                  <a:pt x="232218" y="606090"/>
                </a:lnTo>
                <a:lnTo>
                  <a:pt x="174575" y="644494"/>
                </a:lnTo>
                <a:lnTo>
                  <a:pt x="116804" y="682639"/>
                </a:lnTo>
                <a:lnTo>
                  <a:pt x="58876" y="720471"/>
                </a:lnTo>
                <a:lnTo>
                  <a:pt x="761" y="757935"/>
                </a:lnTo>
                <a:lnTo>
                  <a:pt x="0" y="758824"/>
                </a:lnTo>
                <a:lnTo>
                  <a:pt x="507" y="760221"/>
                </a:lnTo>
                <a:lnTo>
                  <a:pt x="1269" y="760221"/>
                </a:lnTo>
                <a:lnTo>
                  <a:pt x="1524" y="760221"/>
                </a:lnTo>
                <a:lnTo>
                  <a:pt x="1777" y="759967"/>
                </a:lnTo>
                <a:lnTo>
                  <a:pt x="60722" y="723811"/>
                </a:lnTo>
                <a:lnTo>
                  <a:pt x="119633" y="687541"/>
                </a:lnTo>
                <a:lnTo>
                  <a:pt x="178505" y="651156"/>
                </a:lnTo>
                <a:lnTo>
                  <a:pt x="237333" y="614654"/>
                </a:lnTo>
                <a:lnTo>
                  <a:pt x="296112" y="578034"/>
                </a:lnTo>
                <a:lnTo>
                  <a:pt x="354836" y="541294"/>
                </a:lnTo>
                <a:lnTo>
                  <a:pt x="413502" y="504434"/>
                </a:lnTo>
                <a:lnTo>
                  <a:pt x="472102" y="467451"/>
                </a:lnTo>
                <a:lnTo>
                  <a:pt x="530633" y="430344"/>
                </a:lnTo>
                <a:lnTo>
                  <a:pt x="589089" y="393112"/>
                </a:lnTo>
                <a:lnTo>
                  <a:pt x="647465" y="355753"/>
                </a:lnTo>
                <a:lnTo>
                  <a:pt x="705756" y="318267"/>
                </a:lnTo>
                <a:lnTo>
                  <a:pt x="763956" y="280650"/>
                </a:lnTo>
                <a:lnTo>
                  <a:pt x="822061" y="242903"/>
                </a:lnTo>
                <a:lnTo>
                  <a:pt x="880066" y="205023"/>
                </a:lnTo>
                <a:lnTo>
                  <a:pt x="937965" y="167010"/>
                </a:lnTo>
                <a:lnTo>
                  <a:pt x="995752" y="128861"/>
                </a:lnTo>
                <a:lnTo>
                  <a:pt x="1053424" y="90575"/>
                </a:lnTo>
                <a:lnTo>
                  <a:pt x="1110975" y="52152"/>
                </a:lnTo>
                <a:lnTo>
                  <a:pt x="1168400" y="13588"/>
                </a:lnTo>
                <a:lnTo>
                  <a:pt x="1175130" y="9397"/>
                </a:lnTo>
                <a:lnTo>
                  <a:pt x="1171320" y="0"/>
                </a:lnTo>
                <a:lnTo>
                  <a:pt x="1164970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37598" y="4662551"/>
            <a:ext cx="384301" cy="240537"/>
          </a:xfrm>
          <a:custGeom>
            <a:avLst/>
            <a:gdLst/>
            <a:ahLst/>
            <a:cxnLst/>
            <a:rect l="l" t="t" r="r" b="b"/>
            <a:pathLst>
              <a:path w="384301" h="240537">
                <a:moveTo>
                  <a:pt x="379222" y="0"/>
                </a:moveTo>
                <a:lnTo>
                  <a:pt x="378713" y="0"/>
                </a:lnTo>
                <a:lnTo>
                  <a:pt x="378078" y="254"/>
                </a:lnTo>
                <a:lnTo>
                  <a:pt x="377444" y="635"/>
                </a:lnTo>
                <a:lnTo>
                  <a:pt x="358069" y="11652"/>
                </a:lnTo>
                <a:lnTo>
                  <a:pt x="338802" y="22863"/>
                </a:lnTo>
                <a:lnTo>
                  <a:pt x="319634" y="34251"/>
                </a:lnTo>
                <a:lnTo>
                  <a:pt x="300555" y="45799"/>
                </a:lnTo>
                <a:lnTo>
                  <a:pt x="281557" y="57491"/>
                </a:lnTo>
                <a:lnTo>
                  <a:pt x="262630" y="69311"/>
                </a:lnTo>
                <a:lnTo>
                  <a:pt x="243767" y="81241"/>
                </a:lnTo>
                <a:lnTo>
                  <a:pt x="224958" y="93267"/>
                </a:lnTo>
                <a:lnTo>
                  <a:pt x="206195" y="105372"/>
                </a:lnTo>
                <a:lnTo>
                  <a:pt x="187467" y="117538"/>
                </a:lnTo>
                <a:lnTo>
                  <a:pt x="168768" y="129750"/>
                </a:lnTo>
                <a:lnTo>
                  <a:pt x="150087" y="141992"/>
                </a:lnTo>
                <a:lnTo>
                  <a:pt x="131416" y="154246"/>
                </a:lnTo>
                <a:lnTo>
                  <a:pt x="112746" y="166497"/>
                </a:lnTo>
                <a:lnTo>
                  <a:pt x="94069" y="178728"/>
                </a:lnTo>
                <a:lnTo>
                  <a:pt x="75375" y="190923"/>
                </a:lnTo>
                <a:lnTo>
                  <a:pt x="56655" y="203066"/>
                </a:lnTo>
                <a:lnTo>
                  <a:pt x="37900" y="215139"/>
                </a:lnTo>
                <a:lnTo>
                  <a:pt x="19103" y="227127"/>
                </a:lnTo>
                <a:lnTo>
                  <a:pt x="253" y="239013"/>
                </a:lnTo>
                <a:lnTo>
                  <a:pt x="0" y="239903"/>
                </a:lnTo>
                <a:lnTo>
                  <a:pt x="380" y="240537"/>
                </a:lnTo>
                <a:lnTo>
                  <a:pt x="634" y="240537"/>
                </a:lnTo>
                <a:lnTo>
                  <a:pt x="888" y="240411"/>
                </a:lnTo>
                <a:lnTo>
                  <a:pt x="20108" y="229121"/>
                </a:lnTo>
                <a:lnTo>
                  <a:pt x="39320" y="217806"/>
                </a:lnTo>
                <a:lnTo>
                  <a:pt x="58524" y="206464"/>
                </a:lnTo>
                <a:lnTo>
                  <a:pt x="77716" y="195091"/>
                </a:lnTo>
                <a:lnTo>
                  <a:pt x="96895" y="183685"/>
                </a:lnTo>
                <a:lnTo>
                  <a:pt x="116056" y="172244"/>
                </a:lnTo>
                <a:lnTo>
                  <a:pt x="135198" y="160766"/>
                </a:lnTo>
                <a:lnTo>
                  <a:pt x="154319" y="149247"/>
                </a:lnTo>
                <a:lnTo>
                  <a:pt x="173415" y="137685"/>
                </a:lnTo>
                <a:lnTo>
                  <a:pt x="192484" y="126079"/>
                </a:lnTo>
                <a:lnTo>
                  <a:pt x="211523" y="114424"/>
                </a:lnTo>
                <a:lnTo>
                  <a:pt x="230531" y="102720"/>
                </a:lnTo>
                <a:lnTo>
                  <a:pt x="249504" y="90963"/>
                </a:lnTo>
                <a:lnTo>
                  <a:pt x="268439" y="79151"/>
                </a:lnTo>
                <a:lnTo>
                  <a:pt x="287335" y="67282"/>
                </a:lnTo>
                <a:lnTo>
                  <a:pt x="306188" y="55352"/>
                </a:lnTo>
                <a:lnTo>
                  <a:pt x="324997" y="43360"/>
                </a:lnTo>
                <a:lnTo>
                  <a:pt x="343758" y="31303"/>
                </a:lnTo>
                <a:lnTo>
                  <a:pt x="362468" y="19179"/>
                </a:lnTo>
                <a:lnTo>
                  <a:pt x="381126" y="6985"/>
                </a:lnTo>
                <a:lnTo>
                  <a:pt x="384301" y="4953"/>
                </a:lnTo>
                <a:lnTo>
                  <a:pt x="382397" y="0"/>
                </a:lnTo>
                <a:lnTo>
                  <a:pt x="379222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683369" y="4583049"/>
            <a:ext cx="411352" cy="247142"/>
          </a:xfrm>
          <a:custGeom>
            <a:avLst/>
            <a:gdLst/>
            <a:ahLst/>
            <a:cxnLst/>
            <a:rect l="l" t="t" r="r" b="b"/>
            <a:pathLst>
              <a:path w="411352" h="247142">
                <a:moveTo>
                  <a:pt x="406019" y="0"/>
                </a:moveTo>
                <a:lnTo>
                  <a:pt x="405383" y="0"/>
                </a:lnTo>
                <a:lnTo>
                  <a:pt x="404749" y="126"/>
                </a:lnTo>
                <a:lnTo>
                  <a:pt x="383350" y="11767"/>
                </a:lnTo>
                <a:lnTo>
                  <a:pt x="362813" y="23244"/>
                </a:lnTo>
                <a:lnTo>
                  <a:pt x="342366" y="34922"/>
                </a:lnTo>
                <a:lnTo>
                  <a:pt x="322002" y="46781"/>
                </a:lnTo>
                <a:lnTo>
                  <a:pt x="301714" y="58804"/>
                </a:lnTo>
                <a:lnTo>
                  <a:pt x="281492" y="70973"/>
                </a:lnTo>
                <a:lnTo>
                  <a:pt x="261330" y="83270"/>
                </a:lnTo>
                <a:lnTo>
                  <a:pt x="241219" y="95676"/>
                </a:lnTo>
                <a:lnTo>
                  <a:pt x="221152" y="108174"/>
                </a:lnTo>
                <a:lnTo>
                  <a:pt x="201120" y="120745"/>
                </a:lnTo>
                <a:lnTo>
                  <a:pt x="181116" y="133371"/>
                </a:lnTo>
                <a:lnTo>
                  <a:pt x="161131" y="146034"/>
                </a:lnTo>
                <a:lnTo>
                  <a:pt x="141158" y="158717"/>
                </a:lnTo>
                <a:lnTo>
                  <a:pt x="121189" y="171400"/>
                </a:lnTo>
                <a:lnTo>
                  <a:pt x="101217" y="184066"/>
                </a:lnTo>
                <a:lnTo>
                  <a:pt x="81232" y="196697"/>
                </a:lnTo>
                <a:lnTo>
                  <a:pt x="61227" y="209275"/>
                </a:lnTo>
                <a:lnTo>
                  <a:pt x="41195" y="221781"/>
                </a:lnTo>
                <a:lnTo>
                  <a:pt x="21127" y="234198"/>
                </a:lnTo>
                <a:lnTo>
                  <a:pt x="1015" y="246506"/>
                </a:lnTo>
                <a:lnTo>
                  <a:pt x="0" y="246506"/>
                </a:lnTo>
                <a:lnTo>
                  <a:pt x="1015" y="247142"/>
                </a:lnTo>
                <a:lnTo>
                  <a:pt x="1270" y="247142"/>
                </a:lnTo>
                <a:lnTo>
                  <a:pt x="21803" y="235528"/>
                </a:lnTo>
                <a:lnTo>
                  <a:pt x="42331" y="223889"/>
                </a:lnTo>
                <a:lnTo>
                  <a:pt x="62849" y="212221"/>
                </a:lnTo>
                <a:lnTo>
                  <a:pt x="83357" y="200520"/>
                </a:lnTo>
                <a:lnTo>
                  <a:pt x="103852" y="188785"/>
                </a:lnTo>
                <a:lnTo>
                  <a:pt x="124331" y="177012"/>
                </a:lnTo>
                <a:lnTo>
                  <a:pt x="144791" y="165197"/>
                </a:lnTo>
                <a:lnTo>
                  <a:pt x="165232" y="153338"/>
                </a:lnTo>
                <a:lnTo>
                  <a:pt x="185649" y="141432"/>
                </a:lnTo>
                <a:lnTo>
                  <a:pt x="206041" y="129476"/>
                </a:lnTo>
                <a:lnTo>
                  <a:pt x="226406" y="117466"/>
                </a:lnTo>
                <a:lnTo>
                  <a:pt x="246740" y="105400"/>
                </a:lnTo>
                <a:lnTo>
                  <a:pt x="267042" y="93275"/>
                </a:lnTo>
                <a:lnTo>
                  <a:pt x="287310" y="81087"/>
                </a:lnTo>
                <a:lnTo>
                  <a:pt x="307540" y="68833"/>
                </a:lnTo>
                <a:lnTo>
                  <a:pt x="327731" y="56511"/>
                </a:lnTo>
                <a:lnTo>
                  <a:pt x="347879" y="44118"/>
                </a:lnTo>
                <a:lnTo>
                  <a:pt x="367984" y="31649"/>
                </a:lnTo>
                <a:lnTo>
                  <a:pt x="388042" y="19103"/>
                </a:lnTo>
                <a:lnTo>
                  <a:pt x="408050" y="6476"/>
                </a:lnTo>
                <a:lnTo>
                  <a:pt x="411352" y="4571"/>
                </a:lnTo>
                <a:lnTo>
                  <a:pt x="409321" y="0"/>
                </a:lnTo>
                <a:lnTo>
                  <a:pt x="406019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85529" y="4517008"/>
            <a:ext cx="1901571" cy="1009142"/>
          </a:xfrm>
          <a:custGeom>
            <a:avLst/>
            <a:gdLst/>
            <a:ahLst/>
            <a:cxnLst/>
            <a:rect l="l" t="t" r="r" b="b"/>
            <a:pathLst>
              <a:path w="1901571" h="1009142">
                <a:moveTo>
                  <a:pt x="1890776" y="0"/>
                </a:moveTo>
                <a:lnTo>
                  <a:pt x="1889505" y="0"/>
                </a:lnTo>
                <a:lnTo>
                  <a:pt x="1888363" y="254"/>
                </a:lnTo>
                <a:lnTo>
                  <a:pt x="1887093" y="889"/>
                </a:lnTo>
                <a:lnTo>
                  <a:pt x="1790691" y="46953"/>
                </a:lnTo>
                <a:lnTo>
                  <a:pt x="1694811" y="94093"/>
                </a:lnTo>
                <a:lnTo>
                  <a:pt x="1599403" y="142205"/>
                </a:lnTo>
                <a:lnTo>
                  <a:pt x="1504415" y="191182"/>
                </a:lnTo>
                <a:lnTo>
                  <a:pt x="1409799" y="240920"/>
                </a:lnTo>
                <a:lnTo>
                  <a:pt x="1315503" y="291315"/>
                </a:lnTo>
                <a:lnTo>
                  <a:pt x="1221479" y="342259"/>
                </a:lnTo>
                <a:lnTo>
                  <a:pt x="1127675" y="393650"/>
                </a:lnTo>
                <a:lnTo>
                  <a:pt x="1034042" y="445381"/>
                </a:lnTo>
                <a:lnTo>
                  <a:pt x="940530" y="497347"/>
                </a:lnTo>
                <a:lnTo>
                  <a:pt x="847088" y="549444"/>
                </a:lnTo>
                <a:lnTo>
                  <a:pt x="753666" y="601567"/>
                </a:lnTo>
                <a:lnTo>
                  <a:pt x="660215" y="653610"/>
                </a:lnTo>
                <a:lnTo>
                  <a:pt x="566684" y="705468"/>
                </a:lnTo>
                <a:lnTo>
                  <a:pt x="473023" y="757037"/>
                </a:lnTo>
                <a:lnTo>
                  <a:pt x="379182" y="808210"/>
                </a:lnTo>
                <a:lnTo>
                  <a:pt x="285111" y="858884"/>
                </a:lnTo>
                <a:lnTo>
                  <a:pt x="190759" y="908953"/>
                </a:lnTo>
                <a:lnTo>
                  <a:pt x="96078" y="958312"/>
                </a:lnTo>
                <a:lnTo>
                  <a:pt x="1016" y="1006856"/>
                </a:lnTo>
                <a:lnTo>
                  <a:pt x="0" y="1007745"/>
                </a:lnTo>
                <a:lnTo>
                  <a:pt x="635" y="1009142"/>
                </a:lnTo>
                <a:lnTo>
                  <a:pt x="1650" y="1009142"/>
                </a:lnTo>
                <a:lnTo>
                  <a:pt x="1904" y="1009142"/>
                </a:lnTo>
                <a:lnTo>
                  <a:pt x="2159" y="1009142"/>
                </a:lnTo>
                <a:lnTo>
                  <a:pt x="2413" y="1008888"/>
                </a:lnTo>
                <a:lnTo>
                  <a:pt x="98252" y="961701"/>
                </a:lnTo>
                <a:lnTo>
                  <a:pt x="193836" y="913972"/>
                </a:lnTo>
                <a:lnTo>
                  <a:pt x="289185" y="865746"/>
                </a:lnTo>
                <a:lnTo>
                  <a:pt x="384321" y="817068"/>
                </a:lnTo>
                <a:lnTo>
                  <a:pt x="479264" y="767982"/>
                </a:lnTo>
                <a:lnTo>
                  <a:pt x="574035" y="718535"/>
                </a:lnTo>
                <a:lnTo>
                  <a:pt x="668655" y="668769"/>
                </a:lnTo>
                <a:lnTo>
                  <a:pt x="763145" y="618731"/>
                </a:lnTo>
                <a:lnTo>
                  <a:pt x="857525" y="568465"/>
                </a:lnTo>
                <a:lnTo>
                  <a:pt x="951817" y="518017"/>
                </a:lnTo>
                <a:lnTo>
                  <a:pt x="1046041" y="467430"/>
                </a:lnTo>
                <a:lnTo>
                  <a:pt x="1140219" y="416749"/>
                </a:lnTo>
                <a:lnTo>
                  <a:pt x="1234370" y="366021"/>
                </a:lnTo>
                <a:lnTo>
                  <a:pt x="1328517" y="315289"/>
                </a:lnTo>
                <a:lnTo>
                  <a:pt x="1422679" y="264598"/>
                </a:lnTo>
                <a:lnTo>
                  <a:pt x="1516878" y="213993"/>
                </a:lnTo>
                <a:lnTo>
                  <a:pt x="1611135" y="163520"/>
                </a:lnTo>
                <a:lnTo>
                  <a:pt x="1705470" y="113222"/>
                </a:lnTo>
                <a:lnTo>
                  <a:pt x="1799904" y="63146"/>
                </a:lnTo>
                <a:lnTo>
                  <a:pt x="1894459" y="13335"/>
                </a:lnTo>
                <a:lnTo>
                  <a:pt x="1901571" y="9271"/>
                </a:lnTo>
                <a:lnTo>
                  <a:pt x="1897252" y="0"/>
                </a:lnTo>
                <a:lnTo>
                  <a:pt x="189077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87310" y="3873500"/>
            <a:ext cx="435229" cy="18668"/>
          </a:xfrm>
          <a:custGeom>
            <a:avLst/>
            <a:gdLst/>
            <a:ahLst/>
            <a:cxnLst/>
            <a:rect l="l" t="t" r="r" b="b"/>
            <a:pathLst>
              <a:path w="435229" h="18669">
                <a:moveTo>
                  <a:pt x="427863" y="0"/>
                </a:moveTo>
                <a:lnTo>
                  <a:pt x="427609" y="0"/>
                </a:lnTo>
                <a:lnTo>
                  <a:pt x="406295" y="560"/>
                </a:lnTo>
                <a:lnTo>
                  <a:pt x="385103" y="1135"/>
                </a:lnTo>
                <a:lnTo>
                  <a:pt x="363906" y="1726"/>
                </a:lnTo>
                <a:lnTo>
                  <a:pt x="342704" y="2333"/>
                </a:lnTo>
                <a:lnTo>
                  <a:pt x="321498" y="2956"/>
                </a:lnTo>
                <a:lnTo>
                  <a:pt x="300287" y="3595"/>
                </a:lnTo>
                <a:lnTo>
                  <a:pt x="279073" y="4251"/>
                </a:lnTo>
                <a:lnTo>
                  <a:pt x="257854" y="4923"/>
                </a:lnTo>
                <a:lnTo>
                  <a:pt x="236632" y="5612"/>
                </a:lnTo>
                <a:lnTo>
                  <a:pt x="215407" y="6318"/>
                </a:lnTo>
                <a:lnTo>
                  <a:pt x="194180" y="7041"/>
                </a:lnTo>
                <a:lnTo>
                  <a:pt x="172949" y="7781"/>
                </a:lnTo>
                <a:lnTo>
                  <a:pt x="151716" y="8539"/>
                </a:lnTo>
                <a:lnTo>
                  <a:pt x="130482" y="9314"/>
                </a:lnTo>
                <a:lnTo>
                  <a:pt x="109245" y="10108"/>
                </a:lnTo>
                <a:lnTo>
                  <a:pt x="88007" y="10919"/>
                </a:lnTo>
                <a:lnTo>
                  <a:pt x="66768" y="11749"/>
                </a:lnTo>
                <a:lnTo>
                  <a:pt x="45529" y="12598"/>
                </a:lnTo>
                <a:lnTo>
                  <a:pt x="24288" y="13465"/>
                </a:lnTo>
                <a:lnTo>
                  <a:pt x="3048" y="14350"/>
                </a:lnTo>
                <a:lnTo>
                  <a:pt x="0" y="14350"/>
                </a:lnTo>
                <a:lnTo>
                  <a:pt x="0" y="18668"/>
                </a:lnTo>
                <a:lnTo>
                  <a:pt x="3048" y="18668"/>
                </a:lnTo>
                <a:lnTo>
                  <a:pt x="24285" y="18504"/>
                </a:lnTo>
                <a:lnTo>
                  <a:pt x="45518" y="18315"/>
                </a:lnTo>
                <a:lnTo>
                  <a:pt x="66747" y="18103"/>
                </a:lnTo>
                <a:lnTo>
                  <a:pt x="87971" y="17869"/>
                </a:lnTo>
                <a:lnTo>
                  <a:pt x="109192" y="17613"/>
                </a:lnTo>
                <a:lnTo>
                  <a:pt x="130410" y="17336"/>
                </a:lnTo>
                <a:lnTo>
                  <a:pt x="151625" y="17039"/>
                </a:lnTo>
                <a:lnTo>
                  <a:pt x="172839" y="16722"/>
                </a:lnTo>
                <a:lnTo>
                  <a:pt x="194052" y="16387"/>
                </a:lnTo>
                <a:lnTo>
                  <a:pt x="215264" y="16033"/>
                </a:lnTo>
                <a:lnTo>
                  <a:pt x="236477" y="15663"/>
                </a:lnTo>
                <a:lnTo>
                  <a:pt x="257690" y="15276"/>
                </a:lnTo>
                <a:lnTo>
                  <a:pt x="278904" y="14874"/>
                </a:lnTo>
                <a:lnTo>
                  <a:pt x="300119" y="14456"/>
                </a:lnTo>
                <a:lnTo>
                  <a:pt x="321337" y="14025"/>
                </a:lnTo>
                <a:lnTo>
                  <a:pt x="342558" y="13580"/>
                </a:lnTo>
                <a:lnTo>
                  <a:pt x="363782" y="13123"/>
                </a:lnTo>
                <a:lnTo>
                  <a:pt x="385011" y="12654"/>
                </a:lnTo>
                <a:lnTo>
                  <a:pt x="406244" y="12174"/>
                </a:lnTo>
                <a:lnTo>
                  <a:pt x="427482" y="11683"/>
                </a:lnTo>
                <a:lnTo>
                  <a:pt x="435102" y="11683"/>
                </a:lnTo>
                <a:lnTo>
                  <a:pt x="435229" y="0"/>
                </a:lnTo>
                <a:lnTo>
                  <a:pt x="427863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60259" y="3964940"/>
            <a:ext cx="433450" cy="18668"/>
          </a:xfrm>
          <a:custGeom>
            <a:avLst/>
            <a:gdLst/>
            <a:ahLst/>
            <a:cxnLst/>
            <a:rect l="l" t="t" r="r" b="b"/>
            <a:pathLst>
              <a:path w="433450" h="18668">
                <a:moveTo>
                  <a:pt x="426085" y="0"/>
                </a:moveTo>
                <a:lnTo>
                  <a:pt x="425831" y="0"/>
                </a:lnTo>
                <a:lnTo>
                  <a:pt x="404720" y="560"/>
                </a:lnTo>
                <a:lnTo>
                  <a:pt x="383605" y="1135"/>
                </a:lnTo>
                <a:lnTo>
                  <a:pt x="362484" y="1726"/>
                </a:lnTo>
                <a:lnTo>
                  <a:pt x="341359" y="2333"/>
                </a:lnTo>
                <a:lnTo>
                  <a:pt x="320230" y="2956"/>
                </a:lnTo>
                <a:lnTo>
                  <a:pt x="299097" y="3595"/>
                </a:lnTo>
                <a:lnTo>
                  <a:pt x="277960" y="4251"/>
                </a:lnTo>
                <a:lnTo>
                  <a:pt x="256821" y="4923"/>
                </a:lnTo>
                <a:lnTo>
                  <a:pt x="235679" y="5612"/>
                </a:lnTo>
                <a:lnTo>
                  <a:pt x="214534" y="6318"/>
                </a:lnTo>
                <a:lnTo>
                  <a:pt x="193388" y="7041"/>
                </a:lnTo>
                <a:lnTo>
                  <a:pt x="172240" y="7781"/>
                </a:lnTo>
                <a:lnTo>
                  <a:pt x="151091" y="8539"/>
                </a:lnTo>
                <a:lnTo>
                  <a:pt x="129941" y="9314"/>
                </a:lnTo>
                <a:lnTo>
                  <a:pt x="108791" y="10108"/>
                </a:lnTo>
                <a:lnTo>
                  <a:pt x="87641" y="10919"/>
                </a:lnTo>
                <a:lnTo>
                  <a:pt x="66491" y="11749"/>
                </a:lnTo>
                <a:lnTo>
                  <a:pt x="45342" y="12598"/>
                </a:lnTo>
                <a:lnTo>
                  <a:pt x="24194" y="13465"/>
                </a:lnTo>
                <a:lnTo>
                  <a:pt x="3048" y="14351"/>
                </a:lnTo>
                <a:lnTo>
                  <a:pt x="0" y="14351"/>
                </a:lnTo>
                <a:lnTo>
                  <a:pt x="0" y="18668"/>
                </a:lnTo>
                <a:lnTo>
                  <a:pt x="3048" y="18668"/>
                </a:lnTo>
                <a:lnTo>
                  <a:pt x="24194" y="18504"/>
                </a:lnTo>
                <a:lnTo>
                  <a:pt x="45342" y="18315"/>
                </a:lnTo>
                <a:lnTo>
                  <a:pt x="66491" y="18103"/>
                </a:lnTo>
                <a:lnTo>
                  <a:pt x="87641" y="17869"/>
                </a:lnTo>
                <a:lnTo>
                  <a:pt x="108791" y="17613"/>
                </a:lnTo>
                <a:lnTo>
                  <a:pt x="129941" y="17336"/>
                </a:lnTo>
                <a:lnTo>
                  <a:pt x="151091" y="17039"/>
                </a:lnTo>
                <a:lnTo>
                  <a:pt x="172240" y="16722"/>
                </a:lnTo>
                <a:lnTo>
                  <a:pt x="193388" y="16387"/>
                </a:lnTo>
                <a:lnTo>
                  <a:pt x="214534" y="16033"/>
                </a:lnTo>
                <a:lnTo>
                  <a:pt x="235679" y="15663"/>
                </a:lnTo>
                <a:lnTo>
                  <a:pt x="256821" y="15276"/>
                </a:lnTo>
                <a:lnTo>
                  <a:pt x="277960" y="14874"/>
                </a:lnTo>
                <a:lnTo>
                  <a:pt x="299097" y="14456"/>
                </a:lnTo>
                <a:lnTo>
                  <a:pt x="320230" y="14025"/>
                </a:lnTo>
                <a:lnTo>
                  <a:pt x="341359" y="13580"/>
                </a:lnTo>
                <a:lnTo>
                  <a:pt x="362484" y="13123"/>
                </a:lnTo>
                <a:lnTo>
                  <a:pt x="383605" y="12654"/>
                </a:lnTo>
                <a:lnTo>
                  <a:pt x="404720" y="12174"/>
                </a:lnTo>
                <a:lnTo>
                  <a:pt x="425831" y="11684"/>
                </a:lnTo>
                <a:lnTo>
                  <a:pt x="433324" y="11684"/>
                </a:lnTo>
                <a:lnTo>
                  <a:pt x="433450" y="0"/>
                </a:lnTo>
                <a:lnTo>
                  <a:pt x="426085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10729" y="4381500"/>
            <a:ext cx="414781" cy="38862"/>
          </a:xfrm>
          <a:custGeom>
            <a:avLst/>
            <a:gdLst/>
            <a:ahLst/>
            <a:cxnLst/>
            <a:rect l="l" t="t" r="r" b="b"/>
            <a:pathLst>
              <a:path w="414781" h="38862">
                <a:moveTo>
                  <a:pt x="407924" y="0"/>
                </a:moveTo>
                <a:lnTo>
                  <a:pt x="407670" y="0"/>
                </a:lnTo>
                <a:lnTo>
                  <a:pt x="407416" y="0"/>
                </a:lnTo>
                <a:lnTo>
                  <a:pt x="407162" y="0"/>
                </a:lnTo>
                <a:lnTo>
                  <a:pt x="386982" y="1552"/>
                </a:lnTo>
                <a:lnTo>
                  <a:pt x="366792" y="3124"/>
                </a:lnTo>
                <a:lnTo>
                  <a:pt x="346593" y="4714"/>
                </a:lnTo>
                <a:lnTo>
                  <a:pt x="326384" y="6323"/>
                </a:lnTo>
                <a:lnTo>
                  <a:pt x="306169" y="7951"/>
                </a:lnTo>
                <a:lnTo>
                  <a:pt x="285946" y="9597"/>
                </a:lnTo>
                <a:lnTo>
                  <a:pt x="265718" y="11262"/>
                </a:lnTo>
                <a:lnTo>
                  <a:pt x="245485" y="12945"/>
                </a:lnTo>
                <a:lnTo>
                  <a:pt x="225249" y="14647"/>
                </a:lnTo>
                <a:lnTo>
                  <a:pt x="205009" y="16367"/>
                </a:lnTo>
                <a:lnTo>
                  <a:pt x="184768" y="18104"/>
                </a:lnTo>
                <a:lnTo>
                  <a:pt x="164525" y="19860"/>
                </a:lnTo>
                <a:lnTo>
                  <a:pt x="144283" y="21634"/>
                </a:lnTo>
                <a:lnTo>
                  <a:pt x="124042" y="23426"/>
                </a:lnTo>
                <a:lnTo>
                  <a:pt x="103802" y="25235"/>
                </a:lnTo>
                <a:lnTo>
                  <a:pt x="83566" y="27062"/>
                </a:lnTo>
                <a:lnTo>
                  <a:pt x="63333" y="28906"/>
                </a:lnTo>
                <a:lnTo>
                  <a:pt x="43105" y="30768"/>
                </a:lnTo>
                <a:lnTo>
                  <a:pt x="22882" y="32647"/>
                </a:lnTo>
                <a:lnTo>
                  <a:pt x="2667" y="34543"/>
                </a:lnTo>
                <a:lnTo>
                  <a:pt x="126" y="34543"/>
                </a:lnTo>
                <a:lnTo>
                  <a:pt x="0" y="38862"/>
                </a:lnTo>
                <a:lnTo>
                  <a:pt x="2413" y="38862"/>
                </a:lnTo>
                <a:lnTo>
                  <a:pt x="2667" y="38862"/>
                </a:lnTo>
                <a:lnTo>
                  <a:pt x="22877" y="37637"/>
                </a:lnTo>
                <a:lnTo>
                  <a:pt x="43084" y="36400"/>
                </a:lnTo>
                <a:lnTo>
                  <a:pt x="63289" y="35152"/>
                </a:lnTo>
                <a:lnTo>
                  <a:pt x="83492" y="33891"/>
                </a:lnTo>
                <a:lnTo>
                  <a:pt x="103695" y="32619"/>
                </a:lnTo>
                <a:lnTo>
                  <a:pt x="123898" y="31334"/>
                </a:lnTo>
                <a:lnTo>
                  <a:pt x="144101" y="30036"/>
                </a:lnTo>
                <a:lnTo>
                  <a:pt x="164306" y="28726"/>
                </a:lnTo>
                <a:lnTo>
                  <a:pt x="184513" y="27403"/>
                </a:lnTo>
                <a:lnTo>
                  <a:pt x="204723" y="26066"/>
                </a:lnTo>
                <a:lnTo>
                  <a:pt x="224938" y="24717"/>
                </a:lnTo>
                <a:lnTo>
                  <a:pt x="245156" y="23353"/>
                </a:lnTo>
                <a:lnTo>
                  <a:pt x="265380" y="21976"/>
                </a:lnTo>
                <a:lnTo>
                  <a:pt x="285610" y="20585"/>
                </a:lnTo>
                <a:lnTo>
                  <a:pt x="305847" y="19180"/>
                </a:lnTo>
                <a:lnTo>
                  <a:pt x="326092" y="17761"/>
                </a:lnTo>
                <a:lnTo>
                  <a:pt x="346345" y="16327"/>
                </a:lnTo>
                <a:lnTo>
                  <a:pt x="366607" y="14879"/>
                </a:lnTo>
                <a:lnTo>
                  <a:pt x="386879" y="13416"/>
                </a:lnTo>
                <a:lnTo>
                  <a:pt x="407162" y="11937"/>
                </a:lnTo>
                <a:lnTo>
                  <a:pt x="414527" y="11683"/>
                </a:lnTo>
                <a:lnTo>
                  <a:pt x="414781" y="0"/>
                </a:lnTo>
                <a:lnTo>
                  <a:pt x="407924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36129" y="4428871"/>
            <a:ext cx="433450" cy="18668"/>
          </a:xfrm>
          <a:custGeom>
            <a:avLst/>
            <a:gdLst/>
            <a:ahLst/>
            <a:cxnLst/>
            <a:rect l="l" t="t" r="r" b="b"/>
            <a:pathLst>
              <a:path w="433450" h="18669">
                <a:moveTo>
                  <a:pt x="426085" y="0"/>
                </a:moveTo>
                <a:lnTo>
                  <a:pt x="425957" y="0"/>
                </a:lnTo>
                <a:lnTo>
                  <a:pt x="404720" y="560"/>
                </a:lnTo>
                <a:lnTo>
                  <a:pt x="383605" y="1135"/>
                </a:lnTo>
                <a:lnTo>
                  <a:pt x="362484" y="1725"/>
                </a:lnTo>
                <a:lnTo>
                  <a:pt x="341358" y="2330"/>
                </a:lnTo>
                <a:lnTo>
                  <a:pt x="320228" y="2950"/>
                </a:lnTo>
                <a:lnTo>
                  <a:pt x="299094" y="3585"/>
                </a:lnTo>
                <a:lnTo>
                  <a:pt x="277955" y="4235"/>
                </a:lnTo>
                <a:lnTo>
                  <a:pt x="256813" y="4899"/>
                </a:lnTo>
                <a:lnTo>
                  <a:pt x="235667" y="5577"/>
                </a:lnTo>
                <a:lnTo>
                  <a:pt x="214518" y="6270"/>
                </a:lnTo>
                <a:lnTo>
                  <a:pt x="193367" y="6977"/>
                </a:lnTo>
                <a:lnTo>
                  <a:pt x="172213" y="7699"/>
                </a:lnTo>
                <a:lnTo>
                  <a:pt x="151056" y="8434"/>
                </a:lnTo>
                <a:lnTo>
                  <a:pt x="129898" y="9184"/>
                </a:lnTo>
                <a:lnTo>
                  <a:pt x="108737" y="9947"/>
                </a:lnTo>
                <a:lnTo>
                  <a:pt x="87576" y="10724"/>
                </a:lnTo>
                <a:lnTo>
                  <a:pt x="66413" y="11515"/>
                </a:lnTo>
                <a:lnTo>
                  <a:pt x="45249" y="12320"/>
                </a:lnTo>
                <a:lnTo>
                  <a:pt x="24085" y="13138"/>
                </a:lnTo>
                <a:lnTo>
                  <a:pt x="2921" y="13969"/>
                </a:lnTo>
                <a:lnTo>
                  <a:pt x="0" y="13969"/>
                </a:lnTo>
                <a:lnTo>
                  <a:pt x="0" y="18668"/>
                </a:lnTo>
                <a:lnTo>
                  <a:pt x="2921" y="18668"/>
                </a:lnTo>
                <a:lnTo>
                  <a:pt x="24085" y="18452"/>
                </a:lnTo>
                <a:lnTo>
                  <a:pt x="45249" y="18223"/>
                </a:lnTo>
                <a:lnTo>
                  <a:pt x="66413" y="17979"/>
                </a:lnTo>
                <a:lnTo>
                  <a:pt x="87576" y="17723"/>
                </a:lnTo>
                <a:lnTo>
                  <a:pt x="108737" y="17452"/>
                </a:lnTo>
                <a:lnTo>
                  <a:pt x="129898" y="17168"/>
                </a:lnTo>
                <a:lnTo>
                  <a:pt x="151056" y="16869"/>
                </a:lnTo>
                <a:lnTo>
                  <a:pt x="172213" y="16557"/>
                </a:lnTo>
                <a:lnTo>
                  <a:pt x="193367" y="16231"/>
                </a:lnTo>
                <a:lnTo>
                  <a:pt x="214518" y="15890"/>
                </a:lnTo>
                <a:lnTo>
                  <a:pt x="235667" y="15536"/>
                </a:lnTo>
                <a:lnTo>
                  <a:pt x="256813" y="15166"/>
                </a:lnTo>
                <a:lnTo>
                  <a:pt x="277955" y="14783"/>
                </a:lnTo>
                <a:lnTo>
                  <a:pt x="299094" y="14384"/>
                </a:lnTo>
                <a:lnTo>
                  <a:pt x="320228" y="13971"/>
                </a:lnTo>
                <a:lnTo>
                  <a:pt x="341358" y="13544"/>
                </a:lnTo>
                <a:lnTo>
                  <a:pt x="362484" y="13101"/>
                </a:lnTo>
                <a:lnTo>
                  <a:pt x="383605" y="12644"/>
                </a:lnTo>
                <a:lnTo>
                  <a:pt x="404720" y="12171"/>
                </a:lnTo>
                <a:lnTo>
                  <a:pt x="425830" y="11683"/>
                </a:lnTo>
                <a:lnTo>
                  <a:pt x="433324" y="11683"/>
                </a:lnTo>
                <a:lnTo>
                  <a:pt x="433450" y="0"/>
                </a:lnTo>
                <a:lnTo>
                  <a:pt x="426085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971408" y="4740529"/>
            <a:ext cx="414782" cy="38862"/>
          </a:xfrm>
          <a:custGeom>
            <a:avLst/>
            <a:gdLst/>
            <a:ahLst/>
            <a:cxnLst/>
            <a:rect l="l" t="t" r="r" b="b"/>
            <a:pathLst>
              <a:path w="414782" h="38862">
                <a:moveTo>
                  <a:pt x="408305" y="0"/>
                </a:moveTo>
                <a:lnTo>
                  <a:pt x="408050" y="0"/>
                </a:lnTo>
                <a:lnTo>
                  <a:pt x="407797" y="0"/>
                </a:lnTo>
                <a:lnTo>
                  <a:pt x="407416" y="0"/>
                </a:lnTo>
                <a:lnTo>
                  <a:pt x="387201" y="1552"/>
                </a:lnTo>
                <a:lnTo>
                  <a:pt x="366981" y="3123"/>
                </a:lnTo>
                <a:lnTo>
                  <a:pt x="346757" y="4714"/>
                </a:lnTo>
                <a:lnTo>
                  <a:pt x="326529" y="6322"/>
                </a:lnTo>
                <a:lnTo>
                  <a:pt x="306298" y="7949"/>
                </a:lnTo>
                <a:lnTo>
                  <a:pt x="286064" y="9594"/>
                </a:lnTo>
                <a:lnTo>
                  <a:pt x="265829" y="11257"/>
                </a:lnTo>
                <a:lnTo>
                  <a:pt x="245593" y="12937"/>
                </a:lnTo>
                <a:lnTo>
                  <a:pt x="225357" y="14635"/>
                </a:lnTo>
                <a:lnTo>
                  <a:pt x="205120" y="16351"/>
                </a:lnTo>
                <a:lnTo>
                  <a:pt x="184885" y="18083"/>
                </a:lnTo>
                <a:lnTo>
                  <a:pt x="164651" y="19833"/>
                </a:lnTo>
                <a:lnTo>
                  <a:pt x="144420" y="21599"/>
                </a:lnTo>
                <a:lnTo>
                  <a:pt x="124192" y="23382"/>
                </a:lnTo>
                <a:lnTo>
                  <a:pt x="103967" y="25181"/>
                </a:lnTo>
                <a:lnTo>
                  <a:pt x="83746" y="26997"/>
                </a:lnTo>
                <a:lnTo>
                  <a:pt x="63531" y="28828"/>
                </a:lnTo>
                <a:lnTo>
                  <a:pt x="43321" y="30675"/>
                </a:lnTo>
                <a:lnTo>
                  <a:pt x="23117" y="32538"/>
                </a:lnTo>
                <a:lnTo>
                  <a:pt x="2921" y="34417"/>
                </a:lnTo>
                <a:lnTo>
                  <a:pt x="2667" y="34417"/>
                </a:lnTo>
                <a:lnTo>
                  <a:pt x="0" y="34417"/>
                </a:lnTo>
                <a:lnTo>
                  <a:pt x="126" y="38862"/>
                </a:lnTo>
                <a:lnTo>
                  <a:pt x="2921" y="38862"/>
                </a:lnTo>
                <a:lnTo>
                  <a:pt x="23117" y="37637"/>
                </a:lnTo>
                <a:lnTo>
                  <a:pt x="43321" y="36400"/>
                </a:lnTo>
                <a:lnTo>
                  <a:pt x="63531" y="35152"/>
                </a:lnTo>
                <a:lnTo>
                  <a:pt x="83746" y="33891"/>
                </a:lnTo>
                <a:lnTo>
                  <a:pt x="103967" y="32619"/>
                </a:lnTo>
                <a:lnTo>
                  <a:pt x="124192" y="31334"/>
                </a:lnTo>
                <a:lnTo>
                  <a:pt x="144420" y="30036"/>
                </a:lnTo>
                <a:lnTo>
                  <a:pt x="164651" y="28726"/>
                </a:lnTo>
                <a:lnTo>
                  <a:pt x="184885" y="27403"/>
                </a:lnTo>
                <a:lnTo>
                  <a:pt x="205120" y="26066"/>
                </a:lnTo>
                <a:lnTo>
                  <a:pt x="225357" y="24717"/>
                </a:lnTo>
                <a:lnTo>
                  <a:pt x="245593" y="23353"/>
                </a:lnTo>
                <a:lnTo>
                  <a:pt x="265829" y="21976"/>
                </a:lnTo>
                <a:lnTo>
                  <a:pt x="286064" y="20585"/>
                </a:lnTo>
                <a:lnTo>
                  <a:pt x="306298" y="19180"/>
                </a:lnTo>
                <a:lnTo>
                  <a:pt x="326529" y="17761"/>
                </a:lnTo>
                <a:lnTo>
                  <a:pt x="346757" y="16327"/>
                </a:lnTo>
                <a:lnTo>
                  <a:pt x="366981" y="14879"/>
                </a:lnTo>
                <a:lnTo>
                  <a:pt x="387201" y="13416"/>
                </a:lnTo>
                <a:lnTo>
                  <a:pt x="407416" y="11938"/>
                </a:lnTo>
                <a:lnTo>
                  <a:pt x="414527" y="11684"/>
                </a:lnTo>
                <a:lnTo>
                  <a:pt x="414782" y="0"/>
                </a:lnTo>
                <a:lnTo>
                  <a:pt x="40830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03540" y="4787900"/>
            <a:ext cx="428370" cy="15239"/>
          </a:xfrm>
          <a:custGeom>
            <a:avLst/>
            <a:gdLst/>
            <a:ahLst/>
            <a:cxnLst/>
            <a:rect l="l" t="t" r="r" b="b"/>
            <a:pathLst>
              <a:path w="428370" h="15239">
                <a:moveTo>
                  <a:pt x="421385" y="0"/>
                </a:moveTo>
                <a:lnTo>
                  <a:pt x="421131" y="0"/>
                </a:lnTo>
                <a:lnTo>
                  <a:pt x="400071" y="521"/>
                </a:lnTo>
                <a:lnTo>
                  <a:pt x="379144" y="1022"/>
                </a:lnTo>
                <a:lnTo>
                  <a:pt x="358221" y="1507"/>
                </a:lnTo>
                <a:lnTo>
                  <a:pt x="337303" y="1980"/>
                </a:lnTo>
                <a:lnTo>
                  <a:pt x="316390" y="2444"/>
                </a:lnTo>
                <a:lnTo>
                  <a:pt x="295481" y="2905"/>
                </a:lnTo>
                <a:lnTo>
                  <a:pt x="274577" y="3366"/>
                </a:lnTo>
                <a:lnTo>
                  <a:pt x="253675" y="3832"/>
                </a:lnTo>
                <a:lnTo>
                  <a:pt x="232778" y="4306"/>
                </a:lnTo>
                <a:lnTo>
                  <a:pt x="211883" y="4794"/>
                </a:lnTo>
                <a:lnTo>
                  <a:pt x="190991" y="5298"/>
                </a:lnTo>
                <a:lnTo>
                  <a:pt x="170102" y="5824"/>
                </a:lnTo>
                <a:lnTo>
                  <a:pt x="149215" y="6376"/>
                </a:lnTo>
                <a:lnTo>
                  <a:pt x="128331" y="6957"/>
                </a:lnTo>
                <a:lnTo>
                  <a:pt x="107447" y="7572"/>
                </a:lnTo>
                <a:lnTo>
                  <a:pt x="86566" y="8225"/>
                </a:lnTo>
                <a:lnTo>
                  <a:pt x="65685" y="8920"/>
                </a:lnTo>
                <a:lnTo>
                  <a:pt x="44805" y="9662"/>
                </a:lnTo>
                <a:lnTo>
                  <a:pt x="23926" y="10455"/>
                </a:lnTo>
                <a:lnTo>
                  <a:pt x="3048" y="11302"/>
                </a:lnTo>
                <a:lnTo>
                  <a:pt x="2920" y="11302"/>
                </a:lnTo>
                <a:lnTo>
                  <a:pt x="2666" y="11302"/>
                </a:lnTo>
                <a:lnTo>
                  <a:pt x="0" y="11302"/>
                </a:lnTo>
                <a:lnTo>
                  <a:pt x="126" y="15239"/>
                </a:lnTo>
                <a:lnTo>
                  <a:pt x="3048" y="15239"/>
                </a:lnTo>
                <a:lnTo>
                  <a:pt x="23926" y="15094"/>
                </a:lnTo>
                <a:lnTo>
                  <a:pt x="44805" y="14961"/>
                </a:lnTo>
                <a:lnTo>
                  <a:pt x="65685" y="14838"/>
                </a:lnTo>
                <a:lnTo>
                  <a:pt x="86566" y="14720"/>
                </a:lnTo>
                <a:lnTo>
                  <a:pt x="107447" y="14606"/>
                </a:lnTo>
                <a:lnTo>
                  <a:pt x="128331" y="14493"/>
                </a:lnTo>
                <a:lnTo>
                  <a:pt x="149215" y="14377"/>
                </a:lnTo>
                <a:lnTo>
                  <a:pt x="170102" y="14256"/>
                </a:lnTo>
                <a:lnTo>
                  <a:pt x="190991" y="14126"/>
                </a:lnTo>
                <a:lnTo>
                  <a:pt x="211883" y="13985"/>
                </a:lnTo>
                <a:lnTo>
                  <a:pt x="232778" y="13830"/>
                </a:lnTo>
                <a:lnTo>
                  <a:pt x="253675" y="13658"/>
                </a:lnTo>
                <a:lnTo>
                  <a:pt x="274577" y="13465"/>
                </a:lnTo>
                <a:lnTo>
                  <a:pt x="295481" y="13249"/>
                </a:lnTo>
                <a:lnTo>
                  <a:pt x="316390" y="13007"/>
                </a:lnTo>
                <a:lnTo>
                  <a:pt x="337303" y="12736"/>
                </a:lnTo>
                <a:lnTo>
                  <a:pt x="358221" y="12433"/>
                </a:lnTo>
                <a:lnTo>
                  <a:pt x="379144" y="12095"/>
                </a:lnTo>
                <a:lnTo>
                  <a:pt x="400071" y="11719"/>
                </a:lnTo>
                <a:lnTo>
                  <a:pt x="421004" y="11302"/>
                </a:lnTo>
                <a:lnTo>
                  <a:pt x="428243" y="11302"/>
                </a:lnTo>
                <a:lnTo>
                  <a:pt x="428370" y="0"/>
                </a:lnTo>
                <a:lnTo>
                  <a:pt x="42138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45678" y="5101208"/>
            <a:ext cx="401193" cy="37211"/>
          </a:xfrm>
          <a:custGeom>
            <a:avLst/>
            <a:gdLst/>
            <a:ahLst/>
            <a:cxnLst/>
            <a:rect l="l" t="t" r="r" b="b"/>
            <a:pathLst>
              <a:path w="401193" h="37211">
                <a:moveTo>
                  <a:pt x="394716" y="0"/>
                </a:moveTo>
                <a:lnTo>
                  <a:pt x="394462" y="0"/>
                </a:lnTo>
                <a:lnTo>
                  <a:pt x="394207" y="0"/>
                </a:lnTo>
                <a:lnTo>
                  <a:pt x="393953" y="0"/>
                </a:lnTo>
                <a:lnTo>
                  <a:pt x="374407" y="1510"/>
                </a:lnTo>
                <a:lnTo>
                  <a:pt x="354859" y="3033"/>
                </a:lnTo>
                <a:lnTo>
                  <a:pt x="335310" y="4568"/>
                </a:lnTo>
                <a:lnTo>
                  <a:pt x="315760" y="6117"/>
                </a:lnTo>
                <a:lnTo>
                  <a:pt x="296209" y="7679"/>
                </a:lnTo>
                <a:lnTo>
                  <a:pt x="276658" y="9256"/>
                </a:lnTo>
                <a:lnTo>
                  <a:pt x="257106" y="10847"/>
                </a:lnTo>
                <a:lnTo>
                  <a:pt x="237555" y="12454"/>
                </a:lnTo>
                <a:lnTo>
                  <a:pt x="218003" y="14076"/>
                </a:lnTo>
                <a:lnTo>
                  <a:pt x="198453" y="15716"/>
                </a:lnTo>
                <a:lnTo>
                  <a:pt x="178903" y="17372"/>
                </a:lnTo>
                <a:lnTo>
                  <a:pt x="159355" y="19046"/>
                </a:lnTo>
                <a:lnTo>
                  <a:pt x="139808" y="20739"/>
                </a:lnTo>
                <a:lnTo>
                  <a:pt x="120263" y="22450"/>
                </a:lnTo>
                <a:lnTo>
                  <a:pt x="100720" y="24181"/>
                </a:lnTo>
                <a:lnTo>
                  <a:pt x="81180" y="25932"/>
                </a:lnTo>
                <a:lnTo>
                  <a:pt x="61642" y="27703"/>
                </a:lnTo>
                <a:lnTo>
                  <a:pt x="42107" y="29496"/>
                </a:lnTo>
                <a:lnTo>
                  <a:pt x="22576" y="31310"/>
                </a:lnTo>
                <a:lnTo>
                  <a:pt x="3048" y="33147"/>
                </a:lnTo>
                <a:lnTo>
                  <a:pt x="2794" y="33147"/>
                </a:lnTo>
                <a:lnTo>
                  <a:pt x="2540" y="33147"/>
                </a:lnTo>
                <a:lnTo>
                  <a:pt x="253" y="33147"/>
                </a:lnTo>
                <a:lnTo>
                  <a:pt x="0" y="37211"/>
                </a:lnTo>
                <a:lnTo>
                  <a:pt x="3048" y="37211"/>
                </a:lnTo>
                <a:lnTo>
                  <a:pt x="22576" y="36093"/>
                </a:lnTo>
                <a:lnTo>
                  <a:pt x="42107" y="34953"/>
                </a:lnTo>
                <a:lnTo>
                  <a:pt x="61642" y="33790"/>
                </a:lnTo>
                <a:lnTo>
                  <a:pt x="81180" y="32606"/>
                </a:lnTo>
                <a:lnTo>
                  <a:pt x="100720" y="31402"/>
                </a:lnTo>
                <a:lnTo>
                  <a:pt x="120263" y="30180"/>
                </a:lnTo>
                <a:lnTo>
                  <a:pt x="139808" y="28940"/>
                </a:lnTo>
                <a:lnTo>
                  <a:pt x="159355" y="27684"/>
                </a:lnTo>
                <a:lnTo>
                  <a:pt x="178903" y="26414"/>
                </a:lnTo>
                <a:lnTo>
                  <a:pt x="198453" y="25130"/>
                </a:lnTo>
                <a:lnTo>
                  <a:pt x="218003" y="23833"/>
                </a:lnTo>
                <a:lnTo>
                  <a:pt x="237555" y="22525"/>
                </a:lnTo>
                <a:lnTo>
                  <a:pt x="257106" y="21208"/>
                </a:lnTo>
                <a:lnTo>
                  <a:pt x="276658" y="19881"/>
                </a:lnTo>
                <a:lnTo>
                  <a:pt x="296209" y="18547"/>
                </a:lnTo>
                <a:lnTo>
                  <a:pt x="315760" y="17207"/>
                </a:lnTo>
                <a:lnTo>
                  <a:pt x="335310" y="15863"/>
                </a:lnTo>
                <a:lnTo>
                  <a:pt x="354859" y="14514"/>
                </a:lnTo>
                <a:lnTo>
                  <a:pt x="374407" y="13163"/>
                </a:lnTo>
                <a:lnTo>
                  <a:pt x="393953" y="11811"/>
                </a:lnTo>
                <a:lnTo>
                  <a:pt x="400939" y="11430"/>
                </a:lnTo>
                <a:lnTo>
                  <a:pt x="401193" y="0"/>
                </a:lnTo>
                <a:lnTo>
                  <a:pt x="39471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74380" y="5146929"/>
            <a:ext cx="418211" cy="18541"/>
          </a:xfrm>
          <a:custGeom>
            <a:avLst/>
            <a:gdLst/>
            <a:ahLst/>
            <a:cxnLst/>
            <a:rect l="l" t="t" r="r" b="b"/>
            <a:pathLst>
              <a:path w="418211" h="18541">
                <a:moveTo>
                  <a:pt x="411225" y="0"/>
                </a:moveTo>
                <a:lnTo>
                  <a:pt x="410972" y="0"/>
                </a:lnTo>
                <a:lnTo>
                  <a:pt x="410718" y="0"/>
                </a:lnTo>
                <a:lnTo>
                  <a:pt x="390154" y="560"/>
                </a:lnTo>
                <a:lnTo>
                  <a:pt x="369727" y="1135"/>
                </a:lnTo>
                <a:lnTo>
                  <a:pt x="349308" y="1725"/>
                </a:lnTo>
                <a:lnTo>
                  <a:pt x="328896" y="2329"/>
                </a:lnTo>
                <a:lnTo>
                  <a:pt x="308490" y="2948"/>
                </a:lnTo>
                <a:lnTo>
                  <a:pt x="288091" y="3582"/>
                </a:lnTo>
                <a:lnTo>
                  <a:pt x="267696" y="4229"/>
                </a:lnTo>
                <a:lnTo>
                  <a:pt x="247305" y="4891"/>
                </a:lnTo>
                <a:lnTo>
                  <a:pt x="226918" y="5566"/>
                </a:lnTo>
                <a:lnTo>
                  <a:pt x="206533" y="6254"/>
                </a:lnTo>
                <a:lnTo>
                  <a:pt x="186151" y="6956"/>
                </a:lnTo>
                <a:lnTo>
                  <a:pt x="165769" y="7671"/>
                </a:lnTo>
                <a:lnTo>
                  <a:pt x="145388" y="8399"/>
                </a:lnTo>
                <a:lnTo>
                  <a:pt x="125006" y="9140"/>
                </a:lnTo>
                <a:lnTo>
                  <a:pt x="104624" y="9894"/>
                </a:lnTo>
                <a:lnTo>
                  <a:pt x="84239" y="10659"/>
                </a:lnTo>
                <a:lnTo>
                  <a:pt x="63852" y="11437"/>
                </a:lnTo>
                <a:lnTo>
                  <a:pt x="43461" y="12227"/>
                </a:lnTo>
                <a:lnTo>
                  <a:pt x="23066" y="13029"/>
                </a:lnTo>
                <a:lnTo>
                  <a:pt x="2667" y="13843"/>
                </a:lnTo>
                <a:lnTo>
                  <a:pt x="0" y="14224"/>
                </a:lnTo>
                <a:lnTo>
                  <a:pt x="0" y="18542"/>
                </a:lnTo>
                <a:lnTo>
                  <a:pt x="2667" y="18542"/>
                </a:lnTo>
                <a:lnTo>
                  <a:pt x="23105" y="18345"/>
                </a:lnTo>
                <a:lnTo>
                  <a:pt x="43540" y="18137"/>
                </a:lnTo>
                <a:lnTo>
                  <a:pt x="63971" y="17916"/>
                </a:lnTo>
                <a:lnTo>
                  <a:pt x="84398" y="17683"/>
                </a:lnTo>
                <a:lnTo>
                  <a:pt x="104820" y="17436"/>
                </a:lnTo>
                <a:lnTo>
                  <a:pt x="125238" y="17176"/>
                </a:lnTo>
                <a:lnTo>
                  <a:pt x="145652" y="16901"/>
                </a:lnTo>
                <a:lnTo>
                  <a:pt x="166062" y="16611"/>
                </a:lnTo>
                <a:lnTo>
                  <a:pt x="186466" y="16306"/>
                </a:lnTo>
                <a:lnTo>
                  <a:pt x="206867" y="15986"/>
                </a:lnTo>
                <a:lnTo>
                  <a:pt x="227262" y="15649"/>
                </a:lnTo>
                <a:lnTo>
                  <a:pt x="247653" y="15295"/>
                </a:lnTo>
                <a:lnTo>
                  <a:pt x="268038" y="14925"/>
                </a:lnTo>
                <a:lnTo>
                  <a:pt x="288419" y="14537"/>
                </a:lnTo>
                <a:lnTo>
                  <a:pt x="308794" y="14130"/>
                </a:lnTo>
                <a:lnTo>
                  <a:pt x="329164" y="13705"/>
                </a:lnTo>
                <a:lnTo>
                  <a:pt x="349529" y="13261"/>
                </a:lnTo>
                <a:lnTo>
                  <a:pt x="369888" y="12798"/>
                </a:lnTo>
                <a:lnTo>
                  <a:pt x="390242" y="12314"/>
                </a:lnTo>
                <a:lnTo>
                  <a:pt x="410591" y="11811"/>
                </a:lnTo>
                <a:lnTo>
                  <a:pt x="418084" y="11811"/>
                </a:lnTo>
                <a:lnTo>
                  <a:pt x="418211" y="0"/>
                </a:lnTo>
                <a:lnTo>
                  <a:pt x="41122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41740" y="5517769"/>
            <a:ext cx="353949" cy="98171"/>
          </a:xfrm>
          <a:custGeom>
            <a:avLst/>
            <a:gdLst/>
            <a:ahLst/>
            <a:cxnLst/>
            <a:rect l="l" t="t" r="r" b="b"/>
            <a:pathLst>
              <a:path w="353949" h="98171">
                <a:moveTo>
                  <a:pt x="346075" y="0"/>
                </a:moveTo>
                <a:lnTo>
                  <a:pt x="345439" y="0"/>
                </a:lnTo>
                <a:lnTo>
                  <a:pt x="344677" y="126"/>
                </a:lnTo>
                <a:lnTo>
                  <a:pt x="343915" y="380"/>
                </a:lnTo>
                <a:lnTo>
                  <a:pt x="327067" y="6393"/>
                </a:lnTo>
                <a:lnTo>
                  <a:pt x="310097" y="11831"/>
                </a:lnTo>
                <a:lnTo>
                  <a:pt x="293022" y="16765"/>
                </a:lnTo>
                <a:lnTo>
                  <a:pt x="275858" y="21269"/>
                </a:lnTo>
                <a:lnTo>
                  <a:pt x="258621" y="25415"/>
                </a:lnTo>
                <a:lnTo>
                  <a:pt x="241328" y="29275"/>
                </a:lnTo>
                <a:lnTo>
                  <a:pt x="223994" y="32921"/>
                </a:lnTo>
                <a:lnTo>
                  <a:pt x="206636" y="36427"/>
                </a:lnTo>
                <a:lnTo>
                  <a:pt x="189269" y="39863"/>
                </a:lnTo>
                <a:lnTo>
                  <a:pt x="171910" y="43303"/>
                </a:lnTo>
                <a:lnTo>
                  <a:pt x="154575" y="46820"/>
                </a:lnTo>
                <a:lnTo>
                  <a:pt x="137279" y="50484"/>
                </a:lnTo>
                <a:lnTo>
                  <a:pt x="120040" y="54369"/>
                </a:lnTo>
                <a:lnTo>
                  <a:pt x="102873" y="58548"/>
                </a:lnTo>
                <a:lnTo>
                  <a:pt x="85794" y="63092"/>
                </a:lnTo>
                <a:lnTo>
                  <a:pt x="68819" y="68074"/>
                </a:lnTo>
                <a:lnTo>
                  <a:pt x="51965" y="73566"/>
                </a:lnTo>
                <a:lnTo>
                  <a:pt x="35247" y="79640"/>
                </a:lnTo>
                <a:lnTo>
                  <a:pt x="18682" y="86370"/>
                </a:lnTo>
                <a:lnTo>
                  <a:pt x="2285" y="93827"/>
                </a:lnTo>
                <a:lnTo>
                  <a:pt x="0" y="94716"/>
                </a:lnTo>
                <a:lnTo>
                  <a:pt x="1650" y="98170"/>
                </a:lnTo>
                <a:lnTo>
                  <a:pt x="3809" y="98170"/>
                </a:lnTo>
                <a:lnTo>
                  <a:pt x="4063" y="98170"/>
                </a:lnTo>
                <a:lnTo>
                  <a:pt x="4317" y="98082"/>
                </a:lnTo>
                <a:lnTo>
                  <a:pt x="4699" y="97916"/>
                </a:lnTo>
                <a:lnTo>
                  <a:pt x="21226" y="91107"/>
                </a:lnTo>
                <a:lnTo>
                  <a:pt x="37918" y="84992"/>
                </a:lnTo>
                <a:lnTo>
                  <a:pt x="54757" y="79502"/>
                </a:lnTo>
                <a:lnTo>
                  <a:pt x="71727" y="74564"/>
                </a:lnTo>
                <a:lnTo>
                  <a:pt x="88810" y="70105"/>
                </a:lnTo>
                <a:lnTo>
                  <a:pt x="105990" y="66055"/>
                </a:lnTo>
                <a:lnTo>
                  <a:pt x="123250" y="62341"/>
                </a:lnTo>
                <a:lnTo>
                  <a:pt x="140572" y="58892"/>
                </a:lnTo>
                <a:lnTo>
                  <a:pt x="157941" y="55635"/>
                </a:lnTo>
                <a:lnTo>
                  <a:pt x="175339" y="52498"/>
                </a:lnTo>
                <a:lnTo>
                  <a:pt x="192749" y="49410"/>
                </a:lnTo>
                <a:lnTo>
                  <a:pt x="210155" y="46299"/>
                </a:lnTo>
                <a:lnTo>
                  <a:pt x="227540" y="43092"/>
                </a:lnTo>
                <a:lnTo>
                  <a:pt x="244886" y="39718"/>
                </a:lnTo>
                <a:lnTo>
                  <a:pt x="262177" y="36105"/>
                </a:lnTo>
                <a:lnTo>
                  <a:pt x="279396" y="32181"/>
                </a:lnTo>
                <a:lnTo>
                  <a:pt x="296527" y="27874"/>
                </a:lnTo>
                <a:lnTo>
                  <a:pt x="313552" y="23113"/>
                </a:lnTo>
                <a:lnTo>
                  <a:pt x="330454" y="17825"/>
                </a:lnTo>
                <a:lnTo>
                  <a:pt x="347217" y="11937"/>
                </a:lnTo>
                <a:lnTo>
                  <a:pt x="353949" y="9778"/>
                </a:lnTo>
                <a:lnTo>
                  <a:pt x="352170" y="0"/>
                </a:lnTo>
                <a:lnTo>
                  <a:pt x="34607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62038" y="3976751"/>
            <a:ext cx="1694941" cy="1642541"/>
          </a:xfrm>
          <a:custGeom>
            <a:avLst/>
            <a:gdLst/>
            <a:ahLst/>
            <a:cxnLst/>
            <a:rect l="l" t="t" r="r" b="b"/>
            <a:pathLst>
              <a:path w="1694941" h="1642541">
                <a:moveTo>
                  <a:pt x="3175" y="0"/>
                </a:moveTo>
                <a:lnTo>
                  <a:pt x="1396" y="0"/>
                </a:lnTo>
                <a:lnTo>
                  <a:pt x="0" y="2031"/>
                </a:lnTo>
                <a:lnTo>
                  <a:pt x="84748" y="86069"/>
                </a:lnTo>
                <a:lnTo>
                  <a:pt x="168141" y="168420"/>
                </a:lnTo>
                <a:lnTo>
                  <a:pt x="251688" y="250622"/>
                </a:lnTo>
                <a:lnTo>
                  <a:pt x="335374" y="332693"/>
                </a:lnTo>
                <a:lnTo>
                  <a:pt x="419183" y="414647"/>
                </a:lnTo>
                <a:lnTo>
                  <a:pt x="503099" y="496500"/>
                </a:lnTo>
                <a:lnTo>
                  <a:pt x="587108" y="578268"/>
                </a:lnTo>
                <a:lnTo>
                  <a:pt x="671193" y="659966"/>
                </a:lnTo>
                <a:lnTo>
                  <a:pt x="755340" y="741611"/>
                </a:lnTo>
                <a:lnTo>
                  <a:pt x="839533" y="823217"/>
                </a:lnTo>
                <a:lnTo>
                  <a:pt x="923756" y="904800"/>
                </a:lnTo>
                <a:lnTo>
                  <a:pt x="1007994" y="986376"/>
                </a:lnTo>
                <a:lnTo>
                  <a:pt x="1092232" y="1067961"/>
                </a:lnTo>
                <a:lnTo>
                  <a:pt x="1176454" y="1149571"/>
                </a:lnTo>
                <a:lnTo>
                  <a:pt x="1260645" y="1231220"/>
                </a:lnTo>
                <a:lnTo>
                  <a:pt x="1344789" y="1312924"/>
                </a:lnTo>
                <a:lnTo>
                  <a:pt x="1428871" y="1394700"/>
                </a:lnTo>
                <a:lnTo>
                  <a:pt x="1512876" y="1476563"/>
                </a:lnTo>
                <a:lnTo>
                  <a:pt x="1596787" y="1558528"/>
                </a:lnTo>
                <a:lnTo>
                  <a:pt x="1680590" y="1640611"/>
                </a:lnTo>
                <a:lnTo>
                  <a:pt x="1681987" y="1641983"/>
                </a:lnTo>
                <a:lnTo>
                  <a:pt x="1683638" y="1642541"/>
                </a:lnTo>
                <a:lnTo>
                  <a:pt x="1685162" y="1642541"/>
                </a:lnTo>
                <a:lnTo>
                  <a:pt x="1690369" y="1642541"/>
                </a:lnTo>
                <a:lnTo>
                  <a:pt x="1694941" y="1635836"/>
                </a:lnTo>
                <a:lnTo>
                  <a:pt x="1606610" y="1548662"/>
                </a:lnTo>
                <a:lnTo>
                  <a:pt x="1522895" y="1466507"/>
                </a:lnTo>
                <a:lnTo>
                  <a:pt x="1439101" y="1384440"/>
                </a:lnTo>
                <a:lnTo>
                  <a:pt x="1355230" y="1302459"/>
                </a:lnTo>
                <a:lnTo>
                  <a:pt x="1271283" y="1220562"/>
                </a:lnTo>
                <a:lnTo>
                  <a:pt x="1187264" y="1138747"/>
                </a:lnTo>
                <a:lnTo>
                  <a:pt x="1103174" y="1057011"/>
                </a:lnTo>
                <a:lnTo>
                  <a:pt x="1019016" y="975352"/>
                </a:lnTo>
                <a:lnTo>
                  <a:pt x="934791" y="893768"/>
                </a:lnTo>
                <a:lnTo>
                  <a:pt x="850503" y="812257"/>
                </a:lnTo>
                <a:lnTo>
                  <a:pt x="766152" y="730815"/>
                </a:lnTo>
                <a:lnTo>
                  <a:pt x="681742" y="649442"/>
                </a:lnTo>
                <a:lnTo>
                  <a:pt x="597274" y="568135"/>
                </a:lnTo>
                <a:lnTo>
                  <a:pt x="512750" y="486891"/>
                </a:lnTo>
                <a:lnTo>
                  <a:pt x="428174" y="405709"/>
                </a:lnTo>
                <a:lnTo>
                  <a:pt x="343547" y="324585"/>
                </a:lnTo>
                <a:lnTo>
                  <a:pt x="258871" y="243518"/>
                </a:lnTo>
                <a:lnTo>
                  <a:pt x="174148" y="162505"/>
                </a:lnTo>
                <a:lnTo>
                  <a:pt x="89381" y="81545"/>
                </a:lnTo>
                <a:lnTo>
                  <a:pt x="4571" y="635"/>
                </a:lnTo>
                <a:lnTo>
                  <a:pt x="3555" y="0"/>
                </a:lnTo>
                <a:lnTo>
                  <a:pt x="317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90408" y="3973449"/>
            <a:ext cx="1593342" cy="1556131"/>
          </a:xfrm>
          <a:custGeom>
            <a:avLst/>
            <a:gdLst/>
            <a:ahLst/>
            <a:cxnLst/>
            <a:rect l="l" t="t" r="r" b="b"/>
            <a:pathLst>
              <a:path w="1593342" h="1556130">
                <a:moveTo>
                  <a:pt x="2667" y="0"/>
                </a:moveTo>
                <a:lnTo>
                  <a:pt x="1143" y="0"/>
                </a:lnTo>
                <a:lnTo>
                  <a:pt x="0" y="1905"/>
                </a:lnTo>
                <a:lnTo>
                  <a:pt x="79467" y="81179"/>
                </a:lnTo>
                <a:lnTo>
                  <a:pt x="157999" y="159099"/>
                </a:lnTo>
                <a:lnTo>
                  <a:pt x="236606" y="236942"/>
                </a:lnTo>
                <a:lnTo>
                  <a:pt x="315282" y="314713"/>
                </a:lnTo>
                <a:lnTo>
                  <a:pt x="394021" y="392418"/>
                </a:lnTo>
                <a:lnTo>
                  <a:pt x="472818" y="470063"/>
                </a:lnTo>
                <a:lnTo>
                  <a:pt x="551669" y="547653"/>
                </a:lnTo>
                <a:lnTo>
                  <a:pt x="630566" y="625196"/>
                </a:lnTo>
                <a:lnTo>
                  <a:pt x="709504" y="702697"/>
                </a:lnTo>
                <a:lnTo>
                  <a:pt x="788479" y="780161"/>
                </a:lnTo>
                <a:lnTo>
                  <a:pt x="867484" y="857594"/>
                </a:lnTo>
                <a:lnTo>
                  <a:pt x="946514" y="935003"/>
                </a:lnTo>
                <a:lnTo>
                  <a:pt x="1025564" y="1012393"/>
                </a:lnTo>
                <a:lnTo>
                  <a:pt x="1104627" y="1089771"/>
                </a:lnTo>
                <a:lnTo>
                  <a:pt x="1183699" y="1167141"/>
                </a:lnTo>
                <a:lnTo>
                  <a:pt x="1262774" y="1244511"/>
                </a:lnTo>
                <a:lnTo>
                  <a:pt x="1341846" y="1321886"/>
                </a:lnTo>
                <a:lnTo>
                  <a:pt x="1420910" y="1399271"/>
                </a:lnTo>
                <a:lnTo>
                  <a:pt x="1499960" y="1476674"/>
                </a:lnTo>
                <a:lnTo>
                  <a:pt x="1578991" y="1554098"/>
                </a:lnTo>
                <a:lnTo>
                  <a:pt x="1580515" y="1555495"/>
                </a:lnTo>
                <a:lnTo>
                  <a:pt x="1582039" y="1556131"/>
                </a:lnTo>
                <a:lnTo>
                  <a:pt x="1583563" y="1556131"/>
                </a:lnTo>
                <a:lnTo>
                  <a:pt x="1588770" y="1556131"/>
                </a:lnTo>
                <a:lnTo>
                  <a:pt x="1593342" y="1549400"/>
                </a:lnTo>
                <a:lnTo>
                  <a:pt x="1588770" y="1544447"/>
                </a:lnTo>
                <a:lnTo>
                  <a:pt x="1509940" y="1466854"/>
                </a:lnTo>
                <a:lnTo>
                  <a:pt x="1431107" y="1389263"/>
                </a:lnTo>
                <a:lnTo>
                  <a:pt x="1352263" y="1311679"/>
                </a:lnTo>
                <a:lnTo>
                  <a:pt x="1273401" y="1234110"/>
                </a:lnTo>
                <a:lnTo>
                  <a:pt x="1194516" y="1156563"/>
                </a:lnTo>
                <a:lnTo>
                  <a:pt x="1115601" y="1079043"/>
                </a:lnTo>
                <a:lnTo>
                  <a:pt x="1036649" y="1001559"/>
                </a:lnTo>
                <a:lnTo>
                  <a:pt x="957655" y="924116"/>
                </a:lnTo>
                <a:lnTo>
                  <a:pt x="878611" y="846721"/>
                </a:lnTo>
                <a:lnTo>
                  <a:pt x="799512" y="769381"/>
                </a:lnTo>
                <a:lnTo>
                  <a:pt x="720351" y="692104"/>
                </a:lnTo>
                <a:lnTo>
                  <a:pt x="641122" y="614895"/>
                </a:lnTo>
                <a:lnTo>
                  <a:pt x="561818" y="537761"/>
                </a:lnTo>
                <a:lnTo>
                  <a:pt x="482433" y="460710"/>
                </a:lnTo>
                <a:lnTo>
                  <a:pt x="402961" y="383748"/>
                </a:lnTo>
                <a:lnTo>
                  <a:pt x="323394" y="306881"/>
                </a:lnTo>
                <a:lnTo>
                  <a:pt x="243728" y="230117"/>
                </a:lnTo>
                <a:lnTo>
                  <a:pt x="163955" y="153462"/>
                </a:lnTo>
                <a:lnTo>
                  <a:pt x="84069" y="76924"/>
                </a:lnTo>
                <a:lnTo>
                  <a:pt x="4064" y="507"/>
                </a:lnTo>
                <a:lnTo>
                  <a:pt x="3048" y="0"/>
                </a:lnTo>
                <a:lnTo>
                  <a:pt x="266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656449" y="3937889"/>
            <a:ext cx="1593342" cy="1556131"/>
          </a:xfrm>
          <a:custGeom>
            <a:avLst/>
            <a:gdLst/>
            <a:ahLst/>
            <a:cxnLst/>
            <a:rect l="l" t="t" r="r" b="b"/>
            <a:pathLst>
              <a:path w="1593342" h="1556131">
                <a:moveTo>
                  <a:pt x="3175" y="0"/>
                </a:moveTo>
                <a:lnTo>
                  <a:pt x="1270" y="0"/>
                </a:lnTo>
                <a:lnTo>
                  <a:pt x="0" y="2159"/>
                </a:lnTo>
                <a:lnTo>
                  <a:pt x="1524" y="3429"/>
                </a:lnTo>
                <a:lnTo>
                  <a:pt x="79922" y="81433"/>
                </a:lnTo>
                <a:lnTo>
                  <a:pt x="158407" y="159353"/>
                </a:lnTo>
                <a:lnTo>
                  <a:pt x="236973" y="237194"/>
                </a:lnTo>
                <a:lnTo>
                  <a:pt x="315614" y="314964"/>
                </a:lnTo>
                <a:lnTo>
                  <a:pt x="394323" y="392666"/>
                </a:lnTo>
                <a:lnTo>
                  <a:pt x="473093" y="470306"/>
                </a:lnTo>
                <a:lnTo>
                  <a:pt x="551920" y="547891"/>
                </a:lnTo>
                <a:lnTo>
                  <a:pt x="630795" y="625426"/>
                </a:lnTo>
                <a:lnTo>
                  <a:pt x="709714" y="702916"/>
                </a:lnTo>
                <a:lnTo>
                  <a:pt x="788669" y="780367"/>
                </a:lnTo>
                <a:lnTo>
                  <a:pt x="867655" y="857785"/>
                </a:lnTo>
                <a:lnTo>
                  <a:pt x="946666" y="935175"/>
                </a:lnTo>
                <a:lnTo>
                  <a:pt x="1025694" y="1012543"/>
                </a:lnTo>
                <a:lnTo>
                  <a:pt x="1104733" y="1089894"/>
                </a:lnTo>
                <a:lnTo>
                  <a:pt x="1183778" y="1167235"/>
                </a:lnTo>
                <a:lnTo>
                  <a:pt x="1262822" y="1244570"/>
                </a:lnTo>
                <a:lnTo>
                  <a:pt x="1341859" y="1321906"/>
                </a:lnTo>
                <a:lnTo>
                  <a:pt x="1420883" y="1399248"/>
                </a:lnTo>
                <a:lnTo>
                  <a:pt x="1499886" y="1476601"/>
                </a:lnTo>
                <a:lnTo>
                  <a:pt x="1578864" y="1553972"/>
                </a:lnTo>
                <a:lnTo>
                  <a:pt x="1580260" y="1555496"/>
                </a:lnTo>
                <a:lnTo>
                  <a:pt x="1581911" y="1556131"/>
                </a:lnTo>
                <a:lnTo>
                  <a:pt x="1583435" y="1556131"/>
                </a:lnTo>
                <a:lnTo>
                  <a:pt x="1588770" y="1556131"/>
                </a:lnTo>
                <a:lnTo>
                  <a:pt x="1593342" y="1549273"/>
                </a:lnTo>
                <a:lnTo>
                  <a:pt x="1588516" y="1544701"/>
                </a:lnTo>
                <a:lnTo>
                  <a:pt x="1509723" y="1467088"/>
                </a:lnTo>
                <a:lnTo>
                  <a:pt x="1430922" y="1389475"/>
                </a:lnTo>
                <a:lnTo>
                  <a:pt x="1352108" y="1311869"/>
                </a:lnTo>
                <a:lnTo>
                  <a:pt x="1273275" y="1234277"/>
                </a:lnTo>
                <a:lnTo>
                  <a:pt x="1194417" y="1156706"/>
                </a:lnTo>
                <a:lnTo>
                  <a:pt x="1115527" y="1079162"/>
                </a:lnTo>
                <a:lnTo>
                  <a:pt x="1036601" y="1001654"/>
                </a:lnTo>
                <a:lnTo>
                  <a:pt x="957632" y="924189"/>
                </a:lnTo>
                <a:lnTo>
                  <a:pt x="878615" y="846773"/>
                </a:lnTo>
                <a:lnTo>
                  <a:pt x="799544" y="769413"/>
                </a:lnTo>
                <a:lnTo>
                  <a:pt x="720413" y="692118"/>
                </a:lnTo>
                <a:lnTo>
                  <a:pt x="641215" y="614893"/>
                </a:lnTo>
                <a:lnTo>
                  <a:pt x="561947" y="537746"/>
                </a:lnTo>
                <a:lnTo>
                  <a:pt x="482600" y="460685"/>
                </a:lnTo>
                <a:lnTo>
                  <a:pt x="403171" y="383716"/>
                </a:lnTo>
                <a:lnTo>
                  <a:pt x="323652" y="306847"/>
                </a:lnTo>
                <a:lnTo>
                  <a:pt x="244039" y="230084"/>
                </a:lnTo>
                <a:lnTo>
                  <a:pt x="164325" y="153435"/>
                </a:lnTo>
                <a:lnTo>
                  <a:pt x="84504" y="76907"/>
                </a:lnTo>
                <a:lnTo>
                  <a:pt x="4572" y="508"/>
                </a:lnTo>
                <a:lnTo>
                  <a:pt x="3555" y="0"/>
                </a:lnTo>
                <a:lnTo>
                  <a:pt x="317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123678" y="2195449"/>
            <a:ext cx="961644" cy="2335022"/>
          </a:xfrm>
          <a:custGeom>
            <a:avLst/>
            <a:gdLst/>
            <a:ahLst/>
            <a:cxnLst/>
            <a:rect l="l" t="t" r="r" b="b"/>
            <a:pathLst>
              <a:path w="961644" h="2335022">
                <a:moveTo>
                  <a:pt x="3301" y="0"/>
                </a:moveTo>
                <a:lnTo>
                  <a:pt x="1650" y="0"/>
                </a:lnTo>
                <a:lnTo>
                  <a:pt x="0" y="1270"/>
                </a:lnTo>
                <a:lnTo>
                  <a:pt x="1016" y="2793"/>
                </a:lnTo>
                <a:lnTo>
                  <a:pt x="48282" y="119213"/>
                </a:lnTo>
                <a:lnTo>
                  <a:pt x="95522" y="235640"/>
                </a:lnTo>
                <a:lnTo>
                  <a:pt x="142739" y="352073"/>
                </a:lnTo>
                <a:lnTo>
                  <a:pt x="189940" y="468512"/>
                </a:lnTo>
                <a:lnTo>
                  <a:pt x="237128" y="584954"/>
                </a:lnTo>
                <a:lnTo>
                  <a:pt x="284310" y="701397"/>
                </a:lnTo>
                <a:lnTo>
                  <a:pt x="331491" y="817842"/>
                </a:lnTo>
                <a:lnTo>
                  <a:pt x="378675" y="934285"/>
                </a:lnTo>
                <a:lnTo>
                  <a:pt x="425868" y="1050725"/>
                </a:lnTo>
                <a:lnTo>
                  <a:pt x="473074" y="1167161"/>
                </a:lnTo>
                <a:lnTo>
                  <a:pt x="520300" y="1283592"/>
                </a:lnTo>
                <a:lnTo>
                  <a:pt x="567550" y="1400015"/>
                </a:lnTo>
                <a:lnTo>
                  <a:pt x="614830" y="1516429"/>
                </a:lnTo>
                <a:lnTo>
                  <a:pt x="662143" y="1632834"/>
                </a:lnTo>
                <a:lnTo>
                  <a:pt x="709497" y="1749226"/>
                </a:lnTo>
                <a:lnTo>
                  <a:pt x="756895" y="1865605"/>
                </a:lnTo>
                <a:lnTo>
                  <a:pt x="804343" y="1981969"/>
                </a:lnTo>
                <a:lnTo>
                  <a:pt x="851846" y="2098317"/>
                </a:lnTo>
                <a:lnTo>
                  <a:pt x="899410" y="2214647"/>
                </a:lnTo>
                <a:lnTo>
                  <a:pt x="947039" y="2330958"/>
                </a:lnTo>
                <a:lnTo>
                  <a:pt x="951102" y="2335022"/>
                </a:lnTo>
                <a:lnTo>
                  <a:pt x="953643" y="2335022"/>
                </a:lnTo>
                <a:lnTo>
                  <a:pt x="957833" y="2335022"/>
                </a:lnTo>
                <a:lnTo>
                  <a:pt x="961644" y="2332101"/>
                </a:lnTo>
                <a:lnTo>
                  <a:pt x="959739" y="2327529"/>
                </a:lnTo>
                <a:lnTo>
                  <a:pt x="912382" y="2211131"/>
                </a:lnTo>
                <a:lnTo>
                  <a:pt x="865026" y="2094729"/>
                </a:lnTo>
                <a:lnTo>
                  <a:pt x="817663" y="1978327"/>
                </a:lnTo>
                <a:lnTo>
                  <a:pt x="770289" y="1861927"/>
                </a:lnTo>
                <a:lnTo>
                  <a:pt x="722897" y="1745531"/>
                </a:lnTo>
                <a:lnTo>
                  <a:pt x="675482" y="1629142"/>
                </a:lnTo>
                <a:lnTo>
                  <a:pt x="628038" y="1512762"/>
                </a:lnTo>
                <a:lnTo>
                  <a:pt x="580559" y="1396393"/>
                </a:lnTo>
                <a:lnTo>
                  <a:pt x="533039" y="1280038"/>
                </a:lnTo>
                <a:lnTo>
                  <a:pt x="485473" y="1163701"/>
                </a:lnTo>
                <a:lnTo>
                  <a:pt x="437854" y="1047382"/>
                </a:lnTo>
                <a:lnTo>
                  <a:pt x="390177" y="931084"/>
                </a:lnTo>
                <a:lnTo>
                  <a:pt x="342436" y="814811"/>
                </a:lnTo>
                <a:lnTo>
                  <a:pt x="294625" y="698564"/>
                </a:lnTo>
                <a:lnTo>
                  <a:pt x="246739" y="582346"/>
                </a:lnTo>
                <a:lnTo>
                  <a:pt x="198771" y="466160"/>
                </a:lnTo>
                <a:lnTo>
                  <a:pt x="150716" y="350007"/>
                </a:lnTo>
                <a:lnTo>
                  <a:pt x="102567" y="233891"/>
                </a:lnTo>
                <a:lnTo>
                  <a:pt x="54320" y="117813"/>
                </a:lnTo>
                <a:lnTo>
                  <a:pt x="5969" y="1777"/>
                </a:lnTo>
                <a:lnTo>
                  <a:pt x="5588" y="508"/>
                </a:lnTo>
                <a:lnTo>
                  <a:pt x="4445" y="0"/>
                </a:lnTo>
                <a:lnTo>
                  <a:pt x="330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842500" y="4036060"/>
            <a:ext cx="418210" cy="929639"/>
          </a:xfrm>
          <a:custGeom>
            <a:avLst/>
            <a:gdLst/>
            <a:ahLst/>
            <a:cxnLst/>
            <a:rect l="l" t="t" r="r" b="b"/>
            <a:pathLst>
              <a:path w="418210" h="929639">
                <a:moveTo>
                  <a:pt x="8127" y="0"/>
                </a:moveTo>
                <a:lnTo>
                  <a:pt x="4318" y="0"/>
                </a:lnTo>
                <a:lnTo>
                  <a:pt x="0" y="4444"/>
                </a:lnTo>
                <a:lnTo>
                  <a:pt x="2158" y="9143"/>
                </a:lnTo>
                <a:lnTo>
                  <a:pt x="22236" y="55052"/>
                </a:lnTo>
                <a:lnTo>
                  <a:pt x="42310" y="100957"/>
                </a:lnTo>
                <a:lnTo>
                  <a:pt x="62383" y="146857"/>
                </a:lnTo>
                <a:lnTo>
                  <a:pt x="82456" y="192754"/>
                </a:lnTo>
                <a:lnTo>
                  <a:pt x="102530" y="238646"/>
                </a:lnTo>
                <a:lnTo>
                  <a:pt x="122607" y="284534"/>
                </a:lnTo>
                <a:lnTo>
                  <a:pt x="142687" y="330418"/>
                </a:lnTo>
                <a:lnTo>
                  <a:pt x="162772" y="376297"/>
                </a:lnTo>
                <a:lnTo>
                  <a:pt x="182863" y="422172"/>
                </a:lnTo>
                <a:lnTo>
                  <a:pt x="202961" y="468042"/>
                </a:lnTo>
                <a:lnTo>
                  <a:pt x="223068" y="513907"/>
                </a:lnTo>
                <a:lnTo>
                  <a:pt x="243185" y="559768"/>
                </a:lnTo>
                <a:lnTo>
                  <a:pt x="263313" y="605623"/>
                </a:lnTo>
                <a:lnTo>
                  <a:pt x="283453" y="651474"/>
                </a:lnTo>
                <a:lnTo>
                  <a:pt x="303607" y="697319"/>
                </a:lnTo>
                <a:lnTo>
                  <a:pt x="323775" y="743159"/>
                </a:lnTo>
                <a:lnTo>
                  <a:pt x="343960" y="788993"/>
                </a:lnTo>
                <a:lnTo>
                  <a:pt x="364161" y="834823"/>
                </a:lnTo>
                <a:lnTo>
                  <a:pt x="384382" y="880646"/>
                </a:lnTo>
                <a:lnTo>
                  <a:pt x="404622" y="926464"/>
                </a:lnTo>
                <a:lnTo>
                  <a:pt x="407416" y="929639"/>
                </a:lnTo>
                <a:lnTo>
                  <a:pt x="409194" y="929639"/>
                </a:lnTo>
                <a:lnTo>
                  <a:pt x="413511" y="929639"/>
                </a:lnTo>
                <a:lnTo>
                  <a:pt x="418210" y="924813"/>
                </a:lnTo>
                <a:lnTo>
                  <a:pt x="415925" y="919733"/>
                </a:lnTo>
                <a:lnTo>
                  <a:pt x="395837" y="873864"/>
                </a:lnTo>
                <a:lnTo>
                  <a:pt x="375734" y="827999"/>
                </a:lnTo>
                <a:lnTo>
                  <a:pt x="355616" y="782139"/>
                </a:lnTo>
                <a:lnTo>
                  <a:pt x="335483" y="736284"/>
                </a:lnTo>
                <a:lnTo>
                  <a:pt x="315337" y="690431"/>
                </a:lnTo>
                <a:lnTo>
                  <a:pt x="295178" y="644581"/>
                </a:lnTo>
                <a:lnTo>
                  <a:pt x="275008" y="598734"/>
                </a:lnTo>
                <a:lnTo>
                  <a:pt x="254828" y="552888"/>
                </a:lnTo>
                <a:lnTo>
                  <a:pt x="234638" y="507044"/>
                </a:lnTo>
                <a:lnTo>
                  <a:pt x="214439" y="461200"/>
                </a:lnTo>
                <a:lnTo>
                  <a:pt x="194233" y="415356"/>
                </a:lnTo>
                <a:lnTo>
                  <a:pt x="174020" y="369512"/>
                </a:lnTo>
                <a:lnTo>
                  <a:pt x="153801" y="323666"/>
                </a:lnTo>
                <a:lnTo>
                  <a:pt x="133578" y="277819"/>
                </a:lnTo>
                <a:lnTo>
                  <a:pt x="113351" y="231969"/>
                </a:lnTo>
                <a:lnTo>
                  <a:pt x="93121" y="186116"/>
                </a:lnTo>
                <a:lnTo>
                  <a:pt x="72889" y="140261"/>
                </a:lnTo>
                <a:lnTo>
                  <a:pt x="52656" y="94401"/>
                </a:lnTo>
                <a:lnTo>
                  <a:pt x="32423" y="48536"/>
                </a:lnTo>
                <a:lnTo>
                  <a:pt x="12192" y="2666"/>
                </a:lnTo>
                <a:lnTo>
                  <a:pt x="11175" y="762"/>
                </a:lnTo>
                <a:lnTo>
                  <a:pt x="9651" y="0"/>
                </a:lnTo>
                <a:lnTo>
                  <a:pt x="812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552940" y="3374009"/>
            <a:ext cx="193039" cy="419861"/>
          </a:xfrm>
          <a:custGeom>
            <a:avLst/>
            <a:gdLst/>
            <a:ahLst/>
            <a:cxnLst/>
            <a:rect l="l" t="t" r="r" b="b"/>
            <a:pathLst>
              <a:path w="193039" h="419862">
                <a:moveTo>
                  <a:pt x="6476" y="0"/>
                </a:moveTo>
                <a:lnTo>
                  <a:pt x="3428" y="0"/>
                </a:lnTo>
                <a:lnTo>
                  <a:pt x="0" y="3428"/>
                </a:lnTo>
                <a:lnTo>
                  <a:pt x="1904" y="7112"/>
                </a:lnTo>
                <a:lnTo>
                  <a:pt x="180975" y="416940"/>
                </a:lnTo>
                <a:lnTo>
                  <a:pt x="181863" y="418972"/>
                </a:lnTo>
                <a:lnTo>
                  <a:pt x="183387" y="419861"/>
                </a:lnTo>
                <a:lnTo>
                  <a:pt x="185038" y="419861"/>
                </a:lnTo>
                <a:lnTo>
                  <a:pt x="188849" y="419861"/>
                </a:lnTo>
                <a:lnTo>
                  <a:pt x="193039" y="415543"/>
                </a:lnTo>
                <a:lnTo>
                  <a:pt x="190880" y="410971"/>
                </a:lnTo>
                <a:lnTo>
                  <a:pt x="181867" y="390563"/>
                </a:lnTo>
                <a:lnTo>
                  <a:pt x="172848" y="370145"/>
                </a:lnTo>
                <a:lnTo>
                  <a:pt x="163824" y="349718"/>
                </a:lnTo>
                <a:lnTo>
                  <a:pt x="154795" y="329282"/>
                </a:lnTo>
                <a:lnTo>
                  <a:pt x="145762" y="308840"/>
                </a:lnTo>
                <a:lnTo>
                  <a:pt x="136724" y="288392"/>
                </a:lnTo>
                <a:lnTo>
                  <a:pt x="127682" y="267939"/>
                </a:lnTo>
                <a:lnTo>
                  <a:pt x="118637" y="247483"/>
                </a:lnTo>
                <a:lnTo>
                  <a:pt x="109588" y="227025"/>
                </a:lnTo>
                <a:lnTo>
                  <a:pt x="100536" y="206565"/>
                </a:lnTo>
                <a:lnTo>
                  <a:pt x="91481" y="186105"/>
                </a:lnTo>
                <a:lnTo>
                  <a:pt x="82424" y="165647"/>
                </a:lnTo>
                <a:lnTo>
                  <a:pt x="73364" y="145191"/>
                </a:lnTo>
                <a:lnTo>
                  <a:pt x="64302" y="124738"/>
                </a:lnTo>
                <a:lnTo>
                  <a:pt x="55239" y="104290"/>
                </a:lnTo>
                <a:lnTo>
                  <a:pt x="46174" y="83848"/>
                </a:lnTo>
                <a:lnTo>
                  <a:pt x="37108" y="63412"/>
                </a:lnTo>
                <a:lnTo>
                  <a:pt x="28041" y="42985"/>
                </a:lnTo>
                <a:lnTo>
                  <a:pt x="18973" y="22567"/>
                </a:lnTo>
                <a:lnTo>
                  <a:pt x="9905" y="2158"/>
                </a:lnTo>
                <a:lnTo>
                  <a:pt x="7746" y="0"/>
                </a:lnTo>
                <a:lnTo>
                  <a:pt x="647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21038" y="2847340"/>
            <a:ext cx="169290" cy="370839"/>
          </a:xfrm>
          <a:custGeom>
            <a:avLst/>
            <a:gdLst/>
            <a:ahLst/>
            <a:cxnLst/>
            <a:rect l="l" t="t" r="r" b="b"/>
            <a:pathLst>
              <a:path w="169290" h="370839">
                <a:moveTo>
                  <a:pt x="3555" y="0"/>
                </a:moveTo>
                <a:lnTo>
                  <a:pt x="1650" y="0"/>
                </a:lnTo>
                <a:lnTo>
                  <a:pt x="0" y="1905"/>
                </a:lnTo>
                <a:lnTo>
                  <a:pt x="888" y="3683"/>
                </a:lnTo>
                <a:lnTo>
                  <a:pt x="8868" y="21929"/>
                </a:lnTo>
                <a:lnTo>
                  <a:pt x="16842" y="40168"/>
                </a:lnTo>
                <a:lnTo>
                  <a:pt x="24812" y="58403"/>
                </a:lnTo>
                <a:lnTo>
                  <a:pt x="32778" y="76632"/>
                </a:lnTo>
                <a:lnTo>
                  <a:pt x="40741" y="94859"/>
                </a:lnTo>
                <a:lnTo>
                  <a:pt x="48701" y="113082"/>
                </a:lnTo>
                <a:lnTo>
                  <a:pt x="56660" y="131305"/>
                </a:lnTo>
                <a:lnTo>
                  <a:pt x="64618" y="149527"/>
                </a:lnTo>
                <a:lnTo>
                  <a:pt x="72576" y="167750"/>
                </a:lnTo>
                <a:lnTo>
                  <a:pt x="80533" y="185975"/>
                </a:lnTo>
                <a:lnTo>
                  <a:pt x="88492" y="204203"/>
                </a:lnTo>
                <a:lnTo>
                  <a:pt x="96452" y="222434"/>
                </a:lnTo>
                <a:lnTo>
                  <a:pt x="104415" y="240671"/>
                </a:lnTo>
                <a:lnTo>
                  <a:pt x="112381" y="258914"/>
                </a:lnTo>
                <a:lnTo>
                  <a:pt x="120350" y="277163"/>
                </a:lnTo>
                <a:lnTo>
                  <a:pt x="128323" y="295421"/>
                </a:lnTo>
                <a:lnTo>
                  <a:pt x="136302" y="313688"/>
                </a:lnTo>
                <a:lnTo>
                  <a:pt x="144286" y="331965"/>
                </a:lnTo>
                <a:lnTo>
                  <a:pt x="152276" y="350253"/>
                </a:lnTo>
                <a:lnTo>
                  <a:pt x="160273" y="368554"/>
                </a:lnTo>
                <a:lnTo>
                  <a:pt x="160908" y="370077"/>
                </a:lnTo>
                <a:lnTo>
                  <a:pt x="162178" y="370839"/>
                </a:lnTo>
                <a:lnTo>
                  <a:pt x="163448" y="370839"/>
                </a:lnTo>
                <a:lnTo>
                  <a:pt x="166115" y="370839"/>
                </a:lnTo>
                <a:lnTo>
                  <a:pt x="169290" y="367919"/>
                </a:lnTo>
                <a:lnTo>
                  <a:pt x="167893" y="364489"/>
                </a:lnTo>
                <a:lnTo>
                  <a:pt x="159798" y="346300"/>
                </a:lnTo>
                <a:lnTo>
                  <a:pt x="151704" y="328115"/>
                </a:lnTo>
                <a:lnTo>
                  <a:pt x="143612" y="309936"/>
                </a:lnTo>
                <a:lnTo>
                  <a:pt x="135520" y="291761"/>
                </a:lnTo>
                <a:lnTo>
                  <a:pt x="127428" y="273591"/>
                </a:lnTo>
                <a:lnTo>
                  <a:pt x="119337" y="255426"/>
                </a:lnTo>
                <a:lnTo>
                  <a:pt x="111245" y="237264"/>
                </a:lnTo>
                <a:lnTo>
                  <a:pt x="103152" y="219106"/>
                </a:lnTo>
                <a:lnTo>
                  <a:pt x="95058" y="200951"/>
                </a:lnTo>
                <a:lnTo>
                  <a:pt x="86963" y="182800"/>
                </a:lnTo>
                <a:lnTo>
                  <a:pt x="78865" y="164652"/>
                </a:lnTo>
                <a:lnTo>
                  <a:pt x="70766" y="146506"/>
                </a:lnTo>
                <a:lnTo>
                  <a:pt x="62664" y="128362"/>
                </a:lnTo>
                <a:lnTo>
                  <a:pt x="54558" y="110220"/>
                </a:lnTo>
                <a:lnTo>
                  <a:pt x="46450" y="92080"/>
                </a:lnTo>
                <a:lnTo>
                  <a:pt x="38337" y="73942"/>
                </a:lnTo>
                <a:lnTo>
                  <a:pt x="30221" y="55805"/>
                </a:lnTo>
                <a:lnTo>
                  <a:pt x="22099" y="37668"/>
                </a:lnTo>
                <a:lnTo>
                  <a:pt x="13973" y="19532"/>
                </a:lnTo>
                <a:lnTo>
                  <a:pt x="5841" y="1397"/>
                </a:lnTo>
                <a:lnTo>
                  <a:pt x="4317" y="0"/>
                </a:lnTo>
                <a:lnTo>
                  <a:pt x="355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373489" y="4379849"/>
            <a:ext cx="540130" cy="768731"/>
          </a:xfrm>
          <a:custGeom>
            <a:avLst/>
            <a:gdLst/>
            <a:ahLst/>
            <a:cxnLst/>
            <a:rect l="l" t="t" r="r" b="b"/>
            <a:pathLst>
              <a:path w="540130" h="768730">
                <a:moveTo>
                  <a:pt x="8889" y="0"/>
                </a:moveTo>
                <a:lnTo>
                  <a:pt x="4444" y="0"/>
                </a:lnTo>
                <a:lnTo>
                  <a:pt x="0" y="4318"/>
                </a:lnTo>
                <a:lnTo>
                  <a:pt x="3301" y="8762"/>
                </a:lnTo>
                <a:lnTo>
                  <a:pt x="29329" y="46655"/>
                </a:lnTo>
                <a:lnTo>
                  <a:pt x="55368" y="84549"/>
                </a:lnTo>
                <a:lnTo>
                  <a:pt x="81418" y="122446"/>
                </a:lnTo>
                <a:lnTo>
                  <a:pt x="107478" y="160343"/>
                </a:lnTo>
                <a:lnTo>
                  <a:pt x="133548" y="198239"/>
                </a:lnTo>
                <a:lnTo>
                  <a:pt x="159627" y="236133"/>
                </a:lnTo>
                <a:lnTo>
                  <a:pt x="185716" y="274024"/>
                </a:lnTo>
                <a:lnTo>
                  <a:pt x="211813" y="311910"/>
                </a:lnTo>
                <a:lnTo>
                  <a:pt x="237919" y="349792"/>
                </a:lnTo>
                <a:lnTo>
                  <a:pt x="264032" y="387667"/>
                </a:lnTo>
                <a:lnTo>
                  <a:pt x="290154" y="425534"/>
                </a:lnTo>
                <a:lnTo>
                  <a:pt x="316282" y="463393"/>
                </a:lnTo>
                <a:lnTo>
                  <a:pt x="342418" y="501242"/>
                </a:lnTo>
                <a:lnTo>
                  <a:pt x="368560" y="539079"/>
                </a:lnTo>
                <a:lnTo>
                  <a:pt x="394708" y="576905"/>
                </a:lnTo>
                <a:lnTo>
                  <a:pt x="420861" y="614717"/>
                </a:lnTo>
                <a:lnTo>
                  <a:pt x="447020" y="652515"/>
                </a:lnTo>
                <a:lnTo>
                  <a:pt x="473184" y="690297"/>
                </a:lnTo>
                <a:lnTo>
                  <a:pt x="499353" y="728062"/>
                </a:lnTo>
                <a:lnTo>
                  <a:pt x="525526" y="765809"/>
                </a:lnTo>
                <a:lnTo>
                  <a:pt x="526922" y="767842"/>
                </a:lnTo>
                <a:lnTo>
                  <a:pt x="528954" y="768731"/>
                </a:lnTo>
                <a:lnTo>
                  <a:pt x="530986" y="768731"/>
                </a:lnTo>
                <a:lnTo>
                  <a:pt x="535685" y="768731"/>
                </a:lnTo>
                <a:lnTo>
                  <a:pt x="540130" y="764286"/>
                </a:lnTo>
                <a:lnTo>
                  <a:pt x="536828" y="759078"/>
                </a:lnTo>
                <a:lnTo>
                  <a:pt x="510743" y="721211"/>
                </a:lnTo>
                <a:lnTo>
                  <a:pt x="484644" y="683350"/>
                </a:lnTo>
                <a:lnTo>
                  <a:pt x="458535" y="645496"/>
                </a:lnTo>
                <a:lnTo>
                  <a:pt x="432415" y="607648"/>
                </a:lnTo>
                <a:lnTo>
                  <a:pt x="406286" y="569805"/>
                </a:lnTo>
                <a:lnTo>
                  <a:pt x="380149" y="531967"/>
                </a:lnTo>
                <a:lnTo>
                  <a:pt x="354006" y="494133"/>
                </a:lnTo>
                <a:lnTo>
                  <a:pt x="327856" y="456302"/>
                </a:lnTo>
                <a:lnTo>
                  <a:pt x="301701" y="418475"/>
                </a:lnTo>
                <a:lnTo>
                  <a:pt x="275542" y="380650"/>
                </a:lnTo>
                <a:lnTo>
                  <a:pt x="249380" y="342827"/>
                </a:lnTo>
                <a:lnTo>
                  <a:pt x="223217" y="305006"/>
                </a:lnTo>
                <a:lnTo>
                  <a:pt x="197052" y="267185"/>
                </a:lnTo>
                <a:lnTo>
                  <a:pt x="170889" y="229364"/>
                </a:lnTo>
                <a:lnTo>
                  <a:pt x="144726" y="191543"/>
                </a:lnTo>
                <a:lnTo>
                  <a:pt x="118566" y="153721"/>
                </a:lnTo>
                <a:lnTo>
                  <a:pt x="92409" y="115898"/>
                </a:lnTo>
                <a:lnTo>
                  <a:pt x="66257" y="78072"/>
                </a:lnTo>
                <a:lnTo>
                  <a:pt x="40110" y="40244"/>
                </a:lnTo>
                <a:lnTo>
                  <a:pt x="13969" y="2412"/>
                </a:lnTo>
                <a:lnTo>
                  <a:pt x="12572" y="634"/>
                </a:lnTo>
                <a:lnTo>
                  <a:pt x="10794" y="0"/>
                </a:lnTo>
                <a:lnTo>
                  <a:pt x="8889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946769" y="3760089"/>
            <a:ext cx="199771" cy="279273"/>
          </a:xfrm>
          <a:custGeom>
            <a:avLst/>
            <a:gdLst/>
            <a:ahLst/>
            <a:cxnLst/>
            <a:rect l="l" t="t" r="r" b="b"/>
            <a:pathLst>
              <a:path w="199771" h="279273">
                <a:moveTo>
                  <a:pt x="6223" y="0"/>
                </a:moveTo>
                <a:lnTo>
                  <a:pt x="3048" y="0"/>
                </a:lnTo>
                <a:lnTo>
                  <a:pt x="0" y="3302"/>
                </a:lnTo>
                <a:lnTo>
                  <a:pt x="11544" y="20379"/>
                </a:lnTo>
                <a:lnTo>
                  <a:pt x="20802" y="33894"/>
                </a:lnTo>
                <a:lnTo>
                  <a:pt x="30060" y="47403"/>
                </a:lnTo>
                <a:lnTo>
                  <a:pt x="39319" y="60907"/>
                </a:lnTo>
                <a:lnTo>
                  <a:pt x="48577" y="74406"/>
                </a:lnTo>
                <a:lnTo>
                  <a:pt x="57835" y="87901"/>
                </a:lnTo>
                <a:lnTo>
                  <a:pt x="67094" y="101393"/>
                </a:lnTo>
                <a:lnTo>
                  <a:pt x="76352" y="114883"/>
                </a:lnTo>
                <a:lnTo>
                  <a:pt x="85610" y="128371"/>
                </a:lnTo>
                <a:lnTo>
                  <a:pt x="94868" y="141859"/>
                </a:lnTo>
                <a:lnTo>
                  <a:pt x="104127" y="155346"/>
                </a:lnTo>
                <a:lnTo>
                  <a:pt x="113385" y="168834"/>
                </a:lnTo>
                <a:lnTo>
                  <a:pt x="122643" y="182324"/>
                </a:lnTo>
                <a:lnTo>
                  <a:pt x="131902" y="195816"/>
                </a:lnTo>
                <a:lnTo>
                  <a:pt x="141160" y="209311"/>
                </a:lnTo>
                <a:lnTo>
                  <a:pt x="150418" y="222810"/>
                </a:lnTo>
                <a:lnTo>
                  <a:pt x="159677" y="236314"/>
                </a:lnTo>
                <a:lnTo>
                  <a:pt x="168935" y="249823"/>
                </a:lnTo>
                <a:lnTo>
                  <a:pt x="178193" y="263338"/>
                </a:lnTo>
                <a:lnTo>
                  <a:pt x="187451" y="276860"/>
                </a:lnTo>
                <a:lnTo>
                  <a:pt x="188595" y="278638"/>
                </a:lnTo>
                <a:lnTo>
                  <a:pt x="190246" y="279273"/>
                </a:lnTo>
                <a:lnTo>
                  <a:pt x="192024" y="279273"/>
                </a:lnTo>
                <a:lnTo>
                  <a:pt x="195960" y="279273"/>
                </a:lnTo>
                <a:lnTo>
                  <a:pt x="199771" y="275463"/>
                </a:lnTo>
                <a:lnTo>
                  <a:pt x="196723" y="271525"/>
                </a:lnTo>
                <a:lnTo>
                  <a:pt x="187425" y="258041"/>
                </a:lnTo>
                <a:lnTo>
                  <a:pt x="178126" y="244561"/>
                </a:lnTo>
                <a:lnTo>
                  <a:pt x="168823" y="231086"/>
                </a:lnTo>
                <a:lnTo>
                  <a:pt x="159519" y="217616"/>
                </a:lnTo>
                <a:lnTo>
                  <a:pt x="150211" y="204148"/>
                </a:lnTo>
                <a:lnTo>
                  <a:pt x="140900" y="190683"/>
                </a:lnTo>
                <a:lnTo>
                  <a:pt x="131585" y="177221"/>
                </a:lnTo>
                <a:lnTo>
                  <a:pt x="122266" y="163760"/>
                </a:lnTo>
                <a:lnTo>
                  <a:pt x="112943" y="150301"/>
                </a:lnTo>
                <a:lnTo>
                  <a:pt x="103616" y="136842"/>
                </a:lnTo>
                <a:lnTo>
                  <a:pt x="94283" y="123383"/>
                </a:lnTo>
                <a:lnTo>
                  <a:pt x="84946" y="109924"/>
                </a:lnTo>
                <a:lnTo>
                  <a:pt x="75604" y="96463"/>
                </a:lnTo>
                <a:lnTo>
                  <a:pt x="66256" y="83001"/>
                </a:lnTo>
                <a:lnTo>
                  <a:pt x="56901" y="69536"/>
                </a:lnTo>
                <a:lnTo>
                  <a:pt x="47541" y="56068"/>
                </a:lnTo>
                <a:lnTo>
                  <a:pt x="38174" y="42598"/>
                </a:lnTo>
                <a:lnTo>
                  <a:pt x="28801" y="29123"/>
                </a:lnTo>
                <a:lnTo>
                  <a:pt x="19420" y="15643"/>
                </a:lnTo>
                <a:lnTo>
                  <a:pt x="10032" y="2159"/>
                </a:lnTo>
                <a:lnTo>
                  <a:pt x="9016" y="635"/>
                </a:lnTo>
                <a:lnTo>
                  <a:pt x="7492" y="0"/>
                </a:lnTo>
                <a:lnTo>
                  <a:pt x="6223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625078" y="3294379"/>
            <a:ext cx="236981" cy="335280"/>
          </a:xfrm>
          <a:custGeom>
            <a:avLst/>
            <a:gdLst/>
            <a:ahLst/>
            <a:cxnLst/>
            <a:rect l="l" t="t" r="r" b="b"/>
            <a:pathLst>
              <a:path w="236981" h="335280">
                <a:moveTo>
                  <a:pt x="3175" y="0"/>
                </a:moveTo>
                <a:lnTo>
                  <a:pt x="1524" y="0"/>
                </a:lnTo>
                <a:lnTo>
                  <a:pt x="0" y="1905"/>
                </a:lnTo>
                <a:lnTo>
                  <a:pt x="1143" y="4064"/>
                </a:lnTo>
                <a:lnTo>
                  <a:pt x="12477" y="20487"/>
                </a:lnTo>
                <a:lnTo>
                  <a:pt x="23812" y="36917"/>
                </a:lnTo>
                <a:lnTo>
                  <a:pt x="35146" y="53352"/>
                </a:lnTo>
                <a:lnTo>
                  <a:pt x="46479" y="69792"/>
                </a:lnTo>
                <a:lnTo>
                  <a:pt x="57812" y="86236"/>
                </a:lnTo>
                <a:lnTo>
                  <a:pt x="69144" y="102686"/>
                </a:lnTo>
                <a:lnTo>
                  <a:pt x="80475" y="119140"/>
                </a:lnTo>
                <a:lnTo>
                  <a:pt x="91804" y="135599"/>
                </a:lnTo>
                <a:lnTo>
                  <a:pt x="103132" y="152062"/>
                </a:lnTo>
                <a:lnTo>
                  <a:pt x="114458" y="168529"/>
                </a:lnTo>
                <a:lnTo>
                  <a:pt x="125782" y="184999"/>
                </a:lnTo>
                <a:lnTo>
                  <a:pt x="137105" y="201473"/>
                </a:lnTo>
                <a:lnTo>
                  <a:pt x="148424" y="217951"/>
                </a:lnTo>
                <a:lnTo>
                  <a:pt x="159742" y="234432"/>
                </a:lnTo>
                <a:lnTo>
                  <a:pt x="171057" y="250916"/>
                </a:lnTo>
                <a:lnTo>
                  <a:pt x="182368" y="267403"/>
                </a:lnTo>
                <a:lnTo>
                  <a:pt x="193677" y="283892"/>
                </a:lnTo>
                <a:lnTo>
                  <a:pt x="204983" y="300384"/>
                </a:lnTo>
                <a:lnTo>
                  <a:pt x="216285" y="316878"/>
                </a:lnTo>
                <a:lnTo>
                  <a:pt x="227583" y="333375"/>
                </a:lnTo>
                <a:lnTo>
                  <a:pt x="228346" y="334772"/>
                </a:lnTo>
                <a:lnTo>
                  <a:pt x="229743" y="335280"/>
                </a:lnTo>
                <a:lnTo>
                  <a:pt x="230886" y="335280"/>
                </a:lnTo>
                <a:lnTo>
                  <a:pt x="233933" y="335280"/>
                </a:lnTo>
                <a:lnTo>
                  <a:pt x="236981" y="332105"/>
                </a:lnTo>
                <a:lnTo>
                  <a:pt x="234823" y="329057"/>
                </a:lnTo>
                <a:lnTo>
                  <a:pt x="223424" y="312658"/>
                </a:lnTo>
                <a:lnTo>
                  <a:pt x="212013" y="296266"/>
                </a:lnTo>
                <a:lnTo>
                  <a:pt x="200591" y="279881"/>
                </a:lnTo>
                <a:lnTo>
                  <a:pt x="189157" y="263500"/>
                </a:lnTo>
                <a:lnTo>
                  <a:pt x="177714" y="247124"/>
                </a:lnTo>
                <a:lnTo>
                  <a:pt x="166262" y="230750"/>
                </a:lnTo>
                <a:lnTo>
                  <a:pt x="154801" y="214380"/>
                </a:lnTo>
                <a:lnTo>
                  <a:pt x="143334" y="198011"/>
                </a:lnTo>
                <a:lnTo>
                  <a:pt x="131859" y="181643"/>
                </a:lnTo>
                <a:lnTo>
                  <a:pt x="120380" y="165274"/>
                </a:lnTo>
                <a:lnTo>
                  <a:pt x="108895" y="148905"/>
                </a:lnTo>
                <a:lnTo>
                  <a:pt x="97406" y="132534"/>
                </a:lnTo>
                <a:lnTo>
                  <a:pt x="85915" y="116160"/>
                </a:lnTo>
                <a:lnTo>
                  <a:pt x="74421" y="99783"/>
                </a:lnTo>
                <a:lnTo>
                  <a:pt x="62926" y="83401"/>
                </a:lnTo>
                <a:lnTo>
                  <a:pt x="51430" y="67014"/>
                </a:lnTo>
                <a:lnTo>
                  <a:pt x="39935" y="50621"/>
                </a:lnTo>
                <a:lnTo>
                  <a:pt x="28441" y="34221"/>
                </a:lnTo>
                <a:lnTo>
                  <a:pt x="16949" y="17813"/>
                </a:lnTo>
                <a:lnTo>
                  <a:pt x="5461" y="1397"/>
                </a:lnTo>
                <a:lnTo>
                  <a:pt x="4825" y="381"/>
                </a:lnTo>
                <a:lnTo>
                  <a:pt x="3937" y="0"/>
                </a:lnTo>
                <a:lnTo>
                  <a:pt x="3175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77889" y="2649220"/>
            <a:ext cx="66039" cy="42290"/>
          </a:xfrm>
          <a:custGeom>
            <a:avLst/>
            <a:gdLst/>
            <a:ahLst/>
            <a:cxnLst/>
            <a:rect l="l" t="t" r="r" b="b"/>
            <a:pathLst>
              <a:path w="66039" h="42290">
                <a:moveTo>
                  <a:pt x="60197" y="0"/>
                </a:moveTo>
                <a:lnTo>
                  <a:pt x="59689" y="0"/>
                </a:lnTo>
                <a:lnTo>
                  <a:pt x="59055" y="126"/>
                </a:lnTo>
                <a:lnTo>
                  <a:pt x="46913" y="5367"/>
                </a:lnTo>
                <a:lnTo>
                  <a:pt x="35434" y="11159"/>
                </a:lnTo>
                <a:lnTo>
                  <a:pt x="24393" y="17797"/>
                </a:lnTo>
                <a:lnTo>
                  <a:pt x="14073" y="25444"/>
                </a:lnTo>
                <a:lnTo>
                  <a:pt x="4758" y="34267"/>
                </a:lnTo>
                <a:lnTo>
                  <a:pt x="1015" y="38607"/>
                </a:lnTo>
                <a:lnTo>
                  <a:pt x="0" y="40258"/>
                </a:lnTo>
                <a:lnTo>
                  <a:pt x="1270" y="42290"/>
                </a:lnTo>
                <a:lnTo>
                  <a:pt x="2921" y="42290"/>
                </a:lnTo>
                <a:lnTo>
                  <a:pt x="3428" y="42290"/>
                </a:lnTo>
                <a:lnTo>
                  <a:pt x="3937" y="42163"/>
                </a:lnTo>
                <a:lnTo>
                  <a:pt x="4318" y="41655"/>
                </a:lnTo>
                <a:lnTo>
                  <a:pt x="13715" y="32890"/>
                </a:lnTo>
                <a:lnTo>
                  <a:pt x="24197" y="25455"/>
                </a:lnTo>
                <a:lnTo>
                  <a:pt x="35457" y="19174"/>
                </a:lnTo>
                <a:lnTo>
                  <a:pt x="47188" y="13872"/>
                </a:lnTo>
                <a:lnTo>
                  <a:pt x="59081" y="9373"/>
                </a:lnTo>
                <a:lnTo>
                  <a:pt x="61213" y="8635"/>
                </a:lnTo>
                <a:lnTo>
                  <a:pt x="66039" y="7112"/>
                </a:lnTo>
                <a:lnTo>
                  <a:pt x="64642" y="0"/>
                </a:lnTo>
                <a:lnTo>
                  <a:pt x="6019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45580" y="2649220"/>
            <a:ext cx="396240" cy="164210"/>
          </a:xfrm>
          <a:custGeom>
            <a:avLst/>
            <a:gdLst/>
            <a:ahLst/>
            <a:cxnLst/>
            <a:rect l="l" t="t" r="r" b="b"/>
            <a:pathLst>
              <a:path w="396240" h="164210">
                <a:moveTo>
                  <a:pt x="99187" y="0"/>
                </a:moveTo>
                <a:lnTo>
                  <a:pt x="86527" y="393"/>
                </a:lnTo>
                <a:lnTo>
                  <a:pt x="73951" y="1598"/>
                </a:lnTo>
                <a:lnTo>
                  <a:pt x="61477" y="3646"/>
                </a:lnTo>
                <a:lnTo>
                  <a:pt x="49129" y="6572"/>
                </a:lnTo>
                <a:lnTo>
                  <a:pt x="36927" y="10409"/>
                </a:lnTo>
                <a:lnTo>
                  <a:pt x="24893" y="15191"/>
                </a:lnTo>
                <a:lnTo>
                  <a:pt x="13048" y="20952"/>
                </a:lnTo>
                <a:lnTo>
                  <a:pt x="2286" y="27177"/>
                </a:lnTo>
                <a:lnTo>
                  <a:pt x="0" y="28575"/>
                </a:lnTo>
                <a:lnTo>
                  <a:pt x="1650" y="32512"/>
                </a:lnTo>
                <a:lnTo>
                  <a:pt x="4318" y="32512"/>
                </a:lnTo>
                <a:lnTo>
                  <a:pt x="4699" y="32512"/>
                </a:lnTo>
                <a:lnTo>
                  <a:pt x="5206" y="32384"/>
                </a:lnTo>
                <a:lnTo>
                  <a:pt x="5588" y="32130"/>
                </a:lnTo>
                <a:lnTo>
                  <a:pt x="17677" y="26215"/>
                </a:lnTo>
                <a:lnTo>
                  <a:pt x="29861" y="21288"/>
                </a:lnTo>
                <a:lnTo>
                  <a:pt x="42129" y="17315"/>
                </a:lnTo>
                <a:lnTo>
                  <a:pt x="54471" y="14263"/>
                </a:lnTo>
                <a:lnTo>
                  <a:pt x="66876" y="12098"/>
                </a:lnTo>
                <a:lnTo>
                  <a:pt x="79333" y="10785"/>
                </a:lnTo>
                <a:lnTo>
                  <a:pt x="91832" y="10292"/>
                </a:lnTo>
                <a:lnTo>
                  <a:pt x="93345" y="10287"/>
                </a:lnTo>
                <a:lnTo>
                  <a:pt x="109285" y="10903"/>
                </a:lnTo>
                <a:lnTo>
                  <a:pt x="125236" y="12701"/>
                </a:lnTo>
                <a:lnTo>
                  <a:pt x="141168" y="15608"/>
                </a:lnTo>
                <a:lnTo>
                  <a:pt x="157050" y="19547"/>
                </a:lnTo>
                <a:lnTo>
                  <a:pt x="172852" y="24445"/>
                </a:lnTo>
                <a:lnTo>
                  <a:pt x="188546" y="30226"/>
                </a:lnTo>
                <a:lnTo>
                  <a:pt x="204101" y="36816"/>
                </a:lnTo>
                <a:lnTo>
                  <a:pt x="219487" y="44140"/>
                </a:lnTo>
                <a:lnTo>
                  <a:pt x="234675" y="52122"/>
                </a:lnTo>
                <a:lnTo>
                  <a:pt x="249634" y="60690"/>
                </a:lnTo>
                <a:lnTo>
                  <a:pt x="264335" y="69766"/>
                </a:lnTo>
                <a:lnTo>
                  <a:pt x="278748" y="79278"/>
                </a:lnTo>
                <a:lnTo>
                  <a:pt x="292844" y="89150"/>
                </a:lnTo>
                <a:lnTo>
                  <a:pt x="306592" y="99307"/>
                </a:lnTo>
                <a:lnTo>
                  <a:pt x="319962" y="109674"/>
                </a:lnTo>
                <a:lnTo>
                  <a:pt x="332925" y="120177"/>
                </a:lnTo>
                <a:lnTo>
                  <a:pt x="345452" y="130741"/>
                </a:lnTo>
                <a:lnTo>
                  <a:pt x="357511" y="141291"/>
                </a:lnTo>
                <a:lnTo>
                  <a:pt x="369074" y="151753"/>
                </a:lnTo>
                <a:lnTo>
                  <a:pt x="380111" y="162051"/>
                </a:lnTo>
                <a:lnTo>
                  <a:pt x="381762" y="163575"/>
                </a:lnTo>
                <a:lnTo>
                  <a:pt x="383667" y="164210"/>
                </a:lnTo>
                <a:lnTo>
                  <a:pt x="385318" y="164210"/>
                </a:lnTo>
                <a:lnTo>
                  <a:pt x="391287" y="164210"/>
                </a:lnTo>
                <a:lnTo>
                  <a:pt x="396240" y="156844"/>
                </a:lnTo>
                <a:lnTo>
                  <a:pt x="390778" y="151637"/>
                </a:lnTo>
                <a:lnTo>
                  <a:pt x="380025" y="141168"/>
                </a:lnTo>
                <a:lnTo>
                  <a:pt x="368630" y="130572"/>
                </a:lnTo>
                <a:lnTo>
                  <a:pt x="356635" y="119922"/>
                </a:lnTo>
                <a:lnTo>
                  <a:pt x="344079" y="109289"/>
                </a:lnTo>
                <a:lnTo>
                  <a:pt x="331001" y="98744"/>
                </a:lnTo>
                <a:lnTo>
                  <a:pt x="317441" y="88360"/>
                </a:lnTo>
                <a:lnTo>
                  <a:pt x="303439" y="78208"/>
                </a:lnTo>
                <a:lnTo>
                  <a:pt x="289034" y="68360"/>
                </a:lnTo>
                <a:lnTo>
                  <a:pt x="274266" y="58888"/>
                </a:lnTo>
                <a:lnTo>
                  <a:pt x="259175" y="49863"/>
                </a:lnTo>
                <a:lnTo>
                  <a:pt x="243799" y="41357"/>
                </a:lnTo>
                <a:lnTo>
                  <a:pt x="228180" y="33442"/>
                </a:lnTo>
                <a:lnTo>
                  <a:pt x="212356" y="26190"/>
                </a:lnTo>
                <a:lnTo>
                  <a:pt x="196367" y="19672"/>
                </a:lnTo>
                <a:lnTo>
                  <a:pt x="180252" y="13960"/>
                </a:lnTo>
                <a:lnTo>
                  <a:pt x="164052" y="9125"/>
                </a:lnTo>
                <a:lnTo>
                  <a:pt x="147806" y="5240"/>
                </a:lnTo>
                <a:lnTo>
                  <a:pt x="131553" y="2377"/>
                </a:lnTo>
                <a:lnTo>
                  <a:pt x="115333" y="606"/>
                </a:lnTo>
                <a:lnTo>
                  <a:pt x="99187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48729" y="2562860"/>
            <a:ext cx="463930" cy="1329308"/>
          </a:xfrm>
          <a:custGeom>
            <a:avLst/>
            <a:gdLst/>
            <a:ahLst/>
            <a:cxnLst/>
            <a:rect l="l" t="t" r="r" b="b"/>
            <a:pathLst>
              <a:path w="463930" h="1329309">
                <a:moveTo>
                  <a:pt x="6096" y="0"/>
                </a:moveTo>
                <a:lnTo>
                  <a:pt x="3048" y="0"/>
                </a:lnTo>
                <a:lnTo>
                  <a:pt x="0" y="2286"/>
                </a:lnTo>
                <a:lnTo>
                  <a:pt x="1397" y="5714"/>
                </a:lnTo>
                <a:lnTo>
                  <a:pt x="23588" y="71691"/>
                </a:lnTo>
                <a:lnTo>
                  <a:pt x="45777" y="137678"/>
                </a:lnTo>
                <a:lnTo>
                  <a:pt x="67968" y="203675"/>
                </a:lnTo>
                <a:lnTo>
                  <a:pt x="90165" y="269677"/>
                </a:lnTo>
                <a:lnTo>
                  <a:pt x="112373" y="335684"/>
                </a:lnTo>
                <a:lnTo>
                  <a:pt x="134594" y="401693"/>
                </a:lnTo>
                <a:lnTo>
                  <a:pt x="156832" y="467702"/>
                </a:lnTo>
                <a:lnTo>
                  <a:pt x="179093" y="533707"/>
                </a:lnTo>
                <a:lnTo>
                  <a:pt x="201379" y="599708"/>
                </a:lnTo>
                <a:lnTo>
                  <a:pt x="223694" y="665702"/>
                </a:lnTo>
                <a:lnTo>
                  <a:pt x="246043" y="731686"/>
                </a:lnTo>
                <a:lnTo>
                  <a:pt x="268429" y="797658"/>
                </a:lnTo>
                <a:lnTo>
                  <a:pt x="290856" y="863616"/>
                </a:lnTo>
                <a:lnTo>
                  <a:pt x="313328" y="929558"/>
                </a:lnTo>
                <a:lnTo>
                  <a:pt x="335849" y="995481"/>
                </a:lnTo>
                <a:lnTo>
                  <a:pt x="358423" y="1061383"/>
                </a:lnTo>
                <a:lnTo>
                  <a:pt x="381054" y="1127262"/>
                </a:lnTo>
                <a:lnTo>
                  <a:pt x="403745" y="1193115"/>
                </a:lnTo>
                <a:lnTo>
                  <a:pt x="426501" y="1258941"/>
                </a:lnTo>
                <a:lnTo>
                  <a:pt x="449325" y="1324737"/>
                </a:lnTo>
                <a:lnTo>
                  <a:pt x="453136" y="1329308"/>
                </a:lnTo>
                <a:lnTo>
                  <a:pt x="455929" y="1329308"/>
                </a:lnTo>
                <a:lnTo>
                  <a:pt x="459994" y="1329308"/>
                </a:lnTo>
                <a:lnTo>
                  <a:pt x="463930" y="1326007"/>
                </a:lnTo>
                <a:lnTo>
                  <a:pt x="462279" y="1321053"/>
                </a:lnTo>
                <a:lnTo>
                  <a:pt x="440106" y="1255035"/>
                </a:lnTo>
                <a:lnTo>
                  <a:pt x="417861" y="1189032"/>
                </a:lnTo>
                <a:lnTo>
                  <a:pt x="395549" y="1123044"/>
                </a:lnTo>
                <a:lnTo>
                  <a:pt x="373174" y="1057071"/>
                </a:lnTo>
                <a:lnTo>
                  <a:pt x="350742" y="991111"/>
                </a:lnTo>
                <a:lnTo>
                  <a:pt x="328256" y="925164"/>
                </a:lnTo>
                <a:lnTo>
                  <a:pt x="305721" y="859228"/>
                </a:lnTo>
                <a:lnTo>
                  <a:pt x="283142" y="793302"/>
                </a:lnTo>
                <a:lnTo>
                  <a:pt x="260524" y="727386"/>
                </a:lnTo>
                <a:lnTo>
                  <a:pt x="237870" y="661479"/>
                </a:lnTo>
                <a:lnTo>
                  <a:pt x="215187" y="595579"/>
                </a:lnTo>
                <a:lnTo>
                  <a:pt x="192477" y="529686"/>
                </a:lnTo>
                <a:lnTo>
                  <a:pt x="169745" y="463799"/>
                </a:lnTo>
                <a:lnTo>
                  <a:pt x="146997" y="397916"/>
                </a:lnTo>
                <a:lnTo>
                  <a:pt x="124237" y="332037"/>
                </a:lnTo>
                <a:lnTo>
                  <a:pt x="101469" y="266161"/>
                </a:lnTo>
                <a:lnTo>
                  <a:pt x="78699" y="200287"/>
                </a:lnTo>
                <a:lnTo>
                  <a:pt x="55929" y="134414"/>
                </a:lnTo>
                <a:lnTo>
                  <a:pt x="33166" y="68541"/>
                </a:lnTo>
                <a:lnTo>
                  <a:pt x="10414" y="2666"/>
                </a:lnTo>
                <a:lnTo>
                  <a:pt x="9651" y="762"/>
                </a:lnTo>
                <a:lnTo>
                  <a:pt x="8000" y="0"/>
                </a:lnTo>
                <a:lnTo>
                  <a:pt x="609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038340" y="2351278"/>
            <a:ext cx="333628" cy="1539113"/>
          </a:xfrm>
          <a:custGeom>
            <a:avLst/>
            <a:gdLst/>
            <a:ahLst/>
            <a:cxnLst/>
            <a:rect l="l" t="t" r="r" b="b"/>
            <a:pathLst>
              <a:path w="333628" h="1539113">
                <a:moveTo>
                  <a:pt x="5587" y="0"/>
                </a:moveTo>
                <a:lnTo>
                  <a:pt x="2793" y="0"/>
                </a:lnTo>
                <a:lnTo>
                  <a:pt x="0" y="2286"/>
                </a:lnTo>
                <a:lnTo>
                  <a:pt x="761" y="5842"/>
                </a:lnTo>
                <a:lnTo>
                  <a:pt x="16545" y="82275"/>
                </a:lnTo>
                <a:lnTo>
                  <a:pt x="32315" y="158716"/>
                </a:lnTo>
                <a:lnTo>
                  <a:pt x="48076" y="235163"/>
                </a:lnTo>
                <a:lnTo>
                  <a:pt x="63834" y="311616"/>
                </a:lnTo>
                <a:lnTo>
                  <a:pt x="79593" y="388072"/>
                </a:lnTo>
                <a:lnTo>
                  <a:pt x="95358" y="464530"/>
                </a:lnTo>
                <a:lnTo>
                  <a:pt x="111136" y="540988"/>
                </a:lnTo>
                <a:lnTo>
                  <a:pt x="126930" y="617445"/>
                </a:lnTo>
                <a:lnTo>
                  <a:pt x="142747" y="693899"/>
                </a:lnTo>
                <a:lnTo>
                  <a:pt x="158591" y="770350"/>
                </a:lnTo>
                <a:lnTo>
                  <a:pt x="174467" y="846794"/>
                </a:lnTo>
                <a:lnTo>
                  <a:pt x="190381" y="923232"/>
                </a:lnTo>
                <a:lnTo>
                  <a:pt x="206337" y="999660"/>
                </a:lnTo>
                <a:lnTo>
                  <a:pt x="222341" y="1076078"/>
                </a:lnTo>
                <a:lnTo>
                  <a:pt x="238398" y="1152485"/>
                </a:lnTo>
                <a:lnTo>
                  <a:pt x="254514" y="1228878"/>
                </a:lnTo>
                <a:lnTo>
                  <a:pt x="270692" y="1305256"/>
                </a:lnTo>
                <a:lnTo>
                  <a:pt x="286939" y="1381618"/>
                </a:lnTo>
                <a:lnTo>
                  <a:pt x="303259" y="1457962"/>
                </a:lnTo>
                <a:lnTo>
                  <a:pt x="319658" y="1534287"/>
                </a:lnTo>
                <a:lnTo>
                  <a:pt x="320293" y="1537716"/>
                </a:lnTo>
                <a:lnTo>
                  <a:pt x="322706" y="1539113"/>
                </a:lnTo>
                <a:lnTo>
                  <a:pt x="325374" y="1539113"/>
                </a:lnTo>
                <a:lnTo>
                  <a:pt x="329310" y="1539113"/>
                </a:lnTo>
                <a:lnTo>
                  <a:pt x="333628" y="1535811"/>
                </a:lnTo>
                <a:lnTo>
                  <a:pt x="332612" y="1530604"/>
                </a:lnTo>
                <a:lnTo>
                  <a:pt x="316877" y="1454144"/>
                </a:lnTo>
                <a:lnTo>
                  <a:pt x="301069" y="1377699"/>
                </a:lnTo>
                <a:lnTo>
                  <a:pt x="285192" y="1301268"/>
                </a:lnTo>
                <a:lnTo>
                  <a:pt x="269253" y="1224849"/>
                </a:lnTo>
                <a:lnTo>
                  <a:pt x="253255" y="1148443"/>
                </a:lnTo>
                <a:lnTo>
                  <a:pt x="237205" y="1072047"/>
                </a:lnTo>
                <a:lnTo>
                  <a:pt x="221107" y="995661"/>
                </a:lnTo>
                <a:lnTo>
                  <a:pt x="204966" y="919284"/>
                </a:lnTo>
                <a:lnTo>
                  <a:pt x="188788" y="842916"/>
                </a:lnTo>
                <a:lnTo>
                  <a:pt x="172577" y="766556"/>
                </a:lnTo>
                <a:lnTo>
                  <a:pt x="156338" y="690202"/>
                </a:lnTo>
                <a:lnTo>
                  <a:pt x="140076" y="613853"/>
                </a:lnTo>
                <a:lnTo>
                  <a:pt x="123798" y="537510"/>
                </a:lnTo>
                <a:lnTo>
                  <a:pt x="107506" y="461171"/>
                </a:lnTo>
                <a:lnTo>
                  <a:pt x="91207" y="384835"/>
                </a:lnTo>
                <a:lnTo>
                  <a:pt x="74906" y="308502"/>
                </a:lnTo>
                <a:lnTo>
                  <a:pt x="58608" y="232170"/>
                </a:lnTo>
                <a:lnTo>
                  <a:pt x="42317" y="155839"/>
                </a:lnTo>
                <a:lnTo>
                  <a:pt x="26039" y="79507"/>
                </a:lnTo>
                <a:lnTo>
                  <a:pt x="9778" y="3175"/>
                </a:lnTo>
                <a:lnTo>
                  <a:pt x="9143" y="888"/>
                </a:lnTo>
                <a:lnTo>
                  <a:pt x="7365" y="0"/>
                </a:lnTo>
                <a:lnTo>
                  <a:pt x="558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97420" y="2092198"/>
            <a:ext cx="74549" cy="1799970"/>
          </a:xfrm>
          <a:custGeom>
            <a:avLst/>
            <a:gdLst/>
            <a:ahLst/>
            <a:cxnLst/>
            <a:rect l="l" t="t" r="r" b="b"/>
            <a:pathLst>
              <a:path w="74549" h="1799971">
                <a:moveTo>
                  <a:pt x="4572" y="0"/>
                </a:moveTo>
                <a:lnTo>
                  <a:pt x="2285" y="0"/>
                </a:lnTo>
                <a:lnTo>
                  <a:pt x="0" y="1397"/>
                </a:lnTo>
                <a:lnTo>
                  <a:pt x="0" y="4444"/>
                </a:lnTo>
                <a:lnTo>
                  <a:pt x="2850" y="93886"/>
                </a:lnTo>
                <a:lnTo>
                  <a:pt x="5691" y="183331"/>
                </a:lnTo>
                <a:lnTo>
                  <a:pt x="8526" y="272779"/>
                </a:lnTo>
                <a:lnTo>
                  <a:pt x="11361" y="362229"/>
                </a:lnTo>
                <a:lnTo>
                  <a:pt x="14202" y="451681"/>
                </a:lnTo>
                <a:lnTo>
                  <a:pt x="17052" y="541134"/>
                </a:lnTo>
                <a:lnTo>
                  <a:pt x="19917" y="630589"/>
                </a:lnTo>
                <a:lnTo>
                  <a:pt x="22803" y="720044"/>
                </a:lnTo>
                <a:lnTo>
                  <a:pt x="25713" y="809499"/>
                </a:lnTo>
                <a:lnTo>
                  <a:pt x="28654" y="898953"/>
                </a:lnTo>
                <a:lnTo>
                  <a:pt x="31630" y="988407"/>
                </a:lnTo>
                <a:lnTo>
                  <a:pt x="34646" y="1077859"/>
                </a:lnTo>
                <a:lnTo>
                  <a:pt x="37708" y="1167309"/>
                </a:lnTo>
                <a:lnTo>
                  <a:pt x="40820" y="1256757"/>
                </a:lnTo>
                <a:lnTo>
                  <a:pt x="43987" y="1346201"/>
                </a:lnTo>
                <a:lnTo>
                  <a:pt x="47215" y="1435643"/>
                </a:lnTo>
                <a:lnTo>
                  <a:pt x="50508" y="1525081"/>
                </a:lnTo>
                <a:lnTo>
                  <a:pt x="53873" y="1614514"/>
                </a:lnTo>
                <a:lnTo>
                  <a:pt x="57312" y="1703943"/>
                </a:lnTo>
                <a:lnTo>
                  <a:pt x="60832" y="1793366"/>
                </a:lnTo>
                <a:lnTo>
                  <a:pt x="64643" y="1799970"/>
                </a:lnTo>
                <a:lnTo>
                  <a:pt x="67945" y="1799970"/>
                </a:lnTo>
                <a:lnTo>
                  <a:pt x="71374" y="1799970"/>
                </a:lnTo>
                <a:lnTo>
                  <a:pt x="74549" y="1797684"/>
                </a:lnTo>
                <a:lnTo>
                  <a:pt x="74168" y="1793366"/>
                </a:lnTo>
                <a:lnTo>
                  <a:pt x="71364" y="1703891"/>
                </a:lnTo>
                <a:lnTo>
                  <a:pt x="68482" y="1614422"/>
                </a:lnTo>
                <a:lnTo>
                  <a:pt x="65527" y="1524957"/>
                </a:lnTo>
                <a:lnTo>
                  <a:pt x="62503" y="1435497"/>
                </a:lnTo>
                <a:lnTo>
                  <a:pt x="59416" y="1346041"/>
                </a:lnTo>
                <a:lnTo>
                  <a:pt x="56270" y="1256589"/>
                </a:lnTo>
                <a:lnTo>
                  <a:pt x="53072" y="1167140"/>
                </a:lnTo>
                <a:lnTo>
                  <a:pt x="49826" y="1077694"/>
                </a:lnTo>
                <a:lnTo>
                  <a:pt x="46537" y="988251"/>
                </a:lnTo>
                <a:lnTo>
                  <a:pt x="43211" y="898810"/>
                </a:lnTo>
                <a:lnTo>
                  <a:pt x="39853" y="809371"/>
                </a:lnTo>
                <a:lnTo>
                  <a:pt x="36467" y="719934"/>
                </a:lnTo>
                <a:lnTo>
                  <a:pt x="33059" y="630498"/>
                </a:lnTo>
                <a:lnTo>
                  <a:pt x="29634" y="541062"/>
                </a:lnTo>
                <a:lnTo>
                  <a:pt x="26197" y="451627"/>
                </a:lnTo>
                <a:lnTo>
                  <a:pt x="22754" y="362192"/>
                </a:lnTo>
                <a:lnTo>
                  <a:pt x="19309" y="272757"/>
                </a:lnTo>
                <a:lnTo>
                  <a:pt x="15868" y="183321"/>
                </a:lnTo>
                <a:lnTo>
                  <a:pt x="12435" y="93883"/>
                </a:lnTo>
                <a:lnTo>
                  <a:pt x="9016" y="4444"/>
                </a:lnTo>
                <a:lnTo>
                  <a:pt x="9016" y="1397"/>
                </a:lnTo>
                <a:lnTo>
                  <a:pt x="6730" y="0"/>
                </a:lnTo>
                <a:lnTo>
                  <a:pt x="4572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8380" y="1831339"/>
            <a:ext cx="343789" cy="2060702"/>
          </a:xfrm>
          <a:custGeom>
            <a:avLst/>
            <a:gdLst/>
            <a:ahLst/>
            <a:cxnLst/>
            <a:rect l="l" t="t" r="r" b="b"/>
            <a:pathLst>
              <a:path w="343789" h="2060702">
                <a:moveTo>
                  <a:pt x="337947" y="0"/>
                </a:moveTo>
                <a:lnTo>
                  <a:pt x="336169" y="0"/>
                </a:lnTo>
                <a:lnTo>
                  <a:pt x="334518" y="1015"/>
                </a:lnTo>
                <a:lnTo>
                  <a:pt x="334137" y="3301"/>
                </a:lnTo>
                <a:lnTo>
                  <a:pt x="317271" y="105715"/>
                </a:lnTo>
                <a:lnTo>
                  <a:pt x="300398" y="208131"/>
                </a:lnTo>
                <a:lnTo>
                  <a:pt x="283521" y="310550"/>
                </a:lnTo>
                <a:lnTo>
                  <a:pt x="266645" y="412971"/>
                </a:lnTo>
                <a:lnTo>
                  <a:pt x="249775" y="515395"/>
                </a:lnTo>
                <a:lnTo>
                  <a:pt x="232916" y="617823"/>
                </a:lnTo>
                <a:lnTo>
                  <a:pt x="216073" y="720254"/>
                </a:lnTo>
                <a:lnTo>
                  <a:pt x="199250" y="822689"/>
                </a:lnTo>
                <a:lnTo>
                  <a:pt x="182453" y="925129"/>
                </a:lnTo>
                <a:lnTo>
                  <a:pt x="165687" y="1027572"/>
                </a:lnTo>
                <a:lnTo>
                  <a:pt x="148956" y="1130021"/>
                </a:lnTo>
                <a:lnTo>
                  <a:pt x="132264" y="1232475"/>
                </a:lnTo>
                <a:lnTo>
                  <a:pt x="115618" y="1334934"/>
                </a:lnTo>
                <a:lnTo>
                  <a:pt x="99022" y="1437398"/>
                </a:lnTo>
                <a:lnTo>
                  <a:pt x="82480" y="1539869"/>
                </a:lnTo>
                <a:lnTo>
                  <a:pt x="65998" y="1642345"/>
                </a:lnTo>
                <a:lnTo>
                  <a:pt x="49580" y="1744828"/>
                </a:lnTo>
                <a:lnTo>
                  <a:pt x="33231" y="1847318"/>
                </a:lnTo>
                <a:lnTo>
                  <a:pt x="16957" y="1949815"/>
                </a:lnTo>
                <a:lnTo>
                  <a:pt x="762" y="2052320"/>
                </a:lnTo>
                <a:lnTo>
                  <a:pt x="0" y="2057400"/>
                </a:lnTo>
                <a:lnTo>
                  <a:pt x="4445" y="2060702"/>
                </a:lnTo>
                <a:lnTo>
                  <a:pt x="8254" y="2060702"/>
                </a:lnTo>
                <a:lnTo>
                  <a:pt x="10795" y="2060702"/>
                </a:lnTo>
                <a:lnTo>
                  <a:pt x="13080" y="2059305"/>
                </a:lnTo>
                <a:lnTo>
                  <a:pt x="13462" y="2056003"/>
                </a:lnTo>
                <a:lnTo>
                  <a:pt x="30379" y="1953617"/>
                </a:lnTo>
                <a:lnTo>
                  <a:pt x="47224" y="1851209"/>
                </a:lnTo>
                <a:lnTo>
                  <a:pt x="64002" y="1748782"/>
                </a:lnTo>
                <a:lnTo>
                  <a:pt x="80717" y="1646337"/>
                </a:lnTo>
                <a:lnTo>
                  <a:pt x="97373" y="1543875"/>
                </a:lnTo>
                <a:lnTo>
                  <a:pt x="113975" y="1441398"/>
                </a:lnTo>
                <a:lnTo>
                  <a:pt x="130527" y="1338907"/>
                </a:lnTo>
                <a:lnTo>
                  <a:pt x="147033" y="1236403"/>
                </a:lnTo>
                <a:lnTo>
                  <a:pt x="163498" y="1133890"/>
                </a:lnTo>
                <a:lnTo>
                  <a:pt x="179927" y="1031367"/>
                </a:lnTo>
                <a:lnTo>
                  <a:pt x="196323" y="928836"/>
                </a:lnTo>
                <a:lnTo>
                  <a:pt x="212691" y="826299"/>
                </a:lnTo>
                <a:lnTo>
                  <a:pt x="229035" y="723758"/>
                </a:lnTo>
                <a:lnTo>
                  <a:pt x="245361" y="621213"/>
                </a:lnTo>
                <a:lnTo>
                  <a:pt x="261671" y="518667"/>
                </a:lnTo>
                <a:lnTo>
                  <a:pt x="277971" y="416122"/>
                </a:lnTo>
                <a:lnTo>
                  <a:pt x="294265" y="313577"/>
                </a:lnTo>
                <a:lnTo>
                  <a:pt x="310557" y="211036"/>
                </a:lnTo>
                <a:lnTo>
                  <a:pt x="326852" y="108499"/>
                </a:lnTo>
                <a:lnTo>
                  <a:pt x="343153" y="5969"/>
                </a:lnTo>
                <a:lnTo>
                  <a:pt x="343789" y="2286"/>
                </a:lnTo>
                <a:lnTo>
                  <a:pt x="340741" y="0"/>
                </a:lnTo>
                <a:lnTo>
                  <a:pt x="33794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6729" y="1699260"/>
            <a:ext cx="790701" cy="2192782"/>
          </a:xfrm>
          <a:custGeom>
            <a:avLst/>
            <a:gdLst/>
            <a:ahLst/>
            <a:cxnLst/>
            <a:rect l="l" t="t" r="r" b="b"/>
            <a:pathLst>
              <a:path w="790701" h="2192782">
                <a:moveTo>
                  <a:pt x="785368" y="0"/>
                </a:moveTo>
                <a:lnTo>
                  <a:pt x="783590" y="0"/>
                </a:lnTo>
                <a:lnTo>
                  <a:pt x="781685" y="1015"/>
                </a:lnTo>
                <a:lnTo>
                  <a:pt x="780923" y="3175"/>
                </a:lnTo>
                <a:lnTo>
                  <a:pt x="741769" y="112194"/>
                </a:lnTo>
                <a:lnTo>
                  <a:pt x="702607" y="221208"/>
                </a:lnTo>
                <a:lnTo>
                  <a:pt x="663441" y="330218"/>
                </a:lnTo>
                <a:lnTo>
                  <a:pt x="624277" y="439225"/>
                </a:lnTo>
                <a:lnTo>
                  <a:pt x="585118" y="548233"/>
                </a:lnTo>
                <a:lnTo>
                  <a:pt x="545971" y="657241"/>
                </a:lnTo>
                <a:lnTo>
                  <a:pt x="506839" y="766253"/>
                </a:lnTo>
                <a:lnTo>
                  <a:pt x="467728" y="875270"/>
                </a:lnTo>
                <a:lnTo>
                  <a:pt x="428643" y="984294"/>
                </a:lnTo>
                <a:lnTo>
                  <a:pt x="389588" y="1093327"/>
                </a:lnTo>
                <a:lnTo>
                  <a:pt x="350568" y="1202370"/>
                </a:lnTo>
                <a:lnTo>
                  <a:pt x="311588" y="1311425"/>
                </a:lnTo>
                <a:lnTo>
                  <a:pt x="272654" y="1420494"/>
                </a:lnTo>
                <a:lnTo>
                  <a:pt x="233769" y="1529579"/>
                </a:lnTo>
                <a:lnTo>
                  <a:pt x="194939" y="1638682"/>
                </a:lnTo>
                <a:lnTo>
                  <a:pt x="156168" y="1747805"/>
                </a:lnTo>
                <a:lnTo>
                  <a:pt x="117462" y="1856949"/>
                </a:lnTo>
                <a:lnTo>
                  <a:pt x="78824" y="1966116"/>
                </a:lnTo>
                <a:lnTo>
                  <a:pt x="40262" y="2075308"/>
                </a:lnTo>
                <a:lnTo>
                  <a:pt x="1777" y="2184527"/>
                </a:lnTo>
                <a:lnTo>
                  <a:pt x="0" y="2189607"/>
                </a:lnTo>
                <a:lnTo>
                  <a:pt x="3937" y="2192782"/>
                </a:lnTo>
                <a:lnTo>
                  <a:pt x="8000" y="2192782"/>
                </a:lnTo>
                <a:lnTo>
                  <a:pt x="10668" y="2192782"/>
                </a:lnTo>
                <a:lnTo>
                  <a:pt x="13462" y="2191512"/>
                </a:lnTo>
                <a:lnTo>
                  <a:pt x="14477" y="2188210"/>
                </a:lnTo>
                <a:lnTo>
                  <a:pt x="53680" y="2079212"/>
                </a:lnTo>
                <a:lnTo>
                  <a:pt x="92806" y="1970192"/>
                </a:lnTo>
                <a:lnTo>
                  <a:pt x="131860" y="1861151"/>
                </a:lnTo>
                <a:lnTo>
                  <a:pt x="170847" y="1752089"/>
                </a:lnTo>
                <a:lnTo>
                  <a:pt x="209772" y="1643010"/>
                </a:lnTo>
                <a:lnTo>
                  <a:pt x="248639" y="1533915"/>
                </a:lnTo>
                <a:lnTo>
                  <a:pt x="287455" y="1424805"/>
                </a:lnTo>
                <a:lnTo>
                  <a:pt x="326223" y="1315683"/>
                </a:lnTo>
                <a:lnTo>
                  <a:pt x="364949" y="1206549"/>
                </a:lnTo>
                <a:lnTo>
                  <a:pt x="403637" y="1097407"/>
                </a:lnTo>
                <a:lnTo>
                  <a:pt x="442293" y="988256"/>
                </a:lnTo>
                <a:lnTo>
                  <a:pt x="480922" y="879100"/>
                </a:lnTo>
                <a:lnTo>
                  <a:pt x="519528" y="769939"/>
                </a:lnTo>
                <a:lnTo>
                  <a:pt x="558117" y="660776"/>
                </a:lnTo>
                <a:lnTo>
                  <a:pt x="596693" y="551612"/>
                </a:lnTo>
                <a:lnTo>
                  <a:pt x="635262" y="442449"/>
                </a:lnTo>
                <a:lnTo>
                  <a:pt x="673827" y="333289"/>
                </a:lnTo>
                <a:lnTo>
                  <a:pt x="712396" y="224133"/>
                </a:lnTo>
                <a:lnTo>
                  <a:pt x="750971" y="114983"/>
                </a:lnTo>
                <a:lnTo>
                  <a:pt x="789559" y="5841"/>
                </a:lnTo>
                <a:lnTo>
                  <a:pt x="790701" y="2159"/>
                </a:lnTo>
                <a:lnTo>
                  <a:pt x="788162" y="0"/>
                </a:lnTo>
                <a:lnTo>
                  <a:pt x="785368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351649" y="1656969"/>
            <a:ext cx="1281810" cy="2253741"/>
          </a:xfrm>
          <a:custGeom>
            <a:avLst/>
            <a:gdLst/>
            <a:ahLst/>
            <a:cxnLst/>
            <a:rect l="l" t="t" r="r" b="b"/>
            <a:pathLst>
              <a:path w="1281810" h="2253741">
                <a:moveTo>
                  <a:pt x="1275460" y="0"/>
                </a:moveTo>
                <a:lnTo>
                  <a:pt x="1274064" y="0"/>
                </a:lnTo>
                <a:lnTo>
                  <a:pt x="1272540" y="634"/>
                </a:lnTo>
                <a:lnTo>
                  <a:pt x="1271651" y="2539"/>
                </a:lnTo>
                <a:lnTo>
                  <a:pt x="1208037" y="114528"/>
                </a:lnTo>
                <a:lnTo>
                  <a:pt x="1144414" y="226507"/>
                </a:lnTo>
                <a:lnTo>
                  <a:pt x="1080787" y="338478"/>
                </a:lnTo>
                <a:lnTo>
                  <a:pt x="1017161" y="450444"/>
                </a:lnTo>
                <a:lnTo>
                  <a:pt x="953539" y="562409"/>
                </a:lnTo>
                <a:lnTo>
                  <a:pt x="889927" y="674375"/>
                </a:lnTo>
                <a:lnTo>
                  <a:pt x="826330" y="786346"/>
                </a:lnTo>
                <a:lnTo>
                  <a:pt x="762750" y="898324"/>
                </a:lnTo>
                <a:lnTo>
                  <a:pt x="699194" y="1010313"/>
                </a:lnTo>
                <a:lnTo>
                  <a:pt x="635666" y="1122314"/>
                </a:lnTo>
                <a:lnTo>
                  <a:pt x="572171" y="1234332"/>
                </a:lnTo>
                <a:lnTo>
                  <a:pt x="508712" y="1346369"/>
                </a:lnTo>
                <a:lnTo>
                  <a:pt x="445294" y="1458428"/>
                </a:lnTo>
                <a:lnTo>
                  <a:pt x="381923" y="1570512"/>
                </a:lnTo>
                <a:lnTo>
                  <a:pt x="318603" y="1682624"/>
                </a:lnTo>
                <a:lnTo>
                  <a:pt x="255338" y="1794768"/>
                </a:lnTo>
                <a:lnTo>
                  <a:pt x="192132" y="1906945"/>
                </a:lnTo>
                <a:lnTo>
                  <a:pt x="128991" y="2019158"/>
                </a:lnTo>
                <a:lnTo>
                  <a:pt x="65919" y="2131412"/>
                </a:lnTo>
                <a:lnTo>
                  <a:pt x="2921" y="2243708"/>
                </a:lnTo>
                <a:lnTo>
                  <a:pt x="0" y="2248916"/>
                </a:lnTo>
                <a:lnTo>
                  <a:pt x="4445" y="2253741"/>
                </a:lnTo>
                <a:lnTo>
                  <a:pt x="8890" y="2253741"/>
                </a:lnTo>
                <a:lnTo>
                  <a:pt x="10922" y="2253741"/>
                </a:lnTo>
                <a:lnTo>
                  <a:pt x="78001" y="2138390"/>
                </a:lnTo>
                <a:lnTo>
                  <a:pt x="141587" y="2026425"/>
                </a:lnTo>
                <a:lnTo>
                  <a:pt x="205113" y="1914420"/>
                </a:lnTo>
                <a:lnTo>
                  <a:pt x="268583" y="1802377"/>
                </a:lnTo>
                <a:lnTo>
                  <a:pt x="332001" y="1690300"/>
                </a:lnTo>
                <a:lnTo>
                  <a:pt x="395372" y="1578191"/>
                </a:lnTo>
                <a:lnTo>
                  <a:pt x="458699" y="1466052"/>
                </a:lnTo>
                <a:lnTo>
                  <a:pt x="521987" y="1353888"/>
                </a:lnTo>
                <a:lnTo>
                  <a:pt x="585240" y="1241699"/>
                </a:lnTo>
                <a:lnTo>
                  <a:pt x="648461" y="1129490"/>
                </a:lnTo>
                <a:lnTo>
                  <a:pt x="711657" y="1017262"/>
                </a:lnTo>
                <a:lnTo>
                  <a:pt x="774830" y="905020"/>
                </a:lnTo>
                <a:lnTo>
                  <a:pt x="837984" y="792765"/>
                </a:lnTo>
                <a:lnTo>
                  <a:pt x="901124" y="680499"/>
                </a:lnTo>
                <a:lnTo>
                  <a:pt x="964255" y="568227"/>
                </a:lnTo>
                <a:lnTo>
                  <a:pt x="1027380" y="455951"/>
                </a:lnTo>
                <a:lnTo>
                  <a:pt x="1090503" y="343673"/>
                </a:lnTo>
                <a:lnTo>
                  <a:pt x="1153629" y="231396"/>
                </a:lnTo>
                <a:lnTo>
                  <a:pt x="1216762" y="119123"/>
                </a:lnTo>
                <a:lnTo>
                  <a:pt x="1279905" y="6857"/>
                </a:lnTo>
                <a:lnTo>
                  <a:pt x="1281810" y="3428"/>
                </a:lnTo>
                <a:lnTo>
                  <a:pt x="1278635" y="0"/>
                </a:lnTo>
                <a:lnTo>
                  <a:pt x="1275460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40220" y="2556129"/>
            <a:ext cx="264159" cy="181101"/>
          </a:xfrm>
          <a:custGeom>
            <a:avLst/>
            <a:gdLst/>
            <a:ahLst/>
            <a:cxnLst/>
            <a:rect l="l" t="t" r="r" b="b"/>
            <a:pathLst>
              <a:path w="264159" h="181101">
                <a:moveTo>
                  <a:pt x="3682" y="0"/>
                </a:moveTo>
                <a:lnTo>
                  <a:pt x="888" y="0"/>
                </a:lnTo>
                <a:lnTo>
                  <a:pt x="0" y="4825"/>
                </a:lnTo>
                <a:lnTo>
                  <a:pt x="3175" y="5969"/>
                </a:lnTo>
                <a:lnTo>
                  <a:pt x="17940" y="10874"/>
                </a:lnTo>
                <a:lnTo>
                  <a:pt x="32442" y="16111"/>
                </a:lnTo>
                <a:lnTo>
                  <a:pt x="46675" y="21687"/>
                </a:lnTo>
                <a:lnTo>
                  <a:pt x="60635" y="27611"/>
                </a:lnTo>
                <a:lnTo>
                  <a:pt x="74320" y="33893"/>
                </a:lnTo>
                <a:lnTo>
                  <a:pt x="87726" y="40540"/>
                </a:lnTo>
                <a:lnTo>
                  <a:pt x="100848" y="47561"/>
                </a:lnTo>
                <a:lnTo>
                  <a:pt x="113683" y="54966"/>
                </a:lnTo>
                <a:lnTo>
                  <a:pt x="126227" y="62763"/>
                </a:lnTo>
                <a:lnTo>
                  <a:pt x="138477" y="70961"/>
                </a:lnTo>
                <a:lnTo>
                  <a:pt x="150429" y="79568"/>
                </a:lnTo>
                <a:lnTo>
                  <a:pt x="162079" y="88594"/>
                </a:lnTo>
                <a:lnTo>
                  <a:pt x="173423" y="98046"/>
                </a:lnTo>
                <a:lnTo>
                  <a:pt x="184458" y="107935"/>
                </a:lnTo>
                <a:lnTo>
                  <a:pt x="195181" y="118268"/>
                </a:lnTo>
                <a:lnTo>
                  <a:pt x="205586" y="129055"/>
                </a:lnTo>
                <a:lnTo>
                  <a:pt x="215671" y="140304"/>
                </a:lnTo>
                <a:lnTo>
                  <a:pt x="225432" y="152023"/>
                </a:lnTo>
                <a:lnTo>
                  <a:pt x="234865" y="164223"/>
                </a:lnTo>
                <a:lnTo>
                  <a:pt x="243966" y="176911"/>
                </a:lnTo>
                <a:lnTo>
                  <a:pt x="245999" y="179959"/>
                </a:lnTo>
                <a:lnTo>
                  <a:pt x="248793" y="181101"/>
                </a:lnTo>
                <a:lnTo>
                  <a:pt x="251586" y="181101"/>
                </a:lnTo>
                <a:lnTo>
                  <a:pt x="257936" y="181101"/>
                </a:lnTo>
                <a:lnTo>
                  <a:pt x="264159" y="174625"/>
                </a:lnTo>
                <a:lnTo>
                  <a:pt x="251123" y="154282"/>
                </a:lnTo>
                <a:lnTo>
                  <a:pt x="241903" y="141518"/>
                </a:lnTo>
                <a:lnTo>
                  <a:pt x="232088" y="129337"/>
                </a:lnTo>
                <a:lnTo>
                  <a:pt x="221710" y="117727"/>
                </a:lnTo>
                <a:lnTo>
                  <a:pt x="210800" y="106678"/>
                </a:lnTo>
                <a:lnTo>
                  <a:pt x="199389" y="96176"/>
                </a:lnTo>
                <a:lnTo>
                  <a:pt x="187511" y="86211"/>
                </a:lnTo>
                <a:lnTo>
                  <a:pt x="175195" y="76770"/>
                </a:lnTo>
                <a:lnTo>
                  <a:pt x="162476" y="67844"/>
                </a:lnTo>
                <a:lnTo>
                  <a:pt x="149383" y="59420"/>
                </a:lnTo>
                <a:lnTo>
                  <a:pt x="135950" y="51486"/>
                </a:lnTo>
                <a:lnTo>
                  <a:pt x="122207" y="44031"/>
                </a:lnTo>
                <a:lnTo>
                  <a:pt x="108187" y="37044"/>
                </a:lnTo>
                <a:lnTo>
                  <a:pt x="93921" y="30512"/>
                </a:lnTo>
                <a:lnTo>
                  <a:pt x="79442" y="24425"/>
                </a:lnTo>
                <a:lnTo>
                  <a:pt x="64781" y="18771"/>
                </a:lnTo>
                <a:lnTo>
                  <a:pt x="49969" y="13538"/>
                </a:lnTo>
                <a:lnTo>
                  <a:pt x="35040" y="8716"/>
                </a:lnTo>
                <a:lnTo>
                  <a:pt x="20023" y="4291"/>
                </a:lnTo>
                <a:lnTo>
                  <a:pt x="4952" y="254"/>
                </a:lnTo>
                <a:lnTo>
                  <a:pt x="4445" y="126"/>
                </a:lnTo>
                <a:lnTo>
                  <a:pt x="4063" y="0"/>
                </a:lnTo>
                <a:lnTo>
                  <a:pt x="3682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66889" y="1841500"/>
            <a:ext cx="1871090" cy="2040382"/>
          </a:xfrm>
          <a:custGeom>
            <a:avLst/>
            <a:gdLst/>
            <a:ahLst/>
            <a:cxnLst/>
            <a:rect l="l" t="t" r="r" b="b"/>
            <a:pathLst>
              <a:path w="1871090" h="2040381">
                <a:moveTo>
                  <a:pt x="1860168" y="0"/>
                </a:moveTo>
                <a:lnTo>
                  <a:pt x="1859152" y="0"/>
                </a:lnTo>
                <a:lnTo>
                  <a:pt x="1858009" y="253"/>
                </a:lnTo>
                <a:lnTo>
                  <a:pt x="1798621" y="28454"/>
                </a:lnTo>
                <a:lnTo>
                  <a:pt x="1741694" y="58688"/>
                </a:lnTo>
                <a:lnTo>
                  <a:pt x="1685980" y="91175"/>
                </a:lnTo>
                <a:lnTo>
                  <a:pt x="1631373" y="125630"/>
                </a:lnTo>
                <a:lnTo>
                  <a:pt x="1577768" y="161766"/>
                </a:lnTo>
                <a:lnTo>
                  <a:pt x="1525058" y="199296"/>
                </a:lnTo>
                <a:lnTo>
                  <a:pt x="1473138" y="237934"/>
                </a:lnTo>
                <a:lnTo>
                  <a:pt x="1421901" y="277394"/>
                </a:lnTo>
                <a:lnTo>
                  <a:pt x="1371241" y="317389"/>
                </a:lnTo>
                <a:lnTo>
                  <a:pt x="1321053" y="357632"/>
                </a:lnTo>
                <a:lnTo>
                  <a:pt x="1267805" y="400795"/>
                </a:lnTo>
                <a:lnTo>
                  <a:pt x="1215103" y="444288"/>
                </a:lnTo>
                <a:lnTo>
                  <a:pt x="1163038" y="488272"/>
                </a:lnTo>
                <a:lnTo>
                  <a:pt x="1111701" y="532908"/>
                </a:lnTo>
                <a:lnTo>
                  <a:pt x="1061180" y="578358"/>
                </a:lnTo>
                <a:lnTo>
                  <a:pt x="1011566" y="624783"/>
                </a:lnTo>
                <a:lnTo>
                  <a:pt x="962948" y="672345"/>
                </a:lnTo>
                <a:lnTo>
                  <a:pt x="915418" y="721205"/>
                </a:lnTo>
                <a:lnTo>
                  <a:pt x="869063" y="771526"/>
                </a:lnTo>
                <a:lnTo>
                  <a:pt x="823976" y="823467"/>
                </a:lnTo>
                <a:lnTo>
                  <a:pt x="778600" y="878932"/>
                </a:lnTo>
                <a:lnTo>
                  <a:pt x="734182" y="935241"/>
                </a:lnTo>
                <a:lnTo>
                  <a:pt x="690665" y="992316"/>
                </a:lnTo>
                <a:lnTo>
                  <a:pt x="647992" y="1050080"/>
                </a:lnTo>
                <a:lnTo>
                  <a:pt x="606107" y="1108456"/>
                </a:lnTo>
                <a:lnTo>
                  <a:pt x="564953" y="1167364"/>
                </a:lnTo>
                <a:lnTo>
                  <a:pt x="524475" y="1226729"/>
                </a:lnTo>
                <a:lnTo>
                  <a:pt x="484615" y="1286471"/>
                </a:lnTo>
                <a:lnTo>
                  <a:pt x="445318" y="1346513"/>
                </a:lnTo>
                <a:lnTo>
                  <a:pt x="406526" y="1406778"/>
                </a:lnTo>
                <a:lnTo>
                  <a:pt x="384694" y="1441046"/>
                </a:lnTo>
                <a:lnTo>
                  <a:pt x="362913" y="1475334"/>
                </a:lnTo>
                <a:lnTo>
                  <a:pt x="352032" y="1492480"/>
                </a:lnTo>
                <a:lnTo>
                  <a:pt x="341151" y="1509623"/>
                </a:lnTo>
                <a:lnTo>
                  <a:pt x="330268" y="1526763"/>
                </a:lnTo>
                <a:lnTo>
                  <a:pt x="319378" y="1543896"/>
                </a:lnTo>
                <a:lnTo>
                  <a:pt x="308477" y="1561020"/>
                </a:lnTo>
                <a:lnTo>
                  <a:pt x="297560" y="1578133"/>
                </a:lnTo>
                <a:lnTo>
                  <a:pt x="286625" y="1595233"/>
                </a:lnTo>
                <a:lnTo>
                  <a:pt x="275667" y="1612317"/>
                </a:lnTo>
                <a:lnTo>
                  <a:pt x="264681" y="1629384"/>
                </a:lnTo>
                <a:lnTo>
                  <a:pt x="253665" y="1646430"/>
                </a:lnTo>
                <a:lnTo>
                  <a:pt x="242613" y="1663453"/>
                </a:lnTo>
                <a:lnTo>
                  <a:pt x="231523" y="1680452"/>
                </a:lnTo>
                <a:lnTo>
                  <a:pt x="220389" y="1697424"/>
                </a:lnTo>
                <a:lnTo>
                  <a:pt x="209208" y="1714367"/>
                </a:lnTo>
                <a:lnTo>
                  <a:pt x="197976" y="1731278"/>
                </a:lnTo>
                <a:lnTo>
                  <a:pt x="186689" y="1748154"/>
                </a:lnTo>
                <a:lnTo>
                  <a:pt x="176901" y="1762505"/>
                </a:lnTo>
                <a:lnTo>
                  <a:pt x="166985" y="1776766"/>
                </a:lnTo>
                <a:lnTo>
                  <a:pt x="156971" y="1790957"/>
                </a:lnTo>
                <a:lnTo>
                  <a:pt x="146889" y="1805097"/>
                </a:lnTo>
                <a:lnTo>
                  <a:pt x="136767" y="1819205"/>
                </a:lnTo>
                <a:lnTo>
                  <a:pt x="126634" y="1833300"/>
                </a:lnTo>
                <a:lnTo>
                  <a:pt x="116520" y="1847401"/>
                </a:lnTo>
                <a:lnTo>
                  <a:pt x="106454" y="1861528"/>
                </a:lnTo>
                <a:lnTo>
                  <a:pt x="96465" y="1875699"/>
                </a:lnTo>
                <a:lnTo>
                  <a:pt x="86582" y="1889934"/>
                </a:lnTo>
                <a:lnTo>
                  <a:pt x="76834" y="1904252"/>
                </a:lnTo>
                <a:lnTo>
                  <a:pt x="67251" y="1918672"/>
                </a:lnTo>
                <a:lnTo>
                  <a:pt x="57861" y="1933213"/>
                </a:lnTo>
                <a:lnTo>
                  <a:pt x="48694" y="1947894"/>
                </a:lnTo>
                <a:lnTo>
                  <a:pt x="39778" y="1962735"/>
                </a:lnTo>
                <a:lnTo>
                  <a:pt x="31144" y="1977754"/>
                </a:lnTo>
                <a:lnTo>
                  <a:pt x="22820" y="1992971"/>
                </a:lnTo>
                <a:lnTo>
                  <a:pt x="14835" y="2008405"/>
                </a:lnTo>
                <a:lnTo>
                  <a:pt x="7218" y="2024075"/>
                </a:lnTo>
                <a:lnTo>
                  <a:pt x="0" y="2040001"/>
                </a:lnTo>
                <a:lnTo>
                  <a:pt x="380" y="2040001"/>
                </a:lnTo>
                <a:lnTo>
                  <a:pt x="1015" y="2040382"/>
                </a:lnTo>
                <a:lnTo>
                  <a:pt x="1396" y="2040382"/>
                </a:lnTo>
                <a:lnTo>
                  <a:pt x="1650" y="2040382"/>
                </a:lnTo>
                <a:lnTo>
                  <a:pt x="1904" y="2040382"/>
                </a:lnTo>
                <a:lnTo>
                  <a:pt x="1904" y="2040001"/>
                </a:lnTo>
                <a:lnTo>
                  <a:pt x="9158" y="2025208"/>
                </a:lnTo>
                <a:lnTo>
                  <a:pt x="16766" y="2010651"/>
                </a:lnTo>
                <a:lnTo>
                  <a:pt x="24703" y="1996313"/>
                </a:lnTo>
                <a:lnTo>
                  <a:pt x="32941" y="1982175"/>
                </a:lnTo>
                <a:lnTo>
                  <a:pt x="41455" y="1968220"/>
                </a:lnTo>
                <a:lnTo>
                  <a:pt x="50218" y="1954430"/>
                </a:lnTo>
                <a:lnTo>
                  <a:pt x="59204" y="1940788"/>
                </a:lnTo>
                <a:lnTo>
                  <a:pt x="68385" y="1927275"/>
                </a:lnTo>
                <a:lnTo>
                  <a:pt x="77737" y="1913875"/>
                </a:lnTo>
                <a:lnTo>
                  <a:pt x="87233" y="1900570"/>
                </a:lnTo>
                <a:lnTo>
                  <a:pt x="96845" y="1887342"/>
                </a:lnTo>
                <a:lnTo>
                  <a:pt x="106548" y="1874174"/>
                </a:lnTo>
                <a:lnTo>
                  <a:pt x="116316" y="1861048"/>
                </a:lnTo>
                <a:lnTo>
                  <a:pt x="126122" y="1847945"/>
                </a:lnTo>
                <a:lnTo>
                  <a:pt x="135939" y="1834850"/>
                </a:lnTo>
                <a:lnTo>
                  <a:pt x="145742" y="1821743"/>
                </a:lnTo>
                <a:lnTo>
                  <a:pt x="155503" y="1808608"/>
                </a:lnTo>
                <a:lnTo>
                  <a:pt x="165197" y="1795427"/>
                </a:lnTo>
                <a:lnTo>
                  <a:pt x="174797" y="1782182"/>
                </a:lnTo>
                <a:lnTo>
                  <a:pt x="184276" y="1768856"/>
                </a:lnTo>
                <a:lnTo>
                  <a:pt x="195218" y="1753410"/>
                </a:lnTo>
                <a:lnTo>
                  <a:pt x="206062" y="1737897"/>
                </a:lnTo>
                <a:lnTo>
                  <a:pt x="216816" y="1722323"/>
                </a:lnTo>
                <a:lnTo>
                  <a:pt x="227484" y="1706692"/>
                </a:lnTo>
                <a:lnTo>
                  <a:pt x="238073" y="1691006"/>
                </a:lnTo>
                <a:lnTo>
                  <a:pt x="248589" y="1675272"/>
                </a:lnTo>
                <a:lnTo>
                  <a:pt x="259037" y="1659493"/>
                </a:lnTo>
                <a:lnTo>
                  <a:pt x="269423" y="1643674"/>
                </a:lnTo>
                <a:lnTo>
                  <a:pt x="279754" y="1627819"/>
                </a:lnTo>
                <a:lnTo>
                  <a:pt x="290036" y="1611931"/>
                </a:lnTo>
                <a:lnTo>
                  <a:pt x="300273" y="1596016"/>
                </a:lnTo>
                <a:lnTo>
                  <a:pt x="310473" y="1580078"/>
                </a:lnTo>
                <a:lnTo>
                  <a:pt x="320640" y="1564120"/>
                </a:lnTo>
                <a:lnTo>
                  <a:pt x="330782" y="1548148"/>
                </a:lnTo>
                <a:lnTo>
                  <a:pt x="340903" y="1532165"/>
                </a:lnTo>
                <a:lnTo>
                  <a:pt x="351010" y="1516176"/>
                </a:lnTo>
                <a:lnTo>
                  <a:pt x="361109" y="1500185"/>
                </a:lnTo>
                <a:lnTo>
                  <a:pt x="371205" y="1484197"/>
                </a:lnTo>
                <a:lnTo>
                  <a:pt x="381305" y="1468215"/>
                </a:lnTo>
                <a:lnTo>
                  <a:pt x="411415" y="1421109"/>
                </a:lnTo>
                <a:lnTo>
                  <a:pt x="451773" y="1359042"/>
                </a:lnTo>
                <a:lnTo>
                  <a:pt x="492644" y="1297291"/>
                </a:lnTo>
                <a:lnTo>
                  <a:pt x="534076" y="1235906"/>
                </a:lnTo>
                <a:lnTo>
                  <a:pt x="576114" y="1174943"/>
                </a:lnTo>
                <a:lnTo>
                  <a:pt x="618807" y="1114451"/>
                </a:lnTo>
                <a:lnTo>
                  <a:pt x="662202" y="1054486"/>
                </a:lnTo>
                <a:lnTo>
                  <a:pt x="706346" y="995098"/>
                </a:lnTo>
                <a:lnTo>
                  <a:pt x="751286" y="936341"/>
                </a:lnTo>
                <a:lnTo>
                  <a:pt x="797070" y="878267"/>
                </a:lnTo>
                <a:lnTo>
                  <a:pt x="841725" y="823727"/>
                </a:lnTo>
                <a:lnTo>
                  <a:pt x="885587" y="773477"/>
                </a:lnTo>
                <a:lnTo>
                  <a:pt x="930701" y="724814"/>
                </a:lnTo>
                <a:lnTo>
                  <a:pt x="976972" y="677563"/>
                </a:lnTo>
                <a:lnTo>
                  <a:pt x="1024303" y="631548"/>
                </a:lnTo>
                <a:lnTo>
                  <a:pt x="1072600" y="586592"/>
                </a:lnTo>
                <a:lnTo>
                  <a:pt x="1121768" y="542520"/>
                </a:lnTo>
                <a:lnTo>
                  <a:pt x="1171711" y="499155"/>
                </a:lnTo>
                <a:lnTo>
                  <a:pt x="1222335" y="456322"/>
                </a:lnTo>
                <a:lnTo>
                  <a:pt x="1273543" y="413844"/>
                </a:lnTo>
                <a:lnTo>
                  <a:pt x="1325559" y="371298"/>
                </a:lnTo>
                <a:lnTo>
                  <a:pt x="1378439" y="328583"/>
                </a:lnTo>
                <a:lnTo>
                  <a:pt x="1431976" y="286218"/>
                </a:lnTo>
                <a:lnTo>
                  <a:pt x="1486264" y="244530"/>
                </a:lnTo>
                <a:lnTo>
                  <a:pt x="1541396" y="203850"/>
                </a:lnTo>
                <a:lnTo>
                  <a:pt x="1597464" y="164507"/>
                </a:lnTo>
                <a:lnTo>
                  <a:pt x="1654561" y="126829"/>
                </a:lnTo>
                <a:lnTo>
                  <a:pt x="1712781" y="91146"/>
                </a:lnTo>
                <a:lnTo>
                  <a:pt x="1772216" y="57787"/>
                </a:lnTo>
                <a:lnTo>
                  <a:pt x="1832960" y="27081"/>
                </a:lnTo>
                <a:lnTo>
                  <a:pt x="1871090" y="9651"/>
                </a:lnTo>
                <a:lnTo>
                  <a:pt x="1866900" y="0"/>
                </a:lnTo>
                <a:lnTo>
                  <a:pt x="1860168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58380" y="1934590"/>
            <a:ext cx="2067560" cy="1969389"/>
          </a:xfrm>
          <a:custGeom>
            <a:avLst/>
            <a:gdLst/>
            <a:ahLst/>
            <a:cxnLst/>
            <a:rect l="l" t="t" r="r" b="b"/>
            <a:pathLst>
              <a:path w="2067560" h="1969389">
                <a:moveTo>
                  <a:pt x="2059051" y="0"/>
                </a:moveTo>
                <a:lnTo>
                  <a:pt x="2058289" y="0"/>
                </a:lnTo>
                <a:lnTo>
                  <a:pt x="2057400" y="254"/>
                </a:lnTo>
                <a:lnTo>
                  <a:pt x="2056384" y="635"/>
                </a:lnTo>
                <a:lnTo>
                  <a:pt x="2025046" y="12274"/>
                </a:lnTo>
                <a:lnTo>
                  <a:pt x="1963257" y="37618"/>
                </a:lnTo>
                <a:lnTo>
                  <a:pt x="1902581" y="65480"/>
                </a:lnTo>
                <a:lnTo>
                  <a:pt x="1842934" y="95579"/>
                </a:lnTo>
                <a:lnTo>
                  <a:pt x="1784237" y="127632"/>
                </a:lnTo>
                <a:lnTo>
                  <a:pt x="1726407" y="161358"/>
                </a:lnTo>
                <a:lnTo>
                  <a:pt x="1669364" y="196474"/>
                </a:lnTo>
                <a:lnTo>
                  <a:pt x="1613025" y="232699"/>
                </a:lnTo>
                <a:lnTo>
                  <a:pt x="1557308" y="269751"/>
                </a:lnTo>
                <a:lnTo>
                  <a:pt x="1502133" y="307348"/>
                </a:lnTo>
                <a:lnTo>
                  <a:pt x="1445476" y="346460"/>
                </a:lnTo>
                <a:lnTo>
                  <a:pt x="1387327" y="387072"/>
                </a:lnTo>
                <a:lnTo>
                  <a:pt x="1329721" y="428130"/>
                </a:lnTo>
                <a:lnTo>
                  <a:pt x="1272755" y="469827"/>
                </a:lnTo>
                <a:lnTo>
                  <a:pt x="1216527" y="512353"/>
                </a:lnTo>
                <a:lnTo>
                  <a:pt x="1161133" y="555900"/>
                </a:lnTo>
                <a:lnTo>
                  <a:pt x="1106673" y="600658"/>
                </a:lnTo>
                <a:lnTo>
                  <a:pt x="1053242" y="646820"/>
                </a:lnTo>
                <a:lnTo>
                  <a:pt x="1000940" y="694577"/>
                </a:lnTo>
                <a:lnTo>
                  <a:pt x="949862" y="744119"/>
                </a:lnTo>
                <a:lnTo>
                  <a:pt x="899495" y="796166"/>
                </a:lnTo>
                <a:lnTo>
                  <a:pt x="849627" y="850084"/>
                </a:lnTo>
                <a:lnTo>
                  <a:pt x="800735" y="905013"/>
                </a:lnTo>
                <a:lnTo>
                  <a:pt x="752756" y="960854"/>
                </a:lnTo>
                <a:lnTo>
                  <a:pt x="705632" y="1017503"/>
                </a:lnTo>
                <a:lnTo>
                  <a:pt x="659300" y="1074858"/>
                </a:lnTo>
                <a:lnTo>
                  <a:pt x="613699" y="1132818"/>
                </a:lnTo>
                <a:lnTo>
                  <a:pt x="568769" y="1191279"/>
                </a:lnTo>
                <a:lnTo>
                  <a:pt x="524449" y="1250141"/>
                </a:lnTo>
                <a:lnTo>
                  <a:pt x="480677" y="1309301"/>
                </a:lnTo>
                <a:lnTo>
                  <a:pt x="447214" y="1355179"/>
                </a:lnTo>
                <a:lnTo>
                  <a:pt x="423737" y="1387653"/>
                </a:lnTo>
                <a:lnTo>
                  <a:pt x="400300" y="1420157"/>
                </a:lnTo>
                <a:lnTo>
                  <a:pt x="388587" y="1436415"/>
                </a:lnTo>
                <a:lnTo>
                  <a:pt x="376874" y="1452673"/>
                </a:lnTo>
                <a:lnTo>
                  <a:pt x="365156" y="1468929"/>
                </a:lnTo>
                <a:lnTo>
                  <a:pt x="353430" y="1485181"/>
                </a:lnTo>
                <a:lnTo>
                  <a:pt x="341693" y="1501425"/>
                </a:lnTo>
                <a:lnTo>
                  <a:pt x="329940" y="1517660"/>
                </a:lnTo>
                <a:lnTo>
                  <a:pt x="318169" y="1533883"/>
                </a:lnTo>
                <a:lnTo>
                  <a:pt x="306375" y="1550092"/>
                </a:lnTo>
                <a:lnTo>
                  <a:pt x="294555" y="1566283"/>
                </a:lnTo>
                <a:lnTo>
                  <a:pt x="282705" y="1582455"/>
                </a:lnTo>
                <a:lnTo>
                  <a:pt x="270822" y="1598605"/>
                </a:lnTo>
                <a:lnTo>
                  <a:pt x="258902" y="1614731"/>
                </a:lnTo>
                <a:lnTo>
                  <a:pt x="246942" y="1630830"/>
                </a:lnTo>
                <a:lnTo>
                  <a:pt x="234937" y="1646900"/>
                </a:lnTo>
                <a:lnTo>
                  <a:pt x="222885" y="1662938"/>
                </a:lnTo>
                <a:lnTo>
                  <a:pt x="211322" y="1677919"/>
                </a:lnTo>
                <a:lnTo>
                  <a:pt x="199595" y="1692780"/>
                </a:lnTo>
                <a:lnTo>
                  <a:pt x="187739" y="1707546"/>
                </a:lnTo>
                <a:lnTo>
                  <a:pt x="175788" y="1722242"/>
                </a:lnTo>
                <a:lnTo>
                  <a:pt x="163778" y="1736893"/>
                </a:lnTo>
                <a:lnTo>
                  <a:pt x="151744" y="1751523"/>
                </a:lnTo>
                <a:lnTo>
                  <a:pt x="139722" y="1766158"/>
                </a:lnTo>
                <a:lnTo>
                  <a:pt x="127746" y="1780822"/>
                </a:lnTo>
                <a:lnTo>
                  <a:pt x="115853" y="1795540"/>
                </a:lnTo>
                <a:lnTo>
                  <a:pt x="104076" y="1810337"/>
                </a:lnTo>
                <a:lnTo>
                  <a:pt x="92452" y="1825238"/>
                </a:lnTo>
                <a:lnTo>
                  <a:pt x="81015" y="1840267"/>
                </a:lnTo>
                <a:lnTo>
                  <a:pt x="69802" y="1855450"/>
                </a:lnTo>
                <a:lnTo>
                  <a:pt x="58846" y="1870811"/>
                </a:lnTo>
                <a:lnTo>
                  <a:pt x="48184" y="1886376"/>
                </a:lnTo>
                <a:lnTo>
                  <a:pt x="37851" y="1902169"/>
                </a:lnTo>
                <a:lnTo>
                  <a:pt x="27881" y="1918215"/>
                </a:lnTo>
                <a:lnTo>
                  <a:pt x="18310" y="1934538"/>
                </a:lnTo>
                <a:lnTo>
                  <a:pt x="9174" y="1951165"/>
                </a:lnTo>
                <a:lnTo>
                  <a:pt x="508" y="1968119"/>
                </a:lnTo>
                <a:lnTo>
                  <a:pt x="0" y="1968881"/>
                </a:lnTo>
                <a:lnTo>
                  <a:pt x="508" y="1969389"/>
                </a:lnTo>
                <a:lnTo>
                  <a:pt x="1016" y="1969389"/>
                </a:lnTo>
                <a:lnTo>
                  <a:pt x="1270" y="1969389"/>
                </a:lnTo>
                <a:lnTo>
                  <a:pt x="1397" y="1969262"/>
                </a:lnTo>
                <a:lnTo>
                  <a:pt x="10195" y="1953489"/>
                </a:lnTo>
                <a:lnTo>
                  <a:pt x="19271" y="1938160"/>
                </a:lnTo>
                <a:lnTo>
                  <a:pt x="28721" y="1923123"/>
                </a:lnTo>
                <a:lnTo>
                  <a:pt x="38515" y="1908351"/>
                </a:lnTo>
                <a:lnTo>
                  <a:pt x="48621" y="1893822"/>
                </a:lnTo>
                <a:lnTo>
                  <a:pt x="59007" y="1879508"/>
                </a:lnTo>
                <a:lnTo>
                  <a:pt x="69644" y="1865387"/>
                </a:lnTo>
                <a:lnTo>
                  <a:pt x="80499" y="1851433"/>
                </a:lnTo>
                <a:lnTo>
                  <a:pt x="91542" y="1837621"/>
                </a:lnTo>
                <a:lnTo>
                  <a:pt x="102742" y="1823926"/>
                </a:lnTo>
                <a:lnTo>
                  <a:pt x="114068" y="1810323"/>
                </a:lnTo>
                <a:lnTo>
                  <a:pt x="125489" y="1796788"/>
                </a:lnTo>
                <a:lnTo>
                  <a:pt x="136973" y="1783296"/>
                </a:lnTo>
                <a:lnTo>
                  <a:pt x="148489" y="1769822"/>
                </a:lnTo>
                <a:lnTo>
                  <a:pt x="160008" y="1756340"/>
                </a:lnTo>
                <a:lnTo>
                  <a:pt x="171496" y="1742827"/>
                </a:lnTo>
                <a:lnTo>
                  <a:pt x="182924" y="1729256"/>
                </a:lnTo>
                <a:lnTo>
                  <a:pt x="194261" y="1715605"/>
                </a:lnTo>
                <a:lnTo>
                  <a:pt x="205474" y="1701846"/>
                </a:lnTo>
                <a:lnTo>
                  <a:pt x="216535" y="1687957"/>
                </a:lnTo>
                <a:lnTo>
                  <a:pt x="228179" y="1672980"/>
                </a:lnTo>
                <a:lnTo>
                  <a:pt x="239762" y="1657960"/>
                </a:lnTo>
                <a:lnTo>
                  <a:pt x="251285" y="1642900"/>
                </a:lnTo>
                <a:lnTo>
                  <a:pt x="262753" y="1627803"/>
                </a:lnTo>
                <a:lnTo>
                  <a:pt x="274171" y="1612671"/>
                </a:lnTo>
                <a:lnTo>
                  <a:pt x="285541" y="1597507"/>
                </a:lnTo>
                <a:lnTo>
                  <a:pt x="296868" y="1582315"/>
                </a:lnTo>
                <a:lnTo>
                  <a:pt x="308155" y="1567095"/>
                </a:lnTo>
                <a:lnTo>
                  <a:pt x="319408" y="1551852"/>
                </a:lnTo>
                <a:lnTo>
                  <a:pt x="330628" y="1536588"/>
                </a:lnTo>
                <a:lnTo>
                  <a:pt x="341821" y="1521306"/>
                </a:lnTo>
                <a:lnTo>
                  <a:pt x="352990" y="1506009"/>
                </a:lnTo>
                <a:lnTo>
                  <a:pt x="364140" y="1490699"/>
                </a:lnTo>
                <a:lnTo>
                  <a:pt x="375273" y="1475380"/>
                </a:lnTo>
                <a:lnTo>
                  <a:pt x="386395" y="1460053"/>
                </a:lnTo>
                <a:lnTo>
                  <a:pt x="397508" y="1444722"/>
                </a:lnTo>
                <a:lnTo>
                  <a:pt x="408618" y="1429390"/>
                </a:lnTo>
                <a:lnTo>
                  <a:pt x="419727" y="1414058"/>
                </a:lnTo>
                <a:lnTo>
                  <a:pt x="464257" y="1352742"/>
                </a:lnTo>
                <a:lnTo>
                  <a:pt x="509268" y="1291670"/>
                </a:lnTo>
                <a:lnTo>
                  <a:pt x="554866" y="1230999"/>
                </a:lnTo>
                <a:lnTo>
                  <a:pt x="601093" y="1170789"/>
                </a:lnTo>
                <a:lnTo>
                  <a:pt x="647990" y="1111099"/>
                </a:lnTo>
                <a:lnTo>
                  <a:pt x="695598" y="1051989"/>
                </a:lnTo>
                <a:lnTo>
                  <a:pt x="743958" y="993519"/>
                </a:lnTo>
                <a:lnTo>
                  <a:pt x="793111" y="935747"/>
                </a:lnTo>
                <a:lnTo>
                  <a:pt x="843098" y="878734"/>
                </a:lnTo>
                <a:lnTo>
                  <a:pt x="893961" y="822538"/>
                </a:lnTo>
                <a:lnTo>
                  <a:pt x="944328" y="769034"/>
                </a:lnTo>
                <a:lnTo>
                  <a:pt x="994622" y="719122"/>
                </a:lnTo>
                <a:lnTo>
                  <a:pt x="1046287" y="671099"/>
                </a:lnTo>
                <a:lnTo>
                  <a:pt x="1099199" y="624753"/>
                </a:lnTo>
                <a:lnTo>
                  <a:pt x="1153237" y="579870"/>
                </a:lnTo>
                <a:lnTo>
                  <a:pt x="1208277" y="536237"/>
                </a:lnTo>
                <a:lnTo>
                  <a:pt x="1264196" y="493640"/>
                </a:lnTo>
                <a:lnTo>
                  <a:pt x="1320873" y="451865"/>
                </a:lnTo>
                <a:lnTo>
                  <a:pt x="1378184" y="410701"/>
                </a:lnTo>
                <a:lnTo>
                  <a:pt x="1436007" y="369933"/>
                </a:lnTo>
                <a:lnTo>
                  <a:pt x="1493028" y="330157"/>
                </a:lnTo>
                <a:lnTo>
                  <a:pt x="1549367" y="291414"/>
                </a:lnTo>
                <a:lnTo>
                  <a:pt x="1606331" y="253196"/>
                </a:lnTo>
                <a:lnTo>
                  <a:pt x="1663985" y="215806"/>
                </a:lnTo>
                <a:lnTo>
                  <a:pt x="1722393" y="179549"/>
                </a:lnTo>
                <a:lnTo>
                  <a:pt x="1781622" y="144729"/>
                </a:lnTo>
                <a:lnTo>
                  <a:pt x="1841738" y="111649"/>
                </a:lnTo>
                <a:lnTo>
                  <a:pt x="1902805" y="80615"/>
                </a:lnTo>
                <a:lnTo>
                  <a:pt x="1964889" y="51929"/>
                </a:lnTo>
                <a:lnTo>
                  <a:pt x="2028056" y="25896"/>
                </a:lnTo>
                <a:lnTo>
                  <a:pt x="2067560" y="11303"/>
                </a:lnTo>
                <a:lnTo>
                  <a:pt x="2065654" y="0"/>
                </a:lnTo>
                <a:lnTo>
                  <a:pt x="205905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358380" y="2032889"/>
            <a:ext cx="2274062" cy="1871091"/>
          </a:xfrm>
          <a:custGeom>
            <a:avLst/>
            <a:gdLst/>
            <a:ahLst/>
            <a:cxnLst/>
            <a:rect l="l" t="t" r="r" b="b"/>
            <a:pathLst>
              <a:path w="2274062" h="1871090">
                <a:moveTo>
                  <a:pt x="2264155" y="0"/>
                </a:moveTo>
                <a:lnTo>
                  <a:pt x="2263521" y="0"/>
                </a:lnTo>
                <a:lnTo>
                  <a:pt x="2262886" y="126"/>
                </a:lnTo>
                <a:lnTo>
                  <a:pt x="2262124" y="253"/>
                </a:lnTo>
                <a:lnTo>
                  <a:pt x="2193988" y="20227"/>
                </a:lnTo>
                <a:lnTo>
                  <a:pt x="2126783" y="42998"/>
                </a:lnTo>
                <a:lnTo>
                  <a:pt x="2060456" y="68277"/>
                </a:lnTo>
                <a:lnTo>
                  <a:pt x="1994954" y="95776"/>
                </a:lnTo>
                <a:lnTo>
                  <a:pt x="1930225" y="125206"/>
                </a:lnTo>
                <a:lnTo>
                  <a:pt x="1866216" y="156278"/>
                </a:lnTo>
                <a:lnTo>
                  <a:pt x="1802874" y="188703"/>
                </a:lnTo>
                <a:lnTo>
                  <a:pt x="1740147" y="222193"/>
                </a:lnTo>
                <a:lnTo>
                  <a:pt x="1677983" y="256458"/>
                </a:lnTo>
                <a:lnTo>
                  <a:pt x="1616328" y="291211"/>
                </a:lnTo>
                <a:lnTo>
                  <a:pt x="1553045" y="327653"/>
                </a:lnTo>
                <a:lnTo>
                  <a:pt x="1490145" y="364438"/>
                </a:lnTo>
                <a:lnTo>
                  <a:pt x="1427747" y="401792"/>
                </a:lnTo>
                <a:lnTo>
                  <a:pt x="1365968" y="439945"/>
                </a:lnTo>
                <a:lnTo>
                  <a:pt x="1304924" y="479123"/>
                </a:lnTo>
                <a:lnTo>
                  <a:pt x="1244735" y="519554"/>
                </a:lnTo>
                <a:lnTo>
                  <a:pt x="1185516" y="561467"/>
                </a:lnTo>
                <a:lnTo>
                  <a:pt x="1127385" y="605089"/>
                </a:lnTo>
                <a:lnTo>
                  <a:pt x="1070459" y="650649"/>
                </a:lnTo>
                <a:lnTo>
                  <a:pt x="1014856" y="698373"/>
                </a:lnTo>
                <a:lnTo>
                  <a:pt x="985662" y="724766"/>
                </a:lnTo>
                <a:lnTo>
                  <a:pt x="956784" y="751547"/>
                </a:lnTo>
                <a:lnTo>
                  <a:pt x="928215" y="778697"/>
                </a:lnTo>
                <a:lnTo>
                  <a:pt x="899945" y="806197"/>
                </a:lnTo>
                <a:lnTo>
                  <a:pt x="871966" y="834028"/>
                </a:lnTo>
                <a:lnTo>
                  <a:pt x="844268" y="862174"/>
                </a:lnTo>
                <a:lnTo>
                  <a:pt x="816844" y="890614"/>
                </a:lnTo>
                <a:lnTo>
                  <a:pt x="789684" y="919330"/>
                </a:lnTo>
                <a:lnTo>
                  <a:pt x="762780" y="948305"/>
                </a:lnTo>
                <a:lnTo>
                  <a:pt x="736123" y="977519"/>
                </a:lnTo>
                <a:lnTo>
                  <a:pt x="709704" y="1006953"/>
                </a:lnTo>
                <a:lnTo>
                  <a:pt x="683515" y="1036591"/>
                </a:lnTo>
                <a:lnTo>
                  <a:pt x="657545" y="1066412"/>
                </a:lnTo>
                <a:lnTo>
                  <a:pt x="631788" y="1096399"/>
                </a:lnTo>
                <a:lnTo>
                  <a:pt x="606234" y="1126533"/>
                </a:lnTo>
                <a:lnTo>
                  <a:pt x="580874" y="1156796"/>
                </a:lnTo>
                <a:lnTo>
                  <a:pt x="555700" y="1187168"/>
                </a:lnTo>
                <a:lnTo>
                  <a:pt x="530702" y="1217633"/>
                </a:lnTo>
                <a:lnTo>
                  <a:pt x="505873" y="1248170"/>
                </a:lnTo>
                <a:lnTo>
                  <a:pt x="481202" y="1278763"/>
                </a:lnTo>
                <a:lnTo>
                  <a:pt x="467898" y="1295216"/>
                </a:lnTo>
                <a:lnTo>
                  <a:pt x="454613" y="1311693"/>
                </a:lnTo>
                <a:lnTo>
                  <a:pt x="441343" y="1328190"/>
                </a:lnTo>
                <a:lnTo>
                  <a:pt x="428083" y="1344700"/>
                </a:lnTo>
                <a:lnTo>
                  <a:pt x="414827" y="1361219"/>
                </a:lnTo>
                <a:lnTo>
                  <a:pt x="401571" y="1377743"/>
                </a:lnTo>
                <a:lnTo>
                  <a:pt x="388309" y="1394266"/>
                </a:lnTo>
                <a:lnTo>
                  <a:pt x="375037" y="1410784"/>
                </a:lnTo>
                <a:lnTo>
                  <a:pt x="361749" y="1427291"/>
                </a:lnTo>
                <a:lnTo>
                  <a:pt x="348440" y="1443783"/>
                </a:lnTo>
                <a:lnTo>
                  <a:pt x="335105" y="1460255"/>
                </a:lnTo>
                <a:lnTo>
                  <a:pt x="321740" y="1476703"/>
                </a:lnTo>
                <a:lnTo>
                  <a:pt x="308339" y="1493120"/>
                </a:lnTo>
                <a:lnTo>
                  <a:pt x="294897" y="1509503"/>
                </a:lnTo>
                <a:lnTo>
                  <a:pt x="281410" y="1525847"/>
                </a:lnTo>
                <a:lnTo>
                  <a:pt x="267871" y="1542146"/>
                </a:lnTo>
                <a:lnTo>
                  <a:pt x="254276" y="1558396"/>
                </a:lnTo>
                <a:lnTo>
                  <a:pt x="240620" y="1574593"/>
                </a:lnTo>
                <a:lnTo>
                  <a:pt x="226899" y="1590730"/>
                </a:lnTo>
                <a:lnTo>
                  <a:pt x="213105" y="1606804"/>
                </a:lnTo>
                <a:lnTo>
                  <a:pt x="201906" y="1619625"/>
                </a:lnTo>
                <a:lnTo>
                  <a:pt x="190577" y="1632314"/>
                </a:lnTo>
                <a:lnTo>
                  <a:pt x="179152" y="1644900"/>
                </a:lnTo>
                <a:lnTo>
                  <a:pt x="167662" y="1657409"/>
                </a:lnTo>
                <a:lnTo>
                  <a:pt x="156138" y="1669871"/>
                </a:lnTo>
                <a:lnTo>
                  <a:pt x="144612" y="1682312"/>
                </a:lnTo>
                <a:lnTo>
                  <a:pt x="133116" y="1694762"/>
                </a:lnTo>
                <a:lnTo>
                  <a:pt x="121682" y="1707247"/>
                </a:lnTo>
                <a:lnTo>
                  <a:pt x="110340" y="1719797"/>
                </a:lnTo>
                <a:lnTo>
                  <a:pt x="99123" y="1732438"/>
                </a:lnTo>
                <a:lnTo>
                  <a:pt x="88062" y="1745200"/>
                </a:lnTo>
                <a:lnTo>
                  <a:pt x="77189" y="1758109"/>
                </a:lnTo>
                <a:lnTo>
                  <a:pt x="66535" y="1771195"/>
                </a:lnTo>
                <a:lnTo>
                  <a:pt x="56133" y="1784484"/>
                </a:lnTo>
                <a:lnTo>
                  <a:pt x="46013" y="1798006"/>
                </a:lnTo>
                <a:lnTo>
                  <a:pt x="36208" y="1811788"/>
                </a:lnTo>
                <a:lnTo>
                  <a:pt x="26748" y="1825857"/>
                </a:lnTo>
                <a:lnTo>
                  <a:pt x="17666" y="1840243"/>
                </a:lnTo>
                <a:lnTo>
                  <a:pt x="8993" y="1854973"/>
                </a:lnTo>
                <a:lnTo>
                  <a:pt x="762" y="1870075"/>
                </a:lnTo>
                <a:lnTo>
                  <a:pt x="0" y="1870583"/>
                </a:lnTo>
                <a:lnTo>
                  <a:pt x="508" y="1871091"/>
                </a:lnTo>
                <a:lnTo>
                  <a:pt x="889" y="1871091"/>
                </a:lnTo>
                <a:lnTo>
                  <a:pt x="1143" y="1871091"/>
                </a:lnTo>
                <a:lnTo>
                  <a:pt x="1270" y="1870964"/>
                </a:lnTo>
                <a:lnTo>
                  <a:pt x="10561" y="1855233"/>
                </a:lnTo>
                <a:lnTo>
                  <a:pt x="20199" y="1840026"/>
                </a:lnTo>
                <a:lnTo>
                  <a:pt x="30275" y="1825183"/>
                </a:lnTo>
                <a:lnTo>
                  <a:pt x="40750" y="1810673"/>
                </a:lnTo>
                <a:lnTo>
                  <a:pt x="51589" y="1796466"/>
                </a:lnTo>
                <a:lnTo>
                  <a:pt x="62755" y="1782531"/>
                </a:lnTo>
                <a:lnTo>
                  <a:pt x="74211" y="1768836"/>
                </a:lnTo>
                <a:lnTo>
                  <a:pt x="85920" y="1755350"/>
                </a:lnTo>
                <a:lnTo>
                  <a:pt x="97845" y="1742042"/>
                </a:lnTo>
                <a:lnTo>
                  <a:pt x="109950" y="1728882"/>
                </a:lnTo>
                <a:lnTo>
                  <a:pt x="122198" y="1715838"/>
                </a:lnTo>
                <a:lnTo>
                  <a:pt x="134551" y="1702880"/>
                </a:lnTo>
                <a:lnTo>
                  <a:pt x="146975" y="1689975"/>
                </a:lnTo>
                <a:lnTo>
                  <a:pt x="159430" y="1677093"/>
                </a:lnTo>
                <a:lnTo>
                  <a:pt x="171882" y="1664204"/>
                </a:lnTo>
                <a:lnTo>
                  <a:pt x="184293" y="1651275"/>
                </a:lnTo>
                <a:lnTo>
                  <a:pt x="196626" y="1638276"/>
                </a:lnTo>
                <a:lnTo>
                  <a:pt x="208844" y="1625176"/>
                </a:lnTo>
                <a:lnTo>
                  <a:pt x="220911" y="1611944"/>
                </a:lnTo>
                <a:lnTo>
                  <a:pt x="232791" y="1598549"/>
                </a:lnTo>
                <a:lnTo>
                  <a:pt x="246031" y="1583312"/>
                </a:lnTo>
                <a:lnTo>
                  <a:pt x="259200" y="1568010"/>
                </a:lnTo>
                <a:lnTo>
                  <a:pt x="272301" y="1552646"/>
                </a:lnTo>
                <a:lnTo>
                  <a:pt x="285339" y="1537225"/>
                </a:lnTo>
                <a:lnTo>
                  <a:pt x="298319" y="1521751"/>
                </a:lnTo>
                <a:lnTo>
                  <a:pt x="311244" y="1506230"/>
                </a:lnTo>
                <a:lnTo>
                  <a:pt x="324119" y="1490664"/>
                </a:lnTo>
                <a:lnTo>
                  <a:pt x="336949" y="1475060"/>
                </a:lnTo>
                <a:lnTo>
                  <a:pt x="349737" y="1459421"/>
                </a:lnTo>
                <a:lnTo>
                  <a:pt x="362489" y="1443751"/>
                </a:lnTo>
                <a:lnTo>
                  <a:pt x="375209" y="1428056"/>
                </a:lnTo>
                <a:lnTo>
                  <a:pt x="387900" y="1412340"/>
                </a:lnTo>
                <a:lnTo>
                  <a:pt x="400568" y="1396607"/>
                </a:lnTo>
                <a:lnTo>
                  <a:pt x="413217" y="1380862"/>
                </a:lnTo>
                <a:lnTo>
                  <a:pt x="425850" y="1365109"/>
                </a:lnTo>
                <a:lnTo>
                  <a:pt x="438474" y="1349352"/>
                </a:lnTo>
                <a:lnTo>
                  <a:pt x="451091" y="1333597"/>
                </a:lnTo>
                <a:lnTo>
                  <a:pt x="463706" y="1317847"/>
                </a:lnTo>
                <a:lnTo>
                  <a:pt x="488950" y="1286383"/>
                </a:lnTo>
                <a:lnTo>
                  <a:pt x="536112" y="1228596"/>
                </a:lnTo>
                <a:lnTo>
                  <a:pt x="583899" y="1171259"/>
                </a:lnTo>
                <a:lnTo>
                  <a:pt x="632347" y="1114438"/>
                </a:lnTo>
                <a:lnTo>
                  <a:pt x="681494" y="1058201"/>
                </a:lnTo>
                <a:lnTo>
                  <a:pt x="731377" y="1002617"/>
                </a:lnTo>
                <a:lnTo>
                  <a:pt x="782033" y="947753"/>
                </a:lnTo>
                <a:lnTo>
                  <a:pt x="833500" y="893677"/>
                </a:lnTo>
                <a:lnTo>
                  <a:pt x="885815" y="840456"/>
                </a:lnTo>
                <a:lnTo>
                  <a:pt x="939016" y="788159"/>
                </a:lnTo>
                <a:lnTo>
                  <a:pt x="993140" y="736853"/>
                </a:lnTo>
                <a:lnTo>
                  <a:pt x="1047610" y="688040"/>
                </a:lnTo>
                <a:lnTo>
                  <a:pt x="1103499" y="641563"/>
                </a:lnTo>
                <a:lnTo>
                  <a:pt x="1160687" y="597173"/>
                </a:lnTo>
                <a:lnTo>
                  <a:pt x="1219053" y="554624"/>
                </a:lnTo>
                <a:lnTo>
                  <a:pt x="1278477" y="513667"/>
                </a:lnTo>
                <a:lnTo>
                  <a:pt x="1338838" y="474055"/>
                </a:lnTo>
                <a:lnTo>
                  <a:pt x="1400015" y="435540"/>
                </a:lnTo>
                <a:lnTo>
                  <a:pt x="1461889" y="397875"/>
                </a:lnTo>
                <a:lnTo>
                  <a:pt x="1524340" y="360812"/>
                </a:lnTo>
                <a:lnTo>
                  <a:pt x="1587246" y="324103"/>
                </a:lnTo>
                <a:lnTo>
                  <a:pt x="1651837" y="286825"/>
                </a:lnTo>
                <a:lnTo>
                  <a:pt x="1717020" y="250101"/>
                </a:lnTo>
                <a:lnTo>
                  <a:pt x="1782845" y="214243"/>
                </a:lnTo>
                <a:lnTo>
                  <a:pt x="1849361" y="179561"/>
                </a:lnTo>
                <a:lnTo>
                  <a:pt x="1916620" y="146367"/>
                </a:lnTo>
                <a:lnTo>
                  <a:pt x="1984671" y="114971"/>
                </a:lnTo>
                <a:lnTo>
                  <a:pt x="2053565" y="85684"/>
                </a:lnTo>
                <a:lnTo>
                  <a:pt x="2123352" y="58818"/>
                </a:lnTo>
                <a:lnTo>
                  <a:pt x="2194082" y="34682"/>
                </a:lnTo>
                <a:lnTo>
                  <a:pt x="2265806" y="13588"/>
                </a:lnTo>
                <a:lnTo>
                  <a:pt x="2274062" y="11430"/>
                </a:lnTo>
                <a:lnTo>
                  <a:pt x="2271395" y="0"/>
                </a:lnTo>
                <a:lnTo>
                  <a:pt x="226415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63459" y="2163191"/>
            <a:ext cx="2395982" cy="1720469"/>
          </a:xfrm>
          <a:custGeom>
            <a:avLst/>
            <a:gdLst/>
            <a:ahLst/>
            <a:cxnLst/>
            <a:rect l="l" t="t" r="r" b="b"/>
            <a:pathLst>
              <a:path w="2395982" h="1720469">
                <a:moveTo>
                  <a:pt x="2385695" y="0"/>
                </a:moveTo>
                <a:lnTo>
                  <a:pt x="2385187" y="0"/>
                </a:lnTo>
                <a:lnTo>
                  <a:pt x="2384552" y="126"/>
                </a:lnTo>
                <a:lnTo>
                  <a:pt x="2384044" y="254"/>
                </a:lnTo>
                <a:lnTo>
                  <a:pt x="2349151" y="7843"/>
                </a:lnTo>
                <a:lnTo>
                  <a:pt x="2280298" y="26007"/>
                </a:lnTo>
                <a:lnTo>
                  <a:pt x="2212629" y="47817"/>
                </a:lnTo>
                <a:lnTo>
                  <a:pt x="2146077" y="72875"/>
                </a:lnTo>
                <a:lnTo>
                  <a:pt x="2080573" y="100783"/>
                </a:lnTo>
                <a:lnTo>
                  <a:pt x="2016048" y="131141"/>
                </a:lnTo>
                <a:lnTo>
                  <a:pt x="1952433" y="163552"/>
                </a:lnTo>
                <a:lnTo>
                  <a:pt x="1889660" y="197617"/>
                </a:lnTo>
                <a:lnTo>
                  <a:pt x="1827661" y="232938"/>
                </a:lnTo>
                <a:lnTo>
                  <a:pt x="1766367" y="269115"/>
                </a:lnTo>
                <a:lnTo>
                  <a:pt x="1703666" y="306885"/>
                </a:lnTo>
                <a:lnTo>
                  <a:pt x="1639044" y="345955"/>
                </a:lnTo>
                <a:lnTo>
                  <a:pt x="1574413" y="385175"/>
                </a:lnTo>
                <a:lnTo>
                  <a:pt x="1509806" y="424562"/>
                </a:lnTo>
                <a:lnTo>
                  <a:pt x="1445258" y="464135"/>
                </a:lnTo>
                <a:lnTo>
                  <a:pt x="1380804" y="503912"/>
                </a:lnTo>
                <a:lnTo>
                  <a:pt x="1316477" y="543911"/>
                </a:lnTo>
                <a:lnTo>
                  <a:pt x="1252313" y="584152"/>
                </a:lnTo>
                <a:lnTo>
                  <a:pt x="1188344" y="624651"/>
                </a:lnTo>
                <a:lnTo>
                  <a:pt x="1124606" y="665428"/>
                </a:lnTo>
                <a:lnTo>
                  <a:pt x="1078096" y="695490"/>
                </a:lnTo>
                <a:lnTo>
                  <a:pt x="1034198" y="724649"/>
                </a:lnTo>
                <a:lnTo>
                  <a:pt x="990822" y="754539"/>
                </a:lnTo>
                <a:lnTo>
                  <a:pt x="948023" y="785193"/>
                </a:lnTo>
                <a:lnTo>
                  <a:pt x="905858" y="816644"/>
                </a:lnTo>
                <a:lnTo>
                  <a:pt x="864385" y="848925"/>
                </a:lnTo>
                <a:lnTo>
                  <a:pt x="823659" y="882071"/>
                </a:lnTo>
                <a:lnTo>
                  <a:pt x="779534" y="919900"/>
                </a:lnTo>
                <a:lnTo>
                  <a:pt x="749394" y="947149"/>
                </a:lnTo>
                <a:lnTo>
                  <a:pt x="719738" y="974953"/>
                </a:lnTo>
                <a:lnTo>
                  <a:pt x="690467" y="1003200"/>
                </a:lnTo>
                <a:lnTo>
                  <a:pt x="661479" y="1031779"/>
                </a:lnTo>
                <a:lnTo>
                  <a:pt x="632674" y="1060580"/>
                </a:lnTo>
                <a:lnTo>
                  <a:pt x="603951" y="1089490"/>
                </a:lnTo>
                <a:lnTo>
                  <a:pt x="589589" y="1103951"/>
                </a:lnTo>
                <a:lnTo>
                  <a:pt x="575210" y="1118398"/>
                </a:lnTo>
                <a:lnTo>
                  <a:pt x="560801" y="1132817"/>
                </a:lnTo>
                <a:lnTo>
                  <a:pt x="546350" y="1147194"/>
                </a:lnTo>
                <a:lnTo>
                  <a:pt x="531844" y="1161515"/>
                </a:lnTo>
                <a:lnTo>
                  <a:pt x="517271" y="1175766"/>
                </a:lnTo>
                <a:lnTo>
                  <a:pt x="502259" y="1190418"/>
                </a:lnTo>
                <a:lnTo>
                  <a:pt x="487247" y="1205078"/>
                </a:lnTo>
                <a:lnTo>
                  <a:pt x="472240" y="1219749"/>
                </a:lnTo>
                <a:lnTo>
                  <a:pt x="457238" y="1234430"/>
                </a:lnTo>
                <a:lnTo>
                  <a:pt x="442245" y="1249126"/>
                </a:lnTo>
                <a:lnTo>
                  <a:pt x="427264" y="1263837"/>
                </a:lnTo>
                <a:lnTo>
                  <a:pt x="412296" y="1278566"/>
                </a:lnTo>
                <a:lnTo>
                  <a:pt x="397346" y="1293315"/>
                </a:lnTo>
                <a:lnTo>
                  <a:pt x="382415" y="1308085"/>
                </a:lnTo>
                <a:lnTo>
                  <a:pt x="367506" y="1322879"/>
                </a:lnTo>
                <a:lnTo>
                  <a:pt x="352621" y="1337699"/>
                </a:lnTo>
                <a:lnTo>
                  <a:pt x="337765" y="1352546"/>
                </a:lnTo>
                <a:lnTo>
                  <a:pt x="322938" y="1367424"/>
                </a:lnTo>
                <a:lnTo>
                  <a:pt x="308144" y="1382333"/>
                </a:lnTo>
                <a:lnTo>
                  <a:pt x="293385" y="1397275"/>
                </a:lnTo>
                <a:lnTo>
                  <a:pt x="278665" y="1412254"/>
                </a:lnTo>
                <a:lnTo>
                  <a:pt x="263985" y="1427270"/>
                </a:lnTo>
                <a:lnTo>
                  <a:pt x="249349" y="1442326"/>
                </a:lnTo>
                <a:lnTo>
                  <a:pt x="234759" y="1457423"/>
                </a:lnTo>
                <a:lnTo>
                  <a:pt x="220218" y="1472565"/>
                </a:lnTo>
                <a:lnTo>
                  <a:pt x="208575" y="1484520"/>
                </a:lnTo>
                <a:lnTo>
                  <a:pt x="196797" y="1496328"/>
                </a:lnTo>
                <a:lnTo>
                  <a:pt x="184916" y="1508020"/>
                </a:lnTo>
                <a:lnTo>
                  <a:pt x="172967" y="1519629"/>
                </a:lnTo>
                <a:lnTo>
                  <a:pt x="160984" y="1531185"/>
                </a:lnTo>
                <a:lnTo>
                  <a:pt x="148999" y="1542721"/>
                </a:lnTo>
                <a:lnTo>
                  <a:pt x="137048" y="1554268"/>
                </a:lnTo>
                <a:lnTo>
                  <a:pt x="125163" y="1565858"/>
                </a:lnTo>
                <a:lnTo>
                  <a:pt x="113378" y="1577522"/>
                </a:lnTo>
                <a:lnTo>
                  <a:pt x="101726" y="1589293"/>
                </a:lnTo>
                <a:lnTo>
                  <a:pt x="90243" y="1601203"/>
                </a:lnTo>
                <a:lnTo>
                  <a:pt x="78961" y="1613282"/>
                </a:lnTo>
                <a:lnTo>
                  <a:pt x="67914" y="1625562"/>
                </a:lnTo>
                <a:lnTo>
                  <a:pt x="57136" y="1638076"/>
                </a:lnTo>
                <a:lnTo>
                  <a:pt x="46660" y="1650855"/>
                </a:lnTo>
                <a:lnTo>
                  <a:pt x="36521" y="1663930"/>
                </a:lnTo>
                <a:lnTo>
                  <a:pt x="26751" y="1677334"/>
                </a:lnTo>
                <a:lnTo>
                  <a:pt x="17385" y="1691098"/>
                </a:lnTo>
                <a:lnTo>
                  <a:pt x="8457" y="1705254"/>
                </a:lnTo>
                <a:lnTo>
                  <a:pt x="0" y="1719834"/>
                </a:lnTo>
                <a:lnTo>
                  <a:pt x="508" y="1720088"/>
                </a:lnTo>
                <a:lnTo>
                  <a:pt x="889" y="1720469"/>
                </a:lnTo>
                <a:lnTo>
                  <a:pt x="1270" y="1720469"/>
                </a:lnTo>
                <a:lnTo>
                  <a:pt x="1524" y="1720342"/>
                </a:lnTo>
                <a:lnTo>
                  <a:pt x="11078" y="1705141"/>
                </a:lnTo>
                <a:lnTo>
                  <a:pt x="21007" y="1690529"/>
                </a:lnTo>
                <a:lnTo>
                  <a:pt x="31399" y="1676342"/>
                </a:lnTo>
                <a:lnTo>
                  <a:pt x="42216" y="1662544"/>
                </a:lnTo>
                <a:lnTo>
                  <a:pt x="53419" y="1649100"/>
                </a:lnTo>
                <a:lnTo>
                  <a:pt x="64968" y="1635974"/>
                </a:lnTo>
                <a:lnTo>
                  <a:pt x="76825" y="1623130"/>
                </a:lnTo>
                <a:lnTo>
                  <a:pt x="88951" y="1610531"/>
                </a:lnTo>
                <a:lnTo>
                  <a:pt x="101308" y="1598143"/>
                </a:lnTo>
                <a:lnTo>
                  <a:pt x="113855" y="1585928"/>
                </a:lnTo>
                <a:lnTo>
                  <a:pt x="126555" y="1573851"/>
                </a:lnTo>
                <a:lnTo>
                  <a:pt x="139368" y="1561877"/>
                </a:lnTo>
                <a:lnTo>
                  <a:pt x="152256" y="1549969"/>
                </a:lnTo>
                <a:lnTo>
                  <a:pt x="165180" y="1538091"/>
                </a:lnTo>
                <a:lnTo>
                  <a:pt x="178101" y="1526208"/>
                </a:lnTo>
                <a:lnTo>
                  <a:pt x="190980" y="1514283"/>
                </a:lnTo>
                <a:lnTo>
                  <a:pt x="203778" y="1502282"/>
                </a:lnTo>
                <a:lnTo>
                  <a:pt x="216457" y="1490166"/>
                </a:lnTo>
                <a:lnTo>
                  <a:pt x="228977" y="1477902"/>
                </a:lnTo>
                <a:lnTo>
                  <a:pt x="241300" y="1465453"/>
                </a:lnTo>
                <a:lnTo>
                  <a:pt x="255283" y="1451127"/>
                </a:lnTo>
                <a:lnTo>
                  <a:pt x="269305" y="1436837"/>
                </a:lnTo>
                <a:lnTo>
                  <a:pt x="283363" y="1422581"/>
                </a:lnTo>
                <a:lnTo>
                  <a:pt x="297456" y="1408357"/>
                </a:lnTo>
                <a:lnTo>
                  <a:pt x="311582" y="1394164"/>
                </a:lnTo>
                <a:lnTo>
                  <a:pt x="325740" y="1379998"/>
                </a:lnTo>
                <a:lnTo>
                  <a:pt x="339927" y="1365859"/>
                </a:lnTo>
                <a:lnTo>
                  <a:pt x="354143" y="1351744"/>
                </a:lnTo>
                <a:lnTo>
                  <a:pt x="368384" y="1337651"/>
                </a:lnTo>
                <a:lnTo>
                  <a:pt x="382650" y="1323578"/>
                </a:lnTo>
                <a:lnTo>
                  <a:pt x="396940" y="1309523"/>
                </a:lnTo>
                <a:lnTo>
                  <a:pt x="411250" y="1295484"/>
                </a:lnTo>
                <a:lnTo>
                  <a:pt x="425580" y="1281459"/>
                </a:lnTo>
                <a:lnTo>
                  <a:pt x="439927" y="1267446"/>
                </a:lnTo>
                <a:lnTo>
                  <a:pt x="454290" y="1253444"/>
                </a:lnTo>
                <a:lnTo>
                  <a:pt x="468668" y="1239449"/>
                </a:lnTo>
                <a:lnTo>
                  <a:pt x="483058" y="1225461"/>
                </a:lnTo>
                <a:lnTo>
                  <a:pt x="497460" y="1211477"/>
                </a:lnTo>
                <a:lnTo>
                  <a:pt x="511870" y="1197495"/>
                </a:lnTo>
                <a:lnTo>
                  <a:pt x="526288" y="1183513"/>
                </a:lnTo>
                <a:lnTo>
                  <a:pt x="540075" y="1170071"/>
                </a:lnTo>
                <a:lnTo>
                  <a:pt x="553822" y="1156574"/>
                </a:lnTo>
                <a:lnTo>
                  <a:pt x="567537" y="1143032"/>
                </a:lnTo>
                <a:lnTo>
                  <a:pt x="581227" y="1129454"/>
                </a:lnTo>
                <a:lnTo>
                  <a:pt x="594901" y="1115851"/>
                </a:lnTo>
                <a:lnTo>
                  <a:pt x="608569" y="1102233"/>
                </a:lnTo>
                <a:lnTo>
                  <a:pt x="622237" y="1088608"/>
                </a:lnTo>
                <a:lnTo>
                  <a:pt x="635916" y="1074987"/>
                </a:lnTo>
                <a:lnTo>
                  <a:pt x="663336" y="1047797"/>
                </a:lnTo>
                <a:lnTo>
                  <a:pt x="690898" y="1020740"/>
                </a:lnTo>
                <a:lnTo>
                  <a:pt x="718668" y="993895"/>
                </a:lnTo>
                <a:lnTo>
                  <a:pt x="746715" y="967340"/>
                </a:lnTo>
                <a:lnTo>
                  <a:pt x="775106" y="941154"/>
                </a:lnTo>
                <a:lnTo>
                  <a:pt x="803910" y="915416"/>
                </a:lnTo>
                <a:lnTo>
                  <a:pt x="831960" y="891424"/>
                </a:lnTo>
                <a:lnTo>
                  <a:pt x="860461" y="868035"/>
                </a:lnTo>
                <a:lnTo>
                  <a:pt x="889375" y="845204"/>
                </a:lnTo>
                <a:lnTo>
                  <a:pt x="918665" y="822886"/>
                </a:lnTo>
                <a:lnTo>
                  <a:pt x="948293" y="801036"/>
                </a:lnTo>
                <a:lnTo>
                  <a:pt x="978222" y="779609"/>
                </a:lnTo>
                <a:lnTo>
                  <a:pt x="1008414" y="758559"/>
                </a:lnTo>
                <a:lnTo>
                  <a:pt x="1038833" y="737843"/>
                </a:lnTo>
                <a:lnTo>
                  <a:pt x="1069441" y="717415"/>
                </a:lnTo>
                <a:lnTo>
                  <a:pt x="1100201" y="697230"/>
                </a:lnTo>
                <a:lnTo>
                  <a:pt x="1130134" y="677765"/>
                </a:lnTo>
                <a:lnTo>
                  <a:pt x="1160149" y="658417"/>
                </a:lnTo>
                <a:lnTo>
                  <a:pt x="1190241" y="639179"/>
                </a:lnTo>
                <a:lnTo>
                  <a:pt x="1220402" y="620042"/>
                </a:lnTo>
                <a:lnTo>
                  <a:pt x="1250626" y="600997"/>
                </a:lnTo>
                <a:lnTo>
                  <a:pt x="1280905" y="582037"/>
                </a:lnTo>
                <a:lnTo>
                  <a:pt x="1311234" y="563152"/>
                </a:lnTo>
                <a:lnTo>
                  <a:pt x="1341604" y="544336"/>
                </a:lnTo>
                <a:lnTo>
                  <a:pt x="1372010" y="525578"/>
                </a:lnTo>
                <a:lnTo>
                  <a:pt x="1402445" y="506872"/>
                </a:lnTo>
                <a:lnTo>
                  <a:pt x="1432901" y="488209"/>
                </a:lnTo>
                <a:lnTo>
                  <a:pt x="1463373" y="469580"/>
                </a:lnTo>
                <a:lnTo>
                  <a:pt x="1493853" y="450978"/>
                </a:lnTo>
                <a:lnTo>
                  <a:pt x="1524334" y="432394"/>
                </a:lnTo>
                <a:lnTo>
                  <a:pt x="1554811" y="413819"/>
                </a:lnTo>
                <a:lnTo>
                  <a:pt x="1585275" y="395246"/>
                </a:lnTo>
                <a:lnTo>
                  <a:pt x="1615721" y="376666"/>
                </a:lnTo>
                <a:lnTo>
                  <a:pt x="1646142" y="358071"/>
                </a:lnTo>
                <a:lnTo>
                  <a:pt x="1676530" y="339452"/>
                </a:lnTo>
                <a:lnTo>
                  <a:pt x="1706880" y="320801"/>
                </a:lnTo>
                <a:lnTo>
                  <a:pt x="1738706" y="301253"/>
                </a:lnTo>
                <a:lnTo>
                  <a:pt x="1770716" y="281812"/>
                </a:lnTo>
                <a:lnTo>
                  <a:pt x="1802917" y="262533"/>
                </a:lnTo>
                <a:lnTo>
                  <a:pt x="1835318" y="243473"/>
                </a:lnTo>
                <a:lnTo>
                  <a:pt x="1867927" y="224686"/>
                </a:lnTo>
                <a:lnTo>
                  <a:pt x="1900753" y="206229"/>
                </a:lnTo>
                <a:lnTo>
                  <a:pt x="1933803" y="188158"/>
                </a:lnTo>
                <a:lnTo>
                  <a:pt x="1967085" y="170527"/>
                </a:lnTo>
                <a:lnTo>
                  <a:pt x="2000608" y="153393"/>
                </a:lnTo>
                <a:lnTo>
                  <a:pt x="2034381" y="136810"/>
                </a:lnTo>
                <a:lnTo>
                  <a:pt x="2068410" y="120836"/>
                </a:lnTo>
                <a:lnTo>
                  <a:pt x="2102705" y="105524"/>
                </a:lnTo>
                <a:lnTo>
                  <a:pt x="2137273" y="90932"/>
                </a:lnTo>
                <a:lnTo>
                  <a:pt x="2172123" y="77114"/>
                </a:lnTo>
                <a:lnTo>
                  <a:pt x="2207263" y="64127"/>
                </a:lnTo>
                <a:lnTo>
                  <a:pt x="2242702" y="52025"/>
                </a:lnTo>
                <a:lnTo>
                  <a:pt x="2278446" y="40864"/>
                </a:lnTo>
                <a:lnTo>
                  <a:pt x="2314505" y="30701"/>
                </a:lnTo>
                <a:lnTo>
                  <a:pt x="2350887" y="21591"/>
                </a:lnTo>
                <a:lnTo>
                  <a:pt x="2387600" y="13588"/>
                </a:lnTo>
                <a:lnTo>
                  <a:pt x="2395982" y="12064"/>
                </a:lnTo>
                <a:lnTo>
                  <a:pt x="2393061" y="0"/>
                </a:lnTo>
                <a:lnTo>
                  <a:pt x="238569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747631" y="2163191"/>
            <a:ext cx="269240" cy="105029"/>
          </a:xfrm>
          <a:custGeom>
            <a:avLst/>
            <a:gdLst/>
            <a:ahLst/>
            <a:cxnLst/>
            <a:rect l="l" t="t" r="r" b="b"/>
            <a:pathLst>
              <a:path w="269240" h="105029">
                <a:moveTo>
                  <a:pt x="3301" y="0"/>
                </a:moveTo>
                <a:lnTo>
                  <a:pt x="1016" y="0"/>
                </a:lnTo>
                <a:lnTo>
                  <a:pt x="0" y="3556"/>
                </a:lnTo>
                <a:lnTo>
                  <a:pt x="2540" y="4445"/>
                </a:lnTo>
                <a:lnTo>
                  <a:pt x="15173" y="9570"/>
                </a:lnTo>
                <a:lnTo>
                  <a:pt x="27846" y="14491"/>
                </a:lnTo>
                <a:lnTo>
                  <a:pt x="40551" y="19239"/>
                </a:lnTo>
                <a:lnTo>
                  <a:pt x="53280" y="23844"/>
                </a:lnTo>
                <a:lnTo>
                  <a:pt x="66024" y="28338"/>
                </a:lnTo>
                <a:lnTo>
                  <a:pt x="78775" y="32753"/>
                </a:lnTo>
                <a:lnTo>
                  <a:pt x="91527" y="37120"/>
                </a:lnTo>
                <a:lnTo>
                  <a:pt x="104270" y="41470"/>
                </a:lnTo>
                <a:lnTo>
                  <a:pt x="116996" y="45834"/>
                </a:lnTo>
                <a:lnTo>
                  <a:pt x="129698" y="50244"/>
                </a:lnTo>
                <a:lnTo>
                  <a:pt x="142368" y="54731"/>
                </a:lnTo>
                <a:lnTo>
                  <a:pt x="154997" y="59327"/>
                </a:lnTo>
                <a:lnTo>
                  <a:pt x="167578" y="64062"/>
                </a:lnTo>
                <a:lnTo>
                  <a:pt x="180103" y="68969"/>
                </a:lnTo>
                <a:lnTo>
                  <a:pt x="192563" y="74078"/>
                </a:lnTo>
                <a:lnTo>
                  <a:pt x="204951" y="79421"/>
                </a:lnTo>
                <a:lnTo>
                  <a:pt x="217259" y="85029"/>
                </a:lnTo>
                <a:lnTo>
                  <a:pt x="229478" y="90934"/>
                </a:lnTo>
                <a:lnTo>
                  <a:pt x="241600" y="97167"/>
                </a:lnTo>
                <a:lnTo>
                  <a:pt x="253619" y="103759"/>
                </a:lnTo>
                <a:lnTo>
                  <a:pt x="255143" y="104648"/>
                </a:lnTo>
                <a:lnTo>
                  <a:pt x="256540" y="105029"/>
                </a:lnTo>
                <a:lnTo>
                  <a:pt x="257937" y="105029"/>
                </a:lnTo>
                <a:lnTo>
                  <a:pt x="265049" y="105029"/>
                </a:lnTo>
                <a:lnTo>
                  <a:pt x="269240" y="94487"/>
                </a:lnTo>
                <a:lnTo>
                  <a:pt x="262000" y="89662"/>
                </a:lnTo>
                <a:lnTo>
                  <a:pt x="250334" y="82329"/>
                </a:lnTo>
                <a:lnTo>
                  <a:pt x="238401" y="75578"/>
                </a:lnTo>
                <a:lnTo>
                  <a:pt x="226224" y="69362"/>
                </a:lnTo>
                <a:lnTo>
                  <a:pt x="213825" y="63635"/>
                </a:lnTo>
                <a:lnTo>
                  <a:pt x="201227" y="58348"/>
                </a:lnTo>
                <a:lnTo>
                  <a:pt x="188453" y="53456"/>
                </a:lnTo>
                <a:lnTo>
                  <a:pt x="175525" y="48911"/>
                </a:lnTo>
                <a:lnTo>
                  <a:pt x="162467" y="44667"/>
                </a:lnTo>
                <a:lnTo>
                  <a:pt x="149300" y="40677"/>
                </a:lnTo>
                <a:lnTo>
                  <a:pt x="136048" y="36893"/>
                </a:lnTo>
                <a:lnTo>
                  <a:pt x="122733" y="33269"/>
                </a:lnTo>
                <a:lnTo>
                  <a:pt x="109378" y="29759"/>
                </a:lnTo>
                <a:lnTo>
                  <a:pt x="96005" y="26315"/>
                </a:lnTo>
                <a:lnTo>
                  <a:pt x="82638" y="22890"/>
                </a:lnTo>
                <a:lnTo>
                  <a:pt x="69298" y="19438"/>
                </a:lnTo>
                <a:lnTo>
                  <a:pt x="56009" y="15912"/>
                </a:lnTo>
                <a:lnTo>
                  <a:pt x="42792" y="12265"/>
                </a:lnTo>
                <a:lnTo>
                  <a:pt x="29672" y="8449"/>
                </a:lnTo>
                <a:lnTo>
                  <a:pt x="16670" y="4419"/>
                </a:lnTo>
                <a:lnTo>
                  <a:pt x="3810" y="126"/>
                </a:lnTo>
                <a:lnTo>
                  <a:pt x="3555" y="126"/>
                </a:lnTo>
                <a:lnTo>
                  <a:pt x="330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925431" y="2239391"/>
            <a:ext cx="50800" cy="37211"/>
          </a:xfrm>
          <a:custGeom>
            <a:avLst/>
            <a:gdLst/>
            <a:ahLst/>
            <a:cxnLst/>
            <a:rect l="l" t="t" r="r" b="b"/>
            <a:pathLst>
              <a:path w="50800" h="37211">
                <a:moveTo>
                  <a:pt x="45212" y="0"/>
                </a:moveTo>
                <a:lnTo>
                  <a:pt x="44323" y="0"/>
                </a:lnTo>
                <a:lnTo>
                  <a:pt x="43434" y="381"/>
                </a:lnTo>
                <a:lnTo>
                  <a:pt x="42418" y="1016"/>
                </a:lnTo>
                <a:lnTo>
                  <a:pt x="32558" y="8836"/>
                </a:lnTo>
                <a:lnTo>
                  <a:pt x="22586" y="16732"/>
                </a:lnTo>
                <a:lnTo>
                  <a:pt x="12602" y="24694"/>
                </a:lnTo>
                <a:lnTo>
                  <a:pt x="2710" y="32711"/>
                </a:lnTo>
                <a:lnTo>
                  <a:pt x="635" y="34417"/>
                </a:lnTo>
                <a:lnTo>
                  <a:pt x="0" y="35560"/>
                </a:lnTo>
                <a:lnTo>
                  <a:pt x="1270" y="37211"/>
                </a:lnTo>
                <a:lnTo>
                  <a:pt x="2413" y="37211"/>
                </a:lnTo>
                <a:lnTo>
                  <a:pt x="2794" y="37211"/>
                </a:lnTo>
                <a:lnTo>
                  <a:pt x="13266" y="29808"/>
                </a:lnTo>
                <a:lnTo>
                  <a:pt x="23696" y="22516"/>
                </a:lnTo>
                <a:lnTo>
                  <a:pt x="34213" y="15319"/>
                </a:lnTo>
                <a:lnTo>
                  <a:pt x="44815" y="8329"/>
                </a:lnTo>
                <a:lnTo>
                  <a:pt x="47117" y="6858"/>
                </a:lnTo>
                <a:lnTo>
                  <a:pt x="50800" y="4445"/>
                </a:lnTo>
                <a:lnTo>
                  <a:pt x="48641" y="0"/>
                </a:lnTo>
                <a:lnTo>
                  <a:pt x="45212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872980" y="2222500"/>
            <a:ext cx="66040" cy="44069"/>
          </a:xfrm>
          <a:custGeom>
            <a:avLst/>
            <a:gdLst/>
            <a:ahLst/>
            <a:cxnLst/>
            <a:rect l="l" t="t" r="r" b="b"/>
            <a:pathLst>
              <a:path w="66040" h="44069">
                <a:moveTo>
                  <a:pt x="60071" y="0"/>
                </a:moveTo>
                <a:lnTo>
                  <a:pt x="59181" y="0"/>
                </a:lnTo>
                <a:lnTo>
                  <a:pt x="58166" y="253"/>
                </a:lnTo>
                <a:lnTo>
                  <a:pt x="57276" y="1015"/>
                </a:lnTo>
                <a:lnTo>
                  <a:pt x="47417" y="8993"/>
                </a:lnTo>
                <a:lnTo>
                  <a:pt x="37268" y="16580"/>
                </a:lnTo>
                <a:lnTo>
                  <a:pt x="26923" y="23921"/>
                </a:lnTo>
                <a:lnTo>
                  <a:pt x="16476" y="31160"/>
                </a:lnTo>
                <a:lnTo>
                  <a:pt x="6019" y="38442"/>
                </a:lnTo>
                <a:lnTo>
                  <a:pt x="1143" y="41910"/>
                </a:lnTo>
                <a:lnTo>
                  <a:pt x="0" y="42417"/>
                </a:lnTo>
                <a:lnTo>
                  <a:pt x="889" y="44069"/>
                </a:lnTo>
                <a:lnTo>
                  <a:pt x="1650" y="44069"/>
                </a:lnTo>
                <a:lnTo>
                  <a:pt x="1904" y="44069"/>
                </a:lnTo>
                <a:lnTo>
                  <a:pt x="2031" y="43941"/>
                </a:lnTo>
                <a:lnTo>
                  <a:pt x="2159" y="43941"/>
                </a:lnTo>
                <a:lnTo>
                  <a:pt x="13245" y="37570"/>
                </a:lnTo>
                <a:lnTo>
                  <a:pt x="24288" y="31252"/>
                </a:lnTo>
                <a:lnTo>
                  <a:pt x="35242" y="24867"/>
                </a:lnTo>
                <a:lnTo>
                  <a:pt x="46063" y="18296"/>
                </a:lnTo>
                <a:lnTo>
                  <a:pt x="56708" y="11420"/>
                </a:lnTo>
                <a:lnTo>
                  <a:pt x="62611" y="7365"/>
                </a:lnTo>
                <a:lnTo>
                  <a:pt x="66040" y="4699"/>
                </a:lnTo>
                <a:lnTo>
                  <a:pt x="63626" y="0"/>
                </a:lnTo>
                <a:lnTo>
                  <a:pt x="6007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825609" y="2210689"/>
            <a:ext cx="88011" cy="62611"/>
          </a:xfrm>
          <a:custGeom>
            <a:avLst/>
            <a:gdLst/>
            <a:ahLst/>
            <a:cxnLst/>
            <a:rect l="l" t="t" r="r" b="b"/>
            <a:pathLst>
              <a:path w="88011" h="62611">
                <a:moveTo>
                  <a:pt x="83185" y="0"/>
                </a:moveTo>
                <a:lnTo>
                  <a:pt x="82676" y="0"/>
                </a:lnTo>
                <a:lnTo>
                  <a:pt x="82169" y="126"/>
                </a:lnTo>
                <a:lnTo>
                  <a:pt x="70900" y="7516"/>
                </a:lnTo>
                <a:lnTo>
                  <a:pt x="60455" y="14749"/>
                </a:lnTo>
                <a:lnTo>
                  <a:pt x="50161" y="22167"/>
                </a:lnTo>
                <a:lnTo>
                  <a:pt x="39981" y="29733"/>
                </a:lnTo>
                <a:lnTo>
                  <a:pt x="29880" y="37407"/>
                </a:lnTo>
                <a:lnTo>
                  <a:pt x="19819" y="45152"/>
                </a:lnTo>
                <a:lnTo>
                  <a:pt x="9762" y="52929"/>
                </a:lnTo>
                <a:lnTo>
                  <a:pt x="1650" y="59182"/>
                </a:lnTo>
                <a:lnTo>
                  <a:pt x="0" y="60325"/>
                </a:lnTo>
                <a:lnTo>
                  <a:pt x="1270" y="62611"/>
                </a:lnTo>
                <a:lnTo>
                  <a:pt x="2667" y="62611"/>
                </a:lnTo>
                <a:lnTo>
                  <a:pt x="3048" y="62611"/>
                </a:lnTo>
                <a:lnTo>
                  <a:pt x="3301" y="62484"/>
                </a:lnTo>
                <a:lnTo>
                  <a:pt x="3683" y="62230"/>
                </a:lnTo>
                <a:lnTo>
                  <a:pt x="13868" y="54534"/>
                </a:lnTo>
                <a:lnTo>
                  <a:pt x="24082" y="46916"/>
                </a:lnTo>
                <a:lnTo>
                  <a:pt x="34356" y="39414"/>
                </a:lnTo>
                <a:lnTo>
                  <a:pt x="44718" y="32069"/>
                </a:lnTo>
                <a:lnTo>
                  <a:pt x="55199" y="24919"/>
                </a:lnTo>
                <a:lnTo>
                  <a:pt x="65826" y="18003"/>
                </a:lnTo>
                <a:lnTo>
                  <a:pt x="76631" y="11362"/>
                </a:lnTo>
                <a:lnTo>
                  <a:pt x="84836" y="6603"/>
                </a:lnTo>
                <a:lnTo>
                  <a:pt x="88011" y="4825"/>
                </a:lnTo>
                <a:lnTo>
                  <a:pt x="86106" y="0"/>
                </a:lnTo>
                <a:lnTo>
                  <a:pt x="8318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830689" y="2205609"/>
            <a:ext cx="49021" cy="35432"/>
          </a:xfrm>
          <a:custGeom>
            <a:avLst/>
            <a:gdLst/>
            <a:ahLst/>
            <a:cxnLst/>
            <a:rect l="l" t="t" r="r" b="b"/>
            <a:pathLst>
              <a:path w="49021" h="35432">
                <a:moveTo>
                  <a:pt x="44195" y="0"/>
                </a:moveTo>
                <a:lnTo>
                  <a:pt x="43560" y="0"/>
                </a:lnTo>
                <a:lnTo>
                  <a:pt x="43052" y="126"/>
                </a:lnTo>
                <a:lnTo>
                  <a:pt x="31937" y="7837"/>
                </a:lnTo>
                <a:lnTo>
                  <a:pt x="21673" y="15346"/>
                </a:lnTo>
                <a:lnTo>
                  <a:pt x="11839" y="23340"/>
                </a:lnTo>
                <a:lnTo>
                  <a:pt x="2652" y="32130"/>
                </a:lnTo>
                <a:lnTo>
                  <a:pt x="888" y="34036"/>
                </a:lnTo>
                <a:lnTo>
                  <a:pt x="0" y="34416"/>
                </a:lnTo>
                <a:lnTo>
                  <a:pt x="888" y="35432"/>
                </a:lnTo>
                <a:lnTo>
                  <a:pt x="1777" y="35432"/>
                </a:lnTo>
                <a:lnTo>
                  <a:pt x="2031" y="35432"/>
                </a:lnTo>
                <a:lnTo>
                  <a:pt x="12058" y="27337"/>
                </a:lnTo>
                <a:lnTo>
                  <a:pt x="22558" y="20171"/>
                </a:lnTo>
                <a:lnTo>
                  <a:pt x="33411" y="13565"/>
                </a:lnTo>
                <a:lnTo>
                  <a:pt x="44364" y="7151"/>
                </a:lnTo>
                <a:lnTo>
                  <a:pt x="45719" y="6350"/>
                </a:lnTo>
                <a:lnTo>
                  <a:pt x="49021" y="4317"/>
                </a:lnTo>
                <a:lnTo>
                  <a:pt x="46862" y="0"/>
                </a:lnTo>
                <a:lnTo>
                  <a:pt x="4419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761220" y="2181860"/>
            <a:ext cx="54101" cy="40639"/>
          </a:xfrm>
          <a:custGeom>
            <a:avLst/>
            <a:gdLst/>
            <a:ahLst/>
            <a:cxnLst/>
            <a:rect l="l" t="t" r="r" b="b"/>
            <a:pathLst>
              <a:path w="54101" h="40639">
                <a:moveTo>
                  <a:pt x="50546" y="0"/>
                </a:moveTo>
                <a:lnTo>
                  <a:pt x="49910" y="0"/>
                </a:lnTo>
                <a:lnTo>
                  <a:pt x="49149" y="253"/>
                </a:lnTo>
                <a:lnTo>
                  <a:pt x="48513" y="888"/>
                </a:lnTo>
                <a:lnTo>
                  <a:pt x="38453" y="8509"/>
                </a:lnTo>
                <a:lnTo>
                  <a:pt x="28272" y="16097"/>
                </a:lnTo>
                <a:lnTo>
                  <a:pt x="18121" y="23790"/>
                </a:lnTo>
                <a:lnTo>
                  <a:pt x="8156" y="31727"/>
                </a:lnTo>
                <a:lnTo>
                  <a:pt x="1270" y="37591"/>
                </a:lnTo>
                <a:lnTo>
                  <a:pt x="0" y="38607"/>
                </a:lnTo>
                <a:lnTo>
                  <a:pt x="1143" y="40639"/>
                </a:lnTo>
                <a:lnTo>
                  <a:pt x="2921" y="40639"/>
                </a:lnTo>
                <a:lnTo>
                  <a:pt x="3301" y="40639"/>
                </a:lnTo>
                <a:lnTo>
                  <a:pt x="3809" y="40512"/>
                </a:lnTo>
                <a:lnTo>
                  <a:pt x="4318" y="40131"/>
                </a:lnTo>
                <a:lnTo>
                  <a:pt x="14285" y="32226"/>
                </a:lnTo>
                <a:lnTo>
                  <a:pt x="24494" y="24691"/>
                </a:lnTo>
                <a:lnTo>
                  <a:pt x="34804" y="17300"/>
                </a:lnTo>
                <a:lnTo>
                  <a:pt x="45071" y="9829"/>
                </a:lnTo>
                <a:lnTo>
                  <a:pt x="51815" y="4699"/>
                </a:lnTo>
                <a:lnTo>
                  <a:pt x="54101" y="3048"/>
                </a:lnTo>
                <a:lnTo>
                  <a:pt x="52704" y="0"/>
                </a:lnTo>
                <a:lnTo>
                  <a:pt x="5054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742678" y="2175129"/>
            <a:ext cx="50673" cy="28701"/>
          </a:xfrm>
          <a:custGeom>
            <a:avLst/>
            <a:gdLst/>
            <a:ahLst/>
            <a:cxnLst/>
            <a:rect l="l" t="t" r="r" b="b"/>
            <a:pathLst>
              <a:path w="50673" h="28701">
                <a:moveTo>
                  <a:pt x="47117" y="0"/>
                </a:moveTo>
                <a:lnTo>
                  <a:pt x="46736" y="0"/>
                </a:lnTo>
                <a:lnTo>
                  <a:pt x="46227" y="126"/>
                </a:lnTo>
                <a:lnTo>
                  <a:pt x="45847" y="381"/>
                </a:lnTo>
                <a:lnTo>
                  <a:pt x="34638" y="6816"/>
                </a:lnTo>
                <a:lnTo>
                  <a:pt x="23284" y="12593"/>
                </a:lnTo>
                <a:lnTo>
                  <a:pt x="12227" y="18645"/>
                </a:lnTo>
                <a:lnTo>
                  <a:pt x="1913" y="25907"/>
                </a:lnTo>
                <a:lnTo>
                  <a:pt x="1016" y="26670"/>
                </a:lnTo>
                <a:lnTo>
                  <a:pt x="0" y="27432"/>
                </a:lnTo>
                <a:lnTo>
                  <a:pt x="507" y="28701"/>
                </a:lnTo>
                <a:lnTo>
                  <a:pt x="1524" y="28701"/>
                </a:lnTo>
                <a:lnTo>
                  <a:pt x="1777" y="28701"/>
                </a:lnTo>
                <a:lnTo>
                  <a:pt x="2031" y="28701"/>
                </a:lnTo>
                <a:lnTo>
                  <a:pt x="2286" y="28448"/>
                </a:lnTo>
                <a:lnTo>
                  <a:pt x="12816" y="21597"/>
                </a:lnTo>
                <a:lnTo>
                  <a:pt x="24155" y="16103"/>
                </a:lnTo>
                <a:lnTo>
                  <a:pt x="35877" y="11036"/>
                </a:lnTo>
                <a:lnTo>
                  <a:pt x="47557" y="5467"/>
                </a:lnTo>
                <a:lnTo>
                  <a:pt x="48514" y="4953"/>
                </a:lnTo>
                <a:lnTo>
                  <a:pt x="50673" y="3556"/>
                </a:lnTo>
                <a:lnTo>
                  <a:pt x="49402" y="0"/>
                </a:lnTo>
                <a:lnTo>
                  <a:pt x="4711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788398" y="2190369"/>
            <a:ext cx="62610" cy="55879"/>
          </a:xfrm>
          <a:custGeom>
            <a:avLst/>
            <a:gdLst/>
            <a:ahLst/>
            <a:cxnLst/>
            <a:rect l="l" t="t" r="r" b="b"/>
            <a:pathLst>
              <a:path w="62610" h="55879">
                <a:moveTo>
                  <a:pt x="58420" y="0"/>
                </a:moveTo>
                <a:lnTo>
                  <a:pt x="58038" y="0"/>
                </a:lnTo>
                <a:lnTo>
                  <a:pt x="57657" y="126"/>
                </a:lnTo>
                <a:lnTo>
                  <a:pt x="57276" y="380"/>
                </a:lnTo>
                <a:lnTo>
                  <a:pt x="46500" y="6600"/>
                </a:lnTo>
                <a:lnTo>
                  <a:pt x="35925" y="14041"/>
                </a:lnTo>
                <a:lnTo>
                  <a:pt x="25836" y="22514"/>
                </a:lnTo>
                <a:lnTo>
                  <a:pt x="16516" y="31835"/>
                </a:lnTo>
                <a:lnTo>
                  <a:pt x="8249" y="41815"/>
                </a:lnTo>
                <a:lnTo>
                  <a:pt x="1319" y="52268"/>
                </a:lnTo>
                <a:lnTo>
                  <a:pt x="0" y="54609"/>
                </a:lnTo>
                <a:lnTo>
                  <a:pt x="1270" y="55879"/>
                </a:lnTo>
                <a:lnTo>
                  <a:pt x="2412" y="55879"/>
                </a:lnTo>
                <a:lnTo>
                  <a:pt x="2921" y="55879"/>
                </a:lnTo>
                <a:lnTo>
                  <a:pt x="3428" y="55625"/>
                </a:lnTo>
                <a:lnTo>
                  <a:pt x="3682" y="55117"/>
                </a:lnTo>
                <a:lnTo>
                  <a:pt x="11348" y="44547"/>
                </a:lnTo>
                <a:lnTo>
                  <a:pt x="20204" y="35416"/>
                </a:lnTo>
                <a:lnTo>
                  <a:pt x="29919" y="27300"/>
                </a:lnTo>
                <a:lnTo>
                  <a:pt x="40164" y="19776"/>
                </a:lnTo>
                <a:lnTo>
                  <a:pt x="50609" y="12422"/>
                </a:lnTo>
                <a:lnTo>
                  <a:pt x="60578" y="5079"/>
                </a:lnTo>
                <a:lnTo>
                  <a:pt x="62610" y="3047"/>
                </a:lnTo>
                <a:lnTo>
                  <a:pt x="60578" y="0"/>
                </a:lnTo>
                <a:lnTo>
                  <a:pt x="58420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945751" y="2254758"/>
            <a:ext cx="49149" cy="37211"/>
          </a:xfrm>
          <a:custGeom>
            <a:avLst/>
            <a:gdLst/>
            <a:ahLst/>
            <a:cxnLst/>
            <a:rect l="l" t="t" r="r" b="b"/>
            <a:pathLst>
              <a:path w="49149" h="37211">
                <a:moveTo>
                  <a:pt x="46354" y="0"/>
                </a:moveTo>
                <a:lnTo>
                  <a:pt x="46100" y="0"/>
                </a:lnTo>
                <a:lnTo>
                  <a:pt x="45847" y="0"/>
                </a:lnTo>
                <a:lnTo>
                  <a:pt x="34736" y="6589"/>
                </a:lnTo>
                <a:lnTo>
                  <a:pt x="24438" y="14122"/>
                </a:lnTo>
                <a:lnTo>
                  <a:pt x="14695" y="22334"/>
                </a:lnTo>
                <a:lnTo>
                  <a:pt x="5372" y="30960"/>
                </a:lnTo>
                <a:lnTo>
                  <a:pt x="1524" y="34670"/>
                </a:lnTo>
                <a:lnTo>
                  <a:pt x="0" y="35813"/>
                </a:lnTo>
                <a:lnTo>
                  <a:pt x="1270" y="37211"/>
                </a:lnTo>
                <a:lnTo>
                  <a:pt x="2540" y="37211"/>
                </a:lnTo>
                <a:lnTo>
                  <a:pt x="2921" y="37083"/>
                </a:lnTo>
                <a:lnTo>
                  <a:pt x="3175" y="36956"/>
                </a:lnTo>
                <a:lnTo>
                  <a:pt x="12476" y="28283"/>
                </a:lnTo>
                <a:lnTo>
                  <a:pt x="22154" y="20029"/>
                </a:lnTo>
                <a:lnTo>
                  <a:pt x="32345" y="12414"/>
                </a:lnTo>
                <a:lnTo>
                  <a:pt x="43188" y="5656"/>
                </a:lnTo>
                <a:lnTo>
                  <a:pt x="47371" y="3428"/>
                </a:lnTo>
                <a:lnTo>
                  <a:pt x="49149" y="2158"/>
                </a:lnTo>
                <a:lnTo>
                  <a:pt x="48005" y="0"/>
                </a:lnTo>
                <a:lnTo>
                  <a:pt x="46354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259191" y="2620517"/>
            <a:ext cx="831468" cy="592582"/>
          </a:xfrm>
          <a:custGeom>
            <a:avLst/>
            <a:gdLst/>
            <a:ahLst/>
            <a:cxnLst/>
            <a:rect l="l" t="t" r="r" b="b"/>
            <a:pathLst>
              <a:path w="831468" h="592582">
                <a:moveTo>
                  <a:pt x="825753" y="0"/>
                </a:moveTo>
                <a:lnTo>
                  <a:pt x="824991" y="0"/>
                </a:lnTo>
                <a:lnTo>
                  <a:pt x="824356" y="127"/>
                </a:lnTo>
                <a:lnTo>
                  <a:pt x="823594" y="635"/>
                </a:lnTo>
                <a:lnTo>
                  <a:pt x="801625" y="14767"/>
                </a:lnTo>
                <a:lnTo>
                  <a:pt x="779755" y="29041"/>
                </a:lnTo>
                <a:lnTo>
                  <a:pt x="757980" y="43449"/>
                </a:lnTo>
                <a:lnTo>
                  <a:pt x="736291" y="57980"/>
                </a:lnTo>
                <a:lnTo>
                  <a:pt x="714682" y="72626"/>
                </a:lnTo>
                <a:lnTo>
                  <a:pt x="693147" y="87378"/>
                </a:lnTo>
                <a:lnTo>
                  <a:pt x="671680" y="102228"/>
                </a:lnTo>
                <a:lnTo>
                  <a:pt x="650273" y="117166"/>
                </a:lnTo>
                <a:lnTo>
                  <a:pt x="628920" y="132183"/>
                </a:lnTo>
                <a:lnTo>
                  <a:pt x="607615" y="147272"/>
                </a:lnTo>
                <a:lnTo>
                  <a:pt x="586351" y="162422"/>
                </a:lnTo>
                <a:lnTo>
                  <a:pt x="565121" y="177626"/>
                </a:lnTo>
                <a:lnTo>
                  <a:pt x="543919" y="192873"/>
                </a:lnTo>
                <a:lnTo>
                  <a:pt x="522738" y="208156"/>
                </a:lnTo>
                <a:lnTo>
                  <a:pt x="501572" y="223466"/>
                </a:lnTo>
                <a:lnTo>
                  <a:pt x="480414" y="238793"/>
                </a:lnTo>
                <a:lnTo>
                  <a:pt x="459258" y="254129"/>
                </a:lnTo>
                <a:lnTo>
                  <a:pt x="438096" y="269465"/>
                </a:lnTo>
                <a:lnTo>
                  <a:pt x="416923" y="284791"/>
                </a:lnTo>
                <a:lnTo>
                  <a:pt x="395731" y="300101"/>
                </a:lnTo>
                <a:lnTo>
                  <a:pt x="375979" y="314503"/>
                </a:lnTo>
                <a:lnTo>
                  <a:pt x="356332" y="329077"/>
                </a:lnTo>
                <a:lnTo>
                  <a:pt x="336776" y="343798"/>
                </a:lnTo>
                <a:lnTo>
                  <a:pt x="317291" y="358636"/>
                </a:lnTo>
                <a:lnTo>
                  <a:pt x="297862" y="373566"/>
                </a:lnTo>
                <a:lnTo>
                  <a:pt x="278471" y="388560"/>
                </a:lnTo>
                <a:lnTo>
                  <a:pt x="259101" y="403590"/>
                </a:lnTo>
                <a:lnTo>
                  <a:pt x="239735" y="418629"/>
                </a:lnTo>
                <a:lnTo>
                  <a:pt x="220355" y="433651"/>
                </a:lnTo>
                <a:lnTo>
                  <a:pt x="200945" y="448627"/>
                </a:lnTo>
                <a:lnTo>
                  <a:pt x="181488" y="463531"/>
                </a:lnTo>
                <a:lnTo>
                  <a:pt x="161965" y="478335"/>
                </a:lnTo>
                <a:lnTo>
                  <a:pt x="142361" y="493013"/>
                </a:lnTo>
                <a:lnTo>
                  <a:pt x="122657" y="507536"/>
                </a:lnTo>
                <a:lnTo>
                  <a:pt x="102838" y="521878"/>
                </a:lnTo>
                <a:lnTo>
                  <a:pt x="82885" y="536012"/>
                </a:lnTo>
                <a:lnTo>
                  <a:pt x="62781" y="549909"/>
                </a:lnTo>
                <a:lnTo>
                  <a:pt x="42510" y="563544"/>
                </a:lnTo>
                <a:lnTo>
                  <a:pt x="22054" y="576888"/>
                </a:lnTo>
                <a:lnTo>
                  <a:pt x="1397" y="589915"/>
                </a:lnTo>
                <a:lnTo>
                  <a:pt x="0" y="590423"/>
                </a:lnTo>
                <a:lnTo>
                  <a:pt x="888" y="592582"/>
                </a:lnTo>
                <a:lnTo>
                  <a:pt x="2285" y="592582"/>
                </a:lnTo>
                <a:lnTo>
                  <a:pt x="2539" y="592582"/>
                </a:lnTo>
                <a:lnTo>
                  <a:pt x="2793" y="592455"/>
                </a:lnTo>
                <a:lnTo>
                  <a:pt x="3048" y="592201"/>
                </a:lnTo>
                <a:lnTo>
                  <a:pt x="23762" y="579236"/>
                </a:lnTo>
                <a:lnTo>
                  <a:pt x="44272" y="565963"/>
                </a:lnTo>
                <a:lnTo>
                  <a:pt x="64597" y="552409"/>
                </a:lnTo>
                <a:lnTo>
                  <a:pt x="84753" y="538600"/>
                </a:lnTo>
                <a:lnTo>
                  <a:pt x="104759" y="524565"/>
                </a:lnTo>
                <a:lnTo>
                  <a:pt x="124631" y="510330"/>
                </a:lnTo>
                <a:lnTo>
                  <a:pt x="144387" y="495921"/>
                </a:lnTo>
                <a:lnTo>
                  <a:pt x="164045" y="481367"/>
                </a:lnTo>
                <a:lnTo>
                  <a:pt x="183622" y="466694"/>
                </a:lnTo>
                <a:lnTo>
                  <a:pt x="203136" y="451929"/>
                </a:lnTo>
                <a:lnTo>
                  <a:pt x="222604" y="437099"/>
                </a:lnTo>
                <a:lnTo>
                  <a:pt x="242044" y="422232"/>
                </a:lnTo>
                <a:lnTo>
                  <a:pt x="261474" y="407354"/>
                </a:lnTo>
                <a:lnTo>
                  <a:pt x="280910" y="392492"/>
                </a:lnTo>
                <a:lnTo>
                  <a:pt x="300370" y="377674"/>
                </a:lnTo>
                <a:lnTo>
                  <a:pt x="319873" y="362926"/>
                </a:lnTo>
                <a:lnTo>
                  <a:pt x="339435" y="348276"/>
                </a:lnTo>
                <a:lnTo>
                  <a:pt x="359074" y="333750"/>
                </a:lnTo>
                <a:lnTo>
                  <a:pt x="378807" y="319376"/>
                </a:lnTo>
                <a:lnTo>
                  <a:pt x="398652" y="305181"/>
                </a:lnTo>
                <a:lnTo>
                  <a:pt x="419953" y="290090"/>
                </a:lnTo>
                <a:lnTo>
                  <a:pt x="441224" y="274962"/>
                </a:lnTo>
                <a:lnTo>
                  <a:pt x="462473" y="259806"/>
                </a:lnTo>
                <a:lnTo>
                  <a:pt x="483709" y="244633"/>
                </a:lnTo>
                <a:lnTo>
                  <a:pt x="504938" y="229453"/>
                </a:lnTo>
                <a:lnTo>
                  <a:pt x="526167" y="214275"/>
                </a:lnTo>
                <a:lnTo>
                  <a:pt x="547404" y="199111"/>
                </a:lnTo>
                <a:lnTo>
                  <a:pt x="568656" y="183970"/>
                </a:lnTo>
                <a:lnTo>
                  <a:pt x="589930" y="168861"/>
                </a:lnTo>
                <a:lnTo>
                  <a:pt x="611235" y="153797"/>
                </a:lnTo>
                <a:lnTo>
                  <a:pt x="632576" y="138785"/>
                </a:lnTo>
                <a:lnTo>
                  <a:pt x="653962" y="123837"/>
                </a:lnTo>
                <a:lnTo>
                  <a:pt x="675400" y="108962"/>
                </a:lnTo>
                <a:lnTo>
                  <a:pt x="696897" y="94171"/>
                </a:lnTo>
                <a:lnTo>
                  <a:pt x="718460" y="79474"/>
                </a:lnTo>
                <a:lnTo>
                  <a:pt x="740098" y="64880"/>
                </a:lnTo>
                <a:lnTo>
                  <a:pt x="761816" y="50401"/>
                </a:lnTo>
                <a:lnTo>
                  <a:pt x="783623" y="36045"/>
                </a:lnTo>
                <a:lnTo>
                  <a:pt x="805526" y="21824"/>
                </a:lnTo>
                <a:lnTo>
                  <a:pt x="827531" y="7747"/>
                </a:lnTo>
                <a:lnTo>
                  <a:pt x="831468" y="5207"/>
                </a:lnTo>
                <a:lnTo>
                  <a:pt x="829055" y="0"/>
                </a:lnTo>
                <a:lnTo>
                  <a:pt x="825753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043289" y="2379979"/>
            <a:ext cx="524890" cy="377571"/>
          </a:xfrm>
          <a:custGeom>
            <a:avLst/>
            <a:gdLst/>
            <a:ahLst/>
            <a:cxnLst/>
            <a:rect l="l" t="t" r="r" b="b"/>
            <a:pathLst>
              <a:path w="524890" h="377571">
                <a:moveTo>
                  <a:pt x="518159" y="0"/>
                </a:moveTo>
                <a:lnTo>
                  <a:pt x="517397" y="0"/>
                </a:lnTo>
                <a:lnTo>
                  <a:pt x="516508" y="254"/>
                </a:lnTo>
                <a:lnTo>
                  <a:pt x="489372" y="18341"/>
                </a:lnTo>
                <a:lnTo>
                  <a:pt x="463240" y="36094"/>
                </a:lnTo>
                <a:lnTo>
                  <a:pt x="437217" y="54007"/>
                </a:lnTo>
                <a:lnTo>
                  <a:pt x="411293" y="72069"/>
                </a:lnTo>
                <a:lnTo>
                  <a:pt x="385460" y="90267"/>
                </a:lnTo>
                <a:lnTo>
                  <a:pt x="359712" y="108586"/>
                </a:lnTo>
                <a:lnTo>
                  <a:pt x="334039" y="127016"/>
                </a:lnTo>
                <a:lnTo>
                  <a:pt x="308435" y="145541"/>
                </a:lnTo>
                <a:lnTo>
                  <a:pt x="282890" y="164151"/>
                </a:lnTo>
                <a:lnTo>
                  <a:pt x="257397" y="182832"/>
                </a:lnTo>
                <a:lnTo>
                  <a:pt x="231947" y="201571"/>
                </a:lnTo>
                <a:lnTo>
                  <a:pt x="206534" y="220355"/>
                </a:lnTo>
                <a:lnTo>
                  <a:pt x="181148" y="239171"/>
                </a:lnTo>
                <a:lnTo>
                  <a:pt x="155783" y="258007"/>
                </a:lnTo>
                <a:lnTo>
                  <a:pt x="130429" y="276850"/>
                </a:lnTo>
                <a:lnTo>
                  <a:pt x="105078" y="295686"/>
                </a:lnTo>
                <a:lnTo>
                  <a:pt x="79724" y="314503"/>
                </a:lnTo>
                <a:lnTo>
                  <a:pt x="54357" y="333289"/>
                </a:lnTo>
                <a:lnTo>
                  <a:pt x="28970" y="352029"/>
                </a:lnTo>
                <a:lnTo>
                  <a:pt x="3555" y="370713"/>
                </a:lnTo>
                <a:lnTo>
                  <a:pt x="0" y="373253"/>
                </a:lnTo>
                <a:lnTo>
                  <a:pt x="2158" y="377571"/>
                </a:lnTo>
                <a:lnTo>
                  <a:pt x="5206" y="377571"/>
                </a:lnTo>
                <a:lnTo>
                  <a:pt x="5714" y="377571"/>
                </a:lnTo>
                <a:lnTo>
                  <a:pt x="6350" y="377444"/>
                </a:lnTo>
                <a:lnTo>
                  <a:pt x="6984" y="377063"/>
                </a:lnTo>
                <a:lnTo>
                  <a:pt x="32498" y="358428"/>
                </a:lnTo>
                <a:lnTo>
                  <a:pt x="58025" y="339823"/>
                </a:lnTo>
                <a:lnTo>
                  <a:pt x="83564" y="321249"/>
                </a:lnTo>
                <a:lnTo>
                  <a:pt x="109118" y="302705"/>
                </a:lnTo>
                <a:lnTo>
                  <a:pt x="134687" y="284190"/>
                </a:lnTo>
                <a:lnTo>
                  <a:pt x="160272" y="265705"/>
                </a:lnTo>
                <a:lnTo>
                  <a:pt x="185875" y="247249"/>
                </a:lnTo>
                <a:lnTo>
                  <a:pt x="211495" y="228822"/>
                </a:lnTo>
                <a:lnTo>
                  <a:pt x="237135" y="210424"/>
                </a:lnTo>
                <a:lnTo>
                  <a:pt x="262794" y="192055"/>
                </a:lnTo>
                <a:lnTo>
                  <a:pt x="288475" y="173715"/>
                </a:lnTo>
                <a:lnTo>
                  <a:pt x="314177" y="155403"/>
                </a:lnTo>
                <a:lnTo>
                  <a:pt x="339902" y="137119"/>
                </a:lnTo>
                <a:lnTo>
                  <a:pt x="365652" y="118863"/>
                </a:lnTo>
                <a:lnTo>
                  <a:pt x="391425" y="100635"/>
                </a:lnTo>
                <a:lnTo>
                  <a:pt x="417225" y="82435"/>
                </a:lnTo>
                <a:lnTo>
                  <a:pt x="443051" y="64262"/>
                </a:lnTo>
                <a:lnTo>
                  <a:pt x="468905" y="46116"/>
                </a:lnTo>
                <a:lnTo>
                  <a:pt x="494788" y="27997"/>
                </a:lnTo>
                <a:lnTo>
                  <a:pt x="520700" y="9906"/>
                </a:lnTo>
                <a:lnTo>
                  <a:pt x="524890" y="6477"/>
                </a:lnTo>
                <a:lnTo>
                  <a:pt x="522224" y="0"/>
                </a:lnTo>
                <a:lnTo>
                  <a:pt x="518159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15758" y="3477260"/>
            <a:ext cx="350393" cy="294639"/>
          </a:xfrm>
          <a:custGeom>
            <a:avLst/>
            <a:gdLst/>
            <a:ahLst/>
            <a:cxnLst/>
            <a:rect l="l" t="t" r="r" b="b"/>
            <a:pathLst>
              <a:path w="350393" h="294639">
                <a:moveTo>
                  <a:pt x="347091" y="0"/>
                </a:moveTo>
                <a:lnTo>
                  <a:pt x="346583" y="0"/>
                </a:lnTo>
                <a:lnTo>
                  <a:pt x="346075" y="253"/>
                </a:lnTo>
                <a:lnTo>
                  <a:pt x="345567" y="635"/>
                </a:lnTo>
                <a:lnTo>
                  <a:pt x="328386" y="15264"/>
                </a:lnTo>
                <a:lnTo>
                  <a:pt x="311038" y="29684"/>
                </a:lnTo>
                <a:lnTo>
                  <a:pt x="293551" y="43928"/>
                </a:lnTo>
                <a:lnTo>
                  <a:pt x="275950" y="58029"/>
                </a:lnTo>
                <a:lnTo>
                  <a:pt x="258264" y="72020"/>
                </a:lnTo>
                <a:lnTo>
                  <a:pt x="240519" y="85934"/>
                </a:lnTo>
                <a:lnTo>
                  <a:pt x="222743" y="99804"/>
                </a:lnTo>
                <a:lnTo>
                  <a:pt x="204962" y="113662"/>
                </a:lnTo>
                <a:lnTo>
                  <a:pt x="187205" y="127543"/>
                </a:lnTo>
                <a:lnTo>
                  <a:pt x="169497" y="141478"/>
                </a:lnTo>
                <a:lnTo>
                  <a:pt x="151866" y="155500"/>
                </a:lnTo>
                <a:lnTo>
                  <a:pt x="134340" y="169643"/>
                </a:lnTo>
                <a:lnTo>
                  <a:pt x="116945" y="183940"/>
                </a:lnTo>
                <a:lnTo>
                  <a:pt x="99709" y="198423"/>
                </a:lnTo>
                <a:lnTo>
                  <a:pt x="82659" y="213125"/>
                </a:lnTo>
                <a:lnTo>
                  <a:pt x="65821" y="228080"/>
                </a:lnTo>
                <a:lnTo>
                  <a:pt x="49224" y="243321"/>
                </a:lnTo>
                <a:lnTo>
                  <a:pt x="32893" y="258879"/>
                </a:lnTo>
                <a:lnTo>
                  <a:pt x="16857" y="274789"/>
                </a:lnTo>
                <a:lnTo>
                  <a:pt x="1143" y="291083"/>
                </a:lnTo>
                <a:lnTo>
                  <a:pt x="0" y="292607"/>
                </a:lnTo>
                <a:lnTo>
                  <a:pt x="1270" y="294639"/>
                </a:lnTo>
                <a:lnTo>
                  <a:pt x="2794" y="294639"/>
                </a:lnTo>
                <a:lnTo>
                  <a:pt x="3428" y="294639"/>
                </a:lnTo>
                <a:lnTo>
                  <a:pt x="3937" y="294385"/>
                </a:lnTo>
                <a:lnTo>
                  <a:pt x="4445" y="293750"/>
                </a:lnTo>
                <a:lnTo>
                  <a:pt x="20159" y="277564"/>
                </a:lnTo>
                <a:lnTo>
                  <a:pt x="36195" y="261749"/>
                </a:lnTo>
                <a:lnTo>
                  <a:pt x="52526" y="246274"/>
                </a:lnTo>
                <a:lnTo>
                  <a:pt x="69123" y="231106"/>
                </a:lnTo>
                <a:lnTo>
                  <a:pt x="85961" y="216213"/>
                </a:lnTo>
                <a:lnTo>
                  <a:pt x="103011" y="201563"/>
                </a:lnTo>
                <a:lnTo>
                  <a:pt x="120247" y="187124"/>
                </a:lnTo>
                <a:lnTo>
                  <a:pt x="137642" y="172863"/>
                </a:lnTo>
                <a:lnTo>
                  <a:pt x="155168" y="158748"/>
                </a:lnTo>
                <a:lnTo>
                  <a:pt x="172799" y="144748"/>
                </a:lnTo>
                <a:lnTo>
                  <a:pt x="190507" y="130829"/>
                </a:lnTo>
                <a:lnTo>
                  <a:pt x="208264" y="116960"/>
                </a:lnTo>
                <a:lnTo>
                  <a:pt x="226045" y="103109"/>
                </a:lnTo>
                <a:lnTo>
                  <a:pt x="243821" y="89243"/>
                </a:lnTo>
                <a:lnTo>
                  <a:pt x="261566" y="75330"/>
                </a:lnTo>
                <a:lnTo>
                  <a:pt x="279252" y="61338"/>
                </a:lnTo>
                <a:lnTo>
                  <a:pt x="296853" y="47235"/>
                </a:lnTo>
                <a:lnTo>
                  <a:pt x="314340" y="32989"/>
                </a:lnTo>
                <a:lnTo>
                  <a:pt x="331688" y="18567"/>
                </a:lnTo>
                <a:lnTo>
                  <a:pt x="348869" y="3937"/>
                </a:lnTo>
                <a:lnTo>
                  <a:pt x="350393" y="2412"/>
                </a:lnTo>
                <a:lnTo>
                  <a:pt x="348869" y="0"/>
                </a:lnTo>
                <a:lnTo>
                  <a:pt x="34709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39558" y="3163951"/>
            <a:ext cx="565531" cy="540131"/>
          </a:xfrm>
          <a:custGeom>
            <a:avLst/>
            <a:gdLst/>
            <a:ahLst/>
            <a:cxnLst/>
            <a:rect l="l" t="t" r="r" b="b"/>
            <a:pathLst>
              <a:path w="565531" h="540130">
                <a:moveTo>
                  <a:pt x="562101" y="0"/>
                </a:moveTo>
                <a:lnTo>
                  <a:pt x="561467" y="0"/>
                </a:lnTo>
                <a:lnTo>
                  <a:pt x="560832" y="253"/>
                </a:lnTo>
                <a:lnTo>
                  <a:pt x="530960" y="26056"/>
                </a:lnTo>
                <a:lnTo>
                  <a:pt x="501700" y="51610"/>
                </a:lnTo>
                <a:lnTo>
                  <a:pt x="472551" y="77303"/>
                </a:lnTo>
                <a:lnTo>
                  <a:pt x="443518" y="103137"/>
                </a:lnTo>
                <a:lnTo>
                  <a:pt x="414609" y="129117"/>
                </a:lnTo>
                <a:lnTo>
                  <a:pt x="385830" y="155247"/>
                </a:lnTo>
                <a:lnTo>
                  <a:pt x="357187" y="181531"/>
                </a:lnTo>
                <a:lnTo>
                  <a:pt x="328688" y="207974"/>
                </a:lnTo>
                <a:lnTo>
                  <a:pt x="300338" y="234578"/>
                </a:lnTo>
                <a:lnTo>
                  <a:pt x="272145" y="261350"/>
                </a:lnTo>
                <a:lnTo>
                  <a:pt x="244114" y="288291"/>
                </a:lnTo>
                <a:lnTo>
                  <a:pt x="216253" y="315408"/>
                </a:lnTo>
                <a:lnTo>
                  <a:pt x="188568" y="342703"/>
                </a:lnTo>
                <a:lnTo>
                  <a:pt x="161066" y="370180"/>
                </a:lnTo>
                <a:lnTo>
                  <a:pt x="133752" y="397845"/>
                </a:lnTo>
                <a:lnTo>
                  <a:pt x="106635" y="425700"/>
                </a:lnTo>
                <a:lnTo>
                  <a:pt x="79720" y="453751"/>
                </a:lnTo>
                <a:lnTo>
                  <a:pt x="53013" y="482001"/>
                </a:lnTo>
                <a:lnTo>
                  <a:pt x="26522" y="510454"/>
                </a:lnTo>
                <a:lnTo>
                  <a:pt x="253" y="539115"/>
                </a:lnTo>
                <a:lnTo>
                  <a:pt x="0" y="539623"/>
                </a:lnTo>
                <a:lnTo>
                  <a:pt x="381" y="540131"/>
                </a:lnTo>
                <a:lnTo>
                  <a:pt x="635" y="540131"/>
                </a:lnTo>
                <a:lnTo>
                  <a:pt x="889" y="540131"/>
                </a:lnTo>
                <a:lnTo>
                  <a:pt x="27403" y="511583"/>
                </a:lnTo>
                <a:lnTo>
                  <a:pt x="54134" y="483273"/>
                </a:lnTo>
                <a:lnTo>
                  <a:pt x="81075" y="455193"/>
                </a:lnTo>
                <a:lnTo>
                  <a:pt x="108218" y="427333"/>
                </a:lnTo>
                <a:lnTo>
                  <a:pt x="135554" y="399684"/>
                </a:lnTo>
                <a:lnTo>
                  <a:pt x="163077" y="372238"/>
                </a:lnTo>
                <a:lnTo>
                  <a:pt x="190778" y="344983"/>
                </a:lnTo>
                <a:lnTo>
                  <a:pt x="218650" y="317913"/>
                </a:lnTo>
                <a:lnTo>
                  <a:pt x="246685" y="291017"/>
                </a:lnTo>
                <a:lnTo>
                  <a:pt x="274875" y="264287"/>
                </a:lnTo>
                <a:lnTo>
                  <a:pt x="303213" y="237712"/>
                </a:lnTo>
                <a:lnTo>
                  <a:pt x="331691" y="211285"/>
                </a:lnTo>
                <a:lnTo>
                  <a:pt x="360301" y="184995"/>
                </a:lnTo>
                <a:lnTo>
                  <a:pt x="389036" y="158835"/>
                </a:lnTo>
                <a:lnTo>
                  <a:pt x="417887" y="132794"/>
                </a:lnTo>
                <a:lnTo>
                  <a:pt x="446847" y="106863"/>
                </a:lnTo>
                <a:lnTo>
                  <a:pt x="475909" y="81034"/>
                </a:lnTo>
                <a:lnTo>
                  <a:pt x="505065" y="55297"/>
                </a:lnTo>
                <a:lnTo>
                  <a:pt x="534306" y="29643"/>
                </a:lnTo>
                <a:lnTo>
                  <a:pt x="563626" y="4063"/>
                </a:lnTo>
                <a:lnTo>
                  <a:pt x="565531" y="2412"/>
                </a:lnTo>
                <a:lnTo>
                  <a:pt x="564007" y="0"/>
                </a:lnTo>
                <a:lnTo>
                  <a:pt x="56210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364220" y="3009900"/>
            <a:ext cx="375920" cy="265811"/>
          </a:xfrm>
          <a:custGeom>
            <a:avLst/>
            <a:gdLst/>
            <a:ahLst/>
            <a:cxnLst/>
            <a:rect l="l" t="t" r="r" b="b"/>
            <a:pathLst>
              <a:path w="375920" h="265811">
                <a:moveTo>
                  <a:pt x="371221" y="0"/>
                </a:moveTo>
                <a:lnTo>
                  <a:pt x="370712" y="0"/>
                </a:lnTo>
                <a:lnTo>
                  <a:pt x="370077" y="253"/>
                </a:lnTo>
                <a:lnTo>
                  <a:pt x="350803" y="12921"/>
                </a:lnTo>
                <a:lnTo>
                  <a:pt x="332104" y="25433"/>
                </a:lnTo>
                <a:lnTo>
                  <a:pt x="313471" y="38036"/>
                </a:lnTo>
                <a:lnTo>
                  <a:pt x="294898" y="50725"/>
                </a:lnTo>
                <a:lnTo>
                  <a:pt x="276381" y="63496"/>
                </a:lnTo>
                <a:lnTo>
                  <a:pt x="257918" y="76341"/>
                </a:lnTo>
                <a:lnTo>
                  <a:pt x="239503" y="89256"/>
                </a:lnTo>
                <a:lnTo>
                  <a:pt x="221134" y="102236"/>
                </a:lnTo>
                <a:lnTo>
                  <a:pt x="202806" y="115274"/>
                </a:lnTo>
                <a:lnTo>
                  <a:pt x="184515" y="128365"/>
                </a:lnTo>
                <a:lnTo>
                  <a:pt x="166257" y="141504"/>
                </a:lnTo>
                <a:lnTo>
                  <a:pt x="148029" y="154684"/>
                </a:lnTo>
                <a:lnTo>
                  <a:pt x="129826" y="167902"/>
                </a:lnTo>
                <a:lnTo>
                  <a:pt x="111645" y="181151"/>
                </a:lnTo>
                <a:lnTo>
                  <a:pt x="93481" y="194425"/>
                </a:lnTo>
                <a:lnTo>
                  <a:pt x="75332" y="207719"/>
                </a:lnTo>
                <a:lnTo>
                  <a:pt x="57192" y="221027"/>
                </a:lnTo>
                <a:lnTo>
                  <a:pt x="39058" y="234345"/>
                </a:lnTo>
                <a:lnTo>
                  <a:pt x="20927" y="247666"/>
                </a:lnTo>
                <a:lnTo>
                  <a:pt x="2794" y="260985"/>
                </a:lnTo>
                <a:lnTo>
                  <a:pt x="0" y="262382"/>
                </a:lnTo>
                <a:lnTo>
                  <a:pt x="1397" y="265811"/>
                </a:lnTo>
                <a:lnTo>
                  <a:pt x="3428" y="265811"/>
                </a:lnTo>
                <a:lnTo>
                  <a:pt x="3936" y="265811"/>
                </a:lnTo>
                <a:lnTo>
                  <a:pt x="23050" y="252166"/>
                </a:lnTo>
                <a:lnTo>
                  <a:pt x="41263" y="238898"/>
                </a:lnTo>
                <a:lnTo>
                  <a:pt x="59471" y="225631"/>
                </a:lnTo>
                <a:lnTo>
                  <a:pt x="77679" y="212372"/>
                </a:lnTo>
                <a:lnTo>
                  <a:pt x="95890" y="199128"/>
                </a:lnTo>
                <a:lnTo>
                  <a:pt x="114111" y="185904"/>
                </a:lnTo>
                <a:lnTo>
                  <a:pt x="132346" y="172708"/>
                </a:lnTo>
                <a:lnTo>
                  <a:pt x="150599" y="159546"/>
                </a:lnTo>
                <a:lnTo>
                  <a:pt x="168876" y="146424"/>
                </a:lnTo>
                <a:lnTo>
                  <a:pt x="187182" y="133350"/>
                </a:lnTo>
                <a:lnTo>
                  <a:pt x="205520" y="120328"/>
                </a:lnTo>
                <a:lnTo>
                  <a:pt x="223897" y="107366"/>
                </a:lnTo>
                <a:lnTo>
                  <a:pt x="242318" y="94471"/>
                </a:lnTo>
                <a:lnTo>
                  <a:pt x="260785" y="81648"/>
                </a:lnTo>
                <a:lnTo>
                  <a:pt x="279306" y="68905"/>
                </a:lnTo>
                <a:lnTo>
                  <a:pt x="297885" y="56247"/>
                </a:lnTo>
                <a:lnTo>
                  <a:pt x="316525" y="43682"/>
                </a:lnTo>
                <a:lnTo>
                  <a:pt x="335234" y="31215"/>
                </a:lnTo>
                <a:lnTo>
                  <a:pt x="354014" y="18853"/>
                </a:lnTo>
                <a:lnTo>
                  <a:pt x="372872" y="6603"/>
                </a:lnTo>
                <a:lnTo>
                  <a:pt x="375920" y="4317"/>
                </a:lnTo>
                <a:lnTo>
                  <a:pt x="374141" y="0"/>
                </a:lnTo>
                <a:lnTo>
                  <a:pt x="37122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486140" y="2363089"/>
            <a:ext cx="905890" cy="562101"/>
          </a:xfrm>
          <a:custGeom>
            <a:avLst/>
            <a:gdLst/>
            <a:ahLst/>
            <a:cxnLst/>
            <a:rect l="l" t="t" r="r" b="b"/>
            <a:pathLst>
              <a:path w="905890" h="562101">
                <a:moveTo>
                  <a:pt x="902334" y="0"/>
                </a:moveTo>
                <a:lnTo>
                  <a:pt x="901953" y="0"/>
                </a:lnTo>
                <a:lnTo>
                  <a:pt x="901573" y="126"/>
                </a:lnTo>
                <a:lnTo>
                  <a:pt x="901191" y="253"/>
                </a:lnTo>
                <a:lnTo>
                  <a:pt x="854519" y="25427"/>
                </a:lnTo>
                <a:lnTo>
                  <a:pt x="807900" y="50747"/>
                </a:lnTo>
                <a:lnTo>
                  <a:pt x="761353" y="76239"/>
                </a:lnTo>
                <a:lnTo>
                  <a:pt x="714898" y="101930"/>
                </a:lnTo>
                <a:lnTo>
                  <a:pt x="668555" y="127843"/>
                </a:lnTo>
                <a:lnTo>
                  <a:pt x="622345" y="154004"/>
                </a:lnTo>
                <a:lnTo>
                  <a:pt x="576288" y="180439"/>
                </a:lnTo>
                <a:lnTo>
                  <a:pt x="530402" y="207172"/>
                </a:lnTo>
                <a:lnTo>
                  <a:pt x="484709" y="234229"/>
                </a:lnTo>
                <a:lnTo>
                  <a:pt x="439229" y="261635"/>
                </a:lnTo>
                <a:lnTo>
                  <a:pt x="393981" y="289416"/>
                </a:lnTo>
                <a:lnTo>
                  <a:pt x="348985" y="317596"/>
                </a:lnTo>
                <a:lnTo>
                  <a:pt x="304262" y="346201"/>
                </a:lnTo>
                <a:lnTo>
                  <a:pt x="259831" y="375256"/>
                </a:lnTo>
                <a:lnTo>
                  <a:pt x="215713" y="404786"/>
                </a:lnTo>
                <a:lnTo>
                  <a:pt x="171927" y="434817"/>
                </a:lnTo>
                <a:lnTo>
                  <a:pt x="128493" y="465374"/>
                </a:lnTo>
                <a:lnTo>
                  <a:pt x="85432" y="496481"/>
                </a:lnTo>
                <a:lnTo>
                  <a:pt x="42764" y="528165"/>
                </a:lnTo>
                <a:lnTo>
                  <a:pt x="507" y="560451"/>
                </a:lnTo>
                <a:lnTo>
                  <a:pt x="0" y="560959"/>
                </a:lnTo>
                <a:lnTo>
                  <a:pt x="253" y="562101"/>
                </a:lnTo>
                <a:lnTo>
                  <a:pt x="888" y="562101"/>
                </a:lnTo>
                <a:lnTo>
                  <a:pt x="1142" y="562101"/>
                </a:lnTo>
                <a:lnTo>
                  <a:pt x="1524" y="561848"/>
                </a:lnTo>
                <a:lnTo>
                  <a:pt x="43824" y="529569"/>
                </a:lnTo>
                <a:lnTo>
                  <a:pt x="86549" y="497939"/>
                </a:lnTo>
                <a:lnTo>
                  <a:pt x="129678" y="466929"/>
                </a:lnTo>
                <a:lnTo>
                  <a:pt x="173188" y="436506"/>
                </a:lnTo>
                <a:lnTo>
                  <a:pt x="217058" y="406640"/>
                </a:lnTo>
                <a:lnTo>
                  <a:pt x="261268" y="377300"/>
                </a:lnTo>
                <a:lnTo>
                  <a:pt x="305795" y="348456"/>
                </a:lnTo>
                <a:lnTo>
                  <a:pt x="350619" y="320076"/>
                </a:lnTo>
                <a:lnTo>
                  <a:pt x="395718" y="292131"/>
                </a:lnTo>
                <a:lnTo>
                  <a:pt x="441070" y="264588"/>
                </a:lnTo>
                <a:lnTo>
                  <a:pt x="486655" y="237418"/>
                </a:lnTo>
                <a:lnTo>
                  <a:pt x="532452" y="210590"/>
                </a:lnTo>
                <a:lnTo>
                  <a:pt x="578437" y="184072"/>
                </a:lnTo>
                <a:lnTo>
                  <a:pt x="624592" y="157835"/>
                </a:lnTo>
                <a:lnTo>
                  <a:pt x="670893" y="131847"/>
                </a:lnTo>
                <a:lnTo>
                  <a:pt x="717320" y="106078"/>
                </a:lnTo>
                <a:lnTo>
                  <a:pt x="763851" y="80497"/>
                </a:lnTo>
                <a:lnTo>
                  <a:pt x="810466" y="55072"/>
                </a:lnTo>
                <a:lnTo>
                  <a:pt x="857142" y="29774"/>
                </a:lnTo>
                <a:lnTo>
                  <a:pt x="903858" y="4572"/>
                </a:lnTo>
                <a:lnTo>
                  <a:pt x="905890" y="3428"/>
                </a:lnTo>
                <a:lnTo>
                  <a:pt x="904620" y="0"/>
                </a:lnTo>
                <a:lnTo>
                  <a:pt x="902334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473311" y="2244471"/>
            <a:ext cx="194691" cy="94868"/>
          </a:xfrm>
          <a:custGeom>
            <a:avLst/>
            <a:gdLst/>
            <a:ahLst/>
            <a:cxnLst/>
            <a:rect l="l" t="t" r="r" b="b"/>
            <a:pathLst>
              <a:path w="194691" h="94868">
                <a:moveTo>
                  <a:pt x="189611" y="0"/>
                </a:moveTo>
                <a:lnTo>
                  <a:pt x="189103" y="0"/>
                </a:lnTo>
                <a:lnTo>
                  <a:pt x="188468" y="126"/>
                </a:lnTo>
                <a:lnTo>
                  <a:pt x="187960" y="507"/>
                </a:lnTo>
                <a:lnTo>
                  <a:pt x="176451" y="5852"/>
                </a:lnTo>
                <a:lnTo>
                  <a:pt x="164980" y="11267"/>
                </a:lnTo>
                <a:lnTo>
                  <a:pt x="153541" y="16745"/>
                </a:lnTo>
                <a:lnTo>
                  <a:pt x="142128" y="22273"/>
                </a:lnTo>
                <a:lnTo>
                  <a:pt x="130735" y="27843"/>
                </a:lnTo>
                <a:lnTo>
                  <a:pt x="119356" y="33444"/>
                </a:lnTo>
                <a:lnTo>
                  <a:pt x="107985" y="39066"/>
                </a:lnTo>
                <a:lnTo>
                  <a:pt x="96616" y="44699"/>
                </a:lnTo>
                <a:lnTo>
                  <a:pt x="85243" y="50333"/>
                </a:lnTo>
                <a:lnTo>
                  <a:pt x="73860" y="55957"/>
                </a:lnTo>
                <a:lnTo>
                  <a:pt x="62461" y="61562"/>
                </a:lnTo>
                <a:lnTo>
                  <a:pt x="51041" y="67138"/>
                </a:lnTo>
                <a:lnTo>
                  <a:pt x="39592" y="72674"/>
                </a:lnTo>
                <a:lnTo>
                  <a:pt x="28111" y="78160"/>
                </a:lnTo>
                <a:lnTo>
                  <a:pt x="16589" y="83586"/>
                </a:lnTo>
                <a:lnTo>
                  <a:pt x="5022" y="88942"/>
                </a:lnTo>
                <a:lnTo>
                  <a:pt x="3175" y="89788"/>
                </a:lnTo>
                <a:lnTo>
                  <a:pt x="0" y="91312"/>
                </a:lnTo>
                <a:lnTo>
                  <a:pt x="1778" y="94868"/>
                </a:lnTo>
                <a:lnTo>
                  <a:pt x="4445" y="94868"/>
                </a:lnTo>
                <a:lnTo>
                  <a:pt x="4825" y="94868"/>
                </a:lnTo>
                <a:lnTo>
                  <a:pt x="5334" y="94741"/>
                </a:lnTo>
                <a:lnTo>
                  <a:pt x="5842" y="94487"/>
                </a:lnTo>
                <a:lnTo>
                  <a:pt x="17381" y="89096"/>
                </a:lnTo>
                <a:lnTo>
                  <a:pt x="28897" y="83674"/>
                </a:lnTo>
                <a:lnTo>
                  <a:pt x="40392" y="78227"/>
                </a:lnTo>
                <a:lnTo>
                  <a:pt x="51871" y="72759"/>
                </a:lnTo>
                <a:lnTo>
                  <a:pt x="63336" y="67276"/>
                </a:lnTo>
                <a:lnTo>
                  <a:pt x="74790" y="61782"/>
                </a:lnTo>
                <a:lnTo>
                  <a:pt x="86236" y="56283"/>
                </a:lnTo>
                <a:lnTo>
                  <a:pt x="97677" y="50782"/>
                </a:lnTo>
                <a:lnTo>
                  <a:pt x="109117" y="45286"/>
                </a:lnTo>
                <a:lnTo>
                  <a:pt x="120557" y="39798"/>
                </a:lnTo>
                <a:lnTo>
                  <a:pt x="132003" y="34325"/>
                </a:lnTo>
                <a:lnTo>
                  <a:pt x="143456" y="28869"/>
                </a:lnTo>
                <a:lnTo>
                  <a:pt x="154919" y="23438"/>
                </a:lnTo>
                <a:lnTo>
                  <a:pt x="166396" y="18034"/>
                </a:lnTo>
                <a:lnTo>
                  <a:pt x="177890" y="12664"/>
                </a:lnTo>
                <a:lnTo>
                  <a:pt x="189403" y="7332"/>
                </a:lnTo>
                <a:lnTo>
                  <a:pt x="191262" y="6476"/>
                </a:lnTo>
                <a:lnTo>
                  <a:pt x="194691" y="4444"/>
                </a:lnTo>
                <a:lnTo>
                  <a:pt x="192532" y="0"/>
                </a:lnTo>
                <a:lnTo>
                  <a:pt x="189611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385300" y="2371471"/>
            <a:ext cx="386079" cy="248919"/>
          </a:xfrm>
          <a:custGeom>
            <a:avLst/>
            <a:gdLst/>
            <a:ahLst/>
            <a:cxnLst/>
            <a:rect l="l" t="t" r="r" b="b"/>
            <a:pathLst>
              <a:path w="386079" h="248919">
                <a:moveTo>
                  <a:pt x="380238" y="0"/>
                </a:moveTo>
                <a:lnTo>
                  <a:pt x="379602" y="0"/>
                </a:lnTo>
                <a:lnTo>
                  <a:pt x="378841" y="253"/>
                </a:lnTo>
                <a:lnTo>
                  <a:pt x="378078" y="762"/>
                </a:lnTo>
                <a:lnTo>
                  <a:pt x="358796" y="12488"/>
                </a:lnTo>
                <a:lnTo>
                  <a:pt x="339479" y="24135"/>
                </a:lnTo>
                <a:lnTo>
                  <a:pt x="320139" y="35727"/>
                </a:lnTo>
                <a:lnTo>
                  <a:pt x="300790" y="47286"/>
                </a:lnTo>
                <a:lnTo>
                  <a:pt x="281447" y="58834"/>
                </a:lnTo>
                <a:lnTo>
                  <a:pt x="262123" y="70394"/>
                </a:lnTo>
                <a:lnTo>
                  <a:pt x="242832" y="81989"/>
                </a:lnTo>
                <a:lnTo>
                  <a:pt x="223588" y="93640"/>
                </a:lnTo>
                <a:lnTo>
                  <a:pt x="204403" y="105371"/>
                </a:lnTo>
                <a:lnTo>
                  <a:pt x="185292" y="117205"/>
                </a:lnTo>
                <a:lnTo>
                  <a:pt x="166270" y="129163"/>
                </a:lnTo>
                <a:lnTo>
                  <a:pt x="147348" y="141268"/>
                </a:lnTo>
                <a:lnTo>
                  <a:pt x="128541" y="153544"/>
                </a:lnTo>
                <a:lnTo>
                  <a:pt x="109864" y="166011"/>
                </a:lnTo>
                <a:lnTo>
                  <a:pt x="91328" y="178694"/>
                </a:lnTo>
                <a:lnTo>
                  <a:pt x="72949" y="191615"/>
                </a:lnTo>
                <a:lnTo>
                  <a:pt x="54740" y="204796"/>
                </a:lnTo>
                <a:lnTo>
                  <a:pt x="36715" y="218260"/>
                </a:lnTo>
                <a:lnTo>
                  <a:pt x="18887" y="232029"/>
                </a:lnTo>
                <a:lnTo>
                  <a:pt x="1270" y="246125"/>
                </a:lnTo>
                <a:lnTo>
                  <a:pt x="0" y="247523"/>
                </a:lnTo>
                <a:lnTo>
                  <a:pt x="1143" y="248919"/>
                </a:lnTo>
                <a:lnTo>
                  <a:pt x="2285" y="248919"/>
                </a:lnTo>
                <a:lnTo>
                  <a:pt x="2667" y="248919"/>
                </a:lnTo>
                <a:lnTo>
                  <a:pt x="3048" y="248792"/>
                </a:lnTo>
                <a:lnTo>
                  <a:pt x="3301" y="248538"/>
                </a:lnTo>
                <a:lnTo>
                  <a:pt x="21064" y="234623"/>
                </a:lnTo>
                <a:lnTo>
                  <a:pt x="39023" y="221020"/>
                </a:lnTo>
                <a:lnTo>
                  <a:pt x="57169" y="207711"/>
                </a:lnTo>
                <a:lnTo>
                  <a:pt x="75487" y="194677"/>
                </a:lnTo>
                <a:lnTo>
                  <a:pt x="93968" y="181899"/>
                </a:lnTo>
                <a:lnTo>
                  <a:pt x="112597" y="169358"/>
                </a:lnTo>
                <a:lnTo>
                  <a:pt x="131365" y="157036"/>
                </a:lnTo>
                <a:lnTo>
                  <a:pt x="150258" y="144913"/>
                </a:lnTo>
                <a:lnTo>
                  <a:pt x="169264" y="132970"/>
                </a:lnTo>
                <a:lnTo>
                  <a:pt x="188372" y="121189"/>
                </a:lnTo>
                <a:lnTo>
                  <a:pt x="207570" y="109551"/>
                </a:lnTo>
                <a:lnTo>
                  <a:pt x="226845" y="98037"/>
                </a:lnTo>
                <a:lnTo>
                  <a:pt x="246185" y="86629"/>
                </a:lnTo>
                <a:lnTo>
                  <a:pt x="265580" y="75306"/>
                </a:lnTo>
                <a:lnTo>
                  <a:pt x="285015" y="64051"/>
                </a:lnTo>
                <a:lnTo>
                  <a:pt x="304480" y="52845"/>
                </a:lnTo>
                <a:lnTo>
                  <a:pt x="323963" y="41668"/>
                </a:lnTo>
                <a:lnTo>
                  <a:pt x="343451" y="30502"/>
                </a:lnTo>
                <a:lnTo>
                  <a:pt x="362933" y="19328"/>
                </a:lnTo>
                <a:lnTo>
                  <a:pt x="382397" y="8127"/>
                </a:lnTo>
                <a:lnTo>
                  <a:pt x="386079" y="5841"/>
                </a:lnTo>
                <a:lnTo>
                  <a:pt x="383794" y="0"/>
                </a:lnTo>
                <a:lnTo>
                  <a:pt x="380238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029831" y="2352929"/>
            <a:ext cx="306450" cy="215011"/>
          </a:xfrm>
          <a:custGeom>
            <a:avLst/>
            <a:gdLst/>
            <a:ahLst/>
            <a:cxnLst/>
            <a:rect l="l" t="t" r="r" b="b"/>
            <a:pathLst>
              <a:path w="306450" h="215011">
                <a:moveTo>
                  <a:pt x="4318" y="0"/>
                </a:moveTo>
                <a:lnTo>
                  <a:pt x="1904" y="0"/>
                </a:lnTo>
                <a:lnTo>
                  <a:pt x="0" y="4191"/>
                </a:lnTo>
                <a:lnTo>
                  <a:pt x="2794" y="5334"/>
                </a:lnTo>
                <a:lnTo>
                  <a:pt x="19335" y="12960"/>
                </a:lnTo>
                <a:lnTo>
                  <a:pt x="35797" y="20627"/>
                </a:lnTo>
                <a:lnTo>
                  <a:pt x="52154" y="28375"/>
                </a:lnTo>
                <a:lnTo>
                  <a:pt x="68380" y="36244"/>
                </a:lnTo>
                <a:lnTo>
                  <a:pt x="84453" y="44275"/>
                </a:lnTo>
                <a:lnTo>
                  <a:pt x="100345" y="52507"/>
                </a:lnTo>
                <a:lnTo>
                  <a:pt x="116033" y="60982"/>
                </a:lnTo>
                <a:lnTo>
                  <a:pt x="131492" y="69740"/>
                </a:lnTo>
                <a:lnTo>
                  <a:pt x="146697" y="78820"/>
                </a:lnTo>
                <a:lnTo>
                  <a:pt x="161623" y="88265"/>
                </a:lnTo>
                <a:lnTo>
                  <a:pt x="176245" y="98112"/>
                </a:lnTo>
                <a:lnTo>
                  <a:pt x="190538" y="108405"/>
                </a:lnTo>
                <a:lnTo>
                  <a:pt x="204478" y="119182"/>
                </a:lnTo>
                <a:lnTo>
                  <a:pt x="218039" y="130483"/>
                </a:lnTo>
                <a:lnTo>
                  <a:pt x="231197" y="142351"/>
                </a:lnTo>
                <a:lnTo>
                  <a:pt x="243927" y="154824"/>
                </a:lnTo>
                <a:lnTo>
                  <a:pt x="256204" y="167943"/>
                </a:lnTo>
                <a:lnTo>
                  <a:pt x="268003" y="181749"/>
                </a:lnTo>
                <a:lnTo>
                  <a:pt x="279299" y="196281"/>
                </a:lnTo>
                <a:lnTo>
                  <a:pt x="290068" y="211582"/>
                </a:lnTo>
                <a:lnTo>
                  <a:pt x="291719" y="213995"/>
                </a:lnTo>
                <a:lnTo>
                  <a:pt x="294004" y="215011"/>
                </a:lnTo>
                <a:lnTo>
                  <a:pt x="296164" y="215011"/>
                </a:lnTo>
                <a:lnTo>
                  <a:pt x="301371" y="215011"/>
                </a:lnTo>
                <a:lnTo>
                  <a:pt x="306450" y="209550"/>
                </a:lnTo>
                <a:lnTo>
                  <a:pt x="291684" y="188717"/>
                </a:lnTo>
                <a:lnTo>
                  <a:pt x="280054" y="174169"/>
                </a:lnTo>
                <a:lnTo>
                  <a:pt x="267901" y="160289"/>
                </a:lnTo>
                <a:lnTo>
                  <a:pt x="255249" y="147051"/>
                </a:lnTo>
                <a:lnTo>
                  <a:pt x="242123" y="134427"/>
                </a:lnTo>
                <a:lnTo>
                  <a:pt x="228547" y="122389"/>
                </a:lnTo>
                <a:lnTo>
                  <a:pt x="214545" y="110910"/>
                </a:lnTo>
                <a:lnTo>
                  <a:pt x="200141" y="99962"/>
                </a:lnTo>
                <a:lnTo>
                  <a:pt x="185361" y="89517"/>
                </a:lnTo>
                <a:lnTo>
                  <a:pt x="170227" y="79549"/>
                </a:lnTo>
                <a:lnTo>
                  <a:pt x="154765" y="70030"/>
                </a:lnTo>
                <a:lnTo>
                  <a:pt x="138998" y="60931"/>
                </a:lnTo>
                <a:lnTo>
                  <a:pt x="122952" y="52226"/>
                </a:lnTo>
                <a:lnTo>
                  <a:pt x="106650" y="43887"/>
                </a:lnTo>
                <a:lnTo>
                  <a:pt x="90116" y="35887"/>
                </a:lnTo>
                <a:lnTo>
                  <a:pt x="73375" y="28198"/>
                </a:lnTo>
                <a:lnTo>
                  <a:pt x="56451" y="20792"/>
                </a:lnTo>
                <a:lnTo>
                  <a:pt x="39369" y="13642"/>
                </a:lnTo>
                <a:lnTo>
                  <a:pt x="22152" y="6720"/>
                </a:lnTo>
                <a:lnTo>
                  <a:pt x="4825" y="0"/>
                </a:lnTo>
                <a:lnTo>
                  <a:pt x="4445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302500" y="2100579"/>
            <a:ext cx="325120" cy="228600"/>
          </a:xfrm>
          <a:custGeom>
            <a:avLst/>
            <a:gdLst/>
            <a:ahLst/>
            <a:cxnLst/>
            <a:rect l="l" t="t" r="r" b="b"/>
            <a:pathLst>
              <a:path w="325120" h="228600">
                <a:moveTo>
                  <a:pt x="5079" y="0"/>
                </a:moveTo>
                <a:lnTo>
                  <a:pt x="1650" y="0"/>
                </a:lnTo>
                <a:lnTo>
                  <a:pt x="0" y="6223"/>
                </a:lnTo>
                <a:lnTo>
                  <a:pt x="4318" y="7239"/>
                </a:lnTo>
                <a:lnTo>
                  <a:pt x="23488" y="12516"/>
                </a:lnTo>
                <a:lnTo>
                  <a:pt x="41874" y="18884"/>
                </a:lnTo>
                <a:lnTo>
                  <a:pt x="59538" y="26260"/>
                </a:lnTo>
                <a:lnTo>
                  <a:pt x="76539" y="34563"/>
                </a:lnTo>
                <a:lnTo>
                  <a:pt x="92940" y="43711"/>
                </a:lnTo>
                <a:lnTo>
                  <a:pt x="108801" y="53624"/>
                </a:lnTo>
                <a:lnTo>
                  <a:pt x="124185" y="64219"/>
                </a:lnTo>
                <a:lnTo>
                  <a:pt x="139153" y="75414"/>
                </a:lnTo>
                <a:lnTo>
                  <a:pt x="153765" y="87129"/>
                </a:lnTo>
                <a:lnTo>
                  <a:pt x="168084" y="99282"/>
                </a:lnTo>
                <a:lnTo>
                  <a:pt x="182170" y="111791"/>
                </a:lnTo>
                <a:lnTo>
                  <a:pt x="196085" y="124574"/>
                </a:lnTo>
                <a:lnTo>
                  <a:pt x="209891" y="137551"/>
                </a:lnTo>
                <a:lnTo>
                  <a:pt x="223648" y="150640"/>
                </a:lnTo>
                <a:lnTo>
                  <a:pt x="237418" y="163758"/>
                </a:lnTo>
                <a:lnTo>
                  <a:pt x="251262" y="176825"/>
                </a:lnTo>
                <a:lnTo>
                  <a:pt x="265242" y="189759"/>
                </a:lnTo>
                <a:lnTo>
                  <a:pt x="279419" y="202479"/>
                </a:lnTo>
                <a:lnTo>
                  <a:pt x="293855" y="214902"/>
                </a:lnTo>
                <a:lnTo>
                  <a:pt x="308609" y="226949"/>
                </a:lnTo>
                <a:lnTo>
                  <a:pt x="311911" y="228600"/>
                </a:lnTo>
                <a:lnTo>
                  <a:pt x="313563" y="228600"/>
                </a:lnTo>
                <a:lnTo>
                  <a:pt x="319785" y="228600"/>
                </a:lnTo>
                <a:lnTo>
                  <a:pt x="325120" y="221361"/>
                </a:lnTo>
                <a:lnTo>
                  <a:pt x="319277" y="216535"/>
                </a:lnTo>
                <a:lnTo>
                  <a:pt x="304921" y="203858"/>
                </a:lnTo>
                <a:lnTo>
                  <a:pt x="290668" y="190913"/>
                </a:lnTo>
                <a:lnTo>
                  <a:pt x="276477" y="177775"/>
                </a:lnTo>
                <a:lnTo>
                  <a:pt x="262309" y="164523"/>
                </a:lnTo>
                <a:lnTo>
                  <a:pt x="248124" y="151235"/>
                </a:lnTo>
                <a:lnTo>
                  <a:pt x="233881" y="137986"/>
                </a:lnTo>
                <a:lnTo>
                  <a:pt x="219540" y="124856"/>
                </a:lnTo>
                <a:lnTo>
                  <a:pt x="205061" y="111921"/>
                </a:lnTo>
                <a:lnTo>
                  <a:pt x="190404" y="99259"/>
                </a:lnTo>
                <a:lnTo>
                  <a:pt x="175529" y="86947"/>
                </a:lnTo>
                <a:lnTo>
                  <a:pt x="160397" y="75063"/>
                </a:lnTo>
                <a:lnTo>
                  <a:pt x="144965" y="63683"/>
                </a:lnTo>
                <a:lnTo>
                  <a:pt x="129196" y="52887"/>
                </a:lnTo>
                <a:lnTo>
                  <a:pt x="113048" y="42750"/>
                </a:lnTo>
                <a:lnTo>
                  <a:pt x="96482" y="33351"/>
                </a:lnTo>
                <a:lnTo>
                  <a:pt x="79457" y="24767"/>
                </a:lnTo>
                <a:lnTo>
                  <a:pt x="61933" y="17074"/>
                </a:lnTo>
                <a:lnTo>
                  <a:pt x="43871" y="10352"/>
                </a:lnTo>
                <a:lnTo>
                  <a:pt x="25229" y="4677"/>
                </a:lnTo>
                <a:lnTo>
                  <a:pt x="5969" y="127"/>
                </a:lnTo>
                <a:lnTo>
                  <a:pt x="5588" y="127"/>
                </a:lnTo>
                <a:lnTo>
                  <a:pt x="5333" y="0"/>
                </a:lnTo>
                <a:lnTo>
                  <a:pt x="5079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681849" y="1836420"/>
            <a:ext cx="316610" cy="313181"/>
          </a:xfrm>
          <a:custGeom>
            <a:avLst/>
            <a:gdLst/>
            <a:ahLst/>
            <a:cxnLst/>
            <a:rect l="l" t="t" r="r" b="b"/>
            <a:pathLst>
              <a:path w="316610" h="313181">
                <a:moveTo>
                  <a:pt x="4699" y="0"/>
                </a:moveTo>
                <a:lnTo>
                  <a:pt x="2158" y="0"/>
                </a:lnTo>
                <a:lnTo>
                  <a:pt x="0" y="3809"/>
                </a:lnTo>
                <a:lnTo>
                  <a:pt x="2540" y="5460"/>
                </a:lnTo>
                <a:lnTo>
                  <a:pt x="19152" y="19367"/>
                </a:lnTo>
                <a:lnTo>
                  <a:pt x="35542" y="33424"/>
                </a:lnTo>
                <a:lnTo>
                  <a:pt x="51720" y="47632"/>
                </a:lnTo>
                <a:lnTo>
                  <a:pt x="67695" y="61988"/>
                </a:lnTo>
                <a:lnTo>
                  <a:pt x="83474" y="76491"/>
                </a:lnTo>
                <a:lnTo>
                  <a:pt x="99068" y="91141"/>
                </a:lnTo>
                <a:lnTo>
                  <a:pt x="114485" y="105936"/>
                </a:lnTo>
                <a:lnTo>
                  <a:pt x="129735" y="120874"/>
                </a:lnTo>
                <a:lnTo>
                  <a:pt x="144825" y="135955"/>
                </a:lnTo>
                <a:lnTo>
                  <a:pt x="159765" y="151177"/>
                </a:lnTo>
                <a:lnTo>
                  <a:pt x="174565" y="166539"/>
                </a:lnTo>
                <a:lnTo>
                  <a:pt x="189233" y="182040"/>
                </a:lnTo>
                <a:lnTo>
                  <a:pt x="203777" y="197679"/>
                </a:lnTo>
                <a:lnTo>
                  <a:pt x="218207" y="213454"/>
                </a:lnTo>
                <a:lnTo>
                  <a:pt x="232533" y="229363"/>
                </a:lnTo>
                <a:lnTo>
                  <a:pt x="246762" y="245407"/>
                </a:lnTo>
                <a:lnTo>
                  <a:pt x="260903" y="261583"/>
                </a:lnTo>
                <a:lnTo>
                  <a:pt x="274967" y="277891"/>
                </a:lnTo>
                <a:lnTo>
                  <a:pt x="288961" y="294329"/>
                </a:lnTo>
                <a:lnTo>
                  <a:pt x="302895" y="310895"/>
                </a:lnTo>
                <a:lnTo>
                  <a:pt x="304292" y="312546"/>
                </a:lnTo>
                <a:lnTo>
                  <a:pt x="305943" y="313181"/>
                </a:lnTo>
                <a:lnTo>
                  <a:pt x="307467" y="313181"/>
                </a:lnTo>
                <a:lnTo>
                  <a:pt x="312293" y="313181"/>
                </a:lnTo>
                <a:lnTo>
                  <a:pt x="316610" y="306577"/>
                </a:lnTo>
                <a:lnTo>
                  <a:pt x="312293" y="301625"/>
                </a:lnTo>
                <a:lnTo>
                  <a:pt x="298687" y="284725"/>
                </a:lnTo>
                <a:lnTo>
                  <a:pt x="284918" y="268014"/>
                </a:lnTo>
                <a:lnTo>
                  <a:pt x="270983" y="251492"/>
                </a:lnTo>
                <a:lnTo>
                  <a:pt x="256881" y="235159"/>
                </a:lnTo>
                <a:lnTo>
                  <a:pt x="242607" y="219017"/>
                </a:lnTo>
                <a:lnTo>
                  <a:pt x="228160" y="203067"/>
                </a:lnTo>
                <a:lnTo>
                  <a:pt x="213536" y="187310"/>
                </a:lnTo>
                <a:lnTo>
                  <a:pt x="198732" y="171747"/>
                </a:lnTo>
                <a:lnTo>
                  <a:pt x="183747" y="156379"/>
                </a:lnTo>
                <a:lnTo>
                  <a:pt x="168576" y="141208"/>
                </a:lnTo>
                <a:lnTo>
                  <a:pt x="153218" y="126233"/>
                </a:lnTo>
                <a:lnTo>
                  <a:pt x="137670" y="111457"/>
                </a:lnTo>
                <a:lnTo>
                  <a:pt x="121928" y="96880"/>
                </a:lnTo>
                <a:lnTo>
                  <a:pt x="105990" y="82503"/>
                </a:lnTo>
                <a:lnTo>
                  <a:pt x="89854" y="68327"/>
                </a:lnTo>
                <a:lnTo>
                  <a:pt x="73516" y="54354"/>
                </a:lnTo>
                <a:lnTo>
                  <a:pt x="56974" y="40585"/>
                </a:lnTo>
                <a:lnTo>
                  <a:pt x="40225" y="27020"/>
                </a:lnTo>
                <a:lnTo>
                  <a:pt x="23267" y="13660"/>
                </a:lnTo>
                <a:lnTo>
                  <a:pt x="6096" y="507"/>
                </a:lnTo>
                <a:lnTo>
                  <a:pt x="5715" y="126"/>
                </a:lnTo>
                <a:lnTo>
                  <a:pt x="5206" y="0"/>
                </a:lnTo>
                <a:lnTo>
                  <a:pt x="4699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132318" y="1692528"/>
            <a:ext cx="279273" cy="347091"/>
          </a:xfrm>
          <a:custGeom>
            <a:avLst/>
            <a:gdLst/>
            <a:ahLst/>
            <a:cxnLst/>
            <a:rect l="l" t="t" r="r" b="b"/>
            <a:pathLst>
              <a:path w="279273" h="347091">
                <a:moveTo>
                  <a:pt x="4190" y="0"/>
                </a:moveTo>
                <a:lnTo>
                  <a:pt x="2031" y="0"/>
                </a:lnTo>
                <a:lnTo>
                  <a:pt x="0" y="3683"/>
                </a:lnTo>
                <a:lnTo>
                  <a:pt x="1904" y="5334"/>
                </a:lnTo>
                <a:lnTo>
                  <a:pt x="11902" y="13452"/>
                </a:lnTo>
                <a:lnTo>
                  <a:pt x="21990" y="21400"/>
                </a:lnTo>
                <a:lnTo>
                  <a:pt x="32139" y="29218"/>
                </a:lnTo>
                <a:lnTo>
                  <a:pt x="42322" y="36946"/>
                </a:lnTo>
                <a:lnTo>
                  <a:pt x="52509" y="44622"/>
                </a:lnTo>
                <a:lnTo>
                  <a:pt x="62671" y="52288"/>
                </a:lnTo>
                <a:lnTo>
                  <a:pt x="72780" y="59982"/>
                </a:lnTo>
                <a:lnTo>
                  <a:pt x="82805" y="67746"/>
                </a:lnTo>
                <a:lnTo>
                  <a:pt x="92720" y="75617"/>
                </a:lnTo>
                <a:lnTo>
                  <a:pt x="102494" y="83637"/>
                </a:lnTo>
                <a:lnTo>
                  <a:pt x="112099" y="91845"/>
                </a:lnTo>
                <a:lnTo>
                  <a:pt x="121506" y="100281"/>
                </a:lnTo>
                <a:lnTo>
                  <a:pt x="130685" y="108984"/>
                </a:lnTo>
                <a:lnTo>
                  <a:pt x="139609" y="117995"/>
                </a:lnTo>
                <a:lnTo>
                  <a:pt x="148248" y="127353"/>
                </a:lnTo>
                <a:lnTo>
                  <a:pt x="156574" y="137098"/>
                </a:lnTo>
                <a:lnTo>
                  <a:pt x="164557" y="147271"/>
                </a:lnTo>
                <a:lnTo>
                  <a:pt x="169672" y="154305"/>
                </a:lnTo>
                <a:lnTo>
                  <a:pt x="176706" y="164899"/>
                </a:lnTo>
                <a:lnTo>
                  <a:pt x="183131" y="175810"/>
                </a:lnTo>
                <a:lnTo>
                  <a:pt x="189031" y="186994"/>
                </a:lnTo>
                <a:lnTo>
                  <a:pt x="194495" y="198407"/>
                </a:lnTo>
                <a:lnTo>
                  <a:pt x="199608" y="210007"/>
                </a:lnTo>
                <a:lnTo>
                  <a:pt x="204457" y="221750"/>
                </a:lnTo>
                <a:lnTo>
                  <a:pt x="209129" y="233592"/>
                </a:lnTo>
                <a:lnTo>
                  <a:pt x="213711" y="245491"/>
                </a:lnTo>
                <a:lnTo>
                  <a:pt x="218289" y="257402"/>
                </a:lnTo>
                <a:lnTo>
                  <a:pt x="222950" y="269283"/>
                </a:lnTo>
                <a:lnTo>
                  <a:pt x="227781" y="281090"/>
                </a:lnTo>
                <a:lnTo>
                  <a:pt x="232868" y="292781"/>
                </a:lnTo>
                <a:lnTo>
                  <a:pt x="238297" y="304311"/>
                </a:lnTo>
                <a:lnTo>
                  <a:pt x="244157" y="315637"/>
                </a:lnTo>
                <a:lnTo>
                  <a:pt x="250533" y="326716"/>
                </a:lnTo>
                <a:lnTo>
                  <a:pt x="257511" y="337504"/>
                </a:lnTo>
                <a:lnTo>
                  <a:pt x="262000" y="343788"/>
                </a:lnTo>
                <a:lnTo>
                  <a:pt x="263651" y="346075"/>
                </a:lnTo>
                <a:lnTo>
                  <a:pt x="265937" y="347091"/>
                </a:lnTo>
                <a:lnTo>
                  <a:pt x="268350" y="347091"/>
                </a:lnTo>
                <a:lnTo>
                  <a:pt x="273811" y="347091"/>
                </a:lnTo>
                <a:lnTo>
                  <a:pt x="279273" y="341630"/>
                </a:lnTo>
                <a:lnTo>
                  <a:pt x="275335" y="335788"/>
                </a:lnTo>
                <a:lnTo>
                  <a:pt x="268086" y="325171"/>
                </a:lnTo>
                <a:lnTo>
                  <a:pt x="261342" y="314314"/>
                </a:lnTo>
                <a:lnTo>
                  <a:pt x="255039" y="303247"/>
                </a:lnTo>
                <a:lnTo>
                  <a:pt x="249116" y="291999"/>
                </a:lnTo>
                <a:lnTo>
                  <a:pt x="243508" y="280601"/>
                </a:lnTo>
                <a:lnTo>
                  <a:pt x="238152" y="269084"/>
                </a:lnTo>
                <a:lnTo>
                  <a:pt x="232987" y="257477"/>
                </a:lnTo>
                <a:lnTo>
                  <a:pt x="227948" y="245811"/>
                </a:lnTo>
                <a:lnTo>
                  <a:pt x="222973" y="234116"/>
                </a:lnTo>
                <a:lnTo>
                  <a:pt x="217999" y="222422"/>
                </a:lnTo>
                <a:lnTo>
                  <a:pt x="212962" y="210761"/>
                </a:lnTo>
                <a:lnTo>
                  <a:pt x="207800" y="199161"/>
                </a:lnTo>
                <a:lnTo>
                  <a:pt x="202449" y="187654"/>
                </a:lnTo>
                <a:lnTo>
                  <a:pt x="196847" y="176270"/>
                </a:lnTo>
                <a:lnTo>
                  <a:pt x="190931" y="165038"/>
                </a:lnTo>
                <a:lnTo>
                  <a:pt x="184637" y="153990"/>
                </a:lnTo>
                <a:lnTo>
                  <a:pt x="177903" y="143155"/>
                </a:lnTo>
                <a:lnTo>
                  <a:pt x="170665" y="132564"/>
                </a:lnTo>
                <a:lnTo>
                  <a:pt x="161934" y="121175"/>
                </a:lnTo>
                <a:lnTo>
                  <a:pt x="153682" y="111566"/>
                </a:lnTo>
                <a:lnTo>
                  <a:pt x="144963" y="102335"/>
                </a:lnTo>
                <a:lnTo>
                  <a:pt x="135824" y="93456"/>
                </a:lnTo>
                <a:lnTo>
                  <a:pt x="126315" y="84899"/>
                </a:lnTo>
                <a:lnTo>
                  <a:pt x="116481" y="76637"/>
                </a:lnTo>
                <a:lnTo>
                  <a:pt x="106372" y="68641"/>
                </a:lnTo>
                <a:lnTo>
                  <a:pt x="96035" y="60885"/>
                </a:lnTo>
                <a:lnTo>
                  <a:pt x="85518" y="53339"/>
                </a:lnTo>
                <a:lnTo>
                  <a:pt x="74869" y="45977"/>
                </a:lnTo>
                <a:lnTo>
                  <a:pt x="64136" y="38769"/>
                </a:lnTo>
                <a:lnTo>
                  <a:pt x="53366" y="31688"/>
                </a:lnTo>
                <a:lnTo>
                  <a:pt x="42607" y="24707"/>
                </a:lnTo>
                <a:lnTo>
                  <a:pt x="31907" y="17796"/>
                </a:lnTo>
                <a:lnTo>
                  <a:pt x="21315" y="10929"/>
                </a:lnTo>
                <a:lnTo>
                  <a:pt x="10877" y="4076"/>
                </a:lnTo>
                <a:lnTo>
                  <a:pt x="5333" y="381"/>
                </a:lnTo>
                <a:lnTo>
                  <a:pt x="4952" y="126"/>
                </a:lnTo>
                <a:lnTo>
                  <a:pt x="4572" y="0"/>
                </a:lnTo>
                <a:lnTo>
                  <a:pt x="4190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614791" y="1650238"/>
            <a:ext cx="289559" cy="357250"/>
          </a:xfrm>
          <a:custGeom>
            <a:avLst/>
            <a:gdLst/>
            <a:ahLst/>
            <a:cxnLst/>
            <a:rect l="l" t="t" r="r" b="b"/>
            <a:pathLst>
              <a:path w="289559" h="357250">
                <a:moveTo>
                  <a:pt x="5841" y="0"/>
                </a:moveTo>
                <a:lnTo>
                  <a:pt x="2793" y="0"/>
                </a:lnTo>
                <a:lnTo>
                  <a:pt x="0" y="3810"/>
                </a:lnTo>
                <a:lnTo>
                  <a:pt x="2539" y="6858"/>
                </a:lnTo>
                <a:lnTo>
                  <a:pt x="11395" y="15989"/>
                </a:lnTo>
                <a:lnTo>
                  <a:pt x="20393" y="24962"/>
                </a:lnTo>
                <a:lnTo>
                  <a:pt x="29515" y="33796"/>
                </a:lnTo>
                <a:lnTo>
                  <a:pt x="38742" y="42513"/>
                </a:lnTo>
                <a:lnTo>
                  <a:pt x="48057" y="51132"/>
                </a:lnTo>
                <a:lnTo>
                  <a:pt x="57440" y="59676"/>
                </a:lnTo>
                <a:lnTo>
                  <a:pt x="66874" y="68166"/>
                </a:lnTo>
                <a:lnTo>
                  <a:pt x="76341" y="76621"/>
                </a:lnTo>
                <a:lnTo>
                  <a:pt x="85821" y="85063"/>
                </a:lnTo>
                <a:lnTo>
                  <a:pt x="95297" y="93512"/>
                </a:lnTo>
                <a:lnTo>
                  <a:pt x="104750" y="101991"/>
                </a:lnTo>
                <a:lnTo>
                  <a:pt x="114163" y="110518"/>
                </a:lnTo>
                <a:lnTo>
                  <a:pt x="123516" y="119117"/>
                </a:lnTo>
                <a:lnTo>
                  <a:pt x="132791" y="127806"/>
                </a:lnTo>
                <a:lnTo>
                  <a:pt x="141971" y="136608"/>
                </a:lnTo>
                <a:lnTo>
                  <a:pt x="151036" y="145543"/>
                </a:lnTo>
                <a:lnTo>
                  <a:pt x="164200" y="159336"/>
                </a:lnTo>
                <a:lnTo>
                  <a:pt x="172737" y="169294"/>
                </a:lnTo>
                <a:lnTo>
                  <a:pt x="180732" y="179461"/>
                </a:lnTo>
                <a:lnTo>
                  <a:pt x="188238" y="189822"/>
                </a:lnTo>
                <a:lnTo>
                  <a:pt x="195309" y="200360"/>
                </a:lnTo>
                <a:lnTo>
                  <a:pt x="201999" y="211056"/>
                </a:lnTo>
                <a:lnTo>
                  <a:pt x="208361" y="221896"/>
                </a:lnTo>
                <a:lnTo>
                  <a:pt x="214449" y="232861"/>
                </a:lnTo>
                <a:lnTo>
                  <a:pt x="220316" y="243935"/>
                </a:lnTo>
                <a:lnTo>
                  <a:pt x="226016" y="255100"/>
                </a:lnTo>
                <a:lnTo>
                  <a:pt x="231603" y="266341"/>
                </a:lnTo>
                <a:lnTo>
                  <a:pt x="237131" y="277640"/>
                </a:lnTo>
                <a:lnTo>
                  <a:pt x="242652" y="288980"/>
                </a:lnTo>
                <a:lnTo>
                  <a:pt x="248222" y="300345"/>
                </a:lnTo>
                <a:lnTo>
                  <a:pt x="253892" y="311717"/>
                </a:lnTo>
                <a:lnTo>
                  <a:pt x="259718" y="323080"/>
                </a:lnTo>
                <a:lnTo>
                  <a:pt x="265752" y="334416"/>
                </a:lnTo>
                <a:lnTo>
                  <a:pt x="272049" y="345709"/>
                </a:lnTo>
                <a:lnTo>
                  <a:pt x="277240" y="354584"/>
                </a:lnTo>
                <a:lnTo>
                  <a:pt x="278383" y="356362"/>
                </a:lnTo>
                <a:lnTo>
                  <a:pt x="280034" y="357250"/>
                </a:lnTo>
                <a:lnTo>
                  <a:pt x="281812" y="357250"/>
                </a:lnTo>
                <a:lnTo>
                  <a:pt x="285623" y="357250"/>
                </a:lnTo>
                <a:lnTo>
                  <a:pt x="289559" y="353187"/>
                </a:lnTo>
                <a:lnTo>
                  <a:pt x="287274" y="348614"/>
                </a:lnTo>
                <a:lnTo>
                  <a:pt x="281415" y="337077"/>
                </a:lnTo>
                <a:lnTo>
                  <a:pt x="275692" y="325536"/>
                </a:lnTo>
                <a:lnTo>
                  <a:pt x="270068" y="314005"/>
                </a:lnTo>
                <a:lnTo>
                  <a:pt x="264505" y="302495"/>
                </a:lnTo>
                <a:lnTo>
                  <a:pt x="258965" y="291022"/>
                </a:lnTo>
                <a:lnTo>
                  <a:pt x="253410" y="279598"/>
                </a:lnTo>
                <a:lnTo>
                  <a:pt x="247802" y="268237"/>
                </a:lnTo>
                <a:lnTo>
                  <a:pt x="242104" y="256952"/>
                </a:lnTo>
                <a:lnTo>
                  <a:pt x="236278" y="245756"/>
                </a:lnTo>
                <a:lnTo>
                  <a:pt x="230287" y="234662"/>
                </a:lnTo>
                <a:lnTo>
                  <a:pt x="224092" y="223685"/>
                </a:lnTo>
                <a:lnTo>
                  <a:pt x="217655" y="212836"/>
                </a:lnTo>
                <a:lnTo>
                  <a:pt x="210940" y="202131"/>
                </a:lnTo>
                <a:lnTo>
                  <a:pt x="203908" y="191581"/>
                </a:lnTo>
                <a:lnTo>
                  <a:pt x="196522" y="181201"/>
                </a:lnTo>
                <a:lnTo>
                  <a:pt x="188743" y="171004"/>
                </a:lnTo>
                <a:lnTo>
                  <a:pt x="180535" y="161002"/>
                </a:lnTo>
                <a:lnTo>
                  <a:pt x="167661" y="146535"/>
                </a:lnTo>
                <a:lnTo>
                  <a:pt x="158934" y="137348"/>
                </a:lnTo>
                <a:lnTo>
                  <a:pt x="149993" y="128369"/>
                </a:lnTo>
                <a:lnTo>
                  <a:pt x="140864" y="119571"/>
                </a:lnTo>
                <a:lnTo>
                  <a:pt x="131575" y="110928"/>
                </a:lnTo>
                <a:lnTo>
                  <a:pt x="122152" y="102414"/>
                </a:lnTo>
                <a:lnTo>
                  <a:pt x="112621" y="94003"/>
                </a:lnTo>
                <a:lnTo>
                  <a:pt x="103009" y="85669"/>
                </a:lnTo>
                <a:lnTo>
                  <a:pt x="93343" y="77385"/>
                </a:lnTo>
                <a:lnTo>
                  <a:pt x="83649" y="69125"/>
                </a:lnTo>
                <a:lnTo>
                  <a:pt x="73954" y="60863"/>
                </a:lnTo>
                <a:lnTo>
                  <a:pt x="64284" y="52574"/>
                </a:lnTo>
                <a:lnTo>
                  <a:pt x="54666" y="44230"/>
                </a:lnTo>
                <a:lnTo>
                  <a:pt x="45126" y="35806"/>
                </a:lnTo>
                <a:lnTo>
                  <a:pt x="35691" y="27275"/>
                </a:lnTo>
                <a:lnTo>
                  <a:pt x="26388" y="18611"/>
                </a:lnTo>
                <a:lnTo>
                  <a:pt x="17244" y="9789"/>
                </a:lnTo>
                <a:lnTo>
                  <a:pt x="8635" y="1142"/>
                </a:lnTo>
                <a:lnTo>
                  <a:pt x="7747" y="253"/>
                </a:lnTo>
                <a:lnTo>
                  <a:pt x="6730" y="0"/>
                </a:lnTo>
                <a:lnTo>
                  <a:pt x="5841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224391" y="1836420"/>
            <a:ext cx="93217" cy="135381"/>
          </a:xfrm>
          <a:custGeom>
            <a:avLst/>
            <a:gdLst/>
            <a:ahLst/>
            <a:cxnLst/>
            <a:rect l="l" t="t" r="r" b="b"/>
            <a:pathLst>
              <a:path w="93217" h="135381">
                <a:moveTo>
                  <a:pt x="1142" y="0"/>
                </a:moveTo>
                <a:lnTo>
                  <a:pt x="634" y="0"/>
                </a:lnTo>
                <a:lnTo>
                  <a:pt x="0" y="507"/>
                </a:lnTo>
                <a:lnTo>
                  <a:pt x="6158" y="12595"/>
                </a:lnTo>
                <a:lnTo>
                  <a:pt x="12568" y="23584"/>
                </a:lnTo>
                <a:lnTo>
                  <a:pt x="19381" y="34304"/>
                </a:lnTo>
                <a:lnTo>
                  <a:pt x="26493" y="44823"/>
                </a:lnTo>
                <a:lnTo>
                  <a:pt x="33804" y="55210"/>
                </a:lnTo>
                <a:lnTo>
                  <a:pt x="41211" y="65532"/>
                </a:lnTo>
                <a:lnTo>
                  <a:pt x="48612" y="75858"/>
                </a:lnTo>
                <a:lnTo>
                  <a:pt x="55904" y="86255"/>
                </a:lnTo>
                <a:lnTo>
                  <a:pt x="62985" y="96791"/>
                </a:lnTo>
                <a:lnTo>
                  <a:pt x="69754" y="107534"/>
                </a:lnTo>
                <a:lnTo>
                  <a:pt x="76108" y="118553"/>
                </a:lnTo>
                <a:lnTo>
                  <a:pt x="81944" y="129915"/>
                </a:lnTo>
                <a:lnTo>
                  <a:pt x="83438" y="133095"/>
                </a:lnTo>
                <a:lnTo>
                  <a:pt x="84200" y="134746"/>
                </a:lnTo>
                <a:lnTo>
                  <a:pt x="85598" y="135381"/>
                </a:lnTo>
                <a:lnTo>
                  <a:pt x="87122" y="135381"/>
                </a:lnTo>
                <a:lnTo>
                  <a:pt x="90042" y="135381"/>
                </a:lnTo>
                <a:lnTo>
                  <a:pt x="93217" y="132460"/>
                </a:lnTo>
                <a:lnTo>
                  <a:pt x="91312" y="128777"/>
                </a:lnTo>
                <a:lnTo>
                  <a:pt x="85428" y="117543"/>
                </a:lnTo>
                <a:lnTo>
                  <a:pt x="79113" y="106546"/>
                </a:lnTo>
                <a:lnTo>
                  <a:pt x="72421" y="95761"/>
                </a:lnTo>
                <a:lnTo>
                  <a:pt x="65407" y="85159"/>
                </a:lnTo>
                <a:lnTo>
                  <a:pt x="58124" y="74713"/>
                </a:lnTo>
                <a:lnTo>
                  <a:pt x="50628" y="64397"/>
                </a:lnTo>
                <a:lnTo>
                  <a:pt x="42972" y="54183"/>
                </a:lnTo>
                <a:lnTo>
                  <a:pt x="35212" y="44045"/>
                </a:lnTo>
                <a:lnTo>
                  <a:pt x="27401" y="33954"/>
                </a:lnTo>
                <a:lnTo>
                  <a:pt x="19593" y="23883"/>
                </a:lnTo>
                <a:lnTo>
                  <a:pt x="11844" y="13807"/>
                </a:lnTo>
                <a:lnTo>
                  <a:pt x="4207" y="3696"/>
                </a:lnTo>
                <a:lnTo>
                  <a:pt x="1650" y="253"/>
                </a:lnTo>
                <a:lnTo>
                  <a:pt x="1397" y="0"/>
                </a:lnTo>
                <a:lnTo>
                  <a:pt x="1142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412351" y="1943100"/>
            <a:ext cx="71120" cy="128650"/>
          </a:xfrm>
          <a:custGeom>
            <a:avLst/>
            <a:gdLst/>
            <a:ahLst/>
            <a:cxnLst/>
            <a:rect l="l" t="t" r="r" b="b"/>
            <a:pathLst>
              <a:path w="71120" h="128650">
                <a:moveTo>
                  <a:pt x="4064" y="0"/>
                </a:moveTo>
                <a:lnTo>
                  <a:pt x="2158" y="0"/>
                </a:lnTo>
                <a:lnTo>
                  <a:pt x="0" y="1650"/>
                </a:lnTo>
                <a:lnTo>
                  <a:pt x="4979" y="15885"/>
                </a:lnTo>
                <a:lnTo>
                  <a:pt x="10109" y="27519"/>
                </a:lnTo>
                <a:lnTo>
                  <a:pt x="15748" y="38910"/>
                </a:lnTo>
                <a:lnTo>
                  <a:pt x="21743" y="50130"/>
                </a:lnTo>
                <a:lnTo>
                  <a:pt x="27944" y="61250"/>
                </a:lnTo>
                <a:lnTo>
                  <a:pt x="34198" y="72341"/>
                </a:lnTo>
                <a:lnTo>
                  <a:pt x="40354" y="83475"/>
                </a:lnTo>
                <a:lnTo>
                  <a:pt x="46260" y="94722"/>
                </a:lnTo>
                <a:lnTo>
                  <a:pt x="51766" y="106155"/>
                </a:lnTo>
                <a:lnTo>
                  <a:pt x="56719" y="117844"/>
                </a:lnTo>
                <a:lnTo>
                  <a:pt x="59435" y="125222"/>
                </a:lnTo>
                <a:lnTo>
                  <a:pt x="60451" y="127635"/>
                </a:lnTo>
                <a:lnTo>
                  <a:pt x="62610" y="128650"/>
                </a:lnTo>
                <a:lnTo>
                  <a:pt x="64770" y="128650"/>
                </a:lnTo>
                <a:lnTo>
                  <a:pt x="67945" y="128650"/>
                </a:lnTo>
                <a:lnTo>
                  <a:pt x="71120" y="126237"/>
                </a:lnTo>
                <a:lnTo>
                  <a:pt x="69976" y="122174"/>
                </a:lnTo>
                <a:lnTo>
                  <a:pt x="65470" y="110267"/>
                </a:lnTo>
                <a:lnTo>
                  <a:pt x="60316" y="98656"/>
                </a:lnTo>
                <a:lnTo>
                  <a:pt x="54637" y="87285"/>
                </a:lnTo>
                <a:lnTo>
                  <a:pt x="48555" y="76102"/>
                </a:lnTo>
                <a:lnTo>
                  <a:pt x="42193" y="65053"/>
                </a:lnTo>
                <a:lnTo>
                  <a:pt x="35672" y="54083"/>
                </a:lnTo>
                <a:lnTo>
                  <a:pt x="29114" y="43139"/>
                </a:lnTo>
                <a:lnTo>
                  <a:pt x="22643" y="32167"/>
                </a:lnTo>
                <a:lnTo>
                  <a:pt x="16380" y="21114"/>
                </a:lnTo>
                <a:lnTo>
                  <a:pt x="10448" y="9925"/>
                </a:lnTo>
                <a:lnTo>
                  <a:pt x="6223" y="1270"/>
                </a:lnTo>
                <a:lnTo>
                  <a:pt x="5842" y="380"/>
                </a:lnTo>
                <a:lnTo>
                  <a:pt x="4952" y="0"/>
                </a:lnTo>
                <a:lnTo>
                  <a:pt x="4064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605391" y="2039620"/>
            <a:ext cx="115188" cy="142239"/>
          </a:xfrm>
          <a:custGeom>
            <a:avLst/>
            <a:gdLst/>
            <a:ahLst/>
            <a:cxnLst/>
            <a:rect l="l" t="t" r="r" b="b"/>
            <a:pathLst>
              <a:path w="115188" h="142239">
                <a:moveTo>
                  <a:pt x="5206" y="0"/>
                </a:moveTo>
                <a:lnTo>
                  <a:pt x="2539" y="0"/>
                </a:lnTo>
                <a:lnTo>
                  <a:pt x="0" y="3555"/>
                </a:lnTo>
                <a:lnTo>
                  <a:pt x="2920" y="6095"/>
                </a:lnTo>
                <a:lnTo>
                  <a:pt x="11574" y="15517"/>
                </a:lnTo>
                <a:lnTo>
                  <a:pt x="20119" y="24995"/>
                </a:lnTo>
                <a:lnTo>
                  <a:pt x="28538" y="34548"/>
                </a:lnTo>
                <a:lnTo>
                  <a:pt x="36817" y="44192"/>
                </a:lnTo>
                <a:lnTo>
                  <a:pt x="44938" y="53944"/>
                </a:lnTo>
                <a:lnTo>
                  <a:pt x="52885" y="63821"/>
                </a:lnTo>
                <a:lnTo>
                  <a:pt x="60643" y="73842"/>
                </a:lnTo>
                <a:lnTo>
                  <a:pt x="68195" y="84022"/>
                </a:lnTo>
                <a:lnTo>
                  <a:pt x="75525" y="94379"/>
                </a:lnTo>
                <a:lnTo>
                  <a:pt x="82618" y="104930"/>
                </a:lnTo>
                <a:lnTo>
                  <a:pt x="89456" y="115693"/>
                </a:lnTo>
                <a:lnTo>
                  <a:pt x="96023" y="126684"/>
                </a:lnTo>
                <a:lnTo>
                  <a:pt x="102304" y="137920"/>
                </a:lnTo>
                <a:lnTo>
                  <a:pt x="104139" y="141350"/>
                </a:lnTo>
                <a:lnTo>
                  <a:pt x="105917" y="142239"/>
                </a:lnTo>
                <a:lnTo>
                  <a:pt x="107568" y="142239"/>
                </a:lnTo>
                <a:lnTo>
                  <a:pt x="111378" y="142239"/>
                </a:lnTo>
                <a:lnTo>
                  <a:pt x="115188" y="138429"/>
                </a:lnTo>
                <a:lnTo>
                  <a:pt x="112902" y="134112"/>
                </a:lnTo>
                <a:lnTo>
                  <a:pt x="106464" y="123079"/>
                </a:lnTo>
                <a:lnTo>
                  <a:pt x="99764" y="112231"/>
                </a:lnTo>
                <a:lnTo>
                  <a:pt x="92809" y="101565"/>
                </a:lnTo>
                <a:lnTo>
                  <a:pt x="85607" y="91079"/>
                </a:lnTo>
                <a:lnTo>
                  <a:pt x="78166" y="80769"/>
                </a:lnTo>
                <a:lnTo>
                  <a:pt x="70492" y="70633"/>
                </a:lnTo>
                <a:lnTo>
                  <a:pt x="62593" y="60667"/>
                </a:lnTo>
                <a:lnTo>
                  <a:pt x="54477" y="50870"/>
                </a:lnTo>
                <a:lnTo>
                  <a:pt x="46150" y="41237"/>
                </a:lnTo>
                <a:lnTo>
                  <a:pt x="37620" y="31766"/>
                </a:lnTo>
                <a:lnTo>
                  <a:pt x="28895" y="22455"/>
                </a:lnTo>
                <a:lnTo>
                  <a:pt x="19981" y="13300"/>
                </a:lnTo>
                <a:lnTo>
                  <a:pt x="10886" y="4298"/>
                </a:lnTo>
                <a:lnTo>
                  <a:pt x="7619" y="1142"/>
                </a:lnTo>
                <a:lnTo>
                  <a:pt x="6857" y="380"/>
                </a:lnTo>
                <a:lnTo>
                  <a:pt x="6095" y="0"/>
                </a:lnTo>
                <a:lnTo>
                  <a:pt x="520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47031" y="3699637"/>
            <a:ext cx="694490" cy="695706"/>
          </a:xfrm>
          <a:custGeom>
            <a:avLst/>
            <a:gdLst/>
            <a:ahLst/>
            <a:cxnLst/>
            <a:rect l="l" t="t" r="r" b="b"/>
            <a:pathLst>
              <a:path w="694490" h="695706">
                <a:moveTo>
                  <a:pt x="352187" y="0"/>
                </a:moveTo>
                <a:lnTo>
                  <a:pt x="377445" y="880"/>
                </a:lnTo>
                <a:lnTo>
                  <a:pt x="402725" y="3532"/>
                </a:lnTo>
                <a:lnTo>
                  <a:pt x="427889" y="7968"/>
                </a:lnTo>
                <a:lnTo>
                  <a:pt x="476201" y="21939"/>
                </a:lnTo>
                <a:lnTo>
                  <a:pt x="502154" y="32959"/>
                </a:lnTo>
                <a:lnTo>
                  <a:pt x="526654" y="46007"/>
                </a:lnTo>
                <a:lnTo>
                  <a:pt x="549659" y="60950"/>
                </a:lnTo>
                <a:lnTo>
                  <a:pt x="571129" y="77656"/>
                </a:lnTo>
                <a:lnTo>
                  <a:pt x="591024" y="95991"/>
                </a:lnTo>
                <a:lnTo>
                  <a:pt x="609304" y="115824"/>
                </a:lnTo>
                <a:lnTo>
                  <a:pt x="625929" y="137020"/>
                </a:lnTo>
                <a:lnTo>
                  <a:pt x="640857" y="159448"/>
                </a:lnTo>
                <a:lnTo>
                  <a:pt x="654050" y="182975"/>
                </a:lnTo>
                <a:lnTo>
                  <a:pt x="665466" y="207467"/>
                </a:lnTo>
                <a:lnTo>
                  <a:pt x="675065" y="232793"/>
                </a:lnTo>
                <a:lnTo>
                  <a:pt x="682808" y="258818"/>
                </a:lnTo>
                <a:lnTo>
                  <a:pt x="688653" y="285411"/>
                </a:lnTo>
                <a:lnTo>
                  <a:pt x="692561" y="312439"/>
                </a:lnTo>
                <a:lnTo>
                  <a:pt x="694490" y="339769"/>
                </a:lnTo>
                <a:lnTo>
                  <a:pt x="694402" y="367268"/>
                </a:lnTo>
                <a:lnTo>
                  <a:pt x="692255" y="394804"/>
                </a:lnTo>
                <a:lnTo>
                  <a:pt x="688009" y="422243"/>
                </a:lnTo>
                <a:lnTo>
                  <a:pt x="681625" y="449452"/>
                </a:lnTo>
                <a:lnTo>
                  <a:pt x="674533" y="472092"/>
                </a:lnTo>
                <a:lnTo>
                  <a:pt x="665958" y="493782"/>
                </a:lnTo>
                <a:lnTo>
                  <a:pt x="644655" y="534218"/>
                </a:lnTo>
                <a:lnTo>
                  <a:pt x="618309" y="570580"/>
                </a:lnTo>
                <a:lnTo>
                  <a:pt x="587519" y="602684"/>
                </a:lnTo>
                <a:lnTo>
                  <a:pt x="552879" y="630348"/>
                </a:lnTo>
                <a:lnTo>
                  <a:pt x="514985" y="653391"/>
                </a:lnTo>
                <a:lnTo>
                  <a:pt x="474433" y="671630"/>
                </a:lnTo>
                <a:lnTo>
                  <a:pt x="431819" y="684884"/>
                </a:lnTo>
                <a:lnTo>
                  <a:pt x="387739" y="692970"/>
                </a:lnTo>
                <a:lnTo>
                  <a:pt x="342789" y="695706"/>
                </a:lnTo>
                <a:lnTo>
                  <a:pt x="330147" y="695485"/>
                </a:lnTo>
                <a:lnTo>
                  <a:pt x="304866" y="693718"/>
                </a:lnTo>
                <a:lnTo>
                  <a:pt x="279655" y="690184"/>
                </a:lnTo>
                <a:lnTo>
                  <a:pt x="254596" y="684883"/>
                </a:lnTo>
                <a:lnTo>
                  <a:pt x="219390" y="672724"/>
                </a:lnTo>
                <a:lnTo>
                  <a:pt x="193692" y="660881"/>
                </a:lnTo>
                <a:lnTo>
                  <a:pt x="169352" y="647317"/>
                </a:lnTo>
                <a:lnTo>
                  <a:pt x="146422" y="632128"/>
                </a:lnTo>
                <a:lnTo>
                  <a:pt x="124954" y="615412"/>
                </a:lnTo>
                <a:lnTo>
                  <a:pt x="104999" y="597263"/>
                </a:lnTo>
                <a:lnTo>
                  <a:pt x="86608" y="577778"/>
                </a:lnTo>
                <a:lnTo>
                  <a:pt x="69833" y="557054"/>
                </a:lnTo>
                <a:lnTo>
                  <a:pt x="54726" y="535186"/>
                </a:lnTo>
                <a:lnTo>
                  <a:pt x="41338" y="512270"/>
                </a:lnTo>
                <a:lnTo>
                  <a:pt x="29721" y="488402"/>
                </a:lnTo>
                <a:lnTo>
                  <a:pt x="19926" y="463680"/>
                </a:lnTo>
                <a:lnTo>
                  <a:pt x="12005" y="438197"/>
                </a:lnTo>
                <a:lnTo>
                  <a:pt x="6009" y="412052"/>
                </a:lnTo>
                <a:lnTo>
                  <a:pt x="1990" y="385339"/>
                </a:lnTo>
                <a:lnTo>
                  <a:pt x="0" y="358156"/>
                </a:lnTo>
                <a:lnTo>
                  <a:pt x="89" y="330597"/>
                </a:lnTo>
                <a:lnTo>
                  <a:pt x="2309" y="302760"/>
                </a:lnTo>
                <a:lnTo>
                  <a:pt x="6713" y="274740"/>
                </a:lnTo>
                <a:lnTo>
                  <a:pt x="13351" y="246633"/>
                </a:lnTo>
                <a:lnTo>
                  <a:pt x="20458" y="223956"/>
                </a:lnTo>
                <a:lnTo>
                  <a:pt x="29045" y="202232"/>
                </a:lnTo>
                <a:lnTo>
                  <a:pt x="50358" y="161730"/>
                </a:lnTo>
                <a:lnTo>
                  <a:pt x="76698" y="125312"/>
                </a:lnTo>
                <a:lnTo>
                  <a:pt x="107475" y="93159"/>
                </a:lnTo>
                <a:lnTo>
                  <a:pt x="142097" y="65452"/>
                </a:lnTo>
                <a:lnTo>
                  <a:pt x="179973" y="42375"/>
                </a:lnTo>
                <a:lnTo>
                  <a:pt x="220511" y="24109"/>
                </a:lnTo>
                <a:lnTo>
                  <a:pt x="263120" y="10836"/>
                </a:lnTo>
                <a:lnTo>
                  <a:pt x="307209" y="2739"/>
                </a:lnTo>
                <a:lnTo>
                  <a:pt x="352187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131694" y="3683889"/>
            <a:ext cx="725769" cy="724662"/>
          </a:xfrm>
          <a:custGeom>
            <a:avLst/>
            <a:gdLst/>
            <a:ahLst/>
            <a:cxnLst/>
            <a:rect l="l" t="t" r="r" b="b"/>
            <a:pathLst>
              <a:path w="725769" h="724662">
                <a:moveTo>
                  <a:pt x="363206" y="0"/>
                </a:moveTo>
                <a:lnTo>
                  <a:pt x="317251" y="3180"/>
                </a:lnTo>
                <a:lnTo>
                  <a:pt x="272517" y="12457"/>
                </a:lnTo>
                <a:lnTo>
                  <a:pt x="229489" y="27435"/>
                </a:lnTo>
                <a:lnTo>
                  <a:pt x="188649" y="47719"/>
                </a:lnTo>
                <a:lnTo>
                  <a:pt x="150481" y="72913"/>
                </a:lnTo>
                <a:lnTo>
                  <a:pt x="115468" y="102623"/>
                </a:lnTo>
                <a:lnTo>
                  <a:pt x="84092" y="136451"/>
                </a:lnTo>
                <a:lnTo>
                  <a:pt x="56838" y="174004"/>
                </a:lnTo>
                <a:lnTo>
                  <a:pt x="34187" y="214885"/>
                </a:lnTo>
                <a:lnTo>
                  <a:pt x="16623" y="258699"/>
                </a:lnTo>
                <a:lnTo>
                  <a:pt x="8571" y="287450"/>
                </a:lnTo>
                <a:lnTo>
                  <a:pt x="3176" y="316216"/>
                </a:lnTo>
                <a:lnTo>
                  <a:pt x="349" y="344885"/>
                </a:lnTo>
                <a:lnTo>
                  <a:pt x="0" y="373347"/>
                </a:lnTo>
                <a:lnTo>
                  <a:pt x="2038" y="401492"/>
                </a:lnTo>
                <a:lnTo>
                  <a:pt x="6375" y="429210"/>
                </a:lnTo>
                <a:lnTo>
                  <a:pt x="12921" y="456391"/>
                </a:lnTo>
                <a:lnTo>
                  <a:pt x="21585" y="482924"/>
                </a:lnTo>
                <a:lnTo>
                  <a:pt x="32279" y="508699"/>
                </a:lnTo>
                <a:lnTo>
                  <a:pt x="44913" y="533606"/>
                </a:lnTo>
                <a:lnTo>
                  <a:pt x="59396" y="557535"/>
                </a:lnTo>
                <a:lnTo>
                  <a:pt x="75639" y="580375"/>
                </a:lnTo>
                <a:lnTo>
                  <a:pt x="93552" y="602017"/>
                </a:lnTo>
                <a:lnTo>
                  <a:pt x="113046" y="622350"/>
                </a:lnTo>
                <a:lnTo>
                  <a:pt x="134031" y="641264"/>
                </a:lnTo>
                <a:lnTo>
                  <a:pt x="156417" y="658649"/>
                </a:lnTo>
                <a:lnTo>
                  <a:pt x="180114" y="674394"/>
                </a:lnTo>
                <a:lnTo>
                  <a:pt x="205033" y="688390"/>
                </a:lnTo>
                <a:lnTo>
                  <a:pt x="231084" y="700526"/>
                </a:lnTo>
                <a:lnTo>
                  <a:pt x="258177" y="710692"/>
                </a:lnTo>
                <a:lnTo>
                  <a:pt x="258431" y="710819"/>
                </a:lnTo>
                <a:lnTo>
                  <a:pt x="283746" y="716905"/>
                </a:lnTo>
                <a:lnTo>
                  <a:pt x="309003" y="721210"/>
                </a:lnTo>
                <a:lnTo>
                  <a:pt x="334143" y="723779"/>
                </a:lnTo>
                <a:lnTo>
                  <a:pt x="359109" y="724661"/>
                </a:lnTo>
                <a:lnTo>
                  <a:pt x="359904" y="724662"/>
                </a:lnTo>
                <a:lnTo>
                  <a:pt x="383248" y="723927"/>
                </a:lnTo>
                <a:lnTo>
                  <a:pt x="429019" y="718143"/>
                </a:lnTo>
                <a:lnTo>
                  <a:pt x="473198" y="706802"/>
                </a:lnTo>
                <a:lnTo>
                  <a:pt x="515345" y="690143"/>
                </a:lnTo>
                <a:lnTo>
                  <a:pt x="555017" y="668402"/>
                </a:lnTo>
                <a:lnTo>
                  <a:pt x="591775" y="641818"/>
                </a:lnTo>
                <a:lnTo>
                  <a:pt x="625176" y="610629"/>
                </a:lnTo>
                <a:lnTo>
                  <a:pt x="654780" y="575071"/>
                </a:lnTo>
                <a:lnTo>
                  <a:pt x="680146" y="535384"/>
                </a:lnTo>
                <a:lnTo>
                  <a:pt x="700831" y="491805"/>
                </a:lnTo>
                <a:lnTo>
                  <a:pt x="709281" y="468630"/>
                </a:lnTo>
                <a:lnTo>
                  <a:pt x="717296" y="439859"/>
                </a:lnTo>
                <a:lnTo>
                  <a:pt x="722656" y="411074"/>
                </a:lnTo>
                <a:lnTo>
                  <a:pt x="725450" y="382388"/>
                </a:lnTo>
                <a:lnTo>
                  <a:pt x="725769" y="353909"/>
                </a:lnTo>
                <a:lnTo>
                  <a:pt x="723702" y="325749"/>
                </a:lnTo>
                <a:lnTo>
                  <a:pt x="719339" y="298017"/>
                </a:lnTo>
                <a:lnTo>
                  <a:pt x="712769" y="270826"/>
                </a:lnTo>
                <a:lnTo>
                  <a:pt x="704083" y="244285"/>
                </a:lnTo>
                <a:lnTo>
                  <a:pt x="693371" y="218504"/>
                </a:lnTo>
                <a:lnTo>
                  <a:pt x="680722" y="193595"/>
                </a:lnTo>
                <a:lnTo>
                  <a:pt x="666226" y="169668"/>
                </a:lnTo>
                <a:lnTo>
                  <a:pt x="649973" y="146834"/>
                </a:lnTo>
                <a:lnTo>
                  <a:pt x="632053" y="125203"/>
                </a:lnTo>
                <a:lnTo>
                  <a:pt x="612555" y="104885"/>
                </a:lnTo>
                <a:lnTo>
                  <a:pt x="591570" y="85992"/>
                </a:lnTo>
                <a:lnTo>
                  <a:pt x="569187" y="68634"/>
                </a:lnTo>
                <a:lnTo>
                  <a:pt x="545496" y="52922"/>
                </a:lnTo>
                <a:lnTo>
                  <a:pt x="520587" y="38966"/>
                </a:lnTo>
                <a:lnTo>
                  <a:pt x="494549" y="26876"/>
                </a:lnTo>
                <a:lnTo>
                  <a:pt x="467473" y="16763"/>
                </a:lnTo>
                <a:lnTo>
                  <a:pt x="442333" y="9564"/>
                </a:lnTo>
                <a:lnTo>
                  <a:pt x="417179" y="4416"/>
                </a:lnTo>
                <a:lnTo>
                  <a:pt x="392085" y="1257"/>
                </a:lnTo>
                <a:lnTo>
                  <a:pt x="367126" y="23"/>
                </a:lnTo>
                <a:lnTo>
                  <a:pt x="363206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199820" y="3751326"/>
            <a:ext cx="588800" cy="591312"/>
          </a:xfrm>
          <a:custGeom>
            <a:avLst/>
            <a:gdLst/>
            <a:ahLst/>
            <a:cxnLst/>
            <a:rect l="l" t="t" r="r" b="b"/>
            <a:pathLst>
              <a:path w="588800" h="591312">
                <a:moveTo>
                  <a:pt x="299144" y="0"/>
                </a:moveTo>
                <a:lnTo>
                  <a:pt x="324456" y="996"/>
                </a:lnTo>
                <a:lnTo>
                  <a:pt x="349706" y="4044"/>
                </a:lnTo>
                <a:lnTo>
                  <a:pt x="374759" y="9234"/>
                </a:lnTo>
                <a:lnTo>
                  <a:pt x="403948" y="18293"/>
                </a:lnTo>
                <a:lnTo>
                  <a:pt x="425995" y="27642"/>
                </a:lnTo>
                <a:lnTo>
                  <a:pt x="446789" y="38729"/>
                </a:lnTo>
                <a:lnTo>
                  <a:pt x="466298" y="51439"/>
                </a:lnTo>
                <a:lnTo>
                  <a:pt x="484491" y="65657"/>
                </a:lnTo>
                <a:lnTo>
                  <a:pt x="501337" y="81268"/>
                </a:lnTo>
                <a:lnTo>
                  <a:pt x="516804" y="98160"/>
                </a:lnTo>
                <a:lnTo>
                  <a:pt x="530862" y="116217"/>
                </a:lnTo>
                <a:lnTo>
                  <a:pt x="543478" y="135324"/>
                </a:lnTo>
                <a:lnTo>
                  <a:pt x="554621" y="155368"/>
                </a:lnTo>
                <a:lnTo>
                  <a:pt x="564260" y="176234"/>
                </a:lnTo>
                <a:lnTo>
                  <a:pt x="572364" y="197808"/>
                </a:lnTo>
                <a:lnTo>
                  <a:pt x="578901" y="219974"/>
                </a:lnTo>
                <a:lnTo>
                  <a:pt x="583841" y="242620"/>
                </a:lnTo>
                <a:lnTo>
                  <a:pt x="587151" y="265630"/>
                </a:lnTo>
                <a:lnTo>
                  <a:pt x="588800" y="288890"/>
                </a:lnTo>
                <a:lnTo>
                  <a:pt x="588757" y="312286"/>
                </a:lnTo>
                <a:lnTo>
                  <a:pt x="586991" y="335703"/>
                </a:lnTo>
                <a:lnTo>
                  <a:pt x="583470" y="359026"/>
                </a:lnTo>
                <a:lnTo>
                  <a:pt x="578163" y="382143"/>
                </a:lnTo>
                <a:lnTo>
                  <a:pt x="572157" y="401488"/>
                </a:lnTo>
                <a:lnTo>
                  <a:pt x="564887" y="420002"/>
                </a:lnTo>
                <a:lnTo>
                  <a:pt x="546809" y="454468"/>
                </a:lnTo>
                <a:lnTo>
                  <a:pt x="524439" y="485402"/>
                </a:lnTo>
                <a:lnTo>
                  <a:pt x="498288" y="512664"/>
                </a:lnTo>
                <a:lnTo>
                  <a:pt x="468864" y="536114"/>
                </a:lnTo>
                <a:lnTo>
                  <a:pt x="436678" y="555613"/>
                </a:lnTo>
                <a:lnTo>
                  <a:pt x="402240" y="571022"/>
                </a:lnTo>
                <a:lnTo>
                  <a:pt x="366059" y="582201"/>
                </a:lnTo>
                <a:lnTo>
                  <a:pt x="328645" y="589011"/>
                </a:lnTo>
                <a:lnTo>
                  <a:pt x="290508" y="591312"/>
                </a:lnTo>
                <a:lnTo>
                  <a:pt x="277853" y="591057"/>
                </a:lnTo>
                <a:lnTo>
                  <a:pt x="252556" y="589010"/>
                </a:lnTo>
                <a:lnTo>
                  <a:pt x="227387" y="584894"/>
                </a:lnTo>
                <a:lnTo>
                  <a:pt x="185998" y="571830"/>
                </a:lnTo>
                <a:lnTo>
                  <a:pt x="164152" y="561635"/>
                </a:lnTo>
                <a:lnTo>
                  <a:pt x="143475" y="550010"/>
                </a:lnTo>
                <a:lnTo>
                  <a:pt x="124010" y="537032"/>
                </a:lnTo>
                <a:lnTo>
                  <a:pt x="105799" y="522779"/>
                </a:lnTo>
                <a:lnTo>
                  <a:pt x="88882" y="507330"/>
                </a:lnTo>
                <a:lnTo>
                  <a:pt x="73300" y="490763"/>
                </a:lnTo>
                <a:lnTo>
                  <a:pt x="59096" y="473156"/>
                </a:lnTo>
                <a:lnTo>
                  <a:pt x="46310" y="454586"/>
                </a:lnTo>
                <a:lnTo>
                  <a:pt x="34984" y="435133"/>
                </a:lnTo>
                <a:lnTo>
                  <a:pt x="25160" y="414874"/>
                </a:lnTo>
                <a:lnTo>
                  <a:pt x="16877" y="393887"/>
                </a:lnTo>
                <a:lnTo>
                  <a:pt x="10179" y="372251"/>
                </a:lnTo>
                <a:lnTo>
                  <a:pt x="5105" y="350043"/>
                </a:lnTo>
                <a:lnTo>
                  <a:pt x="1699" y="327342"/>
                </a:lnTo>
                <a:lnTo>
                  <a:pt x="0" y="304225"/>
                </a:lnTo>
                <a:lnTo>
                  <a:pt x="50" y="280772"/>
                </a:lnTo>
                <a:lnTo>
                  <a:pt x="1890" y="257059"/>
                </a:lnTo>
                <a:lnTo>
                  <a:pt x="5563" y="233165"/>
                </a:lnTo>
                <a:lnTo>
                  <a:pt x="11108" y="209169"/>
                </a:lnTo>
                <a:lnTo>
                  <a:pt x="17135" y="189823"/>
                </a:lnTo>
                <a:lnTo>
                  <a:pt x="24427" y="171309"/>
                </a:lnTo>
                <a:lnTo>
                  <a:pt x="42552" y="136843"/>
                </a:lnTo>
                <a:lnTo>
                  <a:pt x="64971" y="105909"/>
                </a:lnTo>
                <a:lnTo>
                  <a:pt x="91173" y="78647"/>
                </a:lnTo>
                <a:lnTo>
                  <a:pt x="120646" y="55197"/>
                </a:lnTo>
                <a:lnTo>
                  <a:pt x="152877" y="35698"/>
                </a:lnTo>
                <a:lnTo>
                  <a:pt x="187354" y="20289"/>
                </a:lnTo>
                <a:lnTo>
                  <a:pt x="223566" y="9110"/>
                </a:lnTo>
                <a:lnTo>
                  <a:pt x="261000" y="2300"/>
                </a:lnTo>
                <a:lnTo>
                  <a:pt x="299144" y="0"/>
                </a:lnTo>
                <a:close/>
              </a:path>
            </a:pathLst>
          </a:custGeom>
          <a:ln w="19050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190785" y="3741420"/>
            <a:ext cx="607416" cy="607822"/>
          </a:xfrm>
          <a:custGeom>
            <a:avLst/>
            <a:gdLst/>
            <a:ahLst/>
            <a:cxnLst/>
            <a:rect l="l" t="t" r="r" b="b"/>
            <a:pathLst>
              <a:path w="607416" h="607822">
                <a:moveTo>
                  <a:pt x="303861" y="0"/>
                </a:moveTo>
                <a:lnTo>
                  <a:pt x="265423" y="2700"/>
                </a:lnTo>
                <a:lnTo>
                  <a:pt x="228025" y="10566"/>
                </a:lnTo>
                <a:lnTo>
                  <a:pt x="192066" y="23248"/>
                </a:lnTo>
                <a:lnTo>
                  <a:pt x="157945" y="40396"/>
                </a:lnTo>
                <a:lnTo>
                  <a:pt x="126061" y="61658"/>
                </a:lnTo>
                <a:lnTo>
                  <a:pt x="96813" y="86685"/>
                </a:lnTo>
                <a:lnTo>
                  <a:pt x="70601" y="115125"/>
                </a:lnTo>
                <a:lnTo>
                  <a:pt x="47825" y="146629"/>
                </a:lnTo>
                <a:lnTo>
                  <a:pt x="28882" y="180845"/>
                </a:lnTo>
                <a:lnTo>
                  <a:pt x="14174" y="217423"/>
                </a:lnTo>
                <a:lnTo>
                  <a:pt x="7326" y="241518"/>
                </a:lnTo>
                <a:lnTo>
                  <a:pt x="2734" y="265620"/>
                </a:lnTo>
                <a:lnTo>
                  <a:pt x="318" y="289637"/>
                </a:lnTo>
                <a:lnTo>
                  <a:pt x="0" y="313479"/>
                </a:lnTo>
                <a:lnTo>
                  <a:pt x="1700" y="337054"/>
                </a:lnTo>
                <a:lnTo>
                  <a:pt x="5341" y="360269"/>
                </a:lnTo>
                <a:lnTo>
                  <a:pt x="10843" y="383033"/>
                </a:lnTo>
                <a:lnTo>
                  <a:pt x="18128" y="405255"/>
                </a:lnTo>
                <a:lnTo>
                  <a:pt x="27117" y="426844"/>
                </a:lnTo>
                <a:lnTo>
                  <a:pt x="37732" y="447706"/>
                </a:lnTo>
                <a:lnTo>
                  <a:pt x="49894" y="467752"/>
                </a:lnTo>
                <a:lnTo>
                  <a:pt x="63524" y="486888"/>
                </a:lnTo>
                <a:lnTo>
                  <a:pt x="78543" y="505024"/>
                </a:lnTo>
                <a:lnTo>
                  <a:pt x="94874" y="522068"/>
                </a:lnTo>
                <a:lnTo>
                  <a:pt x="112436" y="537928"/>
                </a:lnTo>
                <a:lnTo>
                  <a:pt x="131152" y="552512"/>
                </a:lnTo>
                <a:lnTo>
                  <a:pt x="150943" y="565730"/>
                </a:lnTo>
                <a:lnTo>
                  <a:pt x="171729" y="577489"/>
                </a:lnTo>
                <a:lnTo>
                  <a:pt x="193434" y="587698"/>
                </a:lnTo>
                <a:lnTo>
                  <a:pt x="215977" y="596264"/>
                </a:lnTo>
                <a:lnTo>
                  <a:pt x="216231" y="596391"/>
                </a:lnTo>
                <a:lnTo>
                  <a:pt x="216739" y="596645"/>
                </a:lnTo>
                <a:lnTo>
                  <a:pt x="216993" y="596645"/>
                </a:lnTo>
                <a:lnTo>
                  <a:pt x="217374" y="596645"/>
                </a:lnTo>
                <a:lnTo>
                  <a:pt x="230055" y="599814"/>
                </a:lnTo>
                <a:lnTo>
                  <a:pt x="242724" y="602440"/>
                </a:lnTo>
                <a:lnTo>
                  <a:pt x="267969" y="606104"/>
                </a:lnTo>
                <a:lnTo>
                  <a:pt x="293006" y="607722"/>
                </a:lnTo>
                <a:lnTo>
                  <a:pt x="300940" y="607821"/>
                </a:lnTo>
                <a:lnTo>
                  <a:pt x="320471" y="607207"/>
                </a:lnTo>
                <a:lnTo>
                  <a:pt x="358743" y="602368"/>
                </a:lnTo>
                <a:lnTo>
                  <a:pt x="395662" y="592875"/>
                </a:lnTo>
                <a:lnTo>
                  <a:pt x="430870" y="578925"/>
                </a:lnTo>
                <a:lnTo>
                  <a:pt x="464010" y="560712"/>
                </a:lnTo>
                <a:lnTo>
                  <a:pt x="494723" y="538432"/>
                </a:lnTo>
                <a:lnTo>
                  <a:pt x="522650" y="512279"/>
                </a:lnTo>
                <a:lnTo>
                  <a:pt x="547435" y="482449"/>
                </a:lnTo>
                <a:lnTo>
                  <a:pt x="568718" y="449136"/>
                </a:lnTo>
                <a:lnTo>
                  <a:pt x="586141" y="412536"/>
                </a:lnTo>
                <a:lnTo>
                  <a:pt x="593294" y="393064"/>
                </a:lnTo>
                <a:lnTo>
                  <a:pt x="600137" y="368987"/>
                </a:lnTo>
                <a:lnTo>
                  <a:pt x="604719" y="344899"/>
                </a:lnTo>
                <a:lnTo>
                  <a:pt x="607119" y="320892"/>
                </a:lnTo>
                <a:lnTo>
                  <a:pt x="607416" y="297059"/>
                </a:lnTo>
                <a:lnTo>
                  <a:pt x="605690" y="273490"/>
                </a:lnTo>
                <a:lnTo>
                  <a:pt x="602021" y="250279"/>
                </a:lnTo>
                <a:lnTo>
                  <a:pt x="596487" y="227516"/>
                </a:lnTo>
                <a:lnTo>
                  <a:pt x="589169" y="205296"/>
                </a:lnTo>
                <a:lnTo>
                  <a:pt x="580146" y="183708"/>
                </a:lnTo>
                <a:lnTo>
                  <a:pt x="569497" y="162845"/>
                </a:lnTo>
                <a:lnTo>
                  <a:pt x="557303" y="142800"/>
                </a:lnTo>
                <a:lnTo>
                  <a:pt x="543642" y="123664"/>
                </a:lnTo>
                <a:lnTo>
                  <a:pt x="528594" y="105529"/>
                </a:lnTo>
                <a:lnTo>
                  <a:pt x="512239" y="88488"/>
                </a:lnTo>
                <a:lnTo>
                  <a:pt x="494656" y="72632"/>
                </a:lnTo>
                <a:lnTo>
                  <a:pt x="475925" y="58053"/>
                </a:lnTo>
                <a:lnTo>
                  <a:pt x="456126" y="44843"/>
                </a:lnTo>
                <a:lnTo>
                  <a:pt x="435337" y="33095"/>
                </a:lnTo>
                <a:lnTo>
                  <a:pt x="413638" y="22900"/>
                </a:lnTo>
                <a:lnTo>
                  <a:pt x="391110" y="14350"/>
                </a:lnTo>
                <a:lnTo>
                  <a:pt x="366002" y="7197"/>
                </a:lnTo>
                <a:lnTo>
                  <a:pt x="340876" y="2531"/>
                </a:lnTo>
                <a:lnTo>
                  <a:pt x="315842" y="263"/>
                </a:lnTo>
                <a:lnTo>
                  <a:pt x="303861" y="0"/>
                </a:lnTo>
                <a:close/>
              </a:path>
            </a:pathLst>
          </a:custGeom>
          <a:ln w="19049">
            <a:solidFill>
              <a:srgbClr val="3E37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00149" y="934762"/>
            <a:ext cx="4322465" cy="387052"/>
          </a:xfrm>
          <a:prstGeom prst="rect">
            <a:avLst/>
          </a:prstGeom>
        </p:spPr>
        <p:txBody>
          <a:bodyPr wrap="square" lIns="0" tIns="19367" rIns="0" bIns="0" rtlCol="0">
            <a:noAutofit/>
          </a:bodyPr>
          <a:lstStyle/>
          <a:p>
            <a:pPr marL="12700">
              <a:lnSpc>
                <a:spcPts val="3050"/>
              </a:lnSpc>
            </a:pPr>
            <a:r>
              <a:rPr sz="2800" spc="22" dirty="0">
                <a:latin typeface="Arial"/>
                <a:cs typeface="Arial"/>
              </a:rPr>
              <a:t>• </a:t>
            </a:r>
            <a:r>
              <a:rPr sz="2800" b="1" spc="-1" dirty="0">
                <a:latin typeface="Montserrat"/>
                <a:cs typeface="Montserrat"/>
              </a:rPr>
              <a:t>POINT PEMBAHASAN</a:t>
            </a:r>
            <a:endParaRPr sz="2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3259" y="1602570"/>
            <a:ext cx="209227" cy="279400"/>
          </a:xfrm>
          <a:prstGeom prst="rect">
            <a:avLst/>
          </a:prstGeom>
        </p:spPr>
        <p:txBody>
          <a:bodyPr wrap="square" lIns="0" tIns="13779" rIns="0" bIns="0" rtlCol="0">
            <a:noAutofit/>
          </a:bodyPr>
          <a:lstStyle/>
          <a:p>
            <a:pPr marL="12700">
              <a:lnSpc>
                <a:spcPts val="2170"/>
              </a:lnSpc>
            </a:pPr>
            <a:r>
              <a:rPr sz="2000" b="1" dirty="0">
                <a:solidFill>
                  <a:srgbClr val="001F5F"/>
                </a:solidFill>
                <a:latin typeface="Roboto"/>
                <a:cs typeface="Roboto"/>
              </a:rPr>
              <a:t>1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1910" y="1800591"/>
            <a:ext cx="1584297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b="1" spc="-2" dirty="0">
                <a:latin typeface="Montserrat"/>
                <a:cs typeface="Montserrat"/>
              </a:rPr>
              <a:t>PENGANTAR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3259" y="2463014"/>
            <a:ext cx="2133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b="1" dirty="0">
                <a:solidFill>
                  <a:srgbClr val="001F5F"/>
                </a:solidFill>
                <a:latin typeface="Montserrat"/>
                <a:cs typeface="Montserrat"/>
              </a:rPr>
              <a:t>2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910" y="2703656"/>
            <a:ext cx="3981094" cy="80263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-3" dirty="0">
                <a:latin typeface="Montserrat"/>
                <a:cs typeface="Montserrat"/>
              </a:rPr>
              <a:t>DIMENSI SAINS DAN TEKNOLOGI</a:t>
            </a:r>
            <a:endParaRPr sz="1800">
              <a:latin typeface="Montserrat"/>
              <a:cs typeface="Montserrat"/>
            </a:endParaRPr>
          </a:p>
          <a:p>
            <a:pPr marL="12700" marR="34289">
              <a:lnSpc>
                <a:spcPts val="2160"/>
              </a:lnSpc>
              <a:spcBef>
                <a:spcPts val="8"/>
              </a:spcBef>
            </a:pPr>
            <a:r>
              <a:rPr sz="1800" b="1" spc="-3" dirty="0">
                <a:latin typeface="Montserrat"/>
                <a:cs typeface="Montserrat"/>
              </a:rPr>
              <a:t>DALAM AGAMA ISLAM (AL-</a:t>
            </a:r>
            <a:endParaRPr sz="1800">
              <a:latin typeface="Montserrat"/>
              <a:cs typeface="Montserrat"/>
            </a:endParaRPr>
          </a:p>
          <a:p>
            <a:pPr marL="12700" marR="34289">
              <a:lnSpc>
                <a:spcPts val="2160"/>
              </a:lnSpc>
            </a:pPr>
            <a:r>
              <a:rPr sz="1800" b="1" spc="-2" dirty="0">
                <a:latin typeface="Montserrat"/>
                <a:cs typeface="Montserrat"/>
              </a:rPr>
              <a:t>QUR’AN)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1570" y="3667844"/>
            <a:ext cx="209227" cy="279400"/>
          </a:xfrm>
          <a:prstGeom prst="rect">
            <a:avLst/>
          </a:prstGeom>
        </p:spPr>
        <p:txBody>
          <a:bodyPr wrap="square" lIns="0" tIns="13779" rIns="0" bIns="0" rtlCol="0">
            <a:noAutofit/>
          </a:bodyPr>
          <a:lstStyle/>
          <a:p>
            <a:pPr marL="12700">
              <a:lnSpc>
                <a:spcPts val="2170"/>
              </a:lnSpc>
            </a:pPr>
            <a:r>
              <a:rPr sz="2000" b="1" dirty="0">
                <a:solidFill>
                  <a:srgbClr val="001F5F"/>
                </a:solidFill>
                <a:latin typeface="Roboto"/>
                <a:cs typeface="Roboto"/>
              </a:rPr>
              <a:t>3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0221" y="3907870"/>
            <a:ext cx="3982897" cy="52831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-2" dirty="0">
                <a:latin typeface="Montserrat"/>
                <a:cs typeface="Montserrat"/>
              </a:rPr>
              <a:t>SOSOK AL-KHAWARIZMI DALAM</a:t>
            </a:r>
            <a:endParaRPr sz="1800">
              <a:latin typeface="Montserrat"/>
              <a:cs typeface="Montserrat"/>
            </a:endParaRPr>
          </a:p>
          <a:p>
            <a:pPr marL="12700" marR="34289">
              <a:lnSpc>
                <a:spcPts val="2160"/>
              </a:lnSpc>
              <a:spcBef>
                <a:spcPts val="8"/>
              </a:spcBef>
            </a:pPr>
            <a:r>
              <a:rPr sz="1800" b="1" spc="-4" dirty="0">
                <a:latin typeface="Montserrat"/>
                <a:cs typeface="Montserrat"/>
              </a:rPr>
              <a:t>DUNIA SAINS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3259" y="4804894"/>
            <a:ext cx="23850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b="1" dirty="0">
                <a:solidFill>
                  <a:srgbClr val="001F5F"/>
                </a:solidFill>
                <a:latin typeface="Montserrat"/>
                <a:cs typeface="Montserrat"/>
              </a:rPr>
              <a:t>4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61910" y="5045536"/>
            <a:ext cx="330260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-2" dirty="0">
                <a:latin typeface="Montserrat"/>
                <a:cs typeface="Montserrat"/>
              </a:rPr>
              <a:t>KESIMPULAN &amp; REFERENSI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72198" y="2403221"/>
            <a:ext cx="2011565" cy="2090420"/>
          </a:xfrm>
          <a:custGeom>
            <a:avLst/>
            <a:gdLst/>
            <a:ahLst/>
            <a:cxnLst/>
            <a:rect l="l" t="t" r="r" b="b"/>
            <a:pathLst>
              <a:path w="2011565" h="2090420">
                <a:moveTo>
                  <a:pt x="111789" y="1115198"/>
                </a:moveTo>
                <a:lnTo>
                  <a:pt x="101215" y="1108150"/>
                </a:lnTo>
                <a:lnTo>
                  <a:pt x="99580" y="1107058"/>
                </a:lnTo>
                <a:lnTo>
                  <a:pt x="108760" y="1082578"/>
                </a:lnTo>
                <a:lnTo>
                  <a:pt x="117931" y="1058096"/>
                </a:lnTo>
                <a:lnTo>
                  <a:pt x="127096" y="1033613"/>
                </a:lnTo>
                <a:lnTo>
                  <a:pt x="136482" y="974836"/>
                </a:lnTo>
                <a:lnTo>
                  <a:pt x="126895" y="1000110"/>
                </a:lnTo>
                <a:lnTo>
                  <a:pt x="117308" y="1025385"/>
                </a:lnTo>
                <a:lnTo>
                  <a:pt x="107722" y="1050661"/>
                </a:lnTo>
                <a:lnTo>
                  <a:pt x="98138" y="1075938"/>
                </a:lnTo>
                <a:lnTo>
                  <a:pt x="88557" y="1101216"/>
                </a:lnTo>
                <a:lnTo>
                  <a:pt x="84302" y="1103629"/>
                </a:lnTo>
                <a:lnTo>
                  <a:pt x="82321" y="1109852"/>
                </a:lnTo>
                <a:lnTo>
                  <a:pt x="85356" y="1113663"/>
                </a:lnTo>
                <a:lnTo>
                  <a:pt x="84518" y="1116711"/>
                </a:lnTo>
                <a:lnTo>
                  <a:pt x="88074" y="1118742"/>
                </a:lnTo>
                <a:lnTo>
                  <a:pt x="90690" y="1119631"/>
                </a:lnTo>
                <a:lnTo>
                  <a:pt x="92964" y="1119504"/>
                </a:lnTo>
                <a:lnTo>
                  <a:pt x="103413" y="1126670"/>
                </a:lnTo>
                <a:lnTo>
                  <a:pt x="113889" y="1133832"/>
                </a:lnTo>
                <a:lnTo>
                  <a:pt x="124386" y="1140988"/>
                </a:lnTo>
                <a:lnTo>
                  <a:pt x="134901" y="1148136"/>
                </a:lnTo>
                <a:lnTo>
                  <a:pt x="145428" y="1155272"/>
                </a:lnTo>
                <a:lnTo>
                  <a:pt x="155964" y="1162394"/>
                </a:lnTo>
                <a:lnTo>
                  <a:pt x="166504" y="1169498"/>
                </a:lnTo>
                <a:lnTo>
                  <a:pt x="177045" y="1176582"/>
                </a:lnTo>
                <a:lnTo>
                  <a:pt x="187581" y="1183643"/>
                </a:lnTo>
                <a:lnTo>
                  <a:pt x="190233" y="1185417"/>
                </a:lnTo>
                <a:lnTo>
                  <a:pt x="196576" y="1171230"/>
                </a:lnTo>
                <a:lnTo>
                  <a:pt x="185982" y="1164268"/>
                </a:lnTo>
                <a:lnTo>
                  <a:pt x="175382" y="1157292"/>
                </a:lnTo>
                <a:lnTo>
                  <a:pt x="164778" y="1150304"/>
                </a:lnTo>
                <a:lnTo>
                  <a:pt x="154172" y="1143303"/>
                </a:lnTo>
                <a:lnTo>
                  <a:pt x="143568" y="1136292"/>
                </a:lnTo>
                <a:lnTo>
                  <a:pt x="132968" y="1129270"/>
                </a:lnTo>
                <a:lnTo>
                  <a:pt x="122374" y="1122239"/>
                </a:lnTo>
                <a:lnTo>
                  <a:pt x="111789" y="1115198"/>
                </a:lnTo>
                <a:close/>
              </a:path>
              <a:path w="2011565" h="2090420">
                <a:moveTo>
                  <a:pt x="1814588" y="1173352"/>
                </a:moveTo>
                <a:lnTo>
                  <a:pt x="1820622" y="1162189"/>
                </a:lnTo>
                <a:lnTo>
                  <a:pt x="1826655" y="1151013"/>
                </a:lnTo>
                <a:lnTo>
                  <a:pt x="1832689" y="1139830"/>
                </a:lnTo>
                <a:lnTo>
                  <a:pt x="1838722" y="1128645"/>
                </a:lnTo>
                <a:lnTo>
                  <a:pt x="1833549" y="1106972"/>
                </a:lnTo>
                <a:lnTo>
                  <a:pt x="1808812" y="1150207"/>
                </a:lnTo>
                <a:lnTo>
                  <a:pt x="1784243" y="1193586"/>
                </a:lnTo>
                <a:lnTo>
                  <a:pt x="1788172" y="1221358"/>
                </a:lnTo>
                <a:lnTo>
                  <a:pt x="1794379" y="1210269"/>
                </a:lnTo>
                <a:lnTo>
                  <a:pt x="1800524" y="1199082"/>
                </a:lnTo>
                <a:lnTo>
                  <a:pt x="1806593" y="1187899"/>
                </a:lnTo>
                <a:lnTo>
                  <a:pt x="1812048" y="1177798"/>
                </a:lnTo>
                <a:lnTo>
                  <a:pt x="1813445" y="1180718"/>
                </a:lnTo>
                <a:lnTo>
                  <a:pt x="1816747" y="1180591"/>
                </a:lnTo>
                <a:lnTo>
                  <a:pt x="1827055" y="1173974"/>
                </a:lnTo>
                <a:lnTo>
                  <a:pt x="1837248" y="1166842"/>
                </a:lnTo>
                <a:lnTo>
                  <a:pt x="1847338" y="1159280"/>
                </a:lnTo>
                <a:lnTo>
                  <a:pt x="1857338" y="1151372"/>
                </a:lnTo>
                <a:lnTo>
                  <a:pt x="1867259" y="1143200"/>
                </a:lnTo>
                <a:lnTo>
                  <a:pt x="1877114" y="1134849"/>
                </a:lnTo>
                <a:lnTo>
                  <a:pt x="1886915" y="1126401"/>
                </a:lnTo>
                <a:lnTo>
                  <a:pt x="1896675" y="1117942"/>
                </a:lnTo>
                <a:lnTo>
                  <a:pt x="1906405" y="1109554"/>
                </a:lnTo>
                <a:lnTo>
                  <a:pt x="1916117" y="1101320"/>
                </a:lnTo>
                <a:lnTo>
                  <a:pt x="1925332" y="1093724"/>
                </a:lnTo>
                <a:lnTo>
                  <a:pt x="1929015" y="1090676"/>
                </a:lnTo>
                <a:lnTo>
                  <a:pt x="1926983" y="1084706"/>
                </a:lnTo>
                <a:lnTo>
                  <a:pt x="1923808" y="1084199"/>
                </a:lnTo>
                <a:lnTo>
                  <a:pt x="1921014" y="1085088"/>
                </a:lnTo>
                <a:lnTo>
                  <a:pt x="1911278" y="1092891"/>
                </a:lnTo>
                <a:lnTo>
                  <a:pt x="1901357" y="1100647"/>
                </a:lnTo>
                <a:lnTo>
                  <a:pt x="1891312" y="1108393"/>
                </a:lnTo>
                <a:lnTo>
                  <a:pt x="1881201" y="1116166"/>
                </a:lnTo>
                <a:lnTo>
                  <a:pt x="1871084" y="1124001"/>
                </a:lnTo>
                <a:lnTo>
                  <a:pt x="1861021" y="1131936"/>
                </a:lnTo>
                <a:lnTo>
                  <a:pt x="1851071" y="1140006"/>
                </a:lnTo>
                <a:lnTo>
                  <a:pt x="1841295" y="1148250"/>
                </a:lnTo>
                <a:lnTo>
                  <a:pt x="1831752" y="1156703"/>
                </a:lnTo>
                <a:lnTo>
                  <a:pt x="1822501" y="1165401"/>
                </a:lnTo>
                <a:lnTo>
                  <a:pt x="1814588" y="1173352"/>
                </a:lnTo>
                <a:close/>
              </a:path>
              <a:path w="2011565" h="2090420">
                <a:moveTo>
                  <a:pt x="143279" y="846144"/>
                </a:moveTo>
                <a:lnTo>
                  <a:pt x="143001" y="847089"/>
                </a:lnTo>
                <a:lnTo>
                  <a:pt x="141541" y="851280"/>
                </a:lnTo>
                <a:lnTo>
                  <a:pt x="139941" y="855090"/>
                </a:lnTo>
                <a:lnTo>
                  <a:pt x="138633" y="859408"/>
                </a:lnTo>
                <a:lnTo>
                  <a:pt x="140997" y="931840"/>
                </a:lnTo>
                <a:lnTo>
                  <a:pt x="145278" y="919840"/>
                </a:lnTo>
                <a:lnTo>
                  <a:pt x="143279" y="846144"/>
                </a:lnTo>
                <a:close/>
              </a:path>
              <a:path w="2011565" h="2090420">
                <a:moveTo>
                  <a:pt x="802144" y="1576831"/>
                </a:moveTo>
                <a:lnTo>
                  <a:pt x="802144" y="1579498"/>
                </a:lnTo>
                <a:lnTo>
                  <a:pt x="803160" y="1583181"/>
                </a:lnTo>
                <a:lnTo>
                  <a:pt x="800366" y="1583308"/>
                </a:lnTo>
                <a:lnTo>
                  <a:pt x="798588" y="1684781"/>
                </a:lnTo>
                <a:lnTo>
                  <a:pt x="798334" y="1688591"/>
                </a:lnTo>
                <a:lnTo>
                  <a:pt x="798334" y="1692020"/>
                </a:lnTo>
                <a:lnTo>
                  <a:pt x="800874" y="1694052"/>
                </a:lnTo>
                <a:lnTo>
                  <a:pt x="812055" y="1702798"/>
                </a:lnTo>
                <a:lnTo>
                  <a:pt x="823379" y="1711364"/>
                </a:lnTo>
                <a:lnTo>
                  <a:pt x="834838" y="1719759"/>
                </a:lnTo>
                <a:lnTo>
                  <a:pt x="835799" y="1587245"/>
                </a:lnTo>
                <a:lnTo>
                  <a:pt x="832569" y="1575668"/>
                </a:lnTo>
                <a:lnTo>
                  <a:pt x="830017" y="1563047"/>
                </a:lnTo>
                <a:lnTo>
                  <a:pt x="827621" y="1550143"/>
                </a:lnTo>
                <a:lnTo>
                  <a:pt x="826147" y="1543049"/>
                </a:lnTo>
                <a:lnTo>
                  <a:pt x="837523" y="1548850"/>
                </a:lnTo>
                <a:lnTo>
                  <a:pt x="848821" y="1554678"/>
                </a:lnTo>
                <a:lnTo>
                  <a:pt x="860039" y="1560484"/>
                </a:lnTo>
                <a:lnTo>
                  <a:pt x="861199" y="1561083"/>
                </a:lnTo>
                <a:lnTo>
                  <a:pt x="871364" y="1548627"/>
                </a:lnTo>
                <a:lnTo>
                  <a:pt x="853577" y="1539443"/>
                </a:lnTo>
                <a:lnTo>
                  <a:pt x="835796" y="1530261"/>
                </a:lnTo>
                <a:lnTo>
                  <a:pt x="818019" y="1521078"/>
                </a:lnTo>
                <a:lnTo>
                  <a:pt x="817638" y="1517649"/>
                </a:lnTo>
                <a:lnTo>
                  <a:pt x="833573" y="1521634"/>
                </a:lnTo>
                <a:lnTo>
                  <a:pt x="849378" y="1526062"/>
                </a:lnTo>
                <a:lnTo>
                  <a:pt x="847538" y="1491949"/>
                </a:lnTo>
                <a:lnTo>
                  <a:pt x="834558" y="1491508"/>
                </a:lnTo>
                <a:lnTo>
                  <a:pt x="821392" y="1491060"/>
                </a:lnTo>
                <a:lnTo>
                  <a:pt x="808029" y="1490560"/>
                </a:lnTo>
                <a:lnTo>
                  <a:pt x="802144" y="1576831"/>
                </a:lnTo>
                <a:close/>
              </a:path>
              <a:path w="2011565" h="2090420">
                <a:moveTo>
                  <a:pt x="792111" y="1456816"/>
                </a:moveTo>
                <a:lnTo>
                  <a:pt x="789571" y="1455927"/>
                </a:lnTo>
                <a:lnTo>
                  <a:pt x="788809" y="1454530"/>
                </a:lnTo>
                <a:lnTo>
                  <a:pt x="782997" y="1437201"/>
                </a:lnTo>
                <a:lnTo>
                  <a:pt x="779919" y="1443101"/>
                </a:lnTo>
                <a:lnTo>
                  <a:pt x="777252" y="1476628"/>
                </a:lnTo>
                <a:lnTo>
                  <a:pt x="779284" y="1479295"/>
                </a:lnTo>
                <a:lnTo>
                  <a:pt x="782205" y="1680083"/>
                </a:lnTo>
                <a:lnTo>
                  <a:pt x="786777" y="1680845"/>
                </a:lnTo>
                <a:lnTo>
                  <a:pt x="789698" y="1681352"/>
                </a:lnTo>
                <a:lnTo>
                  <a:pt x="792746" y="1681733"/>
                </a:lnTo>
                <a:lnTo>
                  <a:pt x="793381" y="1454022"/>
                </a:lnTo>
                <a:lnTo>
                  <a:pt x="792111" y="1456816"/>
                </a:lnTo>
                <a:close/>
              </a:path>
              <a:path w="2011565" h="2090420">
                <a:moveTo>
                  <a:pt x="893828" y="1759548"/>
                </a:moveTo>
                <a:lnTo>
                  <a:pt x="905902" y="1767140"/>
                </a:lnTo>
                <a:lnTo>
                  <a:pt x="900442" y="1668906"/>
                </a:lnTo>
                <a:lnTo>
                  <a:pt x="893711" y="1664715"/>
                </a:lnTo>
                <a:lnTo>
                  <a:pt x="886980" y="1661033"/>
                </a:lnTo>
                <a:lnTo>
                  <a:pt x="881834" y="1751848"/>
                </a:lnTo>
                <a:lnTo>
                  <a:pt x="893828" y="1759548"/>
                </a:lnTo>
                <a:close/>
              </a:path>
              <a:path w="2011565" h="2090420">
                <a:moveTo>
                  <a:pt x="875677" y="1644014"/>
                </a:moveTo>
                <a:lnTo>
                  <a:pt x="873010" y="1646681"/>
                </a:lnTo>
                <a:lnTo>
                  <a:pt x="871867" y="1647952"/>
                </a:lnTo>
                <a:lnTo>
                  <a:pt x="867930" y="1644522"/>
                </a:lnTo>
                <a:lnTo>
                  <a:pt x="864501" y="1640839"/>
                </a:lnTo>
                <a:lnTo>
                  <a:pt x="869929" y="1744029"/>
                </a:lnTo>
                <a:lnTo>
                  <a:pt x="881834" y="1751848"/>
                </a:lnTo>
                <a:lnTo>
                  <a:pt x="875677" y="1644014"/>
                </a:lnTo>
                <a:close/>
              </a:path>
              <a:path w="2011565" h="2090420">
                <a:moveTo>
                  <a:pt x="1037094" y="1122426"/>
                </a:moveTo>
                <a:lnTo>
                  <a:pt x="1025074" y="1124411"/>
                </a:lnTo>
                <a:lnTo>
                  <a:pt x="1012986" y="1127308"/>
                </a:lnTo>
                <a:lnTo>
                  <a:pt x="1000924" y="1131109"/>
                </a:lnTo>
                <a:lnTo>
                  <a:pt x="988980" y="1135805"/>
                </a:lnTo>
                <a:lnTo>
                  <a:pt x="977247" y="1141389"/>
                </a:lnTo>
                <a:lnTo>
                  <a:pt x="965818" y="1147852"/>
                </a:lnTo>
                <a:lnTo>
                  <a:pt x="954785" y="1155186"/>
                </a:lnTo>
                <a:lnTo>
                  <a:pt x="944241" y="1163384"/>
                </a:lnTo>
                <a:lnTo>
                  <a:pt x="936891" y="1169924"/>
                </a:lnTo>
                <a:lnTo>
                  <a:pt x="929545" y="1197467"/>
                </a:lnTo>
                <a:lnTo>
                  <a:pt x="936238" y="1186679"/>
                </a:lnTo>
                <a:lnTo>
                  <a:pt x="940828" y="1179449"/>
                </a:lnTo>
                <a:lnTo>
                  <a:pt x="950524" y="1170421"/>
                </a:lnTo>
                <a:lnTo>
                  <a:pt x="960504" y="1162058"/>
                </a:lnTo>
                <a:lnTo>
                  <a:pt x="970809" y="1154403"/>
                </a:lnTo>
                <a:lnTo>
                  <a:pt x="981480" y="1147497"/>
                </a:lnTo>
                <a:lnTo>
                  <a:pt x="992556" y="1141383"/>
                </a:lnTo>
                <a:lnTo>
                  <a:pt x="1004078" y="1136105"/>
                </a:lnTo>
                <a:lnTo>
                  <a:pt x="1016085" y="1131703"/>
                </a:lnTo>
                <a:lnTo>
                  <a:pt x="1028618" y="1128222"/>
                </a:lnTo>
                <a:lnTo>
                  <a:pt x="1036967" y="1126489"/>
                </a:lnTo>
                <a:lnTo>
                  <a:pt x="1039253" y="1126489"/>
                </a:lnTo>
                <a:lnTo>
                  <a:pt x="1039380" y="1122679"/>
                </a:lnTo>
                <a:lnTo>
                  <a:pt x="1037094" y="1122426"/>
                </a:lnTo>
                <a:close/>
              </a:path>
              <a:path w="2011565" h="2090420">
                <a:moveTo>
                  <a:pt x="1299910" y="558309"/>
                </a:moveTo>
                <a:lnTo>
                  <a:pt x="1305572" y="557149"/>
                </a:lnTo>
                <a:lnTo>
                  <a:pt x="1308366" y="556640"/>
                </a:lnTo>
                <a:lnTo>
                  <a:pt x="1308747" y="551941"/>
                </a:lnTo>
                <a:lnTo>
                  <a:pt x="1306080" y="551561"/>
                </a:lnTo>
                <a:lnTo>
                  <a:pt x="1305699" y="551561"/>
                </a:lnTo>
                <a:lnTo>
                  <a:pt x="1293222" y="554281"/>
                </a:lnTo>
                <a:lnTo>
                  <a:pt x="1281336" y="558996"/>
                </a:lnTo>
                <a:lnTo>
                  <a:pt x="1287990" y="562179"/>
                </a:lnTo>
                <a:lnTo>
                  <a:pt x="1299910" y="558309"/>
                </a:lnTo>
                <a:close/>
              </a:path>
              <a:path w="2011565" h="2090420">
                <a:moveTo>
                  <a:pt x="1212265" y="657637"/>
                </a:moveTo>
                <a:lnTo>
                  <a:pt x="1214132" y="656081"/>
                </a:lnTo>
                <a:lnTo>
                  <a:pt x="1224437" y="648489"/>
                </a:lnTo>
                <a:lnTo>
                  <a:pt x="1235035" y="641409"/>
                </a:lnTo>
                <a:lnTo>
                  <a:pt x="1245845" y="634728"/>
                </a:lnTo>
                <a:lnTo>
                  <a:pt x="1256783" y="628330"/>
                </a:lnTo>
                <a:lnTo>
                  <a:pt x="1266964" y="622553"/>
                </a:lnTo>
                <a:lnTo>
                  <a:pt x="1268869" y="621538"/>
                </a:lnTo>
                <a:lnTo>
                  <a:pt x="1267980" y="618616"/>
                </a:lnTo>
                <a:lnTo>
                  <a:pt x="1265567" y="618489"/>
                </a:lnTo>
                <a:lnTo>
                  <a:pt x="1254606" y="622210"/>
                </a:lnTo>
                <a:lnTo>
                  <a:pt x="1243211" y="626965"/>
                </a:lnTo>
                <a:lnTo>
                  <a:pt x="1231608" y="632677"/>
                </a:lnTo>
                <a:lnTo>
                  <a:pt x="1220025" y="639268"/>
                </a:lnTo>
                <a:lnTo>
                  <a:pt x="1208687" y="646660"/>
                </a:lnTo>
                <a:lnTo>
                  <a:pt x="1212265" y="657637"/>
                </a:lnTo>
                <a:close/>
              </a:path>
              <a:path w="2011565" h="2090420">
                <a:moveTo>
                  <a:pt x="1144452" y="769456"/>
                </a:moveTo>
                <a:lnTo>
                  <a:pt x="1148219" y="762253"/>
                </a:lnTo>
                <a:lnTo>
                  <a:pt x="1156977" y="752790"/>
                </a:lnTo>
                <a:lnTo>
                  <a:pt x="1165788" y="743495"/>
                </a:lnTo>
                <a:lnTo>
                  <a:pt x="1174680" y="734377"/>
                </a:lnTo>
                <a:lnTo>
                  <a:pt x="1183682" y="725442"/>
                </a:lnTo>
                <a:lnTo>
                  <a:pt x="1192821" y="716697"/>
                </a:lnTo>
                <a:lnTo>
                  <a:pt x="1202125" y="708151"/>
                </a:lnTo>
                <a:lnTo>
                  <a:pt x="1211622" y="699809"/>
                </a:lnTo>
                <a:lnTo>
                  <a:pt x="1221340" y="691680"/>
                </a:lnTo>
                <a:lnTo>
                  <a:pt x="1231307" y="683770"/>
                </a:lnTo>
                <a:lnTo>
                  <a:pt x="1235976" y="680212"/>
                </a:lnTo>
                <a:lnTo>
                  <a:pt x="1236611" y="677037"/>
                </a:lnTo>
                <a:lnTo>
                  <a:pt x="1234325" y="677037"/>
                </a:lnTo>
                <a:lnTo>
                  <a:pt x="1224024" y="684129"/>
                </a:lnTo>
                <a:lnTo>
                  <a:pt x="1213776" y="691481"/>
                </a:lnTo>
                <a:lnTo>
                  <a:pt x="1203622" y="699097"/>
                </a:lnTo>
                <a:lnTo>
                  <a:pt x="1193601" y="706984"/>
                </a:lnTo>
                <a:lnTo>
                  <a:pt x="1183753" y="715148"/>
                </a:lnTo>
                <a:lnTo>
                  <a:pt x="1174116" y="723596"/>
                </a:lnTo>
                <a:lnTo>
                  <a:pt x="1164729" y="732333"/>
                </a:lnTo>
                <a:lnTo>
                  <a:pt x="1163205" y="733805"/>
                </a:lnTo>
                <a:lnTo>
                  <a:pt x="1164983" y="730376"/>
                </a:lnTo>
                <a:lnTo>
                  <a:pt x="1166761" y="726820"/>
                </a:lnTo>
                <a:lnTo>
                  <a:pt x="1168412" y="723518"/>
                </a:lnTo>
                <a:lnTo>
                  <a:pt x="1177697" y="714791"/>
                </a:lnTo>
                <a:lnTo>
                  <a:pt x="1186999" y="706134"/>
                </a:lnTo>
                <a:lnTo>
                  <a:pt x="1196439" y="697665"/>
                </a:lnTo>
                <a:lnTo>
                  <a:pt x="1204607" y="690752"/>
                </a:lnTo>
                <a:lnTo>
                  <a:pt x="1214529" y="682812"/>
                </a:lnTo>
                <a:lnTo>
                  <a:pt x="1224615" y="675125"/>
                </a:lnTo>
                <a:lnTo>
                  <a:pt x="1234803" y="667582"/>
                </a:lnTo>
                <a:lnTo>
                  <a:pt x="1245030" y="660073"/>
                </a:lnTo>
                <a:lnTo>
                  <a:pt x="1255233" y="652487"/>
                </a:lnTo>
                <a:lnTo>
                  <a:pt x="1263154" y="646429"/>
                </a:lnTo>
                <a:lnTo>
                  <a:pt x="1264678" y="645159"/>
                </a:lnTo>
                <a:lnTo>
                  <a:pt x="1264297" y="641984"/>
                </a:lnTo>
                <a:lnTo>
                  <a:pt x="1261376" y="641857"/>
                </a:lnTo>
                <a:lnTo>
                  <a:pt x="1250759" y="647320"/>
                </a:lnTo>
                <a:lnTo>
                  <a:pt x="1240041" y="653351"/>
                </a:lnTo>
                <a:lnTo>
                  <a:pt x="1229293" y="659920"/>
                </a:lnTo>
                <a:lnTo>
                  <a:pt x="1218584" y="666996"/>
                </a:lnTo>
                <a:lnTo>
                  <a:pt x="1207986" y="674547"/>
                </a:lnTo>
                <a:lnTo>
                  <a:pt x="1197569" y="682542"/>
                </a:lnTo>
                <a:lnTo>
                  <a:pt x="1187403" y="690949"/>
                </a:lnTo>
                <a:lnTo>
                  <a:pt x="1184414" y="693546"/>
                </a:lnTo>
                <a:lnTo>
                  <a:pt x="1187716" y="687577"/>
                </a:lnTo>
                <a:lnTo>
                  <a:pt x="1190764" y="681354"/>
                </a:lnTo>
                <a:lnTo>
                  <a:pt x="1193939" y="675258"/>
                </a:lnTo>
                <a:lnTo>
                  <a:pt x="1202865" y="666138"/>
                </a:lnTo>
                <a:lnTo>
                  <a:pt x="1212265" y="657637"/>
                </a:lnTo>
                <a:lnTo>
                  <a:pt x="1208687" y="646660"/>
                </a:lnTo>
                <a:lnTo>
                  <a:pt x="1208290" y="646938"/>
                </a:lnTo>
                <a:lnTo>
                  <a:pt x="1211592" y="640333"/>
                </a:lnTo>
                <a:lnTo>
                  <a:pt x="1215275" y="633349"/>
                </a:lnTo>
                <a:lnTo>
                  <a:pt x="1218577" y="626744"/>
                </a:lnTo>
                <a:lnTo>
                  <a:pt x="1223403" y="623569"/>
                </a:lnTo>
                <a:lnTo>
                  <a:pt x="1227848" y="620649"/>
                </a:lnTo>
                <a:lnTo>
                  <a:pt x="1231531" y="618108"/>
                </a:lnTo>
                <a:lnTo>
                  <a:pt x="1242484" y="611348"/>
                </a:lnTo>
                <a:lnTo>
                  <a:pt x="1253616" y="605050"/>
                </a:lnTo>
                <a:lnTo>
                  <a:pt x="1264912" y="599206"/>
                </a:lnTo>
                <a:lnTo>
                  <a:pt x="1276354" y="593803"/>
                </a:lnTo>
                <a:lnTo>
                  <a:pt x="1287928" y="588831"/>
                </a:lnTo>
                <a:lnTo>
                  <a:pt x="1290586" y="587755"/>
                </a:lnTo>
                <a:lnTo>
                  <a:pt x="1293761" y="586613"/>
                </a:lnTo>
                <a:lnTo>
                  <a:pt x="1293253" y="581278"/>
                </a:lnTo>
                <a:lnTo>
                  <a:pt x="1290459" y="580770"/>
                </a:lnTo>
                <a:lnTo>
                  <a:pt x="1289062" y="581025"/>
                </a:lnTo>
                <a:lnTo>
                  <a:pt x="1277406" y="585649"/>
                </a:lnTo>
                <a:lnTo>
                  <a:pt x="1265852" y="590738"/>
                </a:lnTo>
                <a:lnTo>
                  <a:pt x="1254429" y="596299"/>
                </a:lnTo>
                <a:lnTo>
                  <a:pt x="1243167" y="602343"/>
                </a:lnTo>
                <a:lnTo>
                  <a:pt x="1232097" y="608876"/>
                </a:lnTo>
                <a:lnTo>
                  <a:pt x="1225181" y="613282"/>
                </a:lnTo>
                <a:lnTo>
                  <a:pt x="1231211" y="572665"/>
                </a:lnTo>
                <a:lnTo>
                  <a:pt x="1224754" y="583560"/>
                </a:lnTo>
                <a:lnTo>
                  <a:pt x="1218362" y="594517"/>
                </a:lnTo>
                <a:lnTo>
                  <a:pt x="1212011" y="605523"/>
                </a:lnTo>
                <a:lnTo>
                  <a:pt x="1205679" y="616564"/>
                </a:lnTo>
                <a:lnTo>
                  <a:pt x="1199344" y="627626"/>
                </a:lnTo>
                <a:lnTo>
                  <a:pt x="1196352" y="632840"/>
                </a:lnTo>
                <a:lnTo>
                  <a:pt x="1185822" y="641510"/>
                </a:lnTo>
                <a:lnTo>
                  <a:pt x="1176546" y="651276"/>
                </a:lnTo>
                <a:lnTo>
                  <a:pt x="1170129" y="662076"/>
                </a:lnTo>
                <a:lnTo>
                  <a:pt x="1168285" y="669289"/>
                </a:lnTo>
                <a:lnTo>
                  <a:pt x="1169174" y="672845"/>
                </a:lnTo>
                <a:lnTo>
                  <a:pt x="1172730" y="672591"/>
                </a:lnTo>
                <a:lnTo>
                  <a:pt x="1173365" y="670813"/>
                </a:lnTo>
                <a:lnTo>
                  <a:pt x="1175524" y="663701"/>
                </a:lnTo>
                <a:lnTo>
                  <a:pt x="1180350" y="657225"/>
                </a:lnTo>
                <a:lnTo>
                  <a:pt x="1186192" y="651255"/>
                </a:lnTo>
                <a:lnTo>
                  <a:pt x="1171513" y="677666"/>
                </a:lnTo>
                <a:lnTo>
                  <a:pt x="1156997" y="704202"/>
                </a:lnTo>
                <a:lnTo>
                  <a:pt x="1142635" y="730855"/>
                </a:lnTo>
                <a:lnTo>
                  <a:pt x="1128420" y="757621"/>
                </a:lnTo>
                <a:lnTo>
                  <a:pt x="1132725" y="792099"/>
                </a:lnTo>
                <a:lnTo>
                  <a:pt x="1138562" y="780689"/>
                </a:lnTo>
                <a:lnTo>
                  <a:pt x="1144452" y="769456"/>
                </a:lnTo>
                <a:close/>
              </a:path>
              <a:path w="2011565" h="2090420">
                <a:moveTo>
                  <a:pt x="924064" y="1247393"/>
                </a:moveTo>
                <a:lnTo>
                  <a:pt x="914624" y="1255886"/>
                </a:lnTo>
                <a:lnTo>
                  <a:pt x="905335" y="1264584"/>
                </a:lnTo>
                <a:lnTo>
                  <a:pt x="896288" y="1273505"/>
                </a:lnTo>
                <a:lnTo>
                  <a:pt x="891933" y="1278001"/>
                </a:lnTo>
                <a:lnTo>
                  <a:pt x="897704" y="1279979"/>
                </a:lnTo>
                <a:lnTo>
                  <a:pt x="906206" y="1270605"/>
                </a:lnTo>
                <a:lnTo>
                  <a:pt x="914959" y="1261425"/>
                </a:lnTo>
                <a:lnTo>
                  <a:pt x="924025" y="1252430"/>
                </a:lnTo>
                <a:lnTo>
                  <a:pt x="927112" y="1249298"/>
                </a:lnTo>
                <a:lnTo>
                  <a:pt x="924445" y="1247139"/>
                </a:lnTo>
                <a:lnTo>
                  <a:pt x="924064" y="1247393"/>
                </a:lnTo>
                <a:close/>
              </a:path>
              <a:path w="2011565" h="2090420">
                <a:moveTo>
                  <a:pt x="1555628" y="1766615"/>
                </a:moveTo>
                <a:lnTo>
                  <a:pt x="1559826" y="1782571"/>
                </a:lnTo>
                <a:lnTo>
                  <a:pt x="1566507" y="1771678"/>
                </a:lnTo>
                <a:lnTo>
                  <a:pt x="1573089" y="1760906"/>
                </a:lnTo>
                <a:lnTo>
                  <a:pt x="1575828" y="1756409"/>
                </a:lnTo>
                <a:lnTo>
                  <a:pt x="1576463" y="1756283"/>
                </a:lnTo>
                <a:lnTo>
                  <a:pt x="1582226" y="1723364"/>
                </a:lnTo>
                <a:lnTo>
                  <a:pt x="1575574" y="1734183"/>
                </a:lnTo>
                <a:lnTo>
                  <a:pt x="1568923" y="1744998"/>
                </a:lnTo>
                <a:lnTo>
                  <a:pt x="1562275" y="1755809"/>
                </a:lnTo>
                <a:lnTo>
                  <a:pt x="1555628" y="1766615"/>
                </a:lnTo>
                <a:close/>
              </a:path>
              <a:path w="2011565" h="2090420">
                <a:moveTo>
                  <a:pt x="1460970" y="1920945"/>
                </a:moveTo>
                <a:lnTo>
                  <a:pt x="1454240" y="1931759"/>
                </a:lnTo>
                <a:lnTo>
                  <a:pt x="1454543" y="2042033"/>
                </a:lnTo>
                <a:lnTo>
                  <a:pt x="1455559" y="2039746"/>
                </a:lnTo>
                <a:lnTo>
                  <a:pt x="1462208" y="2028951"/>
                </a:lnTo>
                <a:lnTo>
                  <a:pt x="1467624" y="1910206"/>
                </a:lnTo>
                <a:lnTo>
                  <a:pt x="1460970" y="1920945"/>
                </a:lnTo>
                <a:close/>
              </a:path>
              <a:path w="2011565" h="2090420">
                <a:moveTo>
                  <a:pt x="884059" y="1600327"/>
                </a:moveTo>
                <a:lnTo>
                  <a:pt x="876860" y="1611121"/>
                </a:lnTo>
                <a:lnTo>
                  <a:pt x="869130" y="1621003"/>
                </a:lnTo>
                <a:lnTo>
                  <a:pt x="867041" y="1623440"/>
                </a:lnTo>
                <a:lnTo>
                  <a:pt x="861453" y="1619630"/>
                </a:lnTo>
                <a:lnTo>
                  <a:pt x="856246" y="1615693"/>
                </a:lnTo>
                <a:lnTo>
                  <a:pt x="851547" y="1611756"/>
                </a:lnTo>
                <a:lnTo>
                  <a:pt x="860585" y="1602525"/>
                </a:lnTo>
                <a:lnTo>
                  <a:pt x="869144" y="1593124"/>
                </a:lnTo>
                <a:lnTo>
                  <a:pt x="872121" y="1589785"/>
                </a:lnTo>
                <a:lnTo>
                  <a:pt x="873899" y="1587627"/>
                </a:lnTo>
                <a:lnTo>
                  <a:pt x="872375" y="1584578"/>
                </a:lnTo>
                <a:lnTo>
                  <a:pt x="869581" y="1584197"/>
                </a:lnTo>
                <a:lnTo>
                  <a:pt x="868184" y="1585086"/>
                </a:lnTo>
                <a:lnTo>
                  <a:pt x="859548" y="1594544"/>
                </a:lnTo>
                <a:lnTo>
                  <a:pt x="850558" y="1603457"/>
                </a:lnTo>
                <a:lnTo>
                  <a:pt x="847864" y="1605914"/>
                </a:lnTo>
                <a:lnTo>
                  <a:pt x="850023" y="1627251"/>
                </a:lnTo>
                <a:lnTo>
                  <a:pt x="858786" y="1632965"/>
                </a:lnTo>
                <a:lnTo>
                  <a:pt x="869929" y="1744029"/>
                </a:lnTo>
                <a:lnTo>
                  <a:pt x="864501" y="1640839"/>
                </a:lnTo>
                <a:lnTo>
                  <a:pt x="860818" y="1637283"/>
                </a:lnTo>
                <a:lnTo>
                  <a:pt x="862723" y="1635505"/>
                </a:lnTo>
                <a:lnTo>
                  <a:pt x="866914" y="1638299"/>
                </a:lnTo>
                <a:lnTo>
                  <a:pt x="871232" y="1641347"/>
                </a:lnTo>
                <a:lnTo>
                  <a:pt x="875677" y="1644014"/>
                </a:lnTo>
                <a:lnTo>
                  <a:pt x="881834" y="1751848"/>
                </a:lnTo>
                <a:lnTo>
                  <a:pt x="886980" y="1661033"/>
                </a:lnTo>
                <a:lnTo>
                  <a:pt x="880249" y="1656587"/>
                </a:lnTo>
                <a:lnTo>
                  <a:pt x="877582" y="1653793"/>
                </a:lnTo>
                <a:lnTo>
                  <a:pt x="877836" y="1651127"/>
                </a:lnTo>
                <a:lnTo>
                  <a:pt x="881138" y="1648205"/>
                </a:lnTo>
                <a:lnTo>
                  <a:pt x="891638" y="1655473"/>
                </a:lnTo>
                <a:lnTo>
                  <a:pt x="902185" y="1662464"/>
                </a:lnTo>
                <a:lnTo>
                  <a:pt x="905141" y="1664334"/>
                </a:lnTo>
                <a:lnTo>
                  <a:pt x="901839" y="1667128"/>
                </a:lnTo>
                <a:lnTo>
                  <a:pt x="900442" y="1668906"/>
                </a:lnTo>
                <a:lnTo>
                  <a:pt x="905902" y="1767140"/>
                </a:lnTo>
                <a:lnTo>
                  <a:pt x="918048" y="1774634"/>
                </a:lnTo>
                <a:lnTo>
                  <a:pt x="919989" y="1679977"/>
                </a:lnTo>
                <a:lnTo>
                  <a:pt x="908880" y="1673788"/>
                </a:lnTo>
                <a:lnTo>
                  <a:pt x="905903" y="1672208"/>
                </a:lnTo>
                <a:lnTo>
                  <a:pt x="909586" y="1669795"/>
                </a:lnTo>
                <a:lnTo>
                  <a:pt x="911364" y="1668398"/>
                </a:lnTo>
                <a:lnTo>
                  <a:pt x="921994" y="1675427"/>
                </a:lnTo>
                <a:lnTo>
                  <a:pt x="923937" y="1657349"/>
                </a:lnTo>
                <a:lnTo>
                  <a:pt x="932918" y="1648234"/>
                </a:lnTo>
                <a:lnTo>
                  <a:pt x="941512" y="1638728"/>
                </a:lnTo>
                <a:lnTo>
                  <a:pt x="946670" y="1632839"/>
                </a:lnTo>
                <a:lnTo>
                  <a:pt x="948575" y="1630171"/>
                </a:lnTo>
                <a:lnTo>
                  <a:pt x="946924" y="1627123"/>
                </a:lnTo>
                <a:lnTo>
                  <a:pt x="944003" y="1626615"/>
                </a:lnTo>
                <a:lnTo>
                  <a:pt x="942352" y="1627758"/>
                </a:lnTo>
                <a:lnTo>
                  <a:pt x="933568" y="1637381"/>
                </a:lnTo>
                <a:lnTo>
                  <a:pt x="924596" y="1646212"/>
                </a:lnTo>
                <a:lnTo>
                  <a:pt x="916825" y="1653412"/>
                </a:lnTo>
                <a:lnTo>
                  <a:pt x="905823" y="1647151"/>
                </a:lnTo>
                <a:lnTo>
                  <a:pt x="894765" y="1640868"/>
                </a:lnTo>
                <a:lnTo>
                  <a:pt x="890409" y="1638427"/>
                </a:lnTo>
                <a:lnTo>
                  <a:pt x="899086" y="1628812"/>
                </a:lnTo>
                <a:lnTo>
                  <a:pt x="907383" y="1619269"/>
                </a:lnTo>
                <a:lnTo>
                  <a:pt x="913650" y="1612010"/>
                </a:lnTo>
                <a:lnTo>
                  <a:pt x="913904" y="1607439"/>
                </a:lnTo>
                <a:lnTo>
                  <a:pt x="910856" y="1607311"/>
                </a:lnTo>
                <a:lnTo>
                  <a:pt x="910221" y="1608073"/>
                </a:lnTo>
                <a:lnTo>
                  <a:pt x="901775" y="1617573"/>
                </a:lnTo>
                <a:lnTo>
                  <a:pt x="892951" y="1626722"/>
                </a:lnTo>
                <a:lnTo>
                  <a:pt x="884567" y="1635124"/>
                </a:lnTo>
                <a:lnTo>
                  <a:pt x="879868" y="1632203"/>
                </a:lnTo>
                <a:lnTo>
                  <a:pt x="875042" y="1629028"/>
                </a:lnTo>
                <a:lnTo>
                  <a:pt x="870470" y="1625853"/>
                </a:lnTo>
                <a:lnTo>
                  <a:pt x="877644" y="1615358"/>
                </a:lnTo>
                <a:lnTo>
                  <a:pt x="884170" y="1604378"/>
                </a:lnTo>
                <a:lnTo>
                  <a:pt x="885710" y="1601596"/>
                </a:lnTo>
                <a:lnTo>
                  <a:pt x="884059" y="1600327"/>
                </a:lnTo>
                <a:close/>
              </a:path>
              <a:path w="2011565" h="2090420">
                <a:moveTo>
                  <a:pt x="907935" y="259841"/>
                </a:moveTo>
                <a:lnTo>
                  <a:pt x="900295" y="249753"/>
                </a:lnTo>
                <a:lnTo>
                  <a:pt x="892643" y="239699"/>
                </a:lnTo>
                <a:lnTo>
                  <a:pt x="884899" y="229582"/>
                </a:lnTo>
                <a:lnTo>
                  <a:pt x="890751" y="255692"/>
                </a:lnTo>
                <a:lnTo>
                  <a:pt x="901458" y="266064"/>
                </a:lnTo>
                <a:lnTo>
                  <a:pt x="903617" y="266953"/>
                </a:lnTo>
                <a:lnTo>
                  <a:pt x="907554" y="267588"/>
                </a:lnTo>
                <a:lnTo>
                  <a:pt x="910348" y="263270"/>
                </a:lnTo>
                <a:lnTo>
                  <a:pt x="907935" y="259841"/>
                </a:lnTo>
                <a:close/>
              </a:path>
              <a:path w="2011565" h="2090420">
                <a:moveTo>
                  <a:pt x="1086657" y="1781916"/>
                </a:moveTo>
                <a:lnTo>
                  <a:pt x="1103806" y="1792777"/>
                </a:lnTo>
                <a:lnTo>
                  <a:pt x="1120972" y="1803610"/>
                </a:lnTo>
                <a:lnTo>
                  <a:pt x="1138155" y="1814413"/>
                </a:lnTo>
                <a:lnTo>
                  <a:pt x="1155357" y="1825186"/>
                </a:lnTo>
                <a:lnTo>
                  <a:pt x="1172576" y="1835927"/>
                </a:lnTo>
                <a:lnTo>
                  <a:pt x="1189813" y="1846636"/>
                </a:lnTo>
                <a:lnTo>
                  <a:pt x="1207068" y="1857311"/>
                </a:lnTo>
                <a:lnTo>
                  <a:pt x="1224341" y="1867952"/>
                </a:lnTo>
                <a:lnTo>
                  <a:pt x="1241632" y="1878558"/>
                </a:lnTo>
                <a:lnTo>
                  <a:pt x="1258942" y="1889128"/>
                </a:lnTo>
                <a:lnTo>
                  <a:pt x="1276270" y="1899660"/>
                </a:lnTo>
                <a:lnTo>
                  <a:pt x="1293616" y="1910155"/>
                </a:lnTo>
                <a:lnTo>
                  <a:pt x="1310981" y="1920610"/>
                </a:lnTo>
                <a:lnTo>
                  <a:pt x="1328365" y="1931026"/>
                </a:lnTo>
                <a:lnTo>
                  <a:pt x="1345768" y="1941400"/>
                </a:lnTo>
                <a:lnTo>
                  <a:pt x="1363189" y="1951733"/>
                </a:lnTo>
                <a:lnTo>
                  <a:pt x="1380629" y="1962022"/>
                </a:lnTo>
                <a:lnTo>
                  <a:pt x="1387995" y="1967991"/>
                </a:lnTo>
                <a:lnTo>
                  <a:pt x="1389646" y="1967102"/>
                </a:lnTo>
                <a:lnTo>
                  <a:pt x="1392694" y="1952624"/>
                </a:lnTo>
                <a:lnTo>
                  <a:pt x="1374546" y="1941621"/>
                </a:lnTo>
                <a:lnTo>
                  <a:pt x="1356412" y="1930594"/>
                </a:lnTo>
                <a:lnTo>
                  <a:pt x="1338290" y="1919544"/>
                </a:lnTo>
                <a:lnTo>
                  <a:pt x="1320182" y="1908468"/>
                </a:lnTo>
                <a:lnTo>
                  <a:pt x="1302088" y="1897368"/>
                </a:lnTo>
                <a:lnTo>
                  <a:pt x="1284006" y="1886241"/>
                </a:lnTo>
                <a:lnTo>
                  <a:pt x="1265938" y="1875089"/>
                </a:lnTo>
                <a:lnTo>
                  <a:pt x="1247884" y="1863909"/>
                </a:lnTo>
                <a:lnTo>
                  <a:pt x="1229842" y="1852703"/>
                </a:lnTo>
                <a:lnTo>
                  <a:pt x="1211814" y="1841468"/>
                </a:lnTo>
                <a:lnTo>
                  <a:pt x="1193800" y="1830204"/>
                </a:lnTo>
                <a:lnTo>
                  <a:pt x="1175799" y="1818912"/>
                </a:lnTo>
                <a:lnTo>
                  <a:pt x="1157811" y="1807590"/>
                </a:lnTo>
                <a:lnTo>
                  <a:pt x="1139836" y="1796237"/>
                </a:lnTo>
                <a:lnTo>
                  <a:pt x="1121875" y="1784854"/>
                </a:lnTo>
                <a:lnTo>
                  <a:pt x="1103927" y="1773439"/>
                </a:lnTo>
                <a:lnTo>
                  <a:pt x="1085992" y="1761992"/>
                </a:lnTo>
                <a:lnTo>
                  <a:pt x="1068071" y="1750512"/>
                </a:lnTo>
                <a:lnTo>
                  <a:pt x="1050163" y="1739000"/>
                </a:lnTo>
                <a:lnTo>
                  <a:pt x="1032268" y="1727453"/>
                </a:lnTo>
                <a:lnTo>
                  <a:pt x="1021704" y="1720570"/>
                </a:lnTo>
                <a:lnTo>
                  <a:pt x="1011109" y="1713607"/>
                </a:lnTo>
                <a:lnTo>
                  <a:pt x="1000485" y="1706608"/>
                </a:lnTo>
                <a:lnTo>
                  <a:pt x="989830" y="1699614"/>
                </a:lnTo>
                <a:lnTo>
                  <a:pt x="979144" y="1692668"/>
                </a:lnTo>
                <a:lnTo>
                  <a:pt x="984135" y="1715888"/>
                </a:lnTo>
                <a:lnTo>
                  <a:pt x="994764" y="1722830"/>
                </a:lnTo>
                <a:lnTo>
                  <a:pt x="1005410" y="1729776"/>
                </a:lnTo>
                <a:lnTo>
                  <a:pt x="1016072" y="1736716"/>
                </a:lnTo>
                <a:lnTo>
                  <a:pt x="1026750" y="1743641"/>
                </a:lnTo>
                <a:lnTo>
                  <a:pt x="1035316" y="1749170"/>
                </a:lnTo>
                <a:lnTo>
                  <a:pt x="1052413" y="1760112"/>
                </a:lnTo>
                <a:lnTo>
                  <a:pt x="1069526" y="1771027"/>
                </a:lnTo>
                <a:lnTo>
                  <a:pt x="1086657" y="1781916"/>
                </a:lnTo>
                <a:close/>
              </a:path>
              <a:path w="2011565" h="2090420">
                <a:moveTo>
                  <a:pt x="932672" y="1682304"/>
                </a:moveTo>
                <a:lnTo>
                  <a:pt x="932065" y="1685162"/>
                </a:lnTo>
                <a:lnTo>
                  <a:pt x="931049" y="1686178"/>
                </a:lnTo>
                <a:lnTo>
                  <a:pt x="919989" y="1679977"/>
                </a:lnTo>
                <a:lnTo>
                  <a:pt x="918048" y="1774634"/>
                </a:lnTo>
                <a:lnTo>
                  <a:pt x="930255" y="1782040"/>
                </a:lnTo>
                <a:lnTo>
                  <a:pt x="942515" y="1789370"/>
                </a:lnTo>
                <a:lnTo>
                  <a:pt x="954819" y="1796632"/>
                </a:lnTo>
                <a:lnTo>
                  <a:pt x="967157" y="1803837"/>
                </a:lnTo>
                <a:lnTo>
                  <a:pt x="979522" y="1810996"/>
                </a:lnTo>
                <a:lnTo>
                  <a:pt x="973340" y="1744726"/>
                </a:lnTo>
                <a:lnTo>
                  <a:pt x="948829" y="1731898"/>
                </a:lnTo>
                <a:lnTo>
                  <a:pt x="948702" y="1728723"/>
                </a:lnTo>
                <a:lnTo>
                  <a:pt x="948067" y="1727453"/>
                </a:lnTo>
                <a:lnTo>
                  <a:pt x="958655" y="1734646"/>
                </a:lnTo>
                <a:lnTo>
                  <a:pt x="956576" y="1698243"/>
                </a:lnTo>
                <a:lnTo>
                  <a:pt x="954163" y="1699514"/>
                </a:lnTo>
                <a:lnTo>
                  <a:pt x="948829" y="1696211"/>
                </a:lnTo>
                <a:lnTo>
                  <a:pt x="943241" y="1692909"/>
                </a:lnTo>
                <a:lnTo>
                  <a:pt x="937653" y="1689861"/>
                </a:lnTo>
                <a:lnTo>
                  <a:pt x="940828" y="1687702"/>
                </a:lnTo>
                <a:lnTo>
                  <a:pt x="946162" y="1691258"/>
                </a:lnTo>
                <a:lnTo>
                  <a:pt x="951242" y="1694433"/>
                </a:lnTo>
                <a:lnTo>
                  <a:pt x="953020" y="1669414"/>
                </a:lnTo>
                <a:lnTo>
                  <a:pt x="950226" y="1671954"/>
                </a:lnTo>
                <a:lnTo>
                  <a:pt x="948321" y="1673097"/>
                </a:lnTo>
                <a:lnTo>
                  <a:pt x="942987" y="1669541"/>
                </a:lnTo>
                <a:lnTo>
                  <a:pt x="937780" y="1665858"/>
                </a:lnTo>
                <a:lnTo>
                  <a:pt x="932446" y="1662556"/>
                </a:lnTo>
                <a:lnTo>
                  <a:pt x="929652" y="1660905"/>
                </a:lnTo>
                <a:lnTo>
                  <a:pt x="926858" y="1659127"/>
                </a:lnTo>
                <a:lnTo>
                  <a:pt x="923937" y="1657349"/>
                </a:lnTo>
                <a:lnTo>
                  <a:pt x="921994" y="1675427"/>
                </a:lnTo>
                <a:lnTo>
                  <a:pt x="932672" y="1682304"/>
                </a:lnTo>
                <a:close/>
              </a:path>
              <a:path w="2011565" h="2090420">
                <a:moveTo>
                  <a:pt x="1035698" y="1751557"/>
                </a:moveTo>
                <a:lnTo>
                  <a:pt x="1024996" y="1744725"/>
                </a:lnTo>
                <a:lnTo>
                  <a:pt x="1014293" y="1737886"/>
                </a:lnTo>
                <a:lnTo>
                  <a:pt x="1003588" y="1731041"/>
                </a:lnTo>
                <a:lnTo>
                  <a:pt x="992880" y="1724192"/>
                </a:lnTo>
                <a:lnTo>
                  <a:pt x="1002828" y="1791423"/>
                </a:lnTo>
                <a:lnTo>
                  <a:pt x="1014101" y="1797480"/>
                </a:lnTo>
                <a:lnTo>
                  <a:pt x="1025267" y="1803537"/>
                </a:lnTo>
                <a:lnTo>
                  <a:pt x="1036272" y="1809594"/>
                </a:lnTo>
                <a:lnTo>
                  <a:pt x="1046403" y="1758381"/>
                </a:lnTo>
                <a:lnTo>
                  <a:pt x="1035698" y="1751557"/>
                </a:lnTo>
                <a:close/>
              </a:path>
              <a:path w="2011565" h="2090420">
                <a:moveTo>
                  <a:pt x="1415300" y="1982470"/>
                </a:moveTo>
                <a:lnTo>
                  <a:pt x="1419110" y="1984502"/>
                </a:lnTo>
                <a:lnTo>
                  <a:pt x="1422793" y="1986533"/>
                </a:lnTo>
                <a:lnTo>
                  <a:pt x="1425206" y="1990724"/>
                </a:lnTo>
                <a:lnTo>
                  <a:pt x="1427746" y="1993264"/>
                </a:lnTo>
                <a:lnTo>
                  <a:pt x="1428254" y="2036952"/>
                </a:lnTo>
                <a:lnTo>
                  <a:pt x="1432318" y="2034412"/>
                </a:lnTo>
                <a:lnTo>
                  <a:pt x="1428254" y="1973833"/>
                </a:lnTo>
                <a:lnTo>
                  <a:pt x="1425333" y="1971928"/>
                </a:lnTo>
                <a:lnTo>
                  <a:pt x="1423682" y="1970912"/>
                </a:lnTo>
                <a:lnTo>
                  <a:pt x="1419615" y="1957331"/>
                </a:lnTo>
                <a:lnTo>
                  <a:pt x="1410728" y="1963165"/>
                </a:lnTo>
                <a:lnTo>
                  <a:pt x="1406410" y="1960498"/>
                </a:lnTo>
                <a:lnTo>
                  <a:pt x="1403997" y="1959228"/>
                </a:lnTo>
                <a:lnTo>
                  <a:pt x="1414522" y="1952579"/>
                </a:lnTo>
                <a:lnTo>
                  <a:pt x="1407240" y="1942074"/>
                </a:lnTo>
                <a:lnTo>
                  <a:pt x="1396975" y="1949482"/>
                </a:lnTo>
                <a:lnTo>
                  <a:pt x="1392694" y="1952624"/>
                </a:lnTo>
                <a:lnTo>
                  <a:pt x="1389646" y="1967102"/>
                </a:lnTo>
                <a:lnTo>
                  <a:pt x="1392186" y="1968372"/>
                </a:lnTo>
                <a:lnTo>
                  <a:pt x="1394853" y="1970023"/>
                </a:lnTo>
                <a:lnTo>
                  <a:pt x="1395615" y="1972817"/>
                </a:lnTo>
                <a:lnTo>
                  <a:pt x="1387995" y="1967991"/>
                </a:lnTo>
                <a:lnTo>
                  <a:pt x="1380629" y="1962022"/>
                </a:lnTo>
                <a:lnTo>
                  <a:pt x="1380121" y="1963165"/>
                </a:lnTo>
                <a:lnTo>
                  <a:pt x="1366698" y="1954861"/>
                </a:lnTo>
                <a:lnTo>
                  <a:pt x="1353253" y="1946594"/>
                </a:lnTo>
                <a:lnTo>
                  <a:pt x="1339789" y="1938359"/>
                </a:lnTo>
                <a:lnTo>
                  <a:pt x="1326309" y="1930154"/>
                </a:lnTo>
                <a:lnTo>
                  <a:pt x="1312815" y="1921972"/>
                </a:lnTo>
                <a:lnTo>
                  <a:pt x="1299311" y="1913810"/>
                </a:lnTo>
                <a:lnTo>
                  <a:pt x="1289817" y="1959897"/>
                </a:lnTo>
                <a:lnTo>
                  <a:pt x="1298432" y="1966209"/>
                </a:lnTo>
                <a:lnTo>
                  <a:pt x="1310350" y="1975094"/>
                </a:lnTo>
                <a:lnTo>
                  <a:pt x="1324569" y="1985639"/>
                </a:lnTo>
                <a:lnTo>
                  <a:pt x="1330464" y="1989962"/>
                </a:lnTo>
                <a:lnTo>
                  <a:pt x="1317664" y="1981581"/>
                </a:lnTo>
                <a:lnTo>
                  <a:pt x="1305549" y="1973517"/>
                </a:lnTo>
                <a:lnTo>
                  <a:pt x="1294401" y="1965987"/>
                </a:lnTo>
                <a:lnTo>
                  <a:pt x="1284501" y="1959208"/>
                </a:lnTo>
                <a:lnTo>
                  <a:pt x="1276130" y="1953397"/>
                </a:lnTo>
                <a:lnTo>
                  <a:pt x="1272679" y="1950973"/>
                </a:lnTo>
                <a:lnTo>
                  <a:pt x="1280339" y="1991386"/>
                </a:lnTo>
                <a:lnTo>
                  <a:pt x="1292099" y="1998611"/>
                </a:lnTo>
                <a:lnTo>
                  <a:pt x="1303870" y="2005816"/>
                </a:lnTo>
                <a:lnTo>
                  <a:pt x="1315653" y="2012999"/>
                </a:lnTo>
                <a:lnTo>
                  <a:pt x="1327448" y="2020157"/>
                </a:lnTo>
                <a:lnTo>
                  <a:pt x="1339256" y="2027286"/>
                </a:lnTo>
                <a:lnTo>
                  <a:pt x="1351079" y="2034383"/>
                </a:lnTo>
                <a:lnTo>
                  <a:pt x="1362917" y="2041446"/>
                </a:lnTo>
                <a:lnTo>
                  <a:pt x="1374771" y="2048471"/>
                </a:lnTo>
                <a:lnTo>
                  <a:pt x="1386642" y="2055455"/>
                </a:lnTo>
                <a:lnTo>
                  <a:pt x="1398531" y="2062395"/>
                </a:lnTo>
                <a:lnTo>
                  <a:pt x="1410439" y="2069289"/>
                </a:lnTo>
                <a:lnTo>
                  <a:pt x="1412252" y="1983612"/>
                </a:lnTo>
                <a:lnTo>
                  <a:pt x="1409331" y="1981708"/>
                </a:lnTo>
                <a:lnTo>
                  <a:pt x="1411490" y="1980056"/>
                </a:lnTo>
                <a:lnTo>
                  <a:pt x="1415300" y="1982470"/>
                </a:lnTo>
                <a:close/>
              </a:path>
              <a:path w="2011565" h="2090420">
                <a:moveTo>
                  <a:pt x="662175" y="1415028"/>
                </a:moveTo>
                <a:lnTo>
                  <a:pt x="664551" y="1427548"/>
                </a:lnTo>
                <a:lnTo>
                  <a:pt x="666924" y="1440012"/>
                </a:lnTo>
                <a:lnTo>
                  <a:pt x="669311" y="1452410"/>
                </a:lnTo>
                <a:lnTo>
                  <a:pt x="670445" y="1410589"/>
                </a:lnTo>
                <a:lnTo>
                  <a:pt x="680555" y="1418272"/>
                </a:lnTo>
                <a:lnTo>
                  <a:pt x="690665" y="1425968"/>
                </a:lnTo>
                <a:lnTo>
                  <a:pt x="688860" y="1430146"/>
                </a:lnTo>
                <a:lnTo>
                  <a:pt x="689495" y="1432940"/>
                </a:lnTo>
                <a:lnTo>
                  <a:pt x="692093" y="1445287"/>
                </a:lnTo>
                <a:lnTo>
                  <a:pt x="694957" y="1457689"/>
                </a:lnTo>
                <a:lnTo>
                  <a:pt x="695024" y="1409792"/>
                </a:lnTo>
                <a:lnTo>
                  <a:pt x="679201" y="1397750"/>
                </a:lnTo>
                <a:lnTo>
                  <a:pt x="663380" y="1385708"/>
                </a:lnTo>
                <a:lnTo>
                  <a:pt x="662175" y="1415028"/>
                </a:lnTo>
                <a:close/>
              </a:path>
              <a:path w="2011565" h="2090420">
                <a:moveTo>
                  <a:pt x="1277251" y="537209"/>
                </a:moveTo>
                <a:lnTo>
                  <a:pt x="1274584" y="537844"/>
                </a:lnTo>
                <a:lnTo>
                  <a:pt x="1271536" y="538226"/>
                </a:lnTo>
                <a:lnTo>
                  <a:pt x="1268361" y="538479"/>
                </a:lnTo>
                <a:lnTo>
                  <a:pt x="1268869" y="534288"/>
                </a:lnTo>
                <a:lnTo>
                  <a:pt x="1269377" y="529716"/>
                </a:lnTo>
                <a:lnTo>
                  <a:pt x="1269504" y="525144"/>
                </a:lnTo>
                <a:lnTo>
                  <a:pt x="1268742" y="522224"/>
                </a:lnTo>
                <a:lnTo>
                  <a:pt x="1266075" y="521715"/>
                </a:lnTo>
                <a:lnTo>
                  <a:pt x="1263789" y="525526"/>
                </a:lnTo>
                <a:lnTo>
                  <a:pt x="1260741" y="525652"/>
                </a:lnTo>
                <a:lnTo>
                  <a:pt x="1256748" y="512831"/>
                </a:lnTo>
                <a:lnTo>
                  <a:pt x="1252268" y="500958"/>
                </a:lnTo>
                <a:lnTo>
                  <a:pt x="1249946" y="495173"/>
                </a:lnTo>
                <a:lnTo>
                  <a:pt x="1244698" y="483507"/>
                </a:lnTo>
                <a:lnTo>
                  <a:pt x="1238625" y="472375"/>
                </a:lnTo>
                <a:lnTo>
                  <a:pt x="1235341" y="466851"/>
                </a:lnTo>
                <a:lnTo>
                  <a:pt x="1228966" y="454697"/>
                </a:lnTo>
                <a:lnTo>
                  <a:pt x="1221749" y="443443"/>
                </a:lnTo>
                <a:lnTo>
                  <a:pt x="1213761" y="433026"/>
                </a:lnTo>
                <a:lnTo>
                  <a:pt x="1205071" y="423380"/>
                </a:lnTo>
                <a:lnTo>
                  <a:pt x="1195750" y="414441"/>
                </a:lnTo>
                <a:lnTo>
                  <a:pt x="1185868" y="406144"/>
                </a:lnTo>
                <a:lnTo>
                  <a:pt x="1175494" y="398424"/>
                </a:lnTo>
                <a:lnTo>
                  <a:pt x="1164699" y="391217"/>
                </a:lnTo>
                <a:lnTo>
                  <a:pt x="1153552" y="384458"/>
                </a:lnTo>
                <a:lnTo>
                  <a:pt x="1142124" y="378082"/>
                </a:lnTo>
                <a:lnTo>
                  <a:pt x="1130485" y="372025"/>
                </a:lnTo>
                <a:lnTo>
                  <a:pt x="1118703" y="366221"/>
                </a:lnTo>
                <a:lnTo>
                  <a:pt x="1106850" y="360607"/>
                </a:lnTo>
                <a:lnTo>
                  <a:pt x="1094996" y="355117"/>
                </a:lnTo>
                <a:lnTo>
                  <a:pt x="1083210" y="349687"/>
                </a:lnTo>
                <a:lnTo>
                  <a:pt x="1071562" y="344252"/>
                </a:lnTo>
                <a:lnTo>
                  <a:pt x="1060123" y="338748"/>
                </a:lnTo>
                <a:lnTo>
                  <a:pt x="1048962" y="333109"/>
                </a:lnTo>
                <a:lnTo>
                  <a:pt x="1038149" y="327270"/>
                </a:lnTo>
                <a:lnTo>
                  <a:pt x="1017813" y="315214"/>
                </a:lnTo>
                <a:lnTo>
                  <a:pt x="1002498" y="305680"/>
                </a:lnTo>
                <a:lnTo>
                  <a:pt x="987357" y="295866"/>
                </a:lnTo>
                <a:lnTo>
                  <a:pt x="972404" y="285758"/>
                </a:lnTo>
                <a:lnTo>
                  <a:pt x="957658" y="275337"/>
                </a:lnTo>
                <a:lnTo>
                  <a:pt x="943132" y="264590"/>
                </a:lnTo>
                <a:lnTo>
                  <a:pt x="928845" y="253500"/>
                </a:lnTo>
                <a:lnTo>
                  <a:pt x="914810" y="242050"/>
                </a:lnTo>
                <a:lnTo>
                  <a:pt x="901046" y="230226"/>
                </a:lnTo>
                <a:lnTo>
                  <a:pt x="887568" y="218011"/>
                </a:lnTo>
                <a:lnTo>
                  <a:pt x="874391" y="205389"/>
                </a:lnTo>
                <a:lnTo>
                  <a:pt x="861532" y="192345"/>
                </a:lnTo>
                <a:lnTo>
                  <a:pt x="849008" y="178862"/>
                </a:lnTo>
                <a:lnTo>
                  <a:pt x="849091" y="211250"/>
                </a:lnTo>
                <a:lnTo>
                  <a:pt x="859327" y="222769"/>
                </a:lnTo>
                <a:lnTo>
                  <a:pt x="869684" y="234027"/>
                </a:lnTo>
                <a:lnTo>
                  <a:pt x="880159" y="245007"/>
                </a:lnTo>
                <a:lnTo>
                  <a:pt x="890751" y="255692"/>
                </a:lnTo>
                <a:lnTo>
                  <a:pt x="884899" y="229582"/>
                </a:lnTo>
                <a:lnTo>
                  <a:pt x="881900" y="225678"/>
                </a:lnTo>
                <a:lnTo>
                  <a:pt x="891229" y="234477"/>
                </a:lnTo>
                <a:lnTo>
                  <a:pt x="900667" y="243094"/>
                </a:lnTo>
                <a:lnTo>
                  <a:pt x="910220" y="251522"/>
                </a:lnTo>
                <a:lnTo>
                  <a:pt x="919898" y="259757"/>
                </a:lnTo>
                <a:lnTo>
                  <a:pt x="929707" y="267790"/>
                </a:lnTo>
                <a:lnTo>
                  <a:pt x="939658" y="275616"/>
                </a:lnTo>
                <a:lnTo>
                  <a:pt x="949756" y="283228"/>
                </a:lnTo>
                <a:lnTo>
                  <a:pt x="957973" y="289178"/>
                </a:lnTo>
                <a:lnTo>
                  <a:pt x="968456" y="296602"/>
                </a:lnTo>
                <a:lnTo>
                  <a:pt x="979029" y="303831"/>
                </a:lnTo>
                <a:lnTo>
                  <a:pt x="989688" y="310875"/>
                </a:lnTo>
                <a:lnTo>
                  <a:pt x="1000426" y="317745"/>
                </a:lnTo>
                <a:lnTo>
                  <a:pt x="1011238" y="324454"/>
                </a:lnTo>
                <a:lnTo>
                  <a:pt x="1022119" y="331011"/>
                </a:lnTo>
                <a:lnTo>
                  <a:pt x="1033064" y="337429"/>
                </a:lnTo>
                <a:lnTo>
                  <a:pt x="1044068" y="343717"/>
                </a:lnTo>
                <a:lnTo>
                  <a:pt x="1055124" y="349887"/>
                </a:lnTo>
                <a:lnTo>
                  <a:pt x="1066229" y="355951"/>
                </a:lnTo>
                <a:lnTo>
                  <a:pt x="1077376" y="361918"/>
                </a:lnTo>
                <a:lnTo>
                  <a:pt x="1088559" y="367800"/>
                </a:lnTo>
                <a:lnTo>
                  <a:pt x="1103167" y="375236"/>
                </a:lnTo>
                <a:lnTo>
                  <a:pt x="1114527" y="380786"/>
                </a:lnTo>
                <a:lnTo>
                  <a:pt x="1125959" y="386323"/>
                </a:lnTo>
                <a:lnTo>
                  <a:pt x="1137386" y="391954"/>
                </a:lnTo>
                <a:lnTo>
                  <a:pt x="1148730" y="397782"/>
                </a:lnTo>
                <a:lnTo>
                  <a:pt x="1159911" y="403911"/>
                </a:lnTo>
                <a:lnTo>
                  <a:pt x="1170853" y="410447"/>
                </a:lnTo>
                <a:lnTo>
                  <a:pt x="1181476" y="417494"/>
                </a:lnTo>
                <a:lnTo>
                  <a:pt x="1191703" y="425157"/>
                </a:lnTo>
                <a:lnTo>
                  <a:pt x="1201456" y="433540"/>
                </a:lnTo>
                <a:lnTo>
                  <a:pt x="1210656" y="442748"/>
                </a:lnTo>
                <a:lnTo>
                  <a:pt x="1219226" y="452885"/>
                </a:lnTo>
                <a:lnTo>
                  <a:pt x="1227086" y="464056"/>
                </a:lnTo>
                <a:lnTo>
                  <a:pt x="1233436" y="474979"/>
                </a:lnTo>
                <a:lnTo>
                  <a:pt x="1238272" y="486608"/>
                </a:lnTo>
                <a:lnTo>
                  <a:pt x="1242442" y="498556"/>
                </a:lnTo>
                <a:lnTo>
                  <a:pt x="1245977" y="510783"/>
                </a:lnTo>
                <a:lnTo>
                  <a:pt x="1248910" y="523244"/>
                </a:lnTo>
                <a:lnTo>
                  <a:pt x="1251273" y="535897"/>
                </a:lnTo>
                <a:lnTo>
                  <a:pt x="1251724" y="538733"/>
                </a:lnTo>
                <a:lnTo>
                  <a:pt x="1249311" y="542416"/>
                </a:lnTo>
                <a:lnTo>
                  <a:pt x="1246136" y="543432"/>
                </a:lnTo>
                <a:lnTo>
                  <a:pt x="1243088" y="544576"/>
                </a:lnTo>
                <a:lnTo>
                  <a:pt x="1240294" y="545845"/>
                </a:lnTo>
                <a:lnTo>
                  <a:pt x="1242372" y="579229"/>
                </a:lnTo>
                <a:lnTo>
                  <a:pt x="1248045" y="567873"/>
                </a:lnTo>
                <a:lnTo>
                  <a:pt x="1253689" y="556532"/>
                </a:lnTo>
                <a:lnTo>
                  <a:pt x="1255153" y="554481"/>
                </a:lnTo>
                <a:lnTo>
                  <a:pt x="1256423" y="561593"/>
                </a:lnTo>
                <a:lnTo>
                  <a:pt x="1258836" y="569467"/>
                </a:lnTo>
                <a:lnTo>
                  <a:pt x="1262265" y="571245"/>
                </a:lnTo>
                <a:lnTo>
                  <a:pt x="1259344" y="574166"/>
                </a:lnTo>
                <a:lnTo>
                  <a:pt x="1256042" y="576706"/>
                </a:lnTo>
                <a:lnTo>
                  <a:pt x="1253375" y="580136"/>
                </a:lnTo>
                <a:lnTo>
                  <a:pt x="1253121" y="583691"/>
                </a:lnTo>
                <a:lnTo>
                  <a:pt x="1255280" y="583311"/>
                </a:lnTo>
                <a:lnTo>
                  <a:pt x="1265598" y="574868"/>
                </a:lnTo>
                <a:lnTo>
                  <a:pt x="1276527" y="567761"/>
                </a:lnTo>
                <a:lnTo>
                  <a:pt x="1287990" y="562179"/>
                </a:lnTo>
                <a:lnTo>
                  <a:pt x="1281336" y="558996"/>
                </a:lnTo>
                <a:lnTo>
                  <a:pt x="1270901" y="565150"/>
                </a:lnTo>
                <a:lnTo>
                  <a:pt x="1271790" y="561848"/>
                </a:lnTo>
                <a:lnTo>
                  <a:pt x="1270647" y="559053"/>
                </a:lnTo>
                <a:lnTo>
                  <a:pt x="1267980" y="556513"/>
                </a:lnTo>
                <a:lnTo>
                  <a:pt x="1264170" y="557656"/>
                </a:lnTo>
                <a:lnTo>
                  <a:pt x="1264678" y="553338"/>
                </a:lnTo>
                <a:lnTo>
                  <a:pt x="1267472" y="553212"/>
                </a:lnTo>
                <a:lnTo>
                  <a:pt x="1267980" y="550163"/>
                </a:lnTo>
                <a:lnTo>
                  <a:pt x="1279935" y="546310"/>
                </a:lnTo>
                <a:lnTo>
                  <a:pt x="1292500" y="543738"/>
                </a:lnTo>
                <a:lnTo>
                  <a:pt x="1300746" y="542798"/>
                </a:lnTo>
                <a:lnTo>
                  <a:pt x="1307604" y="542798"/>
                </a:lnTo>
                <a:lnTo>
                  <a:pt x="1314335" y="543178"/>
                </a:lnTo>
                <a:lnTo>
                  <a:pt x="1320812" y="544321"/>
                </a:lnTo>
                <a:lnTo>
                  <a:pt x="1333099" y="546914"/>
                </a:lnTo>
                <a:lnTo>
                  <a:pt x="1345017" y="550670"/>
                </a:lnTo>
                <a:lnTo>
                  <a:pt x="1356601" y="555454"/>
                </a:lnTo>
                <a:lnTo>
                  <a:pt x="1367887" y="561131"/>
                </a:lnTo>
                <a:lnTo>
                  <a:pt x="1378910" y="567565"/>
                </a:lnTo>
                <a:lnTo>
                  <a:pt x="1389705" y="574621"/>
                </a:lnTo>
                <a:lnTo>
                  <a:pt x="1400307" y="582164"/>
                </a:lnTo>
                <a:lnTo>
                  <a:pt x="1410751" y="590060"/>
                </a:lnTo>
                <a:lnTo>
                  <a:pt x="1421073" y="598171"/>
                </a:lnTo>
                <a:lnTo>
                  <a:pt x="1431308" y="606364"/>
                </a:lnTo>
                <a:lnTo>
                  <a:pt x="1441490" y="614503"/>
                </a:lnTo>
                <a:lnTo>
                  <a:pt x="1451656" y="622453"/>
                </a:lnTo>
                <a:lnTo>
                  <a:pt x="1464016" y="631772"/>
                </a:lnTo>
                <a:lnTo>
                  <a:pt x="1474291" y="639399"/>
                </a:lnTo>
                <a:lnTo>
                  <a:pt x="1484611" y="646944"/>
                </a:lnTo>
                <a:lnTo>
                  <a:pt x="1494982" y="654395"/>
                </a:lnTo>
                <a:lnTo>
                  <a:pt x="1505408" y="661738"/>
                </a:lnTo>
                <a:lnTo>
                  <a:pt x="1515896" y="668961"/>
                </a:lnTo>
                <a:lnTo>
                  <a:pt x="1526449" y="676049"/>
                </a:lnTo>
                <a:lnTo>
                  <a:pt x="1537074" y="682990"/>
                </a:lnTo>
                <a:lnTo>
                  <a:pt x="1547775" y="689770"/>
                </a:lnTo>
                <a:lnTo>
                  <a:pt x="1558558" y="696376"/>
                </a:lnTo>
                <a:lnTo>
                  <a:pt x="1569428" y="702795"/>
                </a:lnTo>
                <a:lnTo>
                  <a:pt x="1580390" y="709013"/>
                </a:lnTo>
                <a:lnTo>
                  <a:pt x="1595957" y="717393"/>
                </a:lnTo>
                <a:lnTo>
                  <a:pt x="1607369" y="723236"/>
                </a:lnTo>
                <a:lnTo>
                  <a:pt x="1618835" y="728842"/>
                </a:lnTo>
                <a:lnTo>
                  <a:pt x="1630362" y="734201"/>
                </a:lnTo>
                <a:lnTo>
                  <a:pt x="1641956" y="739299"/>
                </a:lnTo>
                <a:lnTo>
                  <a:pt x="1653625" y="744124"/>
                </a:lnTo>
                <a:lnTo>
                  <a:pt x="1665375" y="748664"/>
                </a:lnTo>
                <a:lnTo>
                  <a:pt x="1672348" y="751204"/>
                </a:lnTo>
                <a:lnTo>
                  <a:pt x="1633105" y="744346"/>
                </a:lnTo>
                <a:lnTo>
                  <a:pt x="1628787" y="743584"/>
                </a:lnTo>
                <a:lnTo>
                  <a:pt x="1627009" y="750824"/>
                </a:lnTo>
                <a:lnTo>
                  <a:pt x="1631454" y="752475"/>
                </a:lnTo>
                <a:lnTo>
                  <a:pt x="1643157" y="756726"/>
                </a:lnTo>
                <a:lnTo>
                  <a:pt x="1654997" y="760769"/>
                </a:lnTo>
                <a:lnTo>
                  <a:pt x="1666966" y="764606"/>
                </a:lnTo>
                <a:lnTo>
                  <a:pt x="1679053" y="768243"/>
                </a:lnTo>
                <a:lnTo>
                  <a:pt x="1691250" y="771682"/>
                </a:lnTo>
                <a:lnTo>
                  <a:pt x="1703547" y="774929"/>
                </a:lnTo>
                <a:lnTo>
                  <a:pt x="1715936" y="777987"/>
                </a:lnTo>
                <a:lnTo>
                  <a:pt x="1728405" y="780860"/>
                </a:lnTo>
                <a:lnTo>
                  <a:pt x="1740947" y="783553"/>
                </a:lnTo>
                <a:lnTo>
                  <a:pt x="1753552" y="786070"/>
                </a:lnTo>
                <a:lnTo>
                  <a:pt x="1766210" y="788414"/>
                </a:lnTo>
                <a:lnTo>
                  <a:pt x="1778912" y="790591"/>
                </a:lnTo>
                <a:lnTo>
                  <a:pt x="1787537" y="791971"/>
                </a:lnTo>
                <a:lnTo>
                  <a:pt x="1800207" y="793914"/>
                </a:lnTo>
                <a:lnTo>
                  <a:pt x="1812897" y="795701"/>
                </a:lnTo>
                <a:lnTo>
                  <a:pt x="1825596" y="797338"/>
                </a:lnTo>
                <a:lnTo>
                  <a:pt x="1838293" y="798834"/>
                </a:lnTo>
                <a:lnTo>
                  <a:pt x="1835924" y="782319"/>
                </a:lnTo>
                <a:lnTo>
                  <a:pt x="1839226" y="782065"/>
                </a:lnTo>
                <a:lnTo>
                  <a:pt x="1842782" y="782446"/>
                </a:lnTo>
                <a:lnTo>
                  <a:pt x="1846084" y="782192"/>
                </a:lnTo>
                <a:lnTo>
                  <a:pt x="1849513" y="782319"/>
                </a:lnTo>
                <a:lnTo>
                  <a:pt x="1849767" y="776224"/>
                </a:lnTo>
                <a:lnTo>
                  <a:pt x="1846592" y="775715"/>
                </a:lnTo>
                <a:lnTo>
                  <a:pt x="1846084" y="775715"/>
                </a:lnTo>
                <a:lnTo>
                  <a:pt x="1833251" y="775453"/>
                </a:lnTo>
                <a:lnTo>
                  <a:pt x="1820500" y="774816"/>
                </a:lnTo>
                <a:lnTo>
                  <a:pt x="1807831" y="773815"/>
                </a:lnTo>
                <a:lnTo>
                  <a:pt x="1795245" y="772462"/>
                </a:lnTo>
                <a:lnTo>
                  <a:pt x="1782741" y="770765"/>
                </a:lnTo>
                <a:lnTo>
                  <a:pt x="1765461" y="767833"/>
                </a:lnTo>
                <a:lnTo>
                  <a:pt x="1751621" y="764998"/>
                </a:lnTo>
                <a:lnTo>
                  <a:pt x="1737885" y="761760"/>
                </a:lnTo>
                <a:lnTo>
                  <a:pt x="1724254" y="758132"/>
                </a:lnTo>
                <a:lnTo>
                  <a:pt x="1710724" y="754126"/>
                </a:lnTo>
                <a:lnTo>
                  <a:pt x="1697295" y="749754"/>
                </a:lnTo>
                <a:lnTo>
                  <a:pt x="1683965" y="745028"/>
                </a:lnTo>
                <a:lnTo>
                  <a:pt x="1670732" y="739961"/>
                </a:lnTo>
                <a:lnTo>
                  <a:pt x="1657594" y="734565"/>
                </a:lnTo>
                <a:lnTo>
                  <a:pt x="1644551" y="728853"/>
                </a:lnTo>
                <a:lnTo>
                  <a:pt x="1631600" y="722835"/>
                </a:lnTo>
                <a:lnTo>
                  <a:pt x="1618740" y="716524"/>
                </a:lnTo>
                <a:lnTo>
                  <a:pt x="1605969" y="709934"/>
                </a:lnTo>
                <a:lnTo>
                  <a:pt x="1593285" y="703075"/>
                </a:lnTo>
                <a:lnTo>
                  <a:pt x="1580688" y="695959"/>
                </a:lnTo>
                <a:lnTo>
                  <a:pt x="1568175" y="688601"/>
                </a:lnTo>
                <a:lnTo>
                  <a:pt x="1555744" y="681010"/>
                </a:lnTo>
                <a:lnTo>
                  <a:pt x="1543395" y="673200"/>
                </a:lnTo>
                <a:lnTo>
                  <a:pt x="1531124" y="665183"/>
                </a:lnTo>
                <a:lnTo>
                  <a:pt x="1518932" y="656970"/>
                </a:lnTo>
                <a:lnTo>
                  <a:pt x="1498952" y="642325"/>
                </a:lnTo>
                <a:lnTo>
                  <a:pt x="1488904" y="634374"/>
                </a:lnTo>
                <a:lnTo>
                  <a:pt x="1478803" y="626136"/>
                </a:lnTo>
                <a:lnTo>
                  <a:pt x="1468638" y="617712"/>
                </a:lnTo>
                <a:lnTo>
                  <a:pt x="1458398" y="609203"/>
                </a:lnTo>
                <a:lnTo>
                  <a:pt x="1448073" y="600709"/>
                </a:lnTo>
                <a:lnTo>
                  <a:pt x="1437651" y="592329"/>
                </a:lnTo>
                <a:lnTo>
                  <a:pt x="1427121" y="584164"/>
                </a:lnTo>
                <a:lnTo>
                  <a:pt x="1416473" y="576314"/>
                </a:lnTo>
                <a:lnTo>
                  <a:pt x="1405695" y="568880"/>
                </a:lnTo>
                <a:lnTo>
                  <a:pt x="1394777" y="561960"/>
                </a:lnTo>
                <a:lnTo>
                  <a:pt x="1383708" y="555657"/>
                </a:lnTo>
                <a:lnTo>
                  <a:pt x="1372477" y="550069"/>
                </a:lnTo>
                <a:lnTo>
                  <a:pt x="1361072" y="545297"/>
                </a:lnTo>
                <a:lnTo>
                  <a:pt x="1349484" y="541442"/>
                </a:lnTo>
                <a:lnTo>
                  <a:pt x="1337700" y="538602"/>
                </a:lnTo>
                <a:lnTo>
                  <a:pt x="1320885" y="536469"/>
                </a:lnTo>
                <a:lnTo>
                  <a:pt x="1308151" y="536536"/>
                </a:lnTo>
                <a:lnTo>
                  <a:pt x="1305826" y="536701"/>
                </a:lnTo>
                <a:lnTo>
                  <a:pt x="1293098" y="536276"/>
                </a:lnTo>
                <a:lnTo>
                  <a:pt x="1280471" y="536866"/>
                </a:lnTo>
                <a:lnTo>
                  <a:pt x="1277251" y="537209"/>
                </a:lnTo>
                <a:close/>
              </a:path>
              <a:path w="2011565" h="2090420">
                <a:moveTo>
                  <a:pt x="1765146" y="1100359"/>
                </a:moveTo>
                <a:lnTo>
                  <a:pt x="1786015" y="1061963"/>
                </a:lnTo>
                <a:lnTo>
                  <a:pt x="1806933" y="1023575"/>
                </a:lnTo>
                <a:lnTo>
                  <a:pt x="1827885" y="985179"/>
                </a:lnTo>
                <a:lnTo>
                  <a:pt x="1848857" y="946760"/>
                </a:lnTo>
                <a:lnTo>
                  <a:pt x="1869833" y="908303"/>
                </a:lnTo>
                <a:lnTo>
                  <a:pt x="1872246" y="903096"/>
                </a:lnTo>
                <a:lnTo>
                  <a:pt x="1878270" y="891970"/>
                </a:lnTo>
                <a:lnTo>
                  <a:pt x="1884302" y="880826"/>
                </a:lnTo>
                <a:lnTo>
                  <a:pt x="1890340" y="869667"/>
                </a:lnTo>
                <a:lnTo>
                  <a:pt x="1896380" y="858494"/>
                </a:lnTo>
                <a:lnTo>
                  <a:pt x="1902422" y="847310"/>
                </a:lnTo>
                <a:lnTo>
                  <a:pt x="1908462" y="836118"/>
                </a:lnTo>
                <a:lnTo>
                  <a:pt x="1914497" y="824919"/>
                </a:lnTo>
                <a:lnTo>
                  <a:pt x="1920527" y="813717"/>
                </a:lnTo>
                <a:lnTo>
                  <a:pt x="1924570" y="806195"/>
                </a:lnTo>
                <a:lnTo>
                  <a:pt x="1927364" y="806323"/>
                </a:lnTo>
                <a:lnTo>
                  <a:pt x="1928634" y="806576"/>
                </a:lnTo>
                <a:lnTo>
                  <a:pt x="1932571" y="806703"/>
                </a:lnTo>
                <a:lnTo>
                  <a:pt x="1933714" y="798449"/>
                </a:lnTo>
                <a:lnTo>
                  <a:pt x="1929777" y="797813"/>
                </a:lnTo>
                <a:lnTo>
                  <a:pt x="1929396" y="797813"/>
                </a:lnTo>
                <a:lnTo>
                  <a:pt x="1930666" y="795146"/>
                </a:lnTo>
                <a:lnTo>
                  <a:pt x="1928761" y="792352"/>
                </a:lnTo>
                <a:lnTo>
                  <a:pt x="1925713" y="791844"/>
                </a:lnTo>
                <a:lnTo>
                  <a:pt x="1923935" y="793368"/>
                </a:lnTo>
                <a:lnTo>
                  <a:pt x="1921903" y="796543"/>
                </a:lnTo>
                <a:lnTo>
                  <a:pt x="1913775" y="795401"/>
                </a:lnTo>
                <a:lnTo>
                  <a:pt x="1905774" y="794257"/>
                </a:lnTo>
                <a:lnTo>
                  <a:pt x="1897773" y="792988"/>
                </a:lnTo>
                <a:lnTo>
                  <a:pt x="1885270" y="790952"/>
                </a:lnTo>
                <a:lnTo>
                  <a:pt x="1872749" y="788854"/>
                </a:lnTo>
                <a:lnTo>
                  <a:pt x="1860221" y="786693"/>
                </a:lnTo>
                <a:lnTo>
                  <a:pt x="1847700" y="784470"/>
                </a:lnTo>
                <a:lnTo>
                  <a:pt x="1835924" y="782319"/>
                </a:lnTo>
                <a:lnTo>
                  <a:pt x="1838293" y="798834"/>
                </a:lnTo>
                <a:lnTo>
                  <a:pt x="1850980" y="800194"/>
                </a:lnTo>
                <a:lnTo>
                  <a:pt x="1863645" y="801424"/>
                </a:lnTo>
                <a:lnTo>
                  <a:pt x="1876280" y="802531"/>
                </a:lnTo>
                <a:lnTo>
                  <a:pt x="1888872" y="803522"/>
                </a:lnTo>
                <a:lnTo>
                  <a:pt x="1901413" y="804403"/>
                </a:lnTo>
                <a:lnTo>
                  <a:pt x="1913893" y="805181"/>
                </a:lnTo>
                <a:lnTo>
                  <a:pt x="1916061" y="805306"/>
                </a:lnTo>
                <a:lnTo>
                  <a:pt x="1889807" y="846181"/>
                </a:lnTo>
                <a:lnTo>
                  <a:pt x="1863993" y="887552"/>
                </a:lnTo>
                <a:lnTo>
                  <a:pt x="1838605" y="929388"/>
                </a:lnTo>
                <a:lnTo>
                  <a:pt x="1813628" y="971657"/>
                </a:lnTo>
                <a:lnTo>
                  <a:pt x="1789047" y="1014327"/>
                </a:lnTo>
                <a:lnTo>
                  <a:pt x="1764848" y="1057364"/>
                </a:lnTo>
                <a:lnTo>
                  <a:pt x="1741015" y="1100738"/>
                </a:lnTo>
                <a:lnTo>
                  <a:pt x="1717535" y="1144415"/>
                </a:lnTo>
                <a:lnTo>
                  <a:pt x="1694391" y="1188363"/>
                </a:lnTo>
                <a:lnTo>
                  <a:pt x="1671570" y="1232550"/>
                </a:lnTo>
                <a:lnTo>
                  <a:pt x="1649057" y="1276944"/>
                </a:lnTo>
                <a:lnTo>
                  <a:pt x="1626836" y="1321513"/>
                </a:lnTo>
                <a:lnTo>
                  <a:pt x="1604894" y="1366223"/>
                </a:lnTo>
                <a:lnTo>
                  <a:pt x="1583215" y="1411044"/>
                </a:lnTo>
                <a:lnTo>
                  <a:pt x="1562295" y="1488090"/>
                </a:lnTo>
                <a:lnTo>
                  <a:pt x="1581884" y="1448780"/>
                </a:lnTo>
                <a:lnTo>
                  <a:pt x="1601667" y="1409630"/>
                </a:lnTo>
                <a:lnTo>
                  <a:pt x="1621628" y="1370624"/>
                </a:lnTo>
                <a:lnTo>
                  <a:pt x="1641754" y="1331748"/>
                </a:lnTo>
                <a:lnTo>
                  <a:pt x="1662029" y="1292987"/>
                </a:lnTo>
                <a:lnTo>
                  <a:pt x="1682440" y="1254324"/>
                </a:lnTo>
                <a:lnTo>
                  <a:pt x="1702971" y="1215745"/>
                </a:lnTo>
                <a:lnTo>
                  <a:pt x="1723609" y="1177235"/>
                </a:lnTo>
                <a:lnTo>
                  <a:pt x="1744339" y="1138778"/>
                </a:lnTo>
                <a:lnTo>
                  <a:pt x="1765146" y="1100359"/>
                </a:lnTo>
                <a:close/>
              </a:path>
              <a:path w="2011565" h="2090420">
                <a:moveTo>
                  <a:pt x="1724946" y="1334599"/>
                </a:moveTo>
                <a:lnTo>
                  <a:pt x="1731157" y="1323555"/>
                </a:lnTo>
                <a:lnTo>
                  <a:pt x="1737376" y="1312527"/>
                </a:lnTo>
                <a:lnTo>
                  <a:pt x="1742325" y="1303781"/>
                </a:lnTo>
                <a:lnTo>
                  <a:pt x="1742833" y="1306956"/>
                </a:lnTo>
                <a:lnTo>
                  <a:pt x="1746008" y="1309115"/>
                </a:lnTo>
                <a:lnTo>
                  <a:pt x="1746516" y="1296161"/>
                </a:lnTo>
                <a:lnTo>
                  <a:pt x="1776234" y="1243076"/>
                </a:lnTo>
                <a:lnTo>
                  <a:pt x="1786152" y="1235405"/>
                </a:lnTo>
                <a:lnTo>
                  <a:pt x="1795902" y="1227352"/>
                </a:lnTo>
                <a:lnTo>
                  <a:pt x="1805530" y="1219028"/>
                </a:lnTo>
                <a:lnTo>
                  <a:pt x="1815082" y="1210544"/>
                </a:lnTo>
                <a:lnTo>
                  <a:pt x="1824603" y="1202011"/>
                </a:lnTo>
                <a:lnTo>
                  <a:pt x="1834141" y="1193540"/>
                </a:lnTo>
                <a:lnTo>
                  <a:pt x="1841893" y="1186814"/>
                </a:lnTo>
                <a:lnTo>
                  <a:pt x="1851385" y="1178573"/>
                </a:lnTo>
                <a:lnTo>
                  <a:pt x="1860958" y="1170347"/>
                </a:lnTo>
                <a:lnTo>
                  <a:pt x="1870522" y="1162038"/>
                </a:lnTo>
                <a:lnTo>
                  <a:pt x="1879989" y="1153547"/>
                </a:lnTo>
                <a:lnTo>
                  <a:pt x="1889268" y="1144777"/>
                </a:lnTo>
                <a:lnTo>
                  <a:pt x="1898271" y="1135629"/>
                </a:lnTo>
                <a:lnTo>
                  <a:pt x="1901329" y="1132331"/>
                </a:lnTo>
                <a:lnTo>
                  <a:pt x="1903869" y="1129664"/>
                </a:lnTo>
                <a:lnTo>
                  <a:pt x="1901964" y="1125981"/>
                </a:lnTo>
                <a:lnTo>
                  <a:pt x="1899297" y="1125474"/>
                </a:lnTo>
                <a:lnTo>
                  <a:pt x="1896376" y="1126743"/>
                </a:lnTo>
                <a:lnTo>
                  <a:pt x="1887420" y="1135999"/>
                </a:lnTo>
                <a:lnTo>
                  <a:pt x="1878220" y="1144889"/>
                </a:lnTo>
                <a:lnTo>
                  <a:pt x="1868816" y="1153474"/>
                </a:lnTo>
                <a:lnTo>
                  <a:pt x="1859250" y="1161817"/>
                </a:lnTo>
                <a:lnTo>
                  <a:pt x="1849562" y="1169979"/>
                </a:lnTo>
                <a:lnTo>
                  <a:pt x="1839793" y="1178024"/>
                </a:lnTo>
                <a:lnTo>
                  <a:pt x="1829985" y="1186012"/>
                </a:lnTo>
                <a:lnTo>
                  <a:pt x="1820178" y="1194006"/>
                </a:lnTo>
                <a:lnTo>
                  <a:pt x="1810414" y="1202068"/>
                </a:lnTo>
                <a:lnTo>
                  <a:pt x="1800733" y="1210260"/>
                </a:lnTo>
                <a:lnTo>
                  <a:pt x="1791177" y="1218644"/>
                </a:lnTo>
                <a:lnTo>
                  <a:pt x="1788172" y="1221358"/>
                </a:lnTo>
                <a:lnTo>
                  <a:pt x="1784243" y="1193586"/>
                </a:lnTo>
                <a:lnTo>
                  <a:pt x="1759821" y="1237091"/>
                </a:lnTo>
                <a:lnTo>
                  <a:pt x="1735524" y="1280703"/>
                </a:lnTo>
                <a:lnTo>
                  <a:pt x="1711332" y="1324402"/>
                </a:lnTo>
                <a:lnTo>
                  <a:pt x="1700042" y="1378885"/>
                </a:lnTo>
                <a:lnTo>
                  <a:pt x="1706290" y="1367801"/>
                </a:lnTo>
                <a:lnTo>
                  <a:pt x="1712519" y="1356724"/>
                </a:lnTo>
                <a:lnTo>
                  <a:pt x="1718735" y="1345655"/>
                </a:lnTo>
                <a:lnTo>
                  <a:pt x="1724946" y="1334599"/>
                </a:lnTo>
                <a:close/>
              </a:path>
              <a:path w="2011565" h="2090420">
                <a:moveTo>
                  <a:pt x="1935238" y="1176019"/>
                </a:moveTo>
                <a:lnTo>
                  <a:pt x="1933333" y="1178814"/>
                </a:lnTo>
                <a:lnTo>
                  <a:pt x="1934218" y="1272822"/>
                </a:lnTo>
                <a:lnTo>
                  <a:pt x="1940522" y="1261781"/>
                </a:lnTo>
                <a:lnTo>
                  <a:pt x="1935238" y="1176019"/>
                </a:lnTo>
                <a:close/>
              </a:path>
              <a:path w="2011565" h="2090420">
                <a:moveTo>
                  <a:pt x="716673" y="1477898"/>
                </a:moveTo>
                <a:lnTo>
                  <a:pt x="711466" y="1479677"/>
                </a:lnTo>
                <a:lnTo>
                  <a:pt x="714641" y="1511299"/>
                </a:lnTo>
                <a:lnTo>
                  <a:pt x="718070" y="1508886"/>
                </a:lnTo>
                <a:lnTo>
                  <a:pt x="718197" y="1506092"/>
                </a:lnTo>
                <a:lnTo>
                  <a:pt x="716673" y="1477898"/>
                </a:lnTo>
                <a:close/>
              </a:path>
              <a:path w="2011565" h="2090420">
                <a:moveTo>
                  <a:pt x="726833" y="1472056"/>
                </a:moveTo>
                <a:lnTo>
                  <a:pt x="721753" y="1475104"/>
                </a:lnTo>
                <a:lnTo>
                  <a:pt x="716673" y="1477898"/>
                </a:lnTo>
                <a:lnTo>
                  <a:pt x="718197" y="1506092"/>
                </a:lnTo>
                <a:lnTo>
                  <a:pt x="720864" y="1506220"/>
                </a:lnTo>
                <a:lnTo>
                  <a:pt x="721245" y="1506092"/>
                </a:lnTo>
                <a:lnTo>
                  <a:pt x="717435" y="1510029"/>
                </a:lnTo>
                <a:lnTo>
                  <a:pt x="714641" y="1511299"/>
                </a:lnTo>
                <a:lnTo>
                  <a:pt x="711466" y="1479677"/>
                </a:lnTo>
                <a:lnTo>
                  <a:pt x="710069" y="1475612"/>
                </a:lnTo>
                <a:lnTo>
                  <a:pt x="708672" y="1471548"/>
                </a:lnTo>
                <a:lnTo>
                  <a:pt x="707529" y="1467739"/>
                </a:lnTo>
                <a:lnTo>
                  <a:pt x="704227" y="1504822"/>
                </a:lnTo>
                <a:lnTo>
                  <a:pt x="707402" y="1505584"/>
                </a:lnTo>
                <a:lnTo>
                  <a:pt x="710323" y="1508378"/>
                </a:lnTo>
                <a:lnTo>
                  <a:pt x="712863" y="1601470"/>
                </a:lnTo>
                <a:lnTo>
                  <a:pt x="715187" y="1599654"/>
                </a:lnTo>
                <a:lnTo>
                  <a:pt x="718832" y="1593468"/>
                </a:lnTo>
                <a:lnTo>
                  <a:pt x="720460" y="1593396"/>
                </a:lnTo>
                <a:lnTo>
                  <a:pt x="722007" y="1592833"/>
                </a:lnTo>
                <a:lnTo>
                  <a:pt x="723658" y="1592326"/>
                </a:lnTo>
                <a:lnTo>
                  <a:pt x="724547" y="1593214"/>
                </a:lnTo>
                <a:lnTo>
                  <a:pt x="734792" y="1669534"/>
                </a:lnTo>
                <a:lnTo>
                  <a:pt x="746520" y="1674060"/>
                </a:lnTo>
                <a:lnTo>
                  <a:pt x="739406" y="1463166"/>
                </a:lnTo>
                <a:lnTo>
                  <a:pt x="737501" y="1465960"/>
                </a:lnTo>
                <a:lnTo>
                  <a:pt x="736485" y="1462277"/>
                </a:lnTo>
                <a:lnTo>
                  <a:pt x="736358" y="1460499"/>
                </a:lnTo>
                <a:lnTo>
                  <a:pt x="742500" y="1445919"/>
                </a:lnTo>
                <a:lnTo>
                  <a:pt x="726673" y="1433877"/>
                </a:lnTo>
                <a:lnTo>
                  <a:pt x="710847" y="1421835"/>
                </a:lnTo>
                <a:lnTo>
                  <a:pt x="718232" y="1446733"/>
                </a:lnTo>
                <a:lnTo>
                  <a:pt x="723912" y="1451102"/>
                </a:lnTo>
                <a:lnTo>
                  <a:pt x="724801" y="1457705"/>
                </a:lnTo>
                <a:lnTo>
                  <a:pt x="725944" y="1464945"/>
                </a:lnTo>
                <a:lnTo>
                  <a:pt x="726833" y="1472056"/>
                </a:lnTo>
                <a:close/>
              </a:path>
              <a:path w="2011565" h="2090420">
                <a:moveTo>
                  <a:pt x="282854" y="1065000"/>
                </a:moveTo>
                <a:lnTo>
                  <a:pt x="297248" y="1076640"/>
                </a:lnTo>
                <a:lnTo>
                  <a:pt x="311732" y="1088156"/>
                </a:lnTo>
                <a:lnTo>
                  <a:pt x="326294" y="1099560"/>
                </a:lnTo>
                <a:lnTo>
                  <a:pt x="340922" y="1110868"/>
                </a:lnTo>
                <a:lnTo>
                  <a:pt x="355603" y="1122092"/>
                </a:lnTo>
                <a:lnTo>
                  <a:pt x="370325" y="1133247"/>
                </a:lnTo>
                <a:lnTo>
                  <a:pt x="385077" y="1144346"/>
                </a:lnTo>
                <a:lnTo>
                  <a:pt x="399845" y="1155403"/>
                </a:lnTo>
                <a:lnTo>
                  <a:pt x="414619" y="1166432"/>
                </a:lnTo>
                <a:lnTo>
                  <a:pt x="429385" y="1177446"/>
                </a:lnTo>
                <a:lnTo>
                  <a:pt x="444131" y="1188460"/>
                </a:lnTo>
                <a:lnTo>
                  <a:pt x="458846" y="1199488"/>
                </a:lnTo>
                <a:lnTo>
                  <a:pt x="473517" y="1210543"/>
                </a:lnTo>
                <a:lnTo>
                  <a:pt x="488132" y="1221638"/>
                </a:lnTo>
                <a:lnTo>
                  <a:pt x="502678" y="1232789"/>
                </a:lnTo>
                <a:lnTo>
                  <a:pt x="516211" y="1243145"/>
                </a:lnTo>
                <a:lnTo>
                  <a:pt x="529791" y="1253464"/>
                </a:lnTo>
                <a:lnTo>
                  <a:pt x="543401" y="1263768"/>
                </a:lnTo>
                <a:lnTo>
                  <a:pt x="557023" y="1274079"/>
                </a:lnTo>
                <a:lnTo>
                  <a:pt x="570640" y="1284418"/>
                </a:lnTo>
                <a:lnTo>
                  <a:pt x="584234" y="1294808"/>
                </a:lnTo>
                <a:lnTo>
                  <a:pt x="597786" y="1305270"/>
                </a:lnTo>
                <a:lnTo>
                  <a:pt x="611280" y="1315826"/>
                </a:lnTo>
                <a:lnTo>
                  <a:pt x="624697" y="1326499"/>
                </a:lnTo>
                <a:lnTo>
                  <a:pt x="638019" y="1337310"/>
                </a:lnTo>
                <a:lnTo>
                  <a:pt x="651229" y="1348280"/>
                </a:lnTo>
                <a:lnTo>
                  <a:pt x="664309" y="1359433"/>
                </a:lnTo>
                <a:lnTo>
                  <a:pt x="677242" y="1370789"/>
                </a:lnTo>
                <a:lnTo>
                  <a:pt x="690009" y="1382372"/>
                </a:lnTo>
                <a:lnTo>
                  <a:pt x="702592" y="1394202"/>
                </a:lnTo>
                <a:lnTo>
                  <a:pt x="714975" y="1406301"/>
                </a:lnTo>
                <a:lnTo>
                  <a:pt x="727139" y="1418692"/>
                </a:lnTo>
                <a:lnTo>
                  <a:pt x="739066" y="1431396"/>
                </a:lnTo>
                <a:lnTo>
                  <a:pt x="750739" y="1444436"/>
                </a:lnTo>
                <a:lnTo>
                  <a:pt x="762139" y="1457833"/>
                </a:lnTo>
                <a:lnTo>
                  <a:pt x="758329" y="1457959"/>
                </a:lnTo>
                <a:lnTo>
                  <a:pt x="742500" y="1445919"/>
                </a:lnTo>
                <a:lnTo>
                  <a:pt x="736358" y="1460499"/>
                </a:lnTo>
                <a:lnTo>
                  <a:pt x="739406" y="1463166"/>
                </a:lnTo>
                <a:lnTo>
                  <a:pt x="746520" y="1674060"/>
                </a:lnTo>
                <a:lnTo>
                  <a:pt x="758202" y="1676780"/>
                </a:lnTo>
                <a:lnTo>
                  <a:pt x="763155" y="1677670"/>
                </a:lnTo>
                <a:lnTo>
                  <a:pt x="768235" y="1677923"/>
                </a:lnTo>
                <a:lnTo>
                  <a:pt x="773315" y="1677670"/>
                </a:lnTo>
                <a:lnTo>
                  <a:pt x="777633" y="1679193"/>
                </a:lnTo>
                <a:lnTo>
                  <a:pt x="782205" y="1680083"/>
                </a:lnTo>
                <a:lnTo>
                  <a:pt x="779284" y="1479295"/>
                </a:lnTo>
                <a:lnTo>
                  <a:pt x="779030" y="1481962"/>
                </a:lnTo>
                <a:lnTo>
                  <a:pt x="778268" y="1485137"/>
                </a:lnTo>
                <a:lnTo>
                  <a:pt x="773696" y="1485899"/>
                </a:lnTo>
                <a:lnTo>
                  <a:pt x="771283" y="1483105"/>
                </a:lnTo>
                <a:lnTo>
                  <a:pt x="774331" y="1482089"/>
                </a:lnTo>
                <a:lnTo>
                  <a:pt x="776109" y="1478787"/>
                </a:lnTo>
                <a:lnTo>
                  <a:pt x="777252" y="1476628"/>
                </a:lnTo>
                <a:lnTo>
                  <a:pt x="779919" y="1443101"/>
                </a:lnTo>
                <a:lnTo>
                  <a:pt x="772545" y="1430445"/>
                </a:lnTo>
                <a:lnTo>
                  <a:pt x="765291" y="1417977"/>
                </a:lnTo>
                <a:lnTo>
                  <a:pt x="758112" y="1405705"/>
                </a:lnTo>
                <a:lnTo>
                  <a:pt x="750965" y="1393641"/>
                </a:lnTo>
                <a:lnTo>
                  <a:pt x="743806" y="1381795"/>
                </a:lnTo>
                <a:lnTo>
                  <a:pt x="736589" y="1370179"/>
                </a:lnTo>
                <a:lnTo>
                  <a:pt x="729272" y="1358804"/>
                </a:lnTo>
                <a:lnTo>
                  <a:pt x="721810" y="1347680"/>
                </a:lnTo>
                <a:lnTo>
                  <a:pt x="714159" y="1336818"/>
                </a:lnTo>
                <a:lnTo>
                  <a:pt x="706275" y="1326229"/>
                </a:lnTo>
                <a:lnTo>
                  <a:pt x="698114" y="1315924"/>
                </a:lnTo>
                <a:lnTo>
                  <a:pt x="689631" y="1305913"/>
                </a:lnTo>
                <a:lnTo>
                  <a:pt x="680783" y="1296208"/>
                </a:lnTo>
                <a:lnTo>
                  <a:pt x="671526" y="1286820"/>
                </a:lnTo>
                <a:lnTo>
                  <a:pt x="661815" y="1277758"/>
                </a:lnTo>
                <a:lnTo>
                  <a:pt x="651607" y="1269035"/>
                </a:lnTo>
                <a:lnTo>
                  <a:pt x="640856" y="1260661"/>
                </a:lnTo>
                <a:lnTo>
                  <a:pt x="629520" y="1252647"/>
                </a:lnTo>
                <a:lnTo>
                  <a:pt x="617554" y="1245003"/>
                </a:lnTo>
                <a:lnTo>
                  <a:pt x="604913" y="1237741"/>
                </a:lnTo>
                <a:lnTo>
                  <a:pt x="593835" y="1231699"/>
                </a:lnTo>
                <a:lnTo>
                  <a:pt x="582826" y="1225543"/>
                </a:lnTo>
                <a:lnTo>
                  <a:pt x="571890" y="1219265"/>
                </a:lnTo>
                <a:lnTo>
                  <a:pt x="561031" y="1212855"/>
                </a:lnTo>
                <a:lnTo>
                  <a:pt x="550251" y="1206302"/>
                </a:lnTo>
                <a:lnTo>
                  <a:pt x="539554" y="1199597"/>
                </a:lnTo>
                <a:lnTo>
                  <a:pt x="528942" y="1192729"/>
                </a:lnTo>
                <a:lnTo>
                  <a:pt x="518418" y="1185689"/>
                </a:lnTo>
                <a:lnTo>
                  <a:pt x="507986" y="1178467"/>
                </a:lnTo>
                <a:lnTo>
                  <a:pt x="497650" y="1171052"/>
                </a:lnTo>
                <a:lnTo>
                  <a:pt x="487411" y="1163436"/>
                </a:lnTo>
                <a:lnTo>
                  <a:pt x="477273" y="1155607"/>
                </a:lnTo>
                <a:lnTo>
                  <a:pt x="467239" y="1147556"/>
                </a:lnTo>
                <a:lnTo>
                  <a:pt x="457313" y="1139273"/>
                </a:lnTo>
                <a:lnTo>
                  <a:pt x="447496" y="1130749"/>
                </a:lnTo>
                <a:lnTo>
                  <a:pt x="436463" y="1120822"/>
                </a:lnTo>
                <a:lnTo>
                  <a:pt x="423223" y="1108709"/>
                </a:lnTo>
                <a:lnTo>
                  <a:pt x="415068" y="1101076"/>
                </a:lnTo>
                <a:lnTo>
                  <a:pt x="406123" y="1092533"/>
                </a:lnTo>
                <a:lnTo>
                  <a:pt x="396561" y="1083183"/>
                </a:lnTo>
                <a:lnTo>
                  <a:pt x="386559" y="1073133"/>
                </a:lnTo>
                <a:lnTo>
                  <a:pt x="376290" y="1062487"/>
                </a:lnTo>
                <a:lnTo>
                  <a:pt x="365930" y="1051350"/>
                </a:lnTo>
                <a:lnTo>
                  <a:pt x="355652" y="1039828"/>
                </a:lnTo>
                <a:lnTo>
                  <a:pt x="345632" y="1028024"/>
                </a:lnTo>
                <a:lnTo>
                  <a:pt x="336045" y="1016044"/>
                </a:lnTo>
                <a:lnTo>
                  <a:pt x="327065" y="1003994"/>
                </a:lnTo>
                <a:lnTo>
                  <a:pt x="318867" y="991977"/>
                </a:lnTo>
                <a:lnTo>
                  <a:pt x="311625" y="980099"/>
                </a:lnTo>
                <a:lnTo>
                  <a:pt x="305515" y="968466"/>
                </a:lnTo>
                <a:lnTo>
                  <a:pt x="300711" y="957181"/>
                </a:lnTo>
                <a:lnTo>
                  <a:pt x="297387" y="946350"/>
                </a:lnTo>
                <a:lnTo>
                  <a:pt x="295719" y="936078"/>
                </a:lnTo>
                <a:lnTo>
                  <a:pt x="295757" y="927607"/>
                </a:lnTo>
                <a:lnTo>
                  <a:pt x="299745" y="926718"/>
                </a:lnTo>
                <a:lnTo>
                  <a:pt x="313206" y="878580"/>
                </a:lnTo>
                <a:lnTo>
                  <a:pt x="292862" y="917701"/>
                </a:lnTo>
                <a:lnTo>
                  <a:pt x="291591" y="921892"/>
                </a:lnTo>
                <a:lnTo>
                  <a:pt x="292353" y="923416"/>
                </a:lnTo>
                <a:lnTo>
                  <a:pt x="289899" y="935024"/>
                </a:lnTo>
                <a:lnTo>
                  <a:pt x="290780" y="946392"/>
                </a:lnTo>
                <a:lnTo>
                  <a:pt x="294243" y="957516"/>
                </a:lnTo>
                <a:lnTo>
                  <a:pt x="299534" y="968388"/>
                </a:lnTo>
                <a:lnTo>
                  <a:pt x="305900" y="979004"/>
                </a:lnTo>
                <a:lnTo>
                  <a:pt x="312588" y="989356"/>
                </a:lnTo>
                <a:lnTo>
                  <a:pt x="314363" y="992124"/>
                </a:lnTo>
                <a:lnTo>
                  <a:pt x="321449" y="1003055"/>
                </a:lnTo>
                <a:lnTo>
                  <a:pt x="328727" y="1013822"/>
                </a:lnTo>
                <a:lnTo>
                  <a:pt x="336192" y="1024424"/>
                </a:lnTo>
                <a:lnTo>
                  <a:pt x="343835" y="1034860"/>
                </a:lnTo>
                <a:lnTo>
                  <a:pt x="351650" y="1045130"/>
                </a:lnTo>
                <a:lnTo>
                  <a:pt x="359629" y="1055232"/>
                </a:lnTo>
                <a:lnTo>
                  <a:pt x="367765" y="1065167"/>
                </a:lnTo>
                <a:lnTo>
                  <a:pt x="376051" y="1074934"/>
                </a:lnTo>
                <a:lnTo>
                  <a:pt x="384480" y="1084532"/>
                </a:lnTo>
                <a:lnTo>
                  <a:pt x="393046" y="1093961"/>
                </a:lnTo>
                <a:lnTo>
                  <a:pt x="401740" y="1103220"/>
                </a:lnTo>
                <a:lnTo>
                  <a:pt x="410555" y="1112309"/>
                </a:lnTo>
                <a:lnTo>
                  <a:pt x="419486" y="1121227"/>
                </a:lnTo>
                <a:lnTo>
                  <a:pt x="428523" y="1129973"/>
                </a:lnTo>
                <a:lnTo>
                  <a:pt x="437661" y="1138547"/>
                </a:lnTo>
                <a:lnTo>
                  <a:pt x="446892" y="1146948"/>
                </a:lnTo>
                <a:lnTo>
                  <a:pt x="456210" y="1155177"/>
                </a:lnTo>
                <a:lnTo>
                  <a:pt x="471059" y="1167546"/>
                </a:lnTo>
                <a:lnTo>
                  <a:pt x="481345" y="1175439"/>
                </a:lnTo>
                <a:lnTo>
                  <a:pt x="491773" y="1182978"/>
                </a:lnTo>
                <a:lnTo>
                  <a:pt x="502324" y="1190208"/>
                </a:lnTo>
                <a:lnTo>
                  <a:pt x="512980" y="1197172"/>
                </a:lnTo>
                <a:lnTo>
                  <a:pt x="523723" y="1203913"/>
                </a:lnTo>
                <a:lnTo>
                  <a:pt x="534536" y="1210477"/>
                </a:lnTo>
                <a:lnTo>
                  <a:pt x="545399" y="1216907"/>
                </a:lnTo>
                <a:lnTo>
                  <a:pt x="556294" y="1223247"/>
                </a:lnTo>
                <a:lnTo>
                  <a:pt x="567204" y="1229541"/>
                </a:lnTo>
                <a:lnTo>
                  <a:pt x="578110" y="1235833"/>
                </a:lnTo>
                <a:lnTo>
                  <a:pt x="588994" y="1242167"/>
                </a:lnTo>
                <a:lnTo>
                  <a:pt x="599837" y="1248586"/>
                </a:lnTo>
                <a:lnTo>
                  <a:pt x="610622" y="1255136"/>
                </a:lnTo>
                <a:lnTo>
                  <a:pt x="621331" y="1261859"/>
                </a:lnTo>
                <a:lnTo>
                  <a:pt x="631944" y="1268799"/>
                </a:lnTo>
                <a:lnTo>
                  <a:pt x="642445" y="1276002"/>
                </a:lnTo>
                <a:lnTo>
                  <a:pt x="652919" y="1283589"/>
                </a:lnTo>
                <a:lnTo>
                  <a:pt x="662726" y="1291460"/>
                </a:lnTo>
                <a:lnTo>
                  <a:pt x="671945" y="1299933"/>
                </a:lnTo>
                <a:lnTo>
                  <a:pt x="680632" y="1308954"/>
                </a:lnTo>
                <a:lnTo>
                  <a:pt x="688837" y="1318466"/>
                </a:lnTo>
                <a:lnTo>
                  <a:pt x="696615" y="1328415"/>
                </a:lnTo>
                <a:lnTo>
                  <a:pt x="704018" y="1338747"/>
                </a:lnTo>
                <a:lnTo>
                  <a:pt x="711098" y="1349406"/>
                </a:lnTo>
                <a:lnTo>
                  <a:pt x="717910" y="1360338"/>
                </a:lnTo>
                <a:lnTo>
                  <a:pt x="724506" y="1371488"/>
                </a:lnTo>
                <a:lnTo>
                  <a:pt x="730939" y="1382800"/>
                </a:lnTo>
                <a:lnTo>
                  <a:pt x="737262" y="1394221"/>
                </a:lnTo>
                <a:lnTo>
                  <a:pt x="743528" y="1405695"/>
                </a:lnTo>
                <a:lnTo>
                  <a:pt x="749789" y="1417167"/>
                </a:lnTo>
                <a:lnTo>
                  <a:pt x="752106" y="1421383"/>
                </a:lnTo>
                <a:lnTo>
                  <a:pt x="742411" y="1410954"/>
                </a:lnTo>
                <a:lnTo>
                  <a:pt x="732535" y="1400763"/>
                </a:lnTo>
                <a:lnTo>
                  <a:pt x="722492" y="1390797"/>
                </a:lnTo>
                <a:lnTo>
                  <a:pt x="712293" y="1381039"/>
                </a:lnTo>
                <a:lnTo>
                  <a:pt x="701951" y="1371476"/>
                </a:lnTo>
                <a:lnTo>
                  <a:pt x="691478" y="1362094"/>
                </a:lnTo>
                <a:lnTo>
                  <a:pt x="680887" y="1352876"/>
                </a:lnTo>
                <a:lnTo>
                  <a:pt x="670189" y="1343810"/>
                </a:lnTo>
                <a:lnTo>
                  <a:pt x="659397" y="1334879"/>
                </a:lnTo>
                <a:lnTo>
                  <a:pt x="648523" y="1326070"/>
                </a:lnTo>
                <a:lnTo>
                  <a:pt x="637580" y="1317367"/>
                </a:lnTo>
                <a:lnTo>
                  <a:pt x="626580" y="1308757"/>
                </a:lnTo>
                <a:lnTo>
                  <a:pt x="615535" y="1300224"/>
                </a:lnTo>
                <a:lnTo>
                  <a:pt x="604457" y="1291753"/>
                </a:lnTo>
                <a:lnTo>
                  <a:pt x="593360" y="1283331"/>
                </a:lnTo>
                <a:lnTo>
                  <a:pt x="582254" y="1274941"/>
                </a:lnTo>
                <a:lnTo>
                  <a:pt x="571152" y="1266571"/>
                </a:lnTo>
                <a:lnTo>
                  <a:pt x="560067" y="1258204"/>
                </a:lnTo>
                <a:lnTo>
                  <a:pt x="549012" y="1249827"/>
                </a:lnTo>
                <a:lnTo>
                  <a:pt x="537997" y="1241424"/>
                </a:lnTo>
                <a:lnTo>
                  <a:pt x="522100" y="1229251"/>
                </a:lnTo>
                <a:lnTo>
                  <a:pt x="506221" y="1216976"/>
                </a:lnTo>
                <a:lnTo>
                  <a:pt x="490353" y="1204618"/>
                </a:lnTo>
                <a:lnTo>
                  <a:pt x="474491" y="1192199"/>
                </a:lnTo>
                <a:lnTo>
                  <a:pt x="458628" y="1179738"/>
                </a:lnTo>
                <a:lnTo>
                  <a:pt x="442756" y="1167255"/>
                </a:lnTo>
                <a:lnTo>
                  <a:pt x="426869" y="1154770"/>
                </a:lnTo>
                <a:lnTo>
                  <a:pt x="410961" y="1142304"/>
                </a:lnTo>
                <a:lnTo>
                  <a:pt x="395025" y="1129875"/>
                </a:lnTo>
                <a:lnTo>
                  <a:pt x="379055" y="1117504"/>
                </a:lnTo>
                <a:lnTo>
                  <a:pt x="363043" y="1105212"/>
                </a:lnTo>
                <a:lnTo>
                  <a:pt x="346983" y="1093017"/>
                </a:lnTo>
                <a:lnTo>
                  <a:pt x="330869" y="1080941"/>
                </a:lnTo>
                <a:lnTo>
                  <a:pt x="314694" y="1069003"/>
                </a:lnTo>
                <a:lnTo>
                  <a:pt x="298451" y="1057223"/>
                </a:lnTo>
                <a:lnTo>
                  <a:pt x="282134" y="1045621"/>
                </a:lnTo>
                <a:lnTo>
                  <a:pt x="265735" y="1034217"/>
                </a:lnTo>
                <a:lnTo>
                  <a:pt x="249249" y="1023031"/>
                </a:lnTo>
                <a:lnTo>
                  <a:pt x="232669" y="1012084"/>
                </a:lnTo>
                <a:lnTo>
                  <a:pt x="215988" y="1001394"/>
                </a:lnTo>
                <a:lnTo>
                  <a:pt x="226422" y="1016914"/>
                </a:lnTo>
                <a:lnTo>
                  <a:pt x="240334" y="1029192"/>
                </a:lnTo>
                <a:lnTo>
                  <a:pt x="254385" y="1041289"/>
                </a:lnTo>
                <a:lnTo>
                  <a:pt x="268563" y="1053221"/>
                </a:lnTo>
                <a:lnTo>
                  <a:pt x="282854" y="1065000"/>
                </a:lnTo>
                <a:close/>
              </a:path>
              <a:path w="2011565" h="2090420">
                <a:moveTo>
                  <a:pt x="522414" y="480949"/>
                </a:moveTo>
                <a:lnTo>
                  <a:pt x="543296" y="435555"/>
                </a:lnTo>
                <a:lnTo>
                  <a:pt x="563824" y="389976"/>
                </a:lnTo>
                <a:lnTo>
                  <a:pt x="583965" y="344214"/>
                </a:lnTo>
                <a:lnTo>
                  <a:pt x="603689" y="298272"/>
                </a:lnTo>
                <a:lnTo>
                  <a:pt x="622962" y="252150"/>
                </a:lnTo>
                <a:lnTo>
                  <a:pt x="641754" y="205851"/>
                </a:lnTo>
                <a:lnTo>
                  <a:pt x="660032" y="159377"/>
                </a:lnTo>
                <a:lnTo>
                  <a:pt x="677765" y="112730"/>
                </a:lnTo>
                <a:lnTo>
                  <a:pt x="694920" y="65911"/>
                </a:lnTo>
                <a:lnTo>
                  <a:pt x="711466" y="18923"/>
                </a:lnTo>
                <a:lnTo>
                  <a:pt x="719639" y="32281"/>
                </a:lnTo>
                <a:lnTo>
                  <a:pt x="727965" y="45638"/>
                </a:lnTo>
                <a:lnTo>
                  <a:pt x="736440" y="58976"/>
                </a:lnTo>
                <a:lnTo>
                  <a:pt x="745063" y="72277"/>
                </a:lnTo>
                <a:lnTo>
                  <a:pt x="753833" y="85524"/>
                </a:lnTo>
                <a:lnTo>
                  <a:pt x="762746" y="98700"/>
                </a:lnTo>
                <a:lnTo>
                  <a:pt x="771801" y="111789"/>
                </a:lnTo>
                <a:lnTo>
                  <a:pt x="780995" y="124771"/>
                </a:lnTo>
                <a:lnTo>
                  <a:pt x="790327" y="137631"/>
                </a:lnTo>
                <a:lnTo>
                  <a:pt x="799795" y="150352"/>
                </a:lnTo>
                <a:lnTo>
                  <a:pt x="809396" y="162915"/>
                </a:lnTo>
                <a:lnTo>
                  <a:pt x="819128" y="175303"/>
                </a:lnTo>
                <a:lnTo>
                  <a:pt x="828989" y="187500"/>
                </a:lnTo>
                <a:lnTo>
                  <a:pt x="838977" y="199488"/>
                </a:lnTo>
                <a:lnTo>
                  <a:pt x="849091" y="211250"/>
                </a:lnTo>
                <a:lnTo>
                  <a:pt x="849008" y="178862"/>
                </a:lnTo>
                <a:lnTo>
                  <a:pt x="836834" y="164924"/>
                </a:lnTo>
                <a:lnTo>
                  <a:pt x="825026" y="150516"/>
                </a:lnTo>
                <a:lnTo>
                  <a:pt x="813601" y="135622"/>
                </a:lnTo>
                <a:lnTo>
                  <a:pt x="802574" y="120226"/>
                </a:lnTo>
                <a:lnTo>
                  <a:pt x="791961" y="104312"/>
                </a:lnTo>
                <a:lnTo>
                  <a:pt x="781780" y="87864"/>
                </a:lnTo>
                <a:lnTo>
                  <a:pt x="772045" y="70865"/>
                </a:lnTo>
                <a:lnTo>
                  <a:pt x="767981" y="69087"/>
                </a:lnTo>
                <a:lnTo>
                  <a:pt x="765568" y="71754"/>
                </a:lnTo>
                <a:lnTo>
                  <a:pt x="767092" y="74167"/>
                </a:lnTo>
                <a:lnTo>
                  <a:pt x="768997" y="77596"/>
                </a:lnTo>
                <a:lnTo>
                  <a:pt x="770902" y="80644"/>
                </a:lnTo>
                <a:lnTo>
                  <a:pt x="772680" y="83946"/>
                </a:lnTo>
                <a:lnTo>
                  <a:pt x="765053" y="73806"/>
                </a:lnTo>
                <a:lnTo>
                  <a:pt x="757423" y="63668"/>
                </a:lnTo>
                <a:lnTo>
                  <a:pt x="749802" y="53522"/>
                </a:lnTo>
                <a:lnTo>
                  <a:pt x="742201" y="43356"/>
                </a:lnTo>
                <a:lnTo>
                  <a:pt x="734632" y="33158"/>
                </a:lnTo>
                <a:lnTo>
                  <a:pt x="727104" y="22918"/>
                </a:lnTo>
                <a:lnTo>
                  <a:pt x="719631" y="12624"/>
                </a:lnTo>
                <a:lnTo>
                  <a:pt x="716673" y="8508"/>
                </a:lnTo>
                <a:lnTo>
                  <a:pt x="718070" y="4825"/>
                </a:lnTo>
                <a:lnTo>
                  <a:pt x="717308" y="380"/>
                </a:lnTo>
                <a:lnTo>
                  <a:pt x="715403" y="126"/>
                </a:lnTo>
                <a:lnTo>
                  <a:pt x="712736" y="507"/>
                </a:lnTo>
                <a:lnTo>
                  <a:pt x="709688" y="507"/>
                </a:lnTo>
                <a:lnTo>
                  <a:pt x="707021" y="0"/>
                </a:lnTo>
                <a:lnTo>
                  <a:pt x="703719" y="3937"/>
                </a:lnTo>
                <a:lnTo>
                  <a:pt x="705497" y="7112"/>
                </a:lnTo>
                <a:lnTo>
                  <a:pt x="707783" y="10667"/>
                </a:lnTo>
                <a:lnTo>
                  <a:pt x="702640" y="22321"/>
                </a:lnTo>
                <a:lnTo>
                  <a:pt x="697523" y="33967"/>
                </a:lnTo>
                <a:lnTo>
                  <a:pt x="692429" y="45608"/>
                </a:lnTo>
                <a:lnTo>
                  <a:pt x="687354" y="57246"/>
                </a:lnTo>
                <a:lnTo>
                  <a:pt x="682296" y="68882"/>
                </a:lnTo>
                <a:lnTo>
                  <a:pt x="677250" y="80520"/>
                </a:lnTo>
                <a:lnTo>
                  <a:pt x="672214" y="92162"/>
                </a:lnTo>
                <a:lnTo>
                  <a:pt x="667184" y="103809"/>
                </a:lnTo>
                <a:lnTo>
                  <a:pt x="663206" y="113029"/>
                </a:lnTo>
                <a:lnTo>
                  <a:pt x="663079" y="112649"/>
                </a:lnTo>
                <a:lnTo>
                  <a:pt x="651962" y="106425"/>
                </a:lnTo>
                <a:lnTo>
                  <a:pt x="642019" y="98909"/>
                </a:lnTo>
                <a:lnTo>
                  <a:pt x="633096" y="90158"/>
                </a:lnTo>
                <a:lnTo>
                  <a:pt x="625037" y="80230"/>
                </a:lnTo>
                <a:lnTo>
                  <a:pt x="617689" y="69181"/>
                </a:lnTo>
                <a:lnTo>
                  <a:pt x="611136" y="57530"/>
                </a:lnTo>
                <a:lnTo>
                  <a:pt x="608088" y="54990"/>
                </a:lnTo>
                <a:lnTo>
                  <a:pt x="604659" y="54355"/>
                </a:lnTo>
                <a:lnTo>
                  <a:pt x="600849" y="58927"/>
                </a:lnTo>
                <a:lnTo>
                  <a:pt x="602881" y="63500"/>
                </a:lnTo>
                <a:lnTo>
                  <a:pt x="603135" y="63753"/>
                </a:lnTo>
                <a:lnTo>
                  <a:pt x="581917" y="109421"/>
                </a:lnTo>
                <a:lnTo>
                  <a:pt x="560975" y="155278"/>
                </a:lnTo>
                <a:lnTo>
                  <a:pt x="540287" y="201308"/>
                </a:lnTo>
                <a:lnTo>
                  <a:pt x="519831" y="247493"/>
                </a:lnTo>
                <a:lnTo>
                  <a:pt x="499582" y="293818"/>
                </a:lnTo>
                <a:lnTo>
                  <a:pt x="479518" y="340266"/>
                </a:lnTo>
                <a:lnTo>
                  <a:pt x="459616" y="386820"/>
                </a:lnTo>
                <a:lnTo>
                  <a:pt x="439853" y="433464"/>
                </a:lnTo>
                <a:lnTo>
                  <a:pt x="420206" y="480181"/>
                </a:lnTo>
                <a:lnTo>
                  <a:pt x="400653" y="526954"/>
                </a:lnTo>
                <a:lnTo>
                  <a:pt x="381169" y="573768"/>
                </a:lnTo>
                <a:lnTo>
                  <a:pt x="361733" y="620605"/>
                </a:lnTo>
                <a:lnTo>
                  <a:pt x="342320" y="667449"/>
                </a:lnTo>
                <a:lnTo>
                  <a:pt x="322909" y="714283"/>
                </a:lnTo>
                <a:lnTo>
                  <a:pt x="303476" y="761091"/>
                </a:lnTo>
                <a:lnTo>
                  <a:pt x="283999" y="807856"/>
                </a:lnTo>
                <a:lnTo>
                  <a:pt x="264453" y="854561"/>
                </a:lnTo>
                <a:lnTo>
                  <a:pt x="244817" y="901191"/>
                </a:lnTo>
                <a:lnTo>
                  <a:pt x="225067" y="947728"/>
                </a:lnTo>
                <a:lnTo>
                  <a:pt x="205181" y="994155"/>
                </a:lnTo>
                <a:lnTo>
                  <a:pt x="203009" y="999616"/>
                </a:lnTo>
                <a:lnTo>
                  <a:pt x="206349" y="1004188"/>
                </a:lnTo>
                <a:lnTo>
                  <a:pt x="210019" y="1004824"/>
                </a:lnTo>
                <a:lnTo>
                  <a:pt x="212661" y="1004442"/>
                </a:lnTo>
                <a:lnTo>
                  <a:pt x="226422" y="1016914"/>
                </a:lnTo>
                <a:lnTo>
                  <a:pt x="215988" y="1001394"/>
                </a:lnTo>
                <a:lnTo>
                  <a:pt x="235438" y="954830"/>
                </a:lnTo>
                <a:lnTo>
                  <a:pt x="255047" y="908322"/>
                </a:lnTo>
                <a:lnTo>
                  <a:pt x="274788" y="861860"/>
                </a:lnTo>
                <a:lnTo>
                  <a:pt x="294636" y="815434"/>
                </a:lnTo>
                <a:lnTo>
                  <a:pt x="314566" y="769034"/>
                </a:lnTo>
                <a:lnTo>
                  <a:pt x="334553" y="722650"/>
                </a:lnTo>
                <a:lnTo>
                  <a:pt x="354571" y="676271"/>
                </a:lnTo>
                <a:lnTo>
                  <a:pt x="374594" y="629888"/>
                </a:lnTo>
                <a:lnTo>
                  <a:pt x="394598" y="583490"/>
                </a:lnTo>
                <a:lnTo>
                  <a:pt x="414556" y="537067"/>
                </a:lnTo>
                <a:lnTo>
                  <a:pt x="434444" y="490608"/>
                </a:lnTo>
                <a:lnTo>
                  <a:pt x="454235" y="444104"/>
                </a:lnTo>
                <a:lnTo>
                  <a:pt x="473905" y="397545"/>
                </a:lnTo>
                <a:lnTo>
                  <a:pt x="493428" y="350919"/>
                </a:lnTo>
                <a:lnTo>
                  <a:pt x="512779" y="304218"/>
                </a:lnTo>
                <a:lnTo>
                  <a:pt x="531932" y="257431"/>
                </a:lnTo>
                <a:lnTo>
                  <a:pt x="550861" y="210547"/>
                </a:lnTo>
                <a:lnTo>
                  <a:pt x="569542" y="163556"/>
                </a:lnTo>
                <a:lnTo>
                  <a:pt x="587949" y="116449"/>
                </a:lnTo>
                <a:lnTo>
                  <a:pt x="606056" y="69214"/>
                </a:lnTo>
                <a:lnTo>
                  <a:pt x="613162" y="80842"/>
                </a:lnTo>
                <a:lnTo>
                  <a:pt x="621534" y="91115"/>
                </a:lnTo>
                <a:lnTo>
                  <a:pt x="630993" y="100009"/>
                </a:lnTo>
                <a:lnTo>
                  <a:pt x="641361" y="107501"/>
                </a:lnTo>
                <a:lnTo>
                  <a:pt x="652457" y="113567"/>
                </a:lnTo>
                <a:lnTo>
                  <a:pt x="661301" y="117220"/>
                </a:lnTo>
                <a:lnTo>
                  <a:pt x="643711" y="157772"/>
                </a:lnTo>
                <a:lnTo>
                  <a:pt x="626149" y="198308"/>
                </a:lnTo>
                <a:lnTo>
                  <a:pt x="608594" y="238820"/>
                </a:lnTo>
                <a:lnTo>
                  <a:pt x="591028" y="279304"/>
                </a:lnTo>
                <a:lnTo>
                  <a:pt x="573432" y="319752"/>
                </a:lnTo>
                <a:lnTo>
                  <a:pt x="555787" y="360157"/>
                </a:lnTo>
                <a:lnTo>
                  <a:pt x="538073" y="400514"/>
                </a:lnTo>
                <a:lnTo>
                  <a:pt x="520272" y="440814"/>
                </a:lnTo>
                <a:lnTo>
                  <a:pt x="502364" y="481053"/>
                </a:lnTo>
                <a:lnTo>
                  <a:pt x="484330" y="521223"/>
                </a:lnTo>
                <a:lnTo>
                  <a:pt x="466151" y="561318"/>
                </a:lnTo>
                <a:lnTo>
                  <a:pt x="447808" y="601331"/>
                </a:lnTo>
                <a:lnTo>
                  <a:pt x="429282" y="641256"/>
                </a:lnTo>
                <a:lnTo>
                  <a:pt x="410553" y="681086"/>
                </a:lnTo>
                <a:lnTo>
                  <a:pt x="391603" y="720814"/>
                </a:lnTo>
                <a:lnTo>
                  <a:pt x="372413" y="760434"/>
                </a:lnTo>
                <a:lnTo>
                  <a:pt x="352962" y="799939"/>
                </a:lnTo>
                <a:lnTo>
                  <a:pt x="333233" y="839323"/>
                </a:lnTo>
                <a:lnTo>
                  <a:pt x="313206" y="878580"/>
                </a:lnTo>
                <a:lnTo>
                  <a:pt x="299745" y="926718"/>
                </a:lnTo>
                <a:lnTo>
                  <a:pt x="323799" y="880864"/>
                </a:lnTo>
                <a:lnTo>
                  <a:pt x="346434" y="837219"/>
                </a:lnTo>
                <a:lnTo>
                  <a:pt x="369002" y="793372"/>
                </a:lnTo>
                <a:lnTo>
                  <a:pt x="391470" y="749325"/>
                </a:lnTo>
                <a:lnTo>
                  <a:pt x="413808" y="705080"/>
                </a:lnTo>
                <a:lnTo>
                  <a:pt x="435982" y="660638"/>
                </a:lnTo>
                <a:lnTo>
                  <a:pt x="457962" y="616003"/>
                </a:lnTo>
                <a:lnTo>
                  <a:pt x="479715" y="571174"/>
                </a:lnTo>
                <a:lnTo>
                  <a:pt x="501210" y="526156"/>
                </a:lnTo>
                <a:lnTo>
                  <a:pt x="522414" y="480949"/>
                </a:lnTo>
                <a:close/>
              </a:path>
              <a:path w="2011565" h="2090420">
                <a:moveTo>
                  <a:pt x="562006" y="1328374"/>
                </a:moveTo>
                <a:lnTo>
                  <a:pt x="572074" y="1335995"/>
                </a:lnTo>
                <a:lnTo>
                  <a:pt x="575576" y="1338579"/>
                </a:lnTo>
                <a:lnTo>
                  <a:pt x="576699" y="1351412"/>
                </a:lnTo>
                <a:lnTo>
                  <a:pt x="578162" y="1364121"/>
                </a:lnTo>
                <a:lnTo>
                  <a:pt x="579964" y="1376703"/>
                </a:lnTo>
                <a:lnTo>
                  <a:pt x="582109" y="1389151"/>
                </a:lnTo>
                <a:lnTo>
                  <a:pt x="584595" y="1401460"/>
                </a:lnTo>
                <a:lnTo>
                  <a:pt x="586333" y="1407921"/>
                </a:lnTo>
                <a:lnTo>
                  <a:pt x="587540" y="1413128"/>
                </a:lnTo>
                <a:lnTo>
                  <a:pt x="588454" y="1418843"/>
                </a:lnTo>
                <a:lnTo>
                  <a:pt x="583653" y="1415922"/>
                </a:lnTo>
                <a:lnTo>
                  <a:pt x="579043" y="1413002"/>
                </a:lnTo>
                <a:lnTo>
                  <a:pt x="574281" y="1409953"/>
                </a:lnTo>
                <a:lnTo>
                  <a:pt x="573630" y="1530517"/>
                </a:lnTo>
                <a:lnTo>
                  <a:pt x="589885" y="1539990"/>
                </a:lnTo>
                <a:lnTo>
                  <a:pt x="606227" y="1549132"/>
                </a:lnTo>
                <a:lnTo>
                  <a:pt x="622665" y="1557909"/>
                </a:lnTo>
                <a:lnTo>
                  <a:pt x="639203" y="1566290"/>
                </a:lnTo>
                <a:lnTo>
                  <a:pt x="644156" y="1567306"/>
                </a:lnTo>
                <a:lnTo>
                  <a:pt x="647458" y="1459991"/>
                </a:lnTo>
                <a:lnTo>
                  <a:pt x="643394" y="1457197"/>
                </a:lnTo>
                <a:lnTo>
                  <a:pt x="639203" y="1454403"/>
                </a:lnTo>
                <a:lnTo>
                  <a:pt x="634885" y="1451228"/>
                </a:lnTo>
                <a:lnTo>
                  <a:pt x="630944" y="1438977"/>
                </a:lnTo>
                <a:lnTo>
                  <a:pt x="626956" y="1426908"/>
                </a:lnTo>
                <a:lnTo>
                  <a:pt x="623248" y="1414903"/>
                </a:lnTo>
                <a:lnTo>
                  <a:pt x="622566" y="1412493"/>
                </a:lnTo>
                <a:lnTo>
                  <a:pt x="619454" y="1400195"/>
                </a:lnTo>
                <a:lnTo>
                  <a:pt x="616539" y="1387806"/>
                </a:lnTo>
                <a:lnTo>
                  <a:pt x="613749" y="1375399"/>
                </a:lnTo>
                <a:lnTo>
                  <a:pt x="611644" y="1365884"/>
                </a:lnTo>
                <a:lnTo>
                  <a:pt x="605075" y="1382691"/>
                </a:lnTo>
                <a:lnTo>
                  <a:pt x="607358" y="1395297"/>
                </a:lnTo>
                <a:lnTo>
                  <a:pt x="609845" y="1407928"/>
                </a:lnTo>
                <a:lnTo>
                  <a:pt x="612606" y="1420471"/>
                </a:lnTo>
                <a:lnTo>
                  <a:pt x="615706" y="1432813"/>
                </a:lnTo>
                <a:lnTo>
                  <a:pt x="617232" y="1438274"/>
                </a:lnTo>
                <a:lnTo>
                  <a:pt x="612152" y="1434718"/>
                </a:lnTo>
                <a:lnTo>
                  <a:pt x="607326" y="1431543"/>
                </a:lnTo>
                <a:lnTo>
                  <a:pt x="603008" y="1428368"/>
                </a:lnTo>
                <a:lnTo>
                  <a:pt x="598876" y="1416341"/>
                </a:lnTo>
                <a:lnTo>
                  <a:pt x="594875" y="1404321"/>
                </a:lnTo>
                <a:lnTo>
                  <a:pt x="593509" y="1399666"/>
                </a:lnTo>
                <a:lnTo>
                  <a:pt x="590650" y="1387347"/>
                </a:lnTo>
                <a:lnTo>
                  <a:pt x="588216" y="1374895"/>
                </a:lnTo>
                <a:lnTo>
                  <a:pt x="586155" y="1362338"/>
                </a:lnTo>
                <a:lnTo>
                  <a:pt x="584419" y="1349703"/>
                </a:lnTo>
                <a:lnTo>
                  <a:pt x="583869" y="1345183"/>
                </a:lnTo>
                <a:lnTo>
                  <a:pt x="589876" y="1349502"/>
                </a:lnTo>
                <a:lnTo>
                  <a:pt x="600097" y="1337564"/>
                </a:lnTo>
                <a:lnTo>
                  <a:pt x="584275" y="1325535"/>
                </a:lnTo>
                <a:lnTo>
                  <a:pt x="568453" y="1313512"/>
                </a:lnTo>
                <a:lnTo>
                  <a:pt x="552630" y="1301493"/>
                </a:lnTo>
                <a:lnTo>
                  <a:pt x="551878" y="1320418"/>
                </a:lnTo>
                <a:lnTo>
                  <a:pt x="562006" y="1328374"/>
                </a:lnTo>
                <a:close/>
              </a:path>
              <a:path w="2011565" h="2090420">
                <a:moveTo>
                  <a:pt x="520978" y="1277473"/>
                </a:moveTo>
                <a:lnTo>
                  <a:pt x="528436" y="1302782"/>
                </a:lnTo>
                <a:lnTo>
                  <a:pt x="538613" y="1310465"/>
                </a:lnTo>
                <a:lnTo>
                  <a:pt x="541185" y="1312417"/>
                </a:lnTo>
                <a:lnTo>
                  <a:pt x="544164" y="1324762"/>
                </a:lnTo>
                <a:lnTo>
                  <a:pt x="552630" y="1301493"/>
                </a:lnTo>
                <a:lnTo>
                  <a:pt x="536805" y="1289480"/>
                </a:lnTo>
                <a:lnTo>
                  <a:pt x="520978" y="1277473"/>
                </a:lnTo>
                <a:close/>
              </a:path>
              <a:path w="2011565" h="2090420">
                <a:moveTo>
                  <a:pt x="141528" y="1224152"/>
                </a:moveTo>
                <a:lnTo>
                  <a:pt x="146024" y="1226565"/>
                </a:lnTo>
                <a:lnTo>
                  <a:pt x="150317" y="1228852"/>
                </a:lnTo>
                <a:lnTo>
                  <a:pt x="150623" y="1229064"/>
                </a:lnTo>
                <a:lnTo>
                  <a:pt x="163610" y="1236392"/>
                </a:lnTo>
                <a:lnTo>
                  <a:pt x="174465" y="1242845"/>
                </a:lnTo>
                <a:lnTo>
                  <a:pt x="185220" y="1249482"/>
                </a:lnTo>
                <a:lnTo>
                  <a:pt x="195892" y="1256274"/>
                </a:lnTo>
                <a:lnTo>
                  <a:pt x="206501" y="1263194"/>
                </a:lnTo>
                <a:lnTo>
                  <a:pt x="217062" y="1270213"/>
                </a:lnTo>
                <a:lnTo>
                  <a:pt x="227596" y="1277303"/>
                </a:lnTo>
                <a:lnTo>
                  <a:pt x="238118" y="1284434"/>
                </a:lnTo>
                <a:lnTo>
                  <a:pt x="248648" y="1291580"/>
                </a:lnTo>
                <a:lnTo>
                  <a:pt x="259203" y="1298712"/>
                </a:lnTo>
                <a:lnTo>
                  <a:pt x="252349" y="1207896"/>
                </a:lnTo>
                <a:lnTo>
                  <a:pt x="250113" y="1201546"/>
                </a:lnTo>
                <a:lnTo>
                  <a:pt x="247865" y="1195196"/>
                </a:lnTo>
                <a:lnTo>
                  <a:pt x="245910" y="1188339"/>
                </a:lnTo>
                <a:lnTo>
                  <a:pt x="242267" y="1176184"/>
                </a:lnTo>
                <a:lnTo>
                  <a:pt x="238757" y="1164000"/>
                </a:lnTo>
                <a:lnTo>
                  <a:pt x="235351" y="1151784"/>
                </a:lnTo>
                <a:lnTo>
                  <a:pt x="232022" y="1139531"/>
                </a:lnTo>
                <a:lnTo>
                  <a:pt x="228743" y="1127237"/>
                </a:lnTo>
                <a:lnTo>
                  <a:pt x="226733" y="1119631"/>
                </a:lnTo>
                <a:lnTo>
                  <a:pt x="223100" y="1117091"/>
                </a:lnTo>
                <a:lnTo>
                  <a:pt x="221386" y="1121409"/>
                </a:lnTo>
                <a:lnTo>
                  <a:pt x="223661" y="1133963"/>
                </a:lnTo>
                <a:lnTo>
                  <a:pt x="226107" y="1146452"/>
                </a:lnTo>
                <a:lnTo>
                  <a:pt x="228746" y="1158876"/>
                </a:lnTo>
                <a:lnTo>
                  <a:pt x="231600" y="1171237"/>
                </a:lnTo>
                <a:lnTo>
                  <a:pt x="234693" y="1183533"/>
                </a:lnTo>
                <a:lnTo>
                  <a:pt x="237921" y="1195324"/>
                </a:lnTo>
                <a:lnTo>
                  <a:pt x="238785" y="1198879"/>
                </a:lnTo>
                <a:lnTo>
                  <a:pt x="234022" y="1195704"/>
                </a:lnTo>
                <a:lnTo>
                  <a:pt x="229247" y="1192529"/>
                </a:lnTo>
                <a:lnTo>
                  <a:pt x="224078" y="1189227"/>
                </a:lnTo>
                <a:lnTo>
                  <a:pt x="222656" y="1185417"/>
                </a:lnTo>
                <a:lnTo>
                  <a:pt x="221259" y="1181353"/>
                </a:lnTo>
                <a:lnTo>
                  <a:pt x="220230" y="1177543"/>
                </a:lnTo>
                <a:lnTo>
                  <a:pt x="216583" y="1165478"/>
                </a:lnTo>
                <a:lnTo>
                  <a:pt x="213001" y="1152823"/>
                </a:lnTo>
                <a:lnTo>
                  <a:pt x="209125" y="1140203"/>
                </a:lnTo>
                <a:lnTo>
                  <a:pt x="204599" y="1128241"/>
                </a:lnTo>
                <a:lnTo>
                  <a:pt x="199064" y="1117563"/>
                </a:lnTo>
                <a:lnTo>
                  <a:pt x="195745" y="1114932"/>
                </a:lnTo>
                <a:lnTo>
                  <a:pt x="193522" y="1115567"/>
                </a:lnTo>
                <a:lnTo>
                  <a:pt x="190779" y="1117600"/>
                </a:lnTo>
                <a:lnTo>
                  <a:pt x="190195" y="1118742"/>
                </a:lnTo>
                <a:lnTo>
                  <a:pt x="191541" y="1121790"/>
                </a:lnTo>
                <a:lnTo>
                  <a:pt x="193154" y="1121790"/>
                </a:lnTo>
                <a:lnTo>
                  <a:pt x="194741" y="1129250"/>
                </a:lnTo>
                <a:lnTo>
                  <a:pt x="197820" y="1141891"/>
                </a:lnTo>
                <a:lnTo>
                  <a:pt x="201614" y="1156848"/>
                </a:lnTo>
                <a:lnTo>
                  <a:pt x="205346" y="1171256"/>
                </a:lnTo>
                <a:lnTo>
                  <a:pt x="207162" y="1178178"/>
                </a:lnTo>
                <a:lnTo>
                  <a:pt x="196576" y="1171230"/>
                </a:lnTo>
                <a:lnTo>
                  <a:pt x="190233" y="1185417"/>
                </a:lnTo>
                <a:lnTo>
                  <a:pt x="179464" y="1178666"/>
                </a:lnTo>
                <a:lnTo>
                  <a:pt x="168678" y="1171958"/>
                </a:lnTo>
                <a:lnTo>
                  <a:pt x="157870" y="1165294"/>
                </a:lnTo>
                <a:lnTo>
                  <a:pt x="147039" y="1158676"/>
                </a:lnTo>
                <a:lnTo>
                  <a:pt x="136181" y="1152103"/>
                </a:lnTo>
                <a:lnTo>
                  <a:pt x="141528" y="1224152"/>
                </a:lnTo>
                <a:close/>
              </a:path>
              <a:path w="2011565" h="2090420">
                <a:moveTo>
                  <a:pt x="646442" y="1562989"/>
                </a:moveTo>
                <a:lnTo>
                  <a:pt x="645299" y="1559559"/>
                </a:lnTo>
                <a:lnTo>
                  <a:pt x="649617" y="1562099"/>
                </a:lnTo>
                <a:lnTo>
                  <a:pt x="649744" y="1563623"/>
                </a:lnTo>
                <a:lnTo>
                  <a:pt x="657318" y="1574236"/>
                </a:lnTo>
                <a:lnTo>
                  <a:pt x="665528" y="1583752"/>
                </a:lnTo>
                <a:lnTo>
                  <a:pt x="668794" y="1587118"/>
                </a:lnTo>
                <a:lnTo>
                  <a:pt x="673061" y="1600607"/>
                </a:lnTo>
                <a:lnTo>
                  <a:pt x="678740" y="1613465"/>
                </a:lnTo>
                <a:lnTo>
                  <a:pt x="685693" y="1625552"/>
                </a:lnTo>
                <a:lnTo>
                  <a:pt x="693785" y="1636729"/>
                </a:lnTo>
                <a:lnTo>
                  <a:pt x="702877" y="1646856"/>
                </a:lnTo>
                <a:lnTo>
                  <a:pt x="712834" y="1655792"/>
                </a:lnTo>
                <a:lnTo>
                  <a:pt x="723517" y="1663398"/>
                </a:lnTo>
                <a:lnTo>
                  <a:pt x="734792" y="1669534"/>
                </a:lnTo>
                <a:lnTo>
                  <a:pt x="724547" y="1593214"/>
                </a:lnTo>
                <a:lnTo>
                  <a:pt x="720460" y="1593396"/>
                </a:lnTo>
                <a:lnTo>
                  <a:pt x="719213" y="1593849"/>
                </a:lnTo>
                <a:lnTo>
                  <a:pt x="716927" y="1598295"/>
                </a:lnTo>
                <a:lnTo>
                  <a:pt x="715187" y="1599654"/>
                </a:lnTo>
                <a:lnTo>
                  <a:pt x="714641" y="1600580"/>
                </a:lnTo>
                <a:lnTo>
                  <a:pt x="714387" y="1607311"/>
                </a:lnTo>
                <a:lnTo>
                  <a:pt x="710323" y="1604264"/>
                </a:lnTo>
                <a:lnTo>
                  <a:pt x="708545" y="1602485"/>
                </a:lnTo>
                <a:lnTo>
                  <a:pt x="712863" y="1601470"/>
                </a:lnTo>
                <a:lnTo>
                  <a:pt x="710323" y="1508378"/>
                </a:lnTo>
                <a:lnTo>
                  <a:pt x="706132" y="1506092"/>
                </a:lnTo>
                <a:lnTo>
                  <a:pt x="704227" y="1504822"/>
                </a:lnTo>
                <a:lnTo>
                  <a:pt x="707529" y="1467739"/>
                </a:lnTo>
                <a:lnTo>
                  <a:pt x="704148" y="1455470"/>
                </a:lnTo>
                <a:lnTo>
                  <a:pt x="700940" y="1443144"/>
                </a:lnTo>
                <a:lnTo>
                  <a:pt x="698004" y="1431289"/>
                </a:lnTo>
                <a:lnTo>
                  <a:pt x="708128" y="1439059"/>
                </a:lnTo>
                <a:lnTo>
                  <a:pt x="718232" y="1446733"/>
                </a:lnTo>
                <a:lnTo>
                  <a:pt x="710847" y="1421835"/>
                </a:lnTo>
                <a:lnTo>
                  <a:pt x="695024" y="1409792"/>
                </a:lnTo>
                <a:lnTo>
                  <a:pt x="694957" y="1457689"/>
                </a:lnTo>
                <a:lnTo>
                  <a:pt x="698064" y="1470058"/>
                </a:lnTo>
                <a:lnTo>
                  <a:pt x="698893" y="1473199"/>
                </a:lnTo>
                <a:lnTo>
                  <a:pt x="701306" y="1482597"/>
                </a:lnTo>
                <a:lnTo>
                  <a:pt x="697369" y="1482978"/>
                </a:lnTo>
                <a:lnTo>
                  <a:pt x="694702" y="1482852"/>
                </a:lnTo>
                <a:lnTo>
                  <a:pt x="691019" y="1482343"/>
                </a:lnTo>
                <a:lnTo>
                  <a:pt x="686574" y="1480820"/>
                </a:lnTo>
                <a:lnTo>
                  <a:pt x="683265" y="1468381"/>
                </a:lnTo>
                <a:lnTo>
                  <a:pt x="680059" y="1456175"/>
                </a:lnTo>
                <a:lnTo>
                  <a:pt x="678954" y="1451483"/>
                </a:lnTo>
                <a:lnTo>
                  <a:pt x="676297" y="1439140"/>
                </a:lnTo>
                <a:lnTo>
                  <a:pt x="673683" y="1426699"/>
                </a:lnTo>
                <a:lnTo>
                  <a:pt x="671154" y="1414204"/>
                </a:lnTo>
                <a:lnTo>
                  <a:pt x="670445" y="1410589"/>
                </a:lnTo>
                <a:lnTo>
                  <a:pt x="669311" y="1452410"/>
                </a:lnTo>
                <a:lnTo>
                  <a:pt x="670318" y="1457578"/>
                </a:lnTo>
                <a:lnTo>
                  <a:pt x="671461" y="1463547"/>
                </a:lnTo>
                <a:lnTo>
                  <a:pt x="672858" y="1469770"/>
                </a:lnTo>
                <a:lnTo>
                  <a:pt x="674001" y="1475739"/>
                </a:lnTo>
                <a:lnTo>
                  <a:pt x="670191" y="1473961"/>
                </a:lnTo>
                <a:lnTo>
                  <a:pt x="666508" y="1471802"/>
                </a:lnTo>
                <a:lnTo>
                  <a:pt x="662317" y="1469516"/>
                </a:lnTo>
                <a:lnTo>
                  <a:pt x="658470" y="1457320"/>
                </a:lnTo>
                <a:lnTo>
                  <a:pt x="654493" y="1445217"/>
                </a:lnTo>
                <a:lnTo>
                  <a:pt x="652665" y="1438909"/>
                </a:lnTo>
                <a:lnTo>
                  <a:pt x="649627" y="1426612"/>
                </a:lnTo>
                <a:lnTo>
                  <a:pt x="646918" y="1414186"/>
                </a:lnTo>
                <a:lnTo>
                  <a:pt x="644492" y="1401688"/>
                </a:lnTo>
                <a:lnTo>
                  <a:pt x="642302" y="1389177"/>
                </a:lnTo>
                <a:lnTo>
                  <a:pt x="642251" y="1388871"/>
                </a:lnTo>
                <a:lnTo>
                  <a:pt x="648347" y="1393697"/>
                </a:lnTo>
                <a:lnTo>
                  <a:pt x="653935" y="1398142"/>
                </a:lnTo>
                <a:lnTo>
                  <a:pt x="659777" y="1402460"/>
                </a:lnTo>
                <a:lnTo>
                  <a:pt x="662175" y="1415028"/>
                </a:lnTo>
                <a:lnTo>
                  <a:pt x="663380" y="1385708"/>
                </a:lnTo>
                <a:lnTo>
                  <a:pt x="647559" y="1373668"/>
                </a:lnTo>
                <a:lnTo>
                  <a:pt x="631738" y="1361631"/>
                </a:lnTo>
                <a:lnTo>
                  <a:pt x="615918" y="1349595"/>
                </a:lnTo>
                <a:lnTo>
                  <a:pt x="600097" y="1337564"/>
                </a:lnTo>
                <a:lnTo>
                  <a:pt x="589876" y="1349502"/>
                </a:lnTo>
                <a:lnTo>
                  <a:pt x="595490" y="1353820"/>
                </a:lnTo>
                <a:lnTo>
                  <a:pt x="600849" y="1358010"/>
                </a:lnTo>
                <a:lnTo>
                  <a:pt x="602928" y="1370224"/>
                </a:lnTo>
                <a:lnTo>
                  <a:pt x="605075" y="1382691"/>
                </a:lnTo>
                <a:lnTo>
                  <a:pt x="611644" y="1365884"/>
                </a:lnTo>
                <a:lnTo>
                  <a:pt x="621749" y="1373630"/>
                </a:lnTo>
                <a:lnTo>
                  <a:pt x="631831" y="1381289"/>
                </a:lnTo>
                <a:lnTo>
                  <a:pt x="632472" y="1381759"/>
                </a:lnTo>
                <a:lnTo>
                  <a:pt x="634227" y="1394368"/>
                </a:lnTo>
                <a:lnTo>
                  <a:pt x="636230" y="1406919"/>
                </a:lnTo>
                <a:lnTo>
                  <a:pt x="638499" y="1419412"/>
                </a:lnTo>
                <a:lnTo>
                  <a:pt x="641052" y="1431847"/>
                </a:lnTo>
                <a:lnTo>
                  <a:pt x="643904" y="1444223"/>
                </a:lnTo>
                <a:lnTo>
                  <a:pt x="644283" y="1445767"/>
                </a:lnTo>
                <a:lnTo>
                  <a:pt x="645172" y="1450466"/>
                </a:lnTo>
                <a:lnTo>
                  <a:pt x="646188" y="1454911"/>
                </a:lnTo>
                <a:lnTo>
                  <a:pt x="647458" y="1459991"/>
                </a:lnTo>
                <a:lnTo>
                  <a:pt x="644156" y="1567306"/>
                </a:lnTo>
                <a:lnTo>
                  <a:pt x="646442" y="1562989"/>
                </a:lnTo>
                <a:close/>
              </a:path>
              <a:path w="2011565" h="2090420">
                <a:moveTo>
                  <a:pt x="1435493" y="2040001"/>
                </a:moveTo>
                <a:lnTo>
                  <a:pt x="1430794" y="2040254"/>
                </a:lnTo>
                <a:lnTo>
                  <a:pt x="1428000" y="2039873"/>
                </a:lnTo>
                <a:lnTo>
                  <a:pt x="1423428" y="2038858"/>
                </a:lnTo>
                <a:lnTo>
                  <a:pt x="1420888" y="2038222"/>
                </a:lnTo>
                <a:lnTo>
                  <a:pt x="1423555" y="2038603"/>
                </a:lnTo>
                <a:lnTo>
                  <a:pt x="1428254" y="2036952"/>
                </a:lnTo>
                <a:lnTo>
                  <a:pt x="1427746" y="1993264"/>
                </a:lnTo>
                <a:lnTo>
                  <a:pt x="1425714" y="1998217"/>
                </a:lnTo>
                <a:lnTo>
                  <a:pt x="1423936" y="2000884"/>
                </a:lnTo>
                <a:lnTo>
                  <a:pt x="1424825" y="1995677"/>
                </a:lnTo>
                <a:lnTo>
                  <a:pt x="1423428" y="1990470"/>
                </a:lnTo>
                <a:lnTo>
                  <a:pt x="1418475" y="1987295"/>
                </a:lnTo>
                <a:lnTo>
                  <a:pt x="1415300" y="1985264"/>
                </a:lnTo>
                <a:lnTo>
                  <a:pt x="1412252" y="1983612"/>
                </a:lnTo>
                <a:lnTo>
                  <a:pt x="1410439" y="2069289"/>
                </a:lnTo>
                <a:lnTo>
                  <a:pt x="1422368" y="2076132"/>
                </a:lnTo>
                <a:lnTo>
                  <a:pt x="1434317" y="2082923"/>
                </a:lnTo>
                <a:lnTo>
                  <a:pt x="1446288" y="2089658"/>
                </a:lnTo>
                <a:lnTo>
                  <a:pt x="1450225" y="2090420"/>
                </a:lnTo>
                <a:lnTo>
                  <a:pt x="1452892" y="2089530"/>
                </a:lnTo>
                <a:lnTo>
                  <a:pt x="1454035" y="2086483"/>
                </a:lnTo>
                <a:lnTo>
                  <a:pt x="1459023" y="2074714"/>
                </a:lnTo>
                <a:lnTo>
                  <a:pt x="1463691" y="2062966"/>
                </a:lnTo>
                <a:lnTo>
                  <a:pt x="1467243" y="2053462"/>
                </a:lnTo>
                <a:lnTo>
                  <a:pt x="1480802" y="2030713"/>
                </a:lnTo>
                <a:lnTo>
                  <a:pt x="1494352" y="2007956"/>
                </a:lnTo>
                <a:lnTo>
                  <a:pt x="1507894" y="1985193"/>
                </a:lnTo>
                <a:lnTo>
                  <a:pt x="1521429" y="1962424"/>
                </a:lnTo>
                <a:lnTo>
                  <a:pt x="1534956" y="1939649"/>
                </a:lnTo>
                <a:lnTo>
                  <a:pt x="1548477" y="1916868"/>
                </a:lnTo>
                <a:lnTo>
                  <a:pt x="1561993" y="1894083"/>
                </a:lnTo>
                <a:lnTo>
                  <a:pt x="1575504" y="1871294"/>
                </a:lnTo>
                <a:lnTo>
                  <a:pt x="1589011" y="1848500"/>
                </a:lnTo>
                <a:lnTo>
                  <a:pt x="1580908" y="1747773"/>
                </a:lnTo>
                <a:lnTo>
                  <a:pt x="1587543" y="1737014"/>
                </a:lnTo>
                <a:lnTo>
                  <a:pt x="1594165" y="1726243"/>
                </a:lnTo>
                <a:lnTo>
                  <a:pt x="1600780" y="1715450"/>
                </a:lnTo>
                <a:lnTo>
                  <a:pt x="1607394" y="1704623"/>
                </a:lnTo>
                <a:lnTo>
                  <a:pt x="1614012" y="1693751"/>
                </a:lnTo>
                <a:lnTo>
                  <a:pt x="1620640" y="1682824"/>
                </a:lnTo>
                <a:lnTo>
                  <a:pt x="1623834" y="1677542"/>
                </a:lnTo>
                <a:lnTo>
                  <a:pt x="1629513" y="1780103"/>
                </a:lnTo>
                <a:lnTo>
                  <a:pt x="1643009" y="1757299"/>
                </a:lnTo>
                <a:lnTo>
                  <a:pt x="1656505" y="1734494"/>
                </a:lnTo>
                <a:lnTo>
                  <a:pt x="1670001" y="1711688"/>
                </a:lnTo>
                <a:lnTo>
                  <a:pt x="1683497" y="1688881"/>
                </a:lnTo>
                <a:lnTo>
                  <a:pt x="1696994" y="1666074"/>
                </a:lnTo>
                <a:lnTo>
                  <a:pt x="1710493" y="1643268"/>
                </a:lnTo>
                <a:lnTo>
                  <a:pt x="1723995" y="1620463"/>
                </a:lnTo>
                <a:lnTo>
                  <a:pt x="1737499" y="1597659"/>
                </a:lnTo>
                <a:lnTo>
                  <a:pt x="1746444" y="1582677"/>
                </a:lnTo>
                <a:lnTo>
                  <a:pt x="1755444" y="1567713"/>
                </a:lnTo>
                <a:lnTo>
                  <a:pt x="1764492" y="1552763"/>
                </a:lnTo>
                <a:lnTo>
                  <a:pt x="1773583" y="1537826"/>
                </a:lnTo>
                <a:lnTo>
                  <a:pt x="1782711" y="1522898"/>
                </a:lnTo>
                <a:lnTo>
                  <a:pt x="1791869" y="1507976"/>
                </a:lnTo>
                <a:lnTo>
                  <a:pt x="1801052" y="1493058"/>
                </a:lnTo>
                <a:lnTo>
                  <a:pt x="1810253" y="1478139"/>
                </a:lnTo>
                <a:lnTo>
                  <a:pt x="1819466" y="1463218"/>
                </a:lnTo>
                <a:lnTo>
                  <a:pt x="1828685" y="1448292"/>
                </a:lnTo>
                <a:lnTo>
                  <a:pt x="1837904" y="1433356"/>
                </a:lnTo>
                <a:lnTo>
                  <a:pt x="1847117" y="1418410"/>
                </a:lnTo>
                <a:lnTo>
                  <a:pt x="1856318" y="1403448"/>
                </a:lnTo>
                <a:lnTo>
                  <a:pt x="1865501" y="1388470"/>
                </a:lnTo>
                <a:lnTo>
                  <a:pt x="1874659" y="1373471"/>
                </a:lnTo>
                <a:lnTo>
                  <a:pt x="1883787" y="1358448"/>
                </a:lnTo>
                <a:lnTo>
                  <a:pt x="1892878" y="1343400"/>
                </a:lnTo>
                <a:lnTo>
                  <a:pt x="1901927" y="1328322"/>
                </a:lnTo>
                <a:lnTo>
                  <a:pt x="1910926" y="1313212"/>
                </a:lnTo>
                <a:lnTo>
                  <a:pt x="1919871" y="1298066"/>
                </a:lnTo>
                <a:lnTo>
                  <a:pt x="1922665" y="1293876"/>
                </a:lnTo>
                <a:lnTo>
                  <a:pt x="1925459" y="1289049"/>
                </a:lnTo>
                <a:lnTo>
                  <a:pt x="1927872" y="1283842"/>
                </a:lnTo>
                <a:lnTo>
                  <a:pt x="1934218" y="1272822"/>
                </a:lnTo>
                <a:lnTo>
                  <a:pt x="1933333" y="1178814"/>
                </a:lnTo>
                <a:lnTo>
                  <a:pt x="1931555" y="1182115"/>
                </a:lnTo>
                <a:lnTo>
                  <a:pt x="1928888" y="1183893"/>
                </a:lnTo>
                <a:lnTo>
                  <a:pt x="1931555" y="1180211"/>
                </a:lnTo>
                <a:lnTo>
                  <a:pt x="1934476" y="1176527"/>
                </a:lnTo>
                <a:lnTo>
                  <a:pt x="1937143" y="1172717"/>
                </a:lnTo>
                <a:lnTo>
                  <a:pt x="1935238" y="1176019"/>
                </a:lnTo>
                <a:lnTo>
                  <a:pt x="1940522" y="1261781"/>
                </a:lnTo>
                <a:lnTo>
                  <a:pt x="1946781" y="1250717"/>
                </a:lnTo>
                <a:lnTo>
                  <a:pt x="1952992" y="1239629"/>
                </a:lnTo>
                <a:lnTo>
                  <a:pt x="1959153" y="1228517"/>
                </a:lnTo>
                <a:lnTo>
                  <a:pt x="1957463" y="1139952"/>
                </a:lnTo>
                <a:lnTo>
                  <a:pt x="1961400" y="1131951"/>
                </a:lnTo>
                <a:lnTo>
                  <a:pt x="1957463" y="1080262"/>
                </a:lnTo>
                <a:lnTo>
                  <a:pt x="1956320" y="1080769"/>
                </a:lnTo>
                <a:lnTo>
                  <a:pt x="1963056" y="1069870"/>
                </a:lnTo>
                <a:lnTo>
                  <a:pt x="1969710" y="1059051"/>
                </a:lnTo>
                <a:lnTo>
                  <a:pt x="1973973" y="1052067"/>
                </a:lnTo>
                <a:lnTo>
                  <a:pt x="1974989" y="1052194"/>
                </a:lnTo>
                <a:lnTo>
                  <a:pt x="1978037" y="1052702"/>
                </a:lnTo>
                <a:lnTo>
                  <a:pt x="1981974" y="1048257"/>
                </a:lnTo>
                <a:lnTo>
                  <a:pt x="1979815" y="1044828"/>
                </a:lnTo>
                <a:lnTo>
                  <a:pt x="1971444" y="1035545"/>
                </a:lnTo>
                <a:lnTo>
                  <a:pt x="1960448" y="1028827"/>
                </a:lnTo>
                <a:lnTo>
                  <a:pt x="1947807" y="1024370"/>
                </a:lnTo>
                <a:lnTo>
                  <a:pt x="1938794" y="1022476"/>
                </a:lnTo>
                <a:lnTo>
                  <a:pt x="1925507" y="1021294"/>
                </a:lnTo>
                <a:lnTo>
                  <a:pt x="1913224" y="1021728"/>
                </a:lnTo>
                <a:lnTo>
                  <a:pt x="1911108" y="1021968"/>
                </a:lnTo>
                <a:lnTo>
                  <a:pt x="1906536" y="1022476"/>
                </a:lnTo>
                <a:lnTo>
                  <a:pt x="1905012" y="1031113"/>
                </a:lnTo>
                <a:lnTo>
                  <a:pt x="1910092" y="1031875"/>
                </a:lnTo>
                <a:lnTo>
                  <a:pt x="1917077" y="1033017"/>
                </a:lnTo>
                <a:lnTo>
                  <a:pt x="1923681" y="1034541"/>
                </a:lnTo>
                <a:lnTo>
                  <a:pt x="1930539" y="1036065"/>
                </a:lnTo>
                <a:lnTo>
                  <a:pt x="1928761" y="1036701"/>
                </a:lnTo>
                <a:lnTo>
                  <a:pt x="1919352" y="1045545"/>
                </a:lnTo>
                <a:lnTo>
                  <a:pt x="1909800" y="1054062"/>
                </a:lnTo>
                <a:lnTo>
                  <a:pt x="1900118" y="1062300"/>
                </a:lnTo>
                <a:lnTo>
                  <a:pt x="1890316" y="1070309"/>
                </a:lnTo>
                <a:lnTo>
                  <a:pt x="1880406" y="1078137"/>
                </a:lnTo>
                <a:lnTo>
                  <a:pt x="1870399" y="1085834"/>
                </a:lnTo>
                <a:lnTo>
                  <a:pt x="1860306" y="1093449"/>
                </a:lnTo>
                <a:lnTo>
                  <a:pt x="1856371" y="1096390"/>
                </a:lnTo>
                <a:lnTo>
                  <a:pt x="1855355" y="1097661"/>
                </a:lnTo>
                <a:lnTo>
                  <a:pt x="1861326" y="1086478"/>
                </a:lnTo>
                <a:lnTo>
                  <a:pt x="1867291" y="1075287"/>
                </a:lnTo>
                <a:lnTo>
                  <a:pt x="1873250" y="1064087"/>
                </a:lnTo>
                <a:lnTo>
                  <a:pt x="1879201" y="1052879"/>
                </a:lnTo>
                <a:lnTo>
                  <a:pt x="1885142" y="1041662"/>
                </a:lnTo>
                <a:lnTo>
                  <a:pt x="1891071" y="1030435"/>
                </a:lnTo>
                <a:lnTo>
                  <a:pt x="1896988" y="1019197"/>
                </a:lnTo>
                <a:lnTo>
                  <a:pt x="1902890" y="1007949"/>
                </a:lnTo>
                <a:lnTo>
                  <a:pt x="1908777" y="996689"/>
                </a:lnTo>
                <a:lnTo>
                  <a:pt x="1914646" y="985417"/>
                </a:lnTo>
                <a:lnTo>
                  <a:pt x="1920496" y="974132"/>
                </a:lnTo>
                <a:lnTo>
                  <a:pt x="1926326" y="962835"/>
                </a:lnTo>
                <a:lnTo>
                  <a:pt x="1932133" y="951524"/>
                </a:lnTo>
                <a:lnTo>
                  <a:pt x="1937918" y="940200"/>
                </a:lnTo>
                <a:lnTo>
                  <a:pt x="1940318" y="935481"/>
                </a:lnTo>
                <a:lnTo>
                  <a:pt x="1940699" y="935608"/>
                </a:lnTo>
                <a:lnTo>
                  <a:pt x="1946541" y="935101"/>
                </a:lnTo>
                <a:lnTo>
                  <a:pt x="1947049" y="925194"/>
                </a:lnTo>
                <a:lnTo>
                  <a:pt x="1941461" y="924305"/>
                </a:lnTo>
                <a:lnTo>
                  <a:pt x="1932444" y="924432"/>
                </a:lnTo>
                <a:lnTo>
                  <a:pt x="1924697" y="924051"/>
                </a:lnTo>
                <a:lnTo>
                  <a:pt x="1917077" y="922781"/>
                </a:lnTo>
                <a:lnTo>
                  <a:pt x="1904937" y="920147"/>
                </a:lnTo>
                <a:lnTo>
                  <a:pt x="1893217" y="915883"/>
                </a:lnTo>
                <a:lnTo>
                  <a:pt x="1881826" y="909801"/>
                </a:lnTo>
                <a:lnTo>
                  <a:pt x="1872373" y="903096"/>
                </a:lnTo>
                <a:lnTo>
                  <a:pt x="1872246" y="903096"/>
                </a:lnTo>
                <a:lnTo>
                  <a:pt x="1869833" y="908303"/>
                </a:lnTo>
                <a:lnTo>
                  <a:pt x="1879805" y="916625"/>
                </a:lnTo>
                <a:lnTo>
                  <a:pt x="1890626" y="923759"/>
                </a:lnTo>
                <a:lnTo>
                  <a:pt x="1902161" y="929465"/>
                </a:lnTo>
                <a:lnTo>
                  <a:pt x="1914273" y="933506"/>
                </a:lnTo>
                <a:lnTo>
                  <a:pt x="1921395" y="934974"/>
                </a:lnTo>
                <a:lnTo>
                  <a:pt x="1925713" y="935608"/>
                </a:lnTo>
                <a:lnTo>
                  <a:pt x="1930158" y="935989"/>
                </a:lnTo>
                <a:lnTo>
                  <a:pt x="1934603" y="935863"/>
                </a:lnTo>
                <a:lnTo>
                  <a:pt x="1908981" y="978327"/>
                </a:lnTo>
                <a:lnTo>
                  <a:pt x="1883612" y="1021013"/>
                </a:lnTo>
                <a:lnTo>
                  <a:pt x="1858475" y="1063901"/>
                </a:lnTo>
                <a:lnTo>
                  <a:pt x="1833549" y="1106972"/>
                </a:lnTo>
                <a:lnTo>
                  <a:pt x="1838722" y="1128645"/>
                </a:lnTo>
                <a:lnTo>
                  <a:pt x="1844756" y="1117464"/>
                </a:lnTo>
                <a:lnTo>
                  <a:pt x="1850789" y="1106292"/>
                </a:lnTo>
                <a:lnTo>
                  <a:pt x="1854974" y="1098550"/>
                </a:lnTo>
                <a:lnTo>
                  <a:pt x="1855736" y="1101343"/>
                </a:lnTo>
                <a:lnTo>
                  <a:pt x="1858403" y="1101216"/>
                </a:lnTo>
                <a:lnTo>
                  <a:pt x="1868925" y="1094484"/>
                </a:lnTo>
                <a:lnTo>
                  <a:pt x="1879210" y="1087292"/>
                </a:lnTo>
                <a:lnTo>
                  <a:pt x="1889278" y="1079680"/>
                </a:lnTo>
                <a:lnTo>
                  <a:pt x="1899149" y="1071687"/>
                </a:lnTo>
                <a:lnTo>
                  <a:pt x="1908842" y="1063353"/>
                </a:lnTo>
                <a:lnTo>
                  <a:pt x="1918378" y="1054717"/>
                </a:lnTo>
                <a:lnTo>
                  <a:pt x="1927776" y="1045819"/>
                </a:lnTo>
                <a:lnTo>
                  <a:pt x="1932571" y="1041145"/>
                </a:lnTo>
                <a:lnTo>
                  <a:pt x="1933333" y="1037463"/>
                </a:lnTo>
                <a:lnTo>
                  <a:pt x="1931936" y="1036319"/>
                </a:lnTo>
                <a:lnTo>
                  <a:pt x="1935873" y="1037208"/>
                </a:lnTo>
                <a:lnTo>
                  <a:pt x="1939556" y="1038225"/>
                </a:lnTo>
                <a:lnTo>
                  <a:pt x="1943366" y="1039240"/>
                </a:lnTo>
                <a:lnTo>
                  <a:pt x="1955001" y="1044321"/>
                </a:lnTo>
                <a:lnTo>
                  <a:pt x="1966620" y="1049650"/>
                </a:lnTo>
                <a:lnTo>
                  <a:pt x="1969147" y="1050543"/>
                </a:lnTo>
                <a:lnTo>
                  <a:pt x="1961582" y="1060627"/>
                </a:lnTo>
                <a:lnTo>
                  <a:pt x="1954041" y="1070742"/>
                </a:lnTo>
                <a:lnTo>
                  <a:pt x="1946525" y="1080887"/>
                </a:lnTo>
                <a:lnTo>
                  <a:pt x="1939032" y="1091064"/>
                </a:lnTo>
                <a:lnTo>
                  <a:pt x="1931562" y="1101273"/>
                </a:lnTo>
                <a:lnTo>
                  <a:pt x="1924114" y="1111516"/>
                </a:lnTo>
                <a:lnTo>
                  <a:pt x="1916688" y="1121793"/>
                </a:lnTo>
                <a:lnTo>
                  <a:pt x="1909281" y="1132105"/>
                </a:lnTo>
                <a:lnTo>
                  <a:pt x="1901894" y="1142452"/>
                </a:lnTo>
                <a:lnTo>
                  <a:pt x="1894526" y="1152836"/>
                </a:lnTo>
                <a:lnTo>
                  <a:pt x="1887177" y="1163257"/>
                </a:lnTo>
                <a:lnTo>
                  <a:pt x="1879844" y="1173716"/>
                </a:lnTo>
                <a:lnTo>
                  <a:pt x="1878077" y="1203890"/>
                </a:lnTo>
                <a:lnTo>
                  <a:pt x="1890449" y="1184876"/>
                </a:lnTo>
                <a:lnTo>
                  <a:pt x="1902770" y="1165819"/>
                </a:lnTo>
                <a:lnTo>
                  <a:pt x="1915031" y="1146712"/>
                </a:lnTo>
                <a:lnTo>
                  <a:pt x="1927224" y="1127549"/>
                </a:lnTo>
                <a:lnTo>
                  <a:pt x="1939339" y="1108322"/>
                </a:lnTo>
                <a:lnTo>
                  <a:pt x="1951367" y="1089025"/>
                </a:lnTo>
                <a:lnTo>
                  <a:pt x="1952383" y="1089152"/>
                </a:lnTo>
                <a:lnTo>
                  <a:pt x="1953145" y="1091818"/>
                </a:lnTo>
                <a:lnTo>
                  <a:pt x="1953907" y="1094613"/>
                </a:lnTo>
                <a:lnTo>
                  <a:pt x="1955177" y="1097279"/>
                </a:lnTo>
                <a:lnTo>
                  <a:pt x="1953012" y="1106499"/>
                </a:lnTo>
                <a:lnTo>
                  <a:pt x="1948550" y="1118162"/>
                </a:lnTo>
                <a:lnTo>
                  <a:pt x="1942345" y="1131531"/>
                </a:lnTo>
                <a:lnTo>
                  <a:pt x="1934954" y="1145868"/>
                </a:lnTo>
                <a:lnTo>
                  <a:pt x="1926930" y="1160435"/>
                </a:lnTo>
                <a:lnTo>
                  <a:pt x="1918828" y="1174493"/>
                </a:lnTo>
                <a:lnTo>
                  <a:pt x="1911204" y="1187305"/>
                </a:lnTo>
                <a:lnTo>
                  <a:pt x="1904612" y="1198132"/>
                </a:lnTo>
                <a:lnTo>
                  <a:pt x="1899608" y="1206236"/>
                </a:lnTo>
                <a:lnTo>
                  <a:pt x="1896745" y="1210880"/>
                </a:lnTo>
                <a:lnTo>
                  <a:pt x="1896630" y="1211071"/>
                </a:lnTo>
                <a:lnTo>
                  <a:pt x="1889986" y="1221810"/>
                </a:lnTo>
                <a:lnTo>
                  <a:pt x="1883336" y="1232570"/>
                </a:lnTo>
                <a:lnTo>
                  <a:pt x="1876681" y="1243352"/>
                </a:lnTo>
                <a:lnTo>
                  <a:pt x="1870023" y="1254153"/>
                </a:lnTo>
                <a:lnTo>
                  <a:pt x="1863364" y="1264971"/>
                </a:lnTo>
                <a:lnTo>
                  <a:pt x="1856704" y="1275806"/>
                </a:lnTo>
                <a:lnTo>
                  <a:pt x="1850047" y="1286655"/>
                </a:lnTo>
                <a:lnTo>
                  <a:pt x="1843393" y="1297516"/>
                </a:lnTo>
                <a:lnTo>
                  <a:pt x="1836745" y="1308389"/>
                </a:lnTo>
                <a:lnTo>
                  <a:pt x="1832114" y="1315973"/>
                </a:lnTo>
                <a:lnTo>
                  <a:pt x="1825405" y="1326918"/>
                </a:lnTo>
                <a:lnTo>
                  <a:pt x="1818728" y="1337800"/>
                </a:lnTo>
                <a:lnTo>
                  <a:pt x="1812081" y="1348619"/>
                </a:lnTo>
                <a:lnTo>
                  <a:pt x="1805466" y="1359376"/>
                </a:lnTo>
                <a:lnTo>
                  <a:pt x="1799348" y="1369314"/>
                </a:lnTo>
                <a:lnTo>
                  <a:pt x="1792370" y="1379863"/>
                </a:lnTo>
                <a:lnTo>
                  <a:pt x="1785438" y="1390441"/>
                </a:lnTo>
                <a:lnTo>
                  <a:pt x="1778540" y="1401057"/>
                </a:lnTo>
                <a:lnTo>
                  <a:pt x="1771663" y="1411721"/>
                </a:lnTo>
                <a:lnTo>
                  <a:pt x="1764794" y="1422442"/>
                </a:lnTo>
                <a:lnTo>
                  <a:pt x="1757921" y="1433228"/>
                </a:lnTo>
                <a:lnTo>
                  <a:pt x="1756168" y="1435989"/>
                </a:lnTo>
                <a:lnTo>
                  <a:pt x="1749454" y="1446579"/>
                </a:lnTo>
                <a:lnTo>
                  <a:pt x="1742695" y="1457185"/>
                </a:lnTo>
                <a:lnTo>
                  <a:pt x="1735907" y="1467813"/>
                </a:lnTo>
                <a:lnTo>
                  <a:pt x="1729106" y="1478469"/>
                </a:lnTo>
                <a:lnTo>
                  <a:pt x="1722309" y="1489158"/>
                </a:lnTo>
                <a:lnTo>
                  <a:pt x="1715530" y="1499886"/>
                </a:lnTo>
                <a:lnTo>
                  <a:pt x="1708786" y="1510661"/>
                </a:lnTo>
                <a:lnTo>
                  <a:pt x="1702093" y="1521486"/>
                </a:lnTo>
                <a:lnTo>
                  <a:pt x="1695467" y="1532370"/>
                </a:lnTo>
                <a:lnTo>
                  <a:pt x="1688923" y="1543317"/>
                </a:lnTo>
                <a:lnTo>
                  <a:pt x="1682478" y="1554334"/>
                </a:lnTo>
                <a:lnTo>
                  <a:pt x="1676148" y="1565426"/>
                </a:lnTo>
                <a:lnTo>
                  <a:pt x="1669948" y="1576600"/>
                </a:lnTo>
                <a:lnTo>
                  <a:pt x="1663895" y="1587861"/>
                </a:lnTo>
                <a:lnTo>
                  <a:pt x="1658004" y="1599216"/>
                </a:lnTo>
                <a:lnTo>
                  <a:pt x="1655457" y="1604264"/>
                </a:lnTo>
                <a:lnTo>
                  <a:pt x="1648797" y="1615089"/>
                </a:lnTo>
                <a:lnTo>
                  <a:pt x="1642138" y="1625917"/>
                </a:lnTo>
                <a:lnTo>
                  <a:pt x="1635478" y="1636746"/>
                </a:lnTo>
                <a:lnTo>
                  <a:pt x="1628819" y="1647575"/>
                </a:lnTo>
                <a:lnTo>
                  <a:pt x="1622161" y="1658405"/>
                </a:lnTo>
                <a:lnTo>
                  <a:pt x="1615502" y="1669235"/>
                </a:lnTo>
                <a:lnTo>
                  <a:pt x="1608845" y="1680064"/>
                </a:lnTo>
                <a:lnTo>
                  <a:pt x="1602189" y="1690892"/>
                </a:lnTo>
                <a:lnTo>
                  <a:pt x="1595533" y="1701719"/>
                </a:lnTo>
                <a:lnTo>
                  <a:pt x="1588879" y="1712543"/>
                </a:lnTo>
                <a:lnTo>
                  <a:pt x="1582226" y="1723364"/>
                </a:lnTo>
                <a:lnTo>
                  <a:pt x="1576463" y="1756283"/>
                </a:lnTo>
                <a:lnTo>
                  <a:pt x="1560207" y="1782571"/>
                </a:lnTo>
                <a:lnTo>
                  <a:pt x="1559826" y="1782571"/>
                </a:lnTo>
                <a:lnTo>
                  <a:pt x="1555628" y="1766615"/>
                </a:lnTo>
                <a:lnTo>
                  <a:pt x="1548982" y="1777417"/>
                </a:lnTo>
                <a:lnTo>
                  <a:pt x="1542339" y="1788212"/>
                </a:lnTo>
                <a:lnTo>
                  <a:pt x="1535697" y="1799002"/>
                </a:lnTo>
                <a:lnTo>
                  <a:pt x="1532521" y="1804161"/>
                </a:lnTo>
                <a:lnTo>
                  <a:pt x="1522464" y="1812035"/>
                </a:lnTo>
                <a:lnTo>
                  <a:pt x="1515624" y="1826410"/>
                </a:lnTo>
                <a:lnTo>
                  <a:pt x="1522234" y="1821179"/>
                </a:lnTo>
                <a:lnTo>
                  <a:pt x="1517916" y="1828164"/>
                </a:lnTo>
                <a:lnTo>
                  <a:pt x="1513852" y="1834895"/>
                </a:lnTo>
                <a:lnTo>
                  <a:pt x="1509407" y="1842261"/>
                </a:lnTo>
                <a:lnTo>
                  <a:pt x="1498911" y="1849255"/>
                </a:lnTo>
                <a:lnTo>
                  <a:pt x="1488349" y="1856278"/>
                </a:lnTo>
                <a:lnTo>
                  <a:pt x="1477774" y="1863359"/>
                </a:lnTo>
                <a:lnTo>
                  <a:pt x="1467238" y="1870528"/>
                </a:lnTo>
                <a:lnTo>
                  <a:pt x="1456794" y="1877814"/>
                </a:lnTo>
                <a:lnTo>
                  <a:pt x="1456067" y="1878329"/>
                </a:lnTo>
                <a:lnTo>
                  <a:pt x="1458861" y="1873249"/>
                </a:lnTo>
                <a:lnTo>
                  <a:pt x="1459493" y="1847874"/>
                </a:lnTo>
                <a:lnTo>
                  <a:pt x="1452364" y="1857462"/>
                </a:lnTo>
                <a:lnTo>
                  <a:pt x="1450098" y="1859533"/>
                </a:lnTo>
                <a:lnTo>
                  <a:pt x="1438160" y="1866521"/>
                </a:lnTo>
                <a:lnTo>
                  <a:pt x="1426777" y="1867669"/>
                </a:lnTo>
                <a:lnTo>
                  <a:pt x="1425841" y="1867534"/>
                </a:lnTo>
                <a:lnTo>
                  <a:pt x="1415123" y="1864013"/>
                </a:lnTo>
                <a:lnTo>
                  <a:pt x="1403565" y="1857423"/>
                </a:lnTo>
                <a:lnTo>
                  <a:pt x="1398155" y="1853818"/>
                </a:lnTo>
                <a:lnTo>
                  <a:pt x="1388235" y="1846456"/>
                </a:lnTo>
                <a:lnTo>
                  <a:pt x="1378566" y="1838277"/>
                </a:lnTo>
                <a:lnTo>
                  <a:pt x="1369042" y="1829618"/>
                </a:lnTo>
                <a:lnTo>
                  <a:pt x="1359556" y="1820815"/>
                </a:lnTo>
                <a:lnTo>
                  <a:pt x="1350000" y="1812205"/>
                </a:lnTo>
                <a:lnTo>
                  <a:pt x="1336814" y="1801495"/>
                </a:lnTo>
                <a:lnTo>
                  <a:pt x="1315941" y="1786650"/>
                </a:lnTo>
                <a:lnTo>
                  <a:pt x="1294612" y="1772627"/>
                </a:lnTo>
                <a:lnTo>
                  <a:pt x="1272911" y="1759302"/>
                </a:lnTo>
                <a:lnTo>
                  <a:pt x="1250916" y="1746549"/>
                </a:lnTo>
                <a:lnTo>
                  <a:pt x="1228711" y="1734242"/>
                </a:lnTo>
                <a:lnTo>
                  <a:pt x="1206376" y="1722256"/>
                </a:lnTo>
                <a:lnTo>
                  <a:pt x="1183992" y="1710465"/>
                </a:lnTo>
                <a:lnTo>
                  <a:pt x="1156206" y="1695974"/>
                </a:lnTo>
                <a:lnTo>
                  <a:pt x="1138408" y="1686727"/>
                </a:lnTo>
                <a:lnTo>
                  <a:pt x="1120607" y="1677486"/>
                </a:lnTo>
                <a:lnTo>
                  <a:pt x="1102804" y="1668252"/>
                </a:lnTo>
                <a:lnTo>
                  <a:pt x="1084999" y="1659024"/>
                </a:lnTo>
                <a:lnTo>
                  <a:pt x="1067193" y="1649802"/>
                </a:lnTo>
                <a:lnTo>
                  <a:pt x="1049385" y="1640585"/>
                </a:lnTo>
                <a:lnTo>
                  <a:pt x="1031577" y="1631373"/>
                </a:lnTo>
                <a:lnTo>
                  <a:pt x="1013769" y="1622166"/>
                </a:lnTo>
                <a:lnTo>
                  <a:pt x="995962" y="1612963"/>
                </a:lnTo>
                <a:lnTo>
                  <a:pt x="978156" y="1603764"/>
                </a:lnTo>
                <a:lnTo>
                  <a:pt x="960351" y="1594568"/>
                </a:lnTo>
                <a:lnTo>
                  <a:pt x="942548" y="1585375"/>
                </a:lnTo>
                <a:lnTo>
                  <a:pt x="924747" y="1576185"/>
                </a:lnTo>
                <a:lnTo>
                  <a:pt x="906949" y="1566997"/>
                </a:lnTo>
                <a:lnTo>
                  <a:pt x="889154" y="1557811"/>
                </a:lnTo>
                <a:lnTo>
                  <a:pt x="871364" y="1548627"/>
                </a:lnTo>
                <a:lnTo>
                  <a:pt x="861199" y="1561083"/>
                </a:lnTo>
                <a:lnTo>
                  <a:pt x="852344" y="1570174"/>
                </a:lnTo>
                <a:lnTo>
                  <a:pt x="843517" y="1579241"/>
                </a:lnTo>
                <a:lnTo>
                  <a:pt x="835799" y="1587245"/>
                </a:lnTo>
                <a:lnTo>
                  <a:pt x="834838" y="1719759"/>
                </a:lnTo>
                <a:lnTo>
                  <a:pt x="846421" y="1727995"/>
                </a:lnTo>
                <a:lnTo>
                  <a:pt x="858121" y="1736082"/>
                </a:lnTo>
                <a:lnTo>
                  <a:pt x="869929" y="1744029"/>
                </a:lnTo>
                <a:lnTo>
                  <a:pt x="858786" y="1632965"/>
                </a:lnTo>
                <a:lnTo>
                  <a:pt x="857770" y="1634489"/>
                </a:lnTo>
                <a:lnTo>
                  <a:pt x="855103" y="1631822"/>
                </a:lnTo>
                <a:lnTo>
                  <a:pt x="852690" y="1629283"/>
                </a:lnTo>
                <a:lnTo>
                  <a:pt x="850023" y="1627251"/>
                </a:lnTo>
                <a:lnTo>
                  <a:pt x="847864" y="1605914"/>
                </a:lnTo>
                <a:lnTo>
                  <a:pt x="843800" y="1604645"/>
                </a:lnTo>
                <a:lnTo>
                  <a:pt x="840879" y="1600961"/>
                </a:lnTo>
                <a:lnTo>
                  <a:pt x="839228" y="1598548"/>
                </a:lnTo>
                <a:lnTo>
                  <a:pt x="837831" y="1595881"/>
                </a:lnTo>
                <a:lnTo>
                  <a:pt x="846834" y="1586931"/>
                </a:lnTo>
                <a:lnTo>
                  <a:pt x="855766" y="1577821"/>
                </a:lnTo>
                <a:lnTo>
                  <a:pt x="864628" y="1568745"/>
                </a:lnTo>
                <a:lnTo>
                  <a:pt x="867168" y="1566164"/>
                </a:lnTo>
                <a:lnTo>
                  <a:pt x="867422" y="1565655"/>
                </a:lnTo>
                <a:lnTo>
                  <a:pt x="879842" y="1572094"/>
                </a:lnTo>
                <a:lnTo>
                  <a:pt x="892260" y="1578533"/>
                </a:lnTo>
                <a:lnTo>
                  <a:pt x="904675" y="1584973"/>
                </a:lnTo>
                <a:lnTo>
                  <a:pt x="917089" y="1591412"/>
                </a:lnTo>
                <a:lnTo>
                  <a:pt x="929501" y="1597852"/>
                </a:lnTo>
                <a:lnTo>
                  <a:pt x="941912" y="1604292"/>
                </a:lnTo>
                <a:lnTo>
                  <a:pt x="954320" y="1610733"/>
                </a:lnTo>
                <a:lnTo>
                  <a:pt x="966726" y="1617175"/>
                </a:lnTo>
                <a:lnTo>
                  <a:pt x="979130" y="1623617"/>
                </a:lnTo>
                <a:lnTo>
                  <a:pt x="991533" y="1630060"/>
                </a:lnTo>
                <a:lnTo>
                  <a:pt x="1003934" y="1636505"/>
                </a:lnTo>
                <a:lnTo>
                  <a:pt x="1016332" y="1642950"/>
                </a:lnTo>
                <a:lnTo>
                  <a:pt x="1028729" y="1649396"/>
                </a:lnTo>
                <a:lnTo>
                  <a:pt x="1041124" y="1655844"/>
                </a:lnTo>
                <a:lnTo>
                  <a:pt x="1053517" y="1662293"/>
                </a:lnTo>
                <a:lnTo>
                  <a:pt x="1065908" y="1668743"/>
                </a:lnTo>
                <a:lnTo>
                  <a:pt x="1078297" y="1675195"/>
                </a:lnTo>
                <a:lnTo>
                  <a:pt x="1090684" y="1681648"/>
                </a:lnTo>
                <a:lnTo>
                  <a:pt x="1103070" y="1688103"/>
                </a:lnTo>
                <a:lnTo>
                  <a:pt x="1115453" y="1694560"/>
                </a:lnTo>
                <a:lnTo>
                  <a:pt x="1126714" y="1700387"/>
                </a:lnTo>
                <a:lnTo>
                  <a:pt x="1137985" y="1706190"/>
                </a:lnTo>
                <a:lnTo>
                  <a:pt x="1149261" y="1711984"/>
                </a:lnTo>
                <a:lnTo>
                  <a:pt x="1160537" y="1717781"/>
                </a:lnTo>
                <a:lnTo>
                  <a:pt x="1171810" y="1723591"/>
                </a:lnTo>
                <a:lnTo>
                  <a:pt x="1183073" y="1729429"/>
                </a:lnTo>
                <a:lnTo>
                  <a:pt x="1194323" y="1735305"/>
                </a:lnTo>
                <a:lnTo>
                  <a:pt x="1205555" y="1741233"/>
                </a:lnTo>
                <a:lnTo>
                  <a:pt x="1216763" y="1747223"/>
                </a:lnTo>
                <a:lnTo>
                  <a:pt x="1227943" y="1753290"/>
                </a:lnTo>
                <a:lnTo>
                  <a:pt x="1239091" y="1759444"/>
                </a:lnTo>
                <a:lnTo>
                  <a:pt x="1250202" y="1765698"/>
                </a:lnTo>
                <a:lnTo>
                  <a:pt x="1255280" y="1768602"/>
                </a:lnTo>
                <a:lnTo>
                  <a:pt x="1265514" y="1774403"/>
                </a:lnTo>
                <a:lnTo>
                  <a:pt x="1276045" y="1780363"/>
                </a:lnTo>
                <a:lnTo>
                  <a:pt x="1286810" y="1786496"/>
                </a:lnTo>
                <a:lnTo>
                  <a:pt x="1297743" y="1792822"/>
                </a:lnTo>
                <a:lnTo>
                  <a:pt x="1308783" y="1799355"/>
                </a:lnTo>
                <a:lnTo>
                  <a:pt x="1319865" y="1806115"/>
                </a:lnTo>
                <a:lnTo>
                  <a:pt x="1330926" y="1813117"/>
                </a:lnTo>
                <a:lnTo>
                  <a:pt x="1341902" y="1820378"/>
                </a:lnTo>
                <a:lnTo>
                  <a:pt x="1352730" y="1827916"/>
                </a:lnTo>
                <a:lnTo>
                  <a:pt x="1363346" y="1835748"/>
                </a:lnTo>
                <a:lnTo>
                  <a:pt x="1373686" y="1843891"/>
                </a:lnTo>
                <a:lnTo>
                  <a:pt x="1383687" y="1852361"/>
                </a:lnTo>
                <a:lnTo>
                  <a:pt x="1393286" y="1861176"/>
                </a:lnTo>
                <a:lnTo>
                  <a:pt x="1402418" y="1870353"/>
                </a:lnTo>
                <a:lnTo>
                  <a:pt x="1411021" y="1879909"/>
                </a:lnTo>
                <a:lnTo>
                  <a:pt x="1419030" y="1889860"/>
                </a:lnTo>
                <a:lnTo>
                  <a:pt x="1426095" y="1899792"/>
                </a:lnTo>
                <a:lnTo>
                  <a:pt x="1415861" y="1907313"/>
                </a:lnTo>
                <a:lnTo>
                  <a:pt x="1405762" y="1914981"/>
                </a:lnTo>
                <a:lnTo>
                  <a:pt x="1399171" y="1920112"/>
                </a:lnTo>
                <a:lnTo>
                  <a:pt x="1396758" y="1922398"/>
                </a:lnTo>
                <a:lnTo>
                  <a:pt x="1398536" y="1927352"/>
                </a:lnTo>
                <a:lnTo>
                  <a:pt x="1401711" y="1927859"/>
                </a:lnTo>
                <a:lnTo>
                  <a:pt x="1404632" y="1927224"/>
                </a:lnTo>
                <a:lnTo>
                  <a:pt x="1415391" y="1920865"/>
                </a:lnTo>
                <a:lnTo>
                  <a:pt x="1426083" y="1914228"/>
                </a:lnTo>
                <a:lnTo>
                  <a:pt x="1436712" y="1907355"/>
                </a:lnTo>
                <a:lnTo>
                  <a:pt x="1447286" y="1900287"/>
                </a:lnTo>
                <a:lnTo>
                  <a:pt x="1457810" y="1893067"/>
                </a:lnTo>
                <a:lnTo>
                  <a:pt x="1468292" y="1885735"/>
                </a:lnTo>
                <a:lnTo>
                  <a:pt x="1478737" y="1878332"/>
                </a:lnTo>
                <a:lnTo>
                  <a:pt x="1489151" y="1870901"/>
                </a:lnTo>
                <a:lnTo>
                  <a:pt x="1494040" y="1867408"/>
                </a:lnTo>
                <a:lnTo>
                  <a:pt x="1489976" y="1874265"/>
                </a:lnTo>
                <a:lnTo>
                  <a:pt x="1485912" y="1880870"/>
                </a:lnTo>
                <a:lnTo>
                  <a:pt x="1481340" y="1887601"/>
                </a:lnTo>
                <a:lnTo>
                  <a:pt x="1478038" y="1888235"/>
                </a:lnTo>
                <a:lnTo>
                  <a:pt x="1468226" y="1896702"/>
                </a:lnTo>
                <a:lnTo>
                  <a:pt x="1458268" y="1904776"/>
                </a:lnTo>
                <a:lnTo>
                  <a:pt x="1448192" y="1912538"/>
                </a:lnTo>
                <a:lnTo>
                  <a:pt x="1438024" y="1920068"/>
                </a:lnTo>
                <a:lnTo>
                  <a:pt x="1427792" y="1927447"/>
                </a:lnTo>
                <a:lnTo>
                  <a:pt x="1417522" y="1934756"/>
                </a:lnTo>
                <a:lnTo>
                  <a:pt x="1407240" y="1942074"/>
                </a:lnTo>
                <a:lnTo>
                  <a:pt x="1414522" y="1952579"/>
                </a:lnTo>
                <a:lnTo>
                  <a:pt x="1424885" y="1945355"/>
                </a:lnTo>
                <a:lnTo>
                  <a:pt x="1435078" y="1937668"/>
                </a:lnTo>
                <a:lnTo>
                  <a:pt x="1445092" y="1929629"/>
                </a:lnTo>
                <a:lnTo>
                  <a:pt x="1454917" y="1921351"/>
                </a:lnTo>
                <a:lnTo>
                  <a:pt x="1464544" y="1912944"/>
                </a:lnTo>
                <a:lnTo>
                  <a:pt x="1467624" y="1910206"/>
                </a:lnTo>
                <a:lnTo>
                  <a:pt x="1462208" y="2028951"/>
                </a:lnTo>
                <a:lnTo>
                  <a:pt x="1468850" y="2018139"/>
                </a:lnTo>
                <a:lnTo>
                  <a:pt x="1475485" y="2007313"/>
                </a:lnTo>
                <a:lnTo>
                  <a:pt x="1482115" y="1996476"/>
                </a:lnTo>
                <a:lnTo>
                  <a:pt x="1488740" y="1985629"/>
                </a:lnTo>
                <a:lnTo>
                  <a:pt x="1495359" y="1974776"/>
                </a:lnTo>
                <a:lnTo>
                  <a:pt x="1501975" y="1963918"/>
                </a:lnTo>
                <a:lnTo>
                  <a:pt x="1508586" y="1953058"/>
                </a:lnTo>
                <a:lnTo>
                  <a:pt x="1515194" y="1942198"/>
                </a:lnTo>
                <a:lnTo>
                  <a:pt x="1521800" y="1931340"/>
                </a:lnTo>
                <a:lnTo>
                  <a:pt x="1528403" y="1920487"/>
                </a:lnTo>
                <a:lnTo>
                  <a:pt x="1535005" y="1909641"/>
                </a:lnTo>
                <a:lnTo>
                  <a:pt x="1541605" y="1898804"/>
                </a:lnTo>
                <a:lnTo>
                  <a:pt x="1548205" y="1887978"/>
                </a:lnTo>
                <a:lnTo>
                  <a:pt x="1550682" y="1883917"/>
                </a:lnTo>
                <a:lnTo>
                  <a:pt x="1544173" y="1894837"/>
                </a:lnTo>
                <a:lnTo>
                  <a:pt x="1537658" y="1905757"/>
                </a:lnTo>
                <a:lnTo>
                  <a:pt x="1531139" y="1916677"/>
                </a:lnTo>
                <a:lnTo>
                  <a:pt x="1524619" y="1927595"/>
                </a:lnTo>
                <a:lnTo>
                  <a:pt x="1518098" y="1938513"/>
                </a:lnTo>
                <a:lnTo>
                  <a:pt x="1511578" y="1949430"/>
                </a:lnTo>
                <a:lnTo>
                  <a:pt x="1505061" y="1960345"/>
                </a:lnTo>
                <a:lnTo>
                  <a:pt x="1498548" y="1971259"/>
                </a:lnTo>
                <a:lnTo>
                  <a:pt x="1492040" y="1982171"/>
                </a:lnTo>
                <a:lnTo>
                  <a:pt x="1485540" y="1993081"/>
                </a:lnTo>
                <a:lnTo>
                  <a:pt x="1479049" y="2003989"/>
                </a:lnTo>
                <a:lnTo>
                  <a:pt x="1472568" y="2014894"/>
                </a:lnTo>
                <a:lnTo>
                  <a:pt x="1466098" y="2025797"/>
                </a:lnTo>
                <a:lnTo>
                  <a:pt x="1459643" y="2036697"/>
                </a:lnTo>
                <a:lnTo>
                  <a:pt x="1453202" y="2047593"/>
                </a:lnTo>
                <a:lnTo>
                  <a:pt x="1451495" y="2044699"/>
                </a:lnTo>
                <a:lnTo>
                  <a:pt x="1454543" y="2042033"/>
                </a:lnTo>
                <a:lnTo>
                  <a:pt x="1454240" y="1931759"/>
                </a:lnTo>
                <a:lnTo>
                  <a:pt x="1451368" y="1936368"/>
                </a:lnTo>
                <a:lnTo>
                  <a:pt x="1440917" y="1943437"/>
                </a:lnTo>
                <a:lnTo>
                  <a:pt x="1430301" y="1950393"/>
                </a:lnTo>
                <a:lnTo>
                  <a:pt x="1419615" y="1957331"/>
                </a:lnTo>
                <a:lnTo>
                  <a:pt x="1423682" y="1970912"/>
                </a:lnTo>
                <a:lnTo>
                  <a:pt x="1427746" y="1967991"/>
                </a:lnTo>
                <a:lnTo>
                  <a:pt x="1431683" y="1964943"/>
                </a:lnTo>
                <a:lnTo>
                  <a:pt x="1435620" y="1961768"/>
                </a:lnTo>
                <a:lnTo>
                  <a:pt x="1433207" y="1965959"/>
                </a:lnTo>
                <a:lnTo>
                  <a:pt x="1430794" y="1969642"/>
                </a:lnTo>
                <a:lnTo>
                  <a:pt x="1428254" y="1973833"/>
                </a:lnTo>
                <a:lnTo>
                  <a:pt x="1432318" y="2034412"/>
                </a:lnTo>
                <a:lnTo>
                  <a:pt x="1434223" y="2032761"/>
                </a:lnTo>
                <a:lnTo>
                  <a:pt x="1434096" y="2035428"/>
                </a:lnTo>
                <a:lnTo>
                  <a:pt x="1435493" y="2040001"/>
                </a:lnTo>
                <a:close/>
              </a:path>
              <a:path w="2011565" h="2090420">
                <a:moveTo>
                  <a:pt x="954925" y="1676780"/>
                </a:moveTo>
                <a:lnTo>
                  <a:pt x="960259" y="1672335"/>
                </a:lnTo>
                <a:lnTo>
                  <a:pt x="969648" y="1663820"/>
                </a:lnTo>
                <a:lnTo>
                  <a:pt x="978731" y="1654923"/>
                </a:lnTo>
                <a:lnTo>
                  <a:pt x="987550" y="1645749"/>
                </a:lnTo>
                <a:lnTo>
                  <a:pt x="990231" y="1642871"/>
                </a:lnTo>
                <a:lnTo>
                  <a:pt x="990739" y="1638553"/>
                </a:lnTo>
                <a:lnTo>
                  <a:pt x="987437" y="1638427"/>
                </a:lnTo>
                <a:lnTo>
                  <a:pt x="986802" y="1639189"/>
                </a:lnTo>
                <a:lnTo>
                  <a:pt x="977480" y="1648085"/>
                </a:lnTo>
                <a:lnTo>
                  <a:pt x="968065" y="1656639"/>
                </a:lnTo>
                <a:lnTo>
                  <a:pt x="958522" y="1664869"/>
                </a:lnTo>
                <a:lnTo>
                  <a:pt x="953020" y="1669414"/>
                </a:lnTo>
                <a:lnTo>
                  <a:pt x="951242" y="1694433"/>
                </a:lnTo>
                <a:lnTo>
                  <a:pt x="956576" y="1698243"/>
                </a:lnTo>
                <a:lnTo>
                  <a:pt x="958655" y="1734646"/>
                </a:lnTo>
                <a:lnTo>
                  <a:pt x="969068" y="1741726"/>
                </a:lnTo>
                <a:lnTo>
                  <a:pt x="973340" y="1744726"/>
                </a:lnTo>
                <a:lnTo>
                  <a:pt x="979522" y="1810996"/>
                </a:lnTo>
                <a:lnTo>
                  <a:pt x="991903" y="1818118"/>
                </a:lnTo>
                <a:lnTo>
                  <a:pt x="1004291" y="1825215"/>
                </a:lnTo>
                <a:lnTo>
                  <a:pt x="1016678" y="1832296"/>
                </a:lnTo>
                <a:lnTo>
                  <a:pt x="1029055" y="1839372"/>
                </a:lnTo>
                <a:lnTo>
                  <a:pt x="1041412" y="1846452"/>
                </a:lnTo>
                <a:lnTo>
                  <a:pt x="1045603" y="1848739"/>
                </a:lnTo>
                <a:lnTo>
                  <a:pt x="1050048" y="1851405"/>
                </a:lnTo>
                <a:lnTo>
                  <a:pt x="1054112" y="1853945"/>
                </a:lnTo>
                <a:lnTo>
                  <a:pt x="1064942" y="1860533"/>
                </a:lnTo>
                <a:lnTo>
                  <a:pt x="1075779" y="1867105"/>
                </a:lnTo>
                <a:lnTo>
                  <a:pt x="1086624" y="1873664"/>
                </a:lnTo>
                <a:lnTo>
                  <a:pt x="1097476" y="1880211"/>
                </a:lnTo>
                <a:lnTo>
                  <a:pt x="1108335" y="1886751"/>
                </a:lnTo>
                <a:lnTo>
                  <a:pt x="1119202" y="1893285"/>
                </a:lnTo>
                <a:lnTo>
                  <a:pt x="1130076" y="1899815"/>
                </a:lnTo>
                <a:lnTo>
                  <a:pt x="1140958" y="1906346"/>
                </a:lnTo>
                <a:lnTo>
                  <a:pt x="1151847" y="1912879"/>
                </a:lnTo>
                <a:lnTo>
                  <a:pt x="1162744" y="1919416"/>
                </a:lnTo>
                <a:lnTo>
                  <a:pt x="1173648" y="1925961"/>
                </a:lnTo>
                <a:lnTo>
                  <a:pt x="1184559" y="1932515"/>
                </a:lnTo>
                <a:lnTo>
                  <a:pt x="1195478" y="1939083"/>
                </a:lnTo>
                <a:lnTo>
                  <a:pt x="1206404" y="1945665"/>
                </a:lnTo>
                <a:lnTo>
                  <a:pt x="1209941" y="1947798"/>
                </a:lnTo>
                <a:lnTo>
                  <a:pt x="1221659" y="1955076"/>
                </a:lnTo>
                <a:lnTo>
                  <a:pt x="1233382" y="1962352"/>
                </a:lnTo>
                <a:lnTo>
                  <a:pt x="1245110" y="1969625"/>
                </a:lnTo>
                <a:lnTo>
                  <a:pt x="1256845" y="1976890"/>
                </a:lnTo>
                <a:lnTo>
                  <a:pt x="1268587" y="1984144"/>
                </a:lnTo>
                <a:lnTo>
                  <a:pt x="1280339" y="1991386"/>
                </a:lnTo>
                <a:lnTo>
                  <a:pt x="1272679" y="1950973"/>
                </a:lnTo>
                <a:lnTo>
                  <a:pt x="1277124" y="1952878"/>
                </a:lnTo>
                <a:lnTo>
                  <a:pt x="1281188" y="1954783"/>
                </a:lnTo>
                <a:lnTo>
                  <a:pt x="1285506" y="1957070"/>
                </a:lnTo>
                <a:lnTo>
                  <a:pt x="1289817" y="1959897"/>
                </a:lnTo>
                <a:lnTo>
                  <a:pt x="1299311" y="1913810"/>
                </a:lnTo>
                <a:lnTo>
                  <a:pt x="1285799" y="1905662"/>
                </a:lnTo>
                <a:lnTo>
                  <a:pt x="1272283" y="1897526"/>
                </a:lnTo>
                <a:lnTo>
                  <a:pt x="1258765" y="1889395"/>
                </a:lnTo>
                <a:lnTo>
                  <a:pt x="1245247" y="1881266"/>
                </a:lnTo>
                <a:lnTo>
                  <a:pt x="1231734" y="1873135"/>
                </a:lnTo>
                <a:lnTo>
                  <a:pt x="1218227" y="1864996"/>
                </a:lnTo>
                <a:lnTo>
                  <a:pt x="1204729" y="1856845"/>
                </a:lnTo>
                <a:lnTo>
                  <a:pt x="1191244" y="1848677"/>
                </a:lnTo>
                <a:lnTo>
                  <a:pt x="1177774" y="1840489"/>
                </a:lnTo>
                <a:lnTo>
                  <a:pt x="1164323" y="1832276"/>
                </a:lnTo>
                <a:lnTo>
                  <a:pt x="1150892" y="1824033"/>
                </a:lnTo>
                <a:lnTo>
                  <a:pt x="1137485" y="1815756"/>
                </a:lnTo>
                <a:lnTo>
                  <a:pt x="1124105" y="1807440"/>
                </a:lnTo>
                <a:lnTo>
                  <a:pt x="1110754" y="1799081"/>
                </a:lnTo>
                <a:lnTo>
                  <a:pt x="1100006" y="1792334"/>
                </a:lnTo>
                <a:lnTo>
                  <a:pt x="1089269" y="1785570"/>
                </a:lnTo>
                <a:lnTo>
                  <a:pt x="1078542" y="1778792"/>
                </a:lnTo>
                <a:lnTo>
                  <a:pt x="1067823" y="1772000"/>
                </a:lnTo>
                <a:lnTo>
                  <a:pt x="1057111" y="1765196"/>
                </a:lnTo>
                <a:lnTo>
                  <a:pt x="1046403" y="1758381"/>
                </a:lnTo>
                <a:lnTo>
                  <a:pt x="1036272" y="1809594"/>
                </a:lnTo>
                <a:lnTo>
                  <a:pt x="1040650" y="1812035"/>
                </a:lnTo>
                <a:lnTo>
                  <a:pt x="1051637" y="1818402"/>
                </a:lnTo>
                <a:lnTo>
                  <a:pt x="1062633" y="1824755"/>
                </a:lnTo>
                <a:lnTo>
                  <a:pt x="1073637" y="1831095"/>
                </a:lnTo>
                <a:lnTo>
                  <a:pt x="1084646" y="1837428"/>
                </a:lnTo>
                <a:lnTo>
                  <a:pt x="1095659" y="1843755"/>
                </a:lnTo>
                <a:lnTo>
                  <a:pt x="1106673" y="1850081"/>
                </a:lnTo>
                <a:lnTo>
                  <a:pt x="1117687" y="1856407"/>
                </a:lnTo>
                <a:lnTo>
                  <a:pt x="1128698" y="1862737"/>
                </a:lnTo>
                <a:lnTo>
                  <a:pt x="1139705" y="1869074"/>
                </a:lnTo>
                <a:lnTo>
                  <a:pt x="1150704" y="1875421"/>
                </a:lnTo>
                <a:lnTo>
                  <a:pt x="1161695" y="1881781"/>
                </a:lnTo>
                <a:lnTo>
                  <a:pt x="1166253" y="1884426"/>
                </a:lnTo>
                <a:lnTo>
                  <a:pt x="1168285" y="1887092"/>
                </a:lnTo>
                <a:lnTo>
                  <a:pt x="1170698" y="1889633"/>
                </a:lnTo>
                <a:lnTo>
                  <a:pt x="1173111" y="1891918"/>
                </a:lnTo>
                <a:lnTo>
                  <a:pt x="1162161" y="1885499"/>
                </a:lnTo>
                <a:lnTo>
                  <a:pt x="1151200" y="1879082"/>
                </a:lnTo>
                <a:lnTo>
                  <a:pt x="1140230" y="1872671"/>
                </a:lnTo>
                <a:lnTo>
                  <a:pt x="1129253" y="1866270"/>
                </a:lnTo>
                <a:lnTo>
                  <a:pt x="1118269" y="1859882"/>
                </a:lnTo>
                <a:lnTo>
                  <a:pt x="1107281" y="1853510"/>
                </a:lnTo>
                <a:lnTo>
                  <a:pt x="1096289" y="1847156"/>
                </a:lnTo>
                <a:lnTo>
                  <a:pt x="1087132" y="1841880"/>
                </a:lnTo>
                <a:lnTo>
                  <a:pt x="1076190" y="1835502"/>
                </a:lnTo>
                <a:lnTo>
                  <a:pt x="1065235" y="1829089"/>
                </a:lnTo>
                <a:lnTo>
                  <a:pt x="1054273" y="1822648"/>
                </a:lnTo>
                <a:lnTo>
                  <a:pt x="1043312" y="1816184"/>
                </a:lnTo>
                <a:lnTo>
                  <a:pt x="1032358" y="1809703"/>
                </a:lnTo>
                <a:lnTo>
                  <a:pt x="1021419" y="1803210"/>
                </a:lnTo>
                <a:lnTo>
                  <a:pt x="1010500" y="1796712"/>
                </a:lnTo>
                <a:lnTo>
                  <a:pt x="999610" y="1790214"/>
                </a:lnTo>
                <a:lnTo>
                  <a:pt x="991501" y="1785365"/>
                </a:lnTo>
                <a:lnTo>
                  <a:pt x="1002828" y="1791423"/>
                </a:lnTo>
                <a:lnTo>
                  <a:pt x="992880" y="1724192"/>
                </a:lnTo>
                <a:lnTo>
                  <a:pt x="982167" y="1717340"/>
                </a:lnTo>
                <a:lnTo>
                  <a:pt x="971448" y="1710486"/>
                </a:lnTo>
                <a:lnTo>
                  <a:pt x="968387" y="1708530"/>
                </a:lnTo>
                <a:lnTo>
                  <a:pt x="965593" y="1706879"/>
                </a:lnTo>
                <a:lnTo>
                  <a:pt x="962799" y="1704720"/>
                </a:lnTo>
                <a:lnTo>
                  <a:pt x="960005" y="1703070"/>
                </a:lnTo>
                <a:lnTo>
                  <a:pt x="962926" y="1702053"/>
                </a:lnTo>
                <a:lnTo>
                  <a:pt x="973522" y="1708959"/>
                </a:lnTo>
                <a:lnTo>
                  <a:pt x="984135" y="1715888"/>
                </a:lnTo>
                <a:lnTo>
                  <a:pt x="979144" y="1692668"/>
                </a:lnTo>
                <a:lnTo>
                  <a:pt x="978928" y="1692528"/>
                </a:lnTo>
                <a:lnTo>
                  <a:pt x="988724" y="1684771"/>
                </a:lnTo>
                <a:lnTo>
                  <a:pt x="998000" y="1676033"/>
                </a:lnTo>
                <a:lnTo>
                  <a:pt x="1006673" y="1666515"/>
                </a:lnTo>
                <a:lnTo>
                  <a:pt x="1014659" y="1656413"/>
                </a:lnTo>
                <a:lnTo>
                  <a:pt x="1017155" y="1653031"/>
                </a:lnTo>
                <a:lnTo>
                  <a:pt x="1014361" y="1650491"/>
                </a:lnTo>
                <a:lnTo>
                  <a:pt x="1013472" y="1651253"/>
                </a:lnTo>
                <a:lnTo>
                  <a:pt x="1004957" y="1661782"/>
                </a:lnTo>
                <a:lnTo>
                  <a:pt x="995943" y="1671016"/>
                </a:lnTo>
                <a:lnTo>
                  <a:pt x="986459" y="1679164"/>
                </a:lnTo>
                <a:lnTo>
                  <a:pt x="976533" y="1686429"/>
                </a:lnTo>
                <a:lnTo>
                  <a:pt x="973086" y="1688718"/>
                </a:lnTo>
                <a:lnTo>
                  <a:pt x="966990" y="1684654"/>
                </a:lnTo>
                <a:lnTo>
                  <a:pt x="961148" y="1680845"/>
                </a:lnTo>
                <a:lnTo>
                  <a:pt x="954925" y="1676780"/>
                </a:lnTo>
                <a:close/>
              </a:path>
              <a:path w="2011565" h="2090420">
                <a:moveTo>
                  <a:pt x="1223784" y="556767"/>
                </a:moveTo>
                <a:lnTo>
                  <a:pt x="1223149" y="552450"/>
                </a:lnTo>
                <a:lnTo>
                  <a:pt x="1220355" y="551941"/>
                </a:lnTo>
                <a:lnTo>
                  <a:pt x="1217561" y="552195"/>
                </a:lnTo>
                <a:lnTo>
                  <a:pt x="1214005" y="553974"/>
                </a:lnTo>
                <a:lnTo>
                  <a:pt x="1213497" y="556259"/>
                </a:lnTo>
                <a:lnTo>
                  <a:pt x="1210703" y="564261"/>
                </a:lnTo>
                <a:lnTo>
                  <a:pt x="1212735" y="567436"/>
                </a:lnTo>
                <a:lnTo>
                  <a:pt x="1216672" y="568070"/>
                </a:lnTo>
                <a:lnTo>
                  <a:pt x="1222768" y="568959"/>
                </a:lnTo>
                <a:lnTo>
                  <a:pt x="1233309" y="564006"/>
                </a:lnTo>
                <a:lnTo>
                  <a:pt x="1237754" y="561848"/>
                </a:lnTo>
                <a:lnTo>
                  <a:pt x="1231211" y="572665"/>
                </a:lnTo>
                <a:lnTo>
                  <a:pt x="1225181" y="613282"/>
                </a:lnTo>
                <a:lnTo>
                  <a:pt x="1230940" y="601945"/>
                </a:lnTo>
                <a:lnTo>
                  <a:pt x="1236670" y="590591"/>
                </a:lnTo>
                <a:lnTo>
                  <a:pt x="1242372" y="579229"/>
                </a:lnTo>
                <a:lnTo>
                  <a:pt x="1240294" y="545845"/>
                </a:lnTo>
                <a:lnTo>
                  <a:pt x="1246898" y="539876"/>
                </a:lnTo>
                <a:lnTo>
                  <a:pt x="1249311" y="537844"/>
                </a:lnTo>
                <a:lnTo>
                  <a:pt x="1248041" y="533907"/>
                </a:lnTo>
                <a:lnTo>
                  <a:pt x="1244739" y="533653"/>
                </a:lnTo>
                <a:lnTo>
                  <a:pt x="1244104" y="534162"/>
                </a:lnTo>
                <a:lnTo>
                  <a:pt x="1237881" y="539495"/>
                </a:lnTo>
                <a:lnTo>
                  <a:pt x="1231785" y="544449"/>
                </a:lnTo>
                <a:lnTo>
                  <a:pt x="1225943" y="550799"/>
                </a:lnTo>
                <a:lnTo>
                  <a:pt x="1225181" y="553846"/>
                </a:lnTo>
                <a:lnTo>
                  <a:pt x="1223403" y="557656"/>
                </a:lnTo>
                <a:lnTo>
                  <a:pt x="1223784" y="556767"/>
                </a:lnTo>
                <a:close/>
              </a:path>
              <a:path w="2011565" h="2090420">
                <a:moveTo>
                  <a:pt x="802906" y="1478279"/>
                </a:moveTo>
                <a:lnTo>
                  <a:pt x="804303" y="1478660"/>
                </a:lnTo>
                <a:lnTo>
                  <a:pt x="808875" y="1479422"/>
                </a:lnTo>
                <a:lnTo>
                  <a:pt x="812431" y="1470914"/>
                </a:lnTo>
                <a:lnTo>
                  <a:pt x="807605" y="1468120"/>
                </a:lnTo>
                <a:lnTo>
                  <a:pt x="803541" y="1465579"/>
                </a:lnTo>
                <a:lnTo>
                  <a:pt x="801763" y="1465071"/>
                </a:lnTo>
                <a:lnTo>
                  <a:pt x="807247" y="1453637"/>
                </a:lnTo>
                <a:lnTo>
                  <a:pt x="812718" y="1442205"/>
                </a:lnTo>
                <a:lnTo>
                  <a:pt x="818177" y="1430773"/>
                </a:lnTo>
                <a:lnTo>
                  <a:pt x="823625" y="1419334"/>
                </a:lnTo>
                <a:lnTo>
                  <a:pt x="829064" y="1407884"/>
                </a:lnTo>
                <a:lnTo>
                  <a:pt x="834495" y="1396420"/>
                </a:lnTo>
                <a:lnTo>
                  <a:pt x="839921" y="1384936"/>
                </a:lnTo>
                <a:lnTo>
                  <a:pt x="845341" y="1373429"/>
                </a:lnTo>
                <a:lnTo>
                  <a:pt x="850759" y="1361893"/>
                </a:lnTo>
                <a:lnTo>
                  <a:pt x="856175" y="1350324"/>
                </a:lnTo>
                <a:lnTo>
                  <a:pt x="860564" y="1350898"/>
                </a:lnTo>
                <a:lnTo>
                  <a:pt x="862723" y="1349628"/>
                </a:lnTo>
                <a:lnTo>
                  <a:pt x="863231" y="1346834"/>
                </a:lnTo>
                <a:lnTo>
                  <a:pt x="864120" y="1341246"/>
                </a:lnTo>
                <a:lnTo>
                  <a:pt x="864882" y="1336039"/>
                </a:lnTo>
                <a:lnTo>
                  <a:pt x="865390" y="1330324"/>
                </a:lnTo>
                <a:lnTo>
                  <a:pt x="875804" y="1307718"/>
                </a:lnTo>
                <a:lnTo>
                  <a:pt x="875042" y="1310258"/>
                </a:lnTo>
                <a:lnTo>
                  <a:pt x="874407" y="1313814"/>
                </a:lnTo>
                <a:lnTo>
                  <a:pt x="877074" y="1315465"/>
                </a:lnTo>
                <a:lnTo>
                  <a:pt x="880122" y="1313941"/>
                </a:lnTo>
                <a:lnTo>
                  <a:pt x="885448" y="1302402"/>
                </a:lnTo>
                <a:lnTo>
                  <a:pt x="889221" y="1290238"/>
                </a:lnTo>
                <a:lnTo>
                  <a:pt x="889393" y="1289558"/>
                </a:lnTo>
                <a:lnTo>
                  <a:pt x="897704" y="1279979"/>
                </a:lnTo>
                <a:lnTo>
                  <a:pt x="891933" y="1278001"/>
                </a:lnTo>
                <a:lnTo>
                  <a:pt x="892822" y="1272285"/>
                </a:lnTo>
                <a:lnTo>
                  <a:pt x="893076" y="1266570"/>
                </a:lnTo>
                <a:lnTo>
                  <a:pt x="893203" y="1260602"/>
                </a:lnTo>
                <a:lnTo>
                  <a:pt x="893711" y="1260220"/>
                </a:lnTo>
                <a:lnTo>
                  <a:pt x="901644" y="1249686"/>
                </a:lnTo>
                <a:lnTo>
                  <a:pt x="909744" y="1239709"/>
                </a:lnTo>
                <a:lnTo>
                  <a:pt x="918166" y="1230310"/>
                </a:lnTo>
                <a:lnTo>
                  <a:pt x="927060" y="1221509"/>
                </a:lnTo>
                <a:lnTo>
                  <a:pt x="936579" y="1213328"/>
                </a:lnTo>
                <a:lnTo>
                  <a:pt x="946876" y="1205785"/>
                </a:lnTo>
                <a:lnTo>
                  <a:pt x="957465" y="1199261"/>
                </a:lnTo>
                <a:lnTo>
                  <a:pt x="957973" y="1196720"/>
                </a:lnTo>
                <a:lnTo>
                  <a:pt x="945810" y="1202582"/>
                </a:lnTo>
                <a:lnTo>
                  <a:pt x="935265" y="1209402"/>
                </a:lnTo>
                <a:lnTo>
                  <a:pt x="924949" y="1217064"/>
                </a:lnTo>
                <a:lnTo>
                  <a:pt x="914994" y="1225574"/>
                </a:lnTo>
                <a:lnTo>
                  <a:pt x="910094" y="1230248"/>
                </a:lnTo>
                <a:lnTo>
                  <a:pt x="916488" y="1219266"/>
                </a:lnTo>
                <a:lnTo>
                  <a:pt x="922967" y="1208334"/>
                </a:lnTo>
                <a:lnTo>
                  <a:pt x="929545" y="1197467"/>
                </a:lnTo>
                <a:lnTo>
                  <a:pt x="936891" y="1169924"/>
                </a:lnTo>
                <a:lnTo>
                  <a:pt x="951242" y="1141729"/>
                </a:lnTo>
                <a:lnTo>
                  <a:pt x="960938" y="1133359"/>
                </a:lnTo>
                <a:lnTo>
                  <a:pt x="970566" y="1125051"/>
                </a:lnTo>
                <a:lnTo>
                  <a:pt x="980188" y="1116826"/>
                </a:lnTo>
                <a:lnTo>
                  <a:pt x="989863" y="1108705"/>
                </a:lnTo>
                <a:lnTo>
                  <a:pt x="992263" y="1105662"/>
                </a:lnTo>
                <a:lnTo>
                  <a:pt x="991374" y="1105915"/>
                </a:lnTo>
                <a:lnTo>
                  <a:pt x="981819" y="1114291"/>
                </a:lnTo>
                <a:lnTo>
                  <a:pt x="972240" y="1122621"/>
                </a:lnTo>
                <a:lnTo>
                  <a:pt x="962660" y="1130948"/>
                </a:lnTo>
                <a:lnTo>
                  <a:pt x="953103" y="1139319"/>
                </a:lnTo>
                <a:lnTo>
                  <a:pt x="952385" y="1139952"/>
                </a:lnTo>
                <a:lnTo>
                  <a:pt x="960918" y="1122950"/>
                </a:lnTo>
                <a:lnTo>
                  <a:pt x="969486" y="1105969"/>
                </a:lnTo>
                <a:lnTo>
                  <a:pt x="978085" y="1089006"/>
                </a:lnTo>
                <a:lnTo>
                  <a:pt x="986715" y="1072061"/>
                </a:lnTo>
                <a:lnTo>
                  <a:pt x="995373" y="1055133"/>
                </a:lnTo>
                <a:lnTo>
                  <a:pt x="1004057" y="1038221"/>
                </a:lnTo>
                <a:lnTo>
                  <a:pt x="1012765" y="1021323"/>
                </a:lnTo>
                <a:lnTo>
                  <a:pt x="1021496" y="1004439"/>
                </a:lnTo>
                <a:lnTo>
                  <a:pt x="1030246" y="987568"/>
                </a:lnTo>
                <a:lnTo>
                  <a:pt x="1039015" y="970708"/>
                </a:lnTo>
                <a:lnTo>
                  <a:pt x="1047800" y="953859"/>
                </a:lnTo>
                <a:lnTo>
                  <a:pt x="1056599" y="937019"/>
                </a:lnTo>
                <a:lnTo>
                  <a:pt x="1065411" y="920187"/>
                </a:lnTo>
                <a:lnTo>
                  <a:pt x="1074232" y="903363"/>
                </a:lnTo>
                <a:lnTo>
                  <a:pt x="1083062" y="886545"/>
                </a:lnTo>
                <a:lnTo>
                  <a:pt x="1091898" y="869732"/>
                </a:lnTo>
                <a:lnTo>
                  <a:pt x="1100738" y="852924"/>
                </a:lnTo>
                <a:lnTo>
                  <a:pt x="1109581" y="836118"/>
                </a:lnTo>
                <a:lnTo>
                  <a:pt x="1118423" y="819315"/>
                </a:lnTo>
                <a:lnTo>
                  <a:pt x="1127264" y="802513"/>
                </a:lnTo>
                <a:lnTo>
                  <a:pt x="1137779" y="794789"/>
                </a:lnTo>
                <a:lnTo>
                  <a:pt x="1147151" y="786351"/>
                </a:lnTo>
                <a:lnTo>
                  <a:pt x="1156159" y="777244"/>
                </a:lnTo>
                <a:lnTo>
                  <a:pt x="1164824" y="767642"/>
                </a:lnTo>
                <a:lnTo>
                  <a:pt x="1172984" y="757936"/>
                </a:lnTo>
                <a:lnTo>
                  <a:pt x="1173111" y="755268"/>
                </a:lnTo>
                <a:lnTo>
                  <a:pt x="1171079" y="755523"/>
                </a:lnTo>
                <a:lnTo>
                  <a:pt x="1162190" y="764882"/>
                </a:lnTo>
                <a:lnTo>
                  <a:pt x="1153081" y="773729"/>
                </a:lnTo>
                <a:lnTo>
                  <a:pt x="1143792" y="782254"/>
                </a:lnTo>
                <a:lnTo>
                  <a:pt x="1134367" y="790646"/>
                </a:lnTo>
                <a:lnTo>
                  <a:pt x="1132725" y="792099"/>
                </a:lnTo>
                <a:lnTo>
                  <a:pt x="1128420" y="757621"/>
                </a:lnTo>
                <a:lnTo>
                  <a:pt x="1114344" y="784490"/>
                </a:lnTo>
                <a:lnTo>
                  <a:pt x="1100397" y="811458"/>
                </a:lnTo>
                <a:lnTo>
                  <a:pt x="1086573" y="838518"/>
                </a:lnTo>
                <a:lnTo>
                  <a:pt x="1072861" y="865662"/>
                </a:lnTo>
                <a:lnTo>
                  <a:pt x="1059255" y="892884"/>
                </a:lnTo>
                <a:lnTo>
                  <a:pt x="1045746" y="920178"/>
                </a:lnTo>
                <a:lnTo>
                  <a:pt x="1032325" y="947536"/>
                </a:lnTo>
                <a:lnTo>
                  <a:pt x="1018985" y="974953"/>
                </a:lnTo>
                <a:lnTo>
                  <a:pt x="1005717" y="1002421"/>
                </a:lnTo>
                <a:lnTo>
                  <a:pt x="992512" y="1029934"/>
                </a:lnTo>
                <a:lnTo>
                  <a:pt x="979363" y="1057485"/>
                </a:lnTo>
                <a:lnTo>
                  <a:pt x="966261" y="1085067"/>
                </a:lnTo>
                <a:lnTo>
                  <a:pt x="953198" y="1112674"/>
                </a:lnTo>
                <a:lnTo>
                  <a:pt x="940165" y="1140299"/>
                </a:lnTo>
                <a:lnTo>
                  <a:pt x="927155" y="1167936"/>
                </a:lnTo>
                <a:lnTo>
                  <a:pt x="914158" y="1195577"/>
                </a:lnTo>
                <a:lnTo>
                  <a:pt x="911618" y="1199006"/>
                </a:lnTo>
                <a:lnTo>
                  <a:pt x="910475" y="1200912"/>
                </a:lnTo>
                <a:lnTo>
                  <a:pt x="910891" y="1187985"/>
                </a:lnTo>
                <a:lnTo>
                  <a:pt x="910674" y="1175051"/>
                </a:lnTo>
                <a:lnTo>
                  <a:pt x="909854" y="1162151"/>
                </a:lnTo>
                <a:lnTo>
                  <a:pt x="908457" y="1149323"/>
                </a:lnTo>
                <a:lnTo>
                  <a:pt x="906512" y="1136606"/>
                </a:lnTo>
                <a:lnTo>
                  <a:pt x="904047" y="1124041"/>
                </a:lnTo>
                <a:lnTo>
                  <a:pt x="901088" y="1111665"/>
                </a:lnTo>
                <a:lnTo>
                  <a:pt x="897665" y="1099519"/>
                </a:lnTo>
                <a:lnTo>
                  <a:pt x="893804" y="1087641"/>
                </a:lnTo>
                <a:lnTo>
                  <a:pt x="889534" y="1076072"/>
                </a:lnTo>
                <a:lnTo>
                  <a:pt x="885837" y="1067053"/>
                </a:lnTo>
                <a:lnTo>
                  <a:pt x="882154" y="1067562"/>
                </a:lnTo>
                <a:lnTo>
                  <a:pt x="882789" y="1069213"/>
                </a:lnTo>
                <a:lnTo>
                  <a:pt x="886977" y="1081455"/>
                </a:lnTo>
                <a:lnTo>
                  <a:pt x="890558" y="1093698"/>
                </a:lnTo>
                <a:lnTo>
                  <a:pt x="893560" y="1105953"/>
                </a:lnTo>
                <a:lnTo>
                  <a:pt x="896012" y="1118235"/>
                </a:lnTo>
                <a:lnTo>
                  <a:pt x="897941" y="1130557"/>
                </a:lnTo>
                <a:lnTo>
                  <a:pt x="899374" y="1142933"/>
                </a:lnTo>
                <a:lnTo>
                  <a:pt x="900339" y="1155375"/>
                </a:lnTo>
                <a:lnTo>
                  <a:pt x="900865" y="1167898"/>
                </a:lnTo>
                <a:lnTo>
                  <a:pt x="900978" y="1180515"/>
                </a:lnTo>
                <a:lnTo>
                  <a:pt x="900707" y="1193239"/>
                </a:lnTo>
                <a:lnTo>
                  <a:pt x="900078" y="1206084"/>
                </a:lnTo>
                <a:lnTo>
                  <a:pt x="899121" y="1219064"/>
                </a:lnTo>
                <a:lnTo>
                  <a:pt x="898156" y="1229359"/>
                </a:lnTo>
                <a:lnTo>
                  <a:pt x="891425" y="1243710"/>
                </a:lnTo>
                <a:lnTo>
                  <a:pt x="889979" y="1230506"/>
                </a:lnTo>
                <a:lnTo>
                  <a:pt x="887892" y="1217357"/>
                </a:lnTo>
                <a:lnTo>
                  <a:pt x="885282" y="1204378"/>
                </a:lnTo>
                <a:lnTo>
                  <a:pt x="882269" y="1191680"/>
                </a:lnTo>
                <a:lnTo>
                  <a:pt x="878970" y="1179376"/>
                </a:lnTo>
                <a:lnTo>
                  <a:pt x="875503" y="1167580"/>
                </a:lnTo>
                <a:lnTo>
                  <a:pt x="871988" y="1156403"/>
                </a:lnTo>
                <a:lnTo>
                  <a:pt x="870724" y="1152525"/>
                </a:lnTo>
                <a:lnTo>
                  <a:pt x="867295" y="1152016"/>
                </a:lnTo>
                <a:lnTo>
                  <a:pt x="867549" y="1153540"/>
                </a:lnTo>
                <a:lnTo>
                  <a:pt x="870548" y="1165788"/>
                </a:lnTo>
                <a:lnTo>
                  <a:pt x="873513" y="1178135"/>
                </a:lnTo>
                <a:lnTo>
                  <a:pt x="876315" y="1190571"/>
                </a:lnTo>
                <a:lnTo>
                  <a:pt x="878828" y="1203083"/>
                </a:lnTo>
                <a:lnTo>
                  <a:pt x="880922" y="1215661"/>
                </a:lnTo>
                <a:lnTo>
                  <a:pt x="882472" y="1228291"/>
                </a:lnTo>
                <a:lnTo>
                  <a:pt x="882916" y="1233423"/>
                </a:lnTo>
                <a:lnTo>
                  <a:pt x="883382" y="1246384"/>
                </a:lnTo>
                <a:lnTo>
                  <a:pt x="882881" y="1258829"/>
                </a:lnTo>
                <a:lnTo>
                  <a:pt x="882789" y="1260093"/>
                </a:lnTo>
                <a:lnTo>
                  <a:pt x="876566" y="1271058"/>
                </a:lnTo>
                <a:lnTo>
                  <a:pt x="870560" y="1282268"/>
                </a:lnTo>
                <a:lnTo>
                  <a:pt x="864745" y="1293643"/>
                </a:lnTo>
                <a:lnTo>
                  <a:pt x="864374" y="1294383"/>
                </a:lnTo>
                <a:lnTo>
                  <a:pt x="863344" y="1281564"/>
                </a:lnTo>
                <a:lnTo>
                  <a:pt x="861791" y="1268819"/>
                </a:lnTo>
                <a:lnTo>
                  <a:pt x="859742" y="1256199"/>
                </a:lnTo>
                <a:lnTo>
                  <a:pt x="857224" y="1243753"/>
                </a:lnTo>
                <a:lnTo>
                  <a:pt x="854264" y="1231532"/>
                </a:lnTo>
                <a:lnTo>
                  <a:pt x="852563" y="1225295"/>
                </a:lnTo>
                <a:lnTo>
                  <a:pt x="849388" y="1223390"/>
                </a:lnTo>
                <a:lnTo>
                  <a:pt x="848245" y="1226820"/>
                </a:lnTo>
                <a:lnTo>
                  <a:pt x="850967" y="1239474"/>
                </a:lnTo>
                <a:lnTo>
                  <a:pt x="853043" y="1252072"/>
                </a:lnTo>
                <a:lnTo>
                  <a:pt x="854518" y="1264640"/>
                </a:lnTo>
                <a:lnTo>
                  <a:pt x="855437" y="1277207"/>
                </a:lnTo>
                <a:lnTo>
                  <a:pt x="855846" y="1289801"/>
                </a:lnTo>
                <a:lnTo>
                  <a:pt x="855790" y="1302447"/>
                </a:lnTo>
                <a:lnTo>
                  <a:pt x="855484" y="1311655"/>
                </a:lnTo>
                <a:lnTo>
                  <a:pt x="853325" y="1316481"/>
                </a:lnTo>
                <a:lnTo>
                  <a:pt x="847534" y="1327930"/>
                </a:lnTo>
                <a:lnTo>
                  <a:pt x="841442" y="1339162"/>
                </a:lnTo>
                <a:lnTo>
                  <a:pt x="835109" y="1350217"/>
                </a:lnTo>
                <a:lnTo>
                  <a:pt x="828595" y="1361136"/>
                </a:lnTo>
                <a:lnTo>
                  <a:pt x="821960" y="1371961"/>
                </a:lnTo>
                <a:lnTo>
                  <a:pt x="815266" y="1382731"/>
                </a:lnTo>
                <a:lnTo>
                  <a:pt x="808571" y="1393488"/>
                </a:lnTo>
                <a:lnTo>
                  <a:pt x="801937" y="1404273"/>
                </a:lnTo>
                <a:lnTo>
                  <a:pt x="795422" y="1415126"/>
                </a:lnTo>
                <a:lnTo>
                  <a:pt x="789089" y="1426088"/>
                </a:lnTo>
                <a:lnTo>
                  <a:pt x="782997" y="1437201"/>
                </a:lnTo>
                <a:lnTo>
                  <a:pt x="788809" y="1454530"/>
                </a:lnTo>
                <a:lnTo>
                  <a:pt x="794980" y="1443414"/>
                </a:lnTo>
                <a:lnTo>
                  <a:pt x="801276" y="1432338"/>
                </a:lnTo>
                <a:lnTo>
                  <a:pt x="806462" y="1423415"/>
                </a:lnTo>
                <a:lnTo>
                  <a:pt x="801004" y="1434861"/>
                </a:lnTo>
                <a:lnTo>
                  <a:pt x="795454" y="1446301"/>
                </a:lnTo>
                <a:lnTo>
                  <a:pt x="793889" y="1450339"/>
                </a:lnTo>
                <a:lnTo>
                  <a:pt x="793381" y="1454022"/>
                </a:lnTo>
                <a:lnTo>
                  <a:pt x="792746" y="1681733"/>
                </a:lnTo>
                <a:lnTo>
                  <a:pt x="795667" y="1681987"/>
                </a:lnTo>
                <a:lnTo>
                  <a:pt x="798588" y="1684781"/>
                </a:lnTo>
                <a:lnTo>
                  <a:pt x="800366" y="1583308"/>
                </a:lnTo>
                <a:lnTo>
                  <a:pt x="801001" y="1578864"/>
                </a:lnTo>
                <a:lnTo>
                  <a:pt x="802144" y="1576831"/>
                </a:lnTo>
                <a:lnTo>
                  <a:pt x="808029" y="1490560"/>
                </a:lnTo>
                <a:lnTo>
                  <a:pt x="799985" y="1490217"/>
                </a:lnTo>
                <a:lnTo>
                  <a:pt x="801128" y="1487296"/>
                </a:lnTo>
                <a:lnTo>
                  <a:pt x="803414" y="1485264"/>
                </a:lnTo>
                <a:lnTo>
                  <a:pt x="805065" y="1481454"/>
                </a:lnTo>
                <a:lnTo>
                  <a:pt x="802906" y="1478279"/>
                </a:lnTo>
                <a:close/>
              </a:path>
              <a:path w="2011565" h="2090420">
                <a:moveTo>
                  <a:pt x="1618119" y="1563370"/>
                </a:moveTo>
                <a:lnTo>
                  <a:pt x="1626340" y="1553944"/>
                </a:lnTo>
                <a:lnTo>
                  <a:pt x="1634450" y="1544179"/>
                </a:lnTo>
                <a:lnTo>
                  <a:pt x="1642511" y="1534245"/>
                </a:lnTo>
                <a:lnTo>
                  <a:pt x="1650583" y="1524313"/>
                </a:lnTo>
                <a:lnTo>
                  <a:pt x="1652409" y="1522095"/>
                </a:lnTo>
                <a:lnTo>
                  <a:pt x="1643524" y="1536600"/>
                </a:lnTo>
                <a:lnTo>
                  <a:pt x="1634661" y="1551120"/>
                </a:lnTo>
                <a:lnTo>
                  <a:pt x="1625820" y="1565653"/>
                </a:lnTo>
                <a:lnTo>
                  <a:pt x="1616999" y="1580195"/>
                </a:lnTo>
                <a:lnTo>
                  <a:pt x="1608197" y="1594746"/>
                </a:lnTo>
                <a:lnTo>
                  <a:pt x="1599415" y="1609303"/>
                </a:lnTo>
                <a:lnTo>
                  <a:pt x="1590651" y="1623863"/>
                </a:lnTo>
                <a:lnTo>
                  <a:pt x="1581905" y="1638424"/>
                </a:lnTo>
                <a:lnTo>
                  <a:pt x="1573175" y="1652985"/>
                </a:lnTo>
                <a:lnTo>
                  <a:pt x="1564462" y="1667541"/>
                </a:lnTo>
                <a:lnTo>
                  <a:pt x="1555763" y="1682092"/>
                </a:lnTo>
                <a:lnTo>
                  <a:pt x="1547079" y="1696635"/>
                </a:lnTo>
                <a:lnTo>
                  <a:pt x="1538409" y="1711168"/>
                </a:lnTo>
                <a:lnTo>
                  <a:pt x="1529752" y="1725688"/>
                </a:lnTo>
                <a:lnTo>
                  <a:pt x="1521107" y="1740193"/>
                </a:lnTo>
                <a:lnTo>
                  <a:pt x="1512473" y="1754681"/>
                </a:lnTo>
                <a:lnTo>
                  <a:pt x="1503851" y="1769150"/>
                </a:lnTo>
                <a:lnTo>
                  <a:pt x="1495238" y="1783597"/>
                </a:lnTo>
                <a:lnTo>
                  <a:pt x="1486634" y="1798020"/>
                </a:lnTo>
                <a:lnTo>
                  <a:pt x="1478038" y="1812416"/>
                </a:lnTo>
                <a:lnTo>
                  <a:pt x="1472548" y="1822978"/>
                </a:lnTo>
                <a:lnTo>
                  <a:pt x="1466293" y="1835588"/>
                </a:lnTo>
                <a:lnTo>
                  <a:pt x="1459493" y="1847874"/>
                </a:lnTo>
                <a:lnTo>
                  <a:pt x="1458861" y="1873249"/>
                </a:lnTo>
                <a:lnTo>
                  <a:pt x="1461655" y="1868677"/>
                </a:lnTo>
                <a:lnTo>
                  <a:pt x="1464449" y="1863978"/>
                </a:lnTo>
                <a:lnTo>
                  <a:pt x="1474888" y="1856764"/>
                </a:lnTo>
                <a:lnTo>
                  <a:pt x="1485217" y="1849392"/>
                </a:lnTo>
                <a:lnTo>
                  <a:pt x="1495444" y="1841870"/>
                </a:lnTo>
                <a:lnTo>
                  <a:pt x="1505577" y="1834206"/>
                </a:lnTo>
                <a:lnTo>
                  <a:pt x="1515624" y="1826410"/>
                </a:lnTo>
                <a:lnTo>
                  <a:pt x="1522464" y="1812035"/>
                </a:lnTo>
                <a:lnTo>
                  <a:pt x="1512418" y="1819838"/>
                </a:lnTo>
                <a:lnTo>
                  <a:pt x="1502372" y="1827585"/>
                </a:lnTo>
                <a:lnTo>
                  <a:pt x="1492315" y="1835290"/>
                </a:lnTo>
                <a:lnTo>
                  <a:pt x="1482238" y="1842967"/>
                </a:lnTo>
                <a:lnTo>
                  <a:pt x="1472129" y="1850629"/>
                </a:lnTo>
                <a:lnTo>
                  <a:pt x="1471942" y="1850770"/>
                </a:lnTo>
                <a:lnTo>
                  <a:pt x="1483415" y="1831554"/>
                </a:lnTo>
                <a:lnTo>
                  <a:pt x="1494899" y="1812348"/>
                </a:lnTo>
                <a:lnTo>
                  <a:pt x="1506394" y="1793154"/>
                </a:lnTo>
                <a:lnTo>
                  <a:pt x="1517901" y="1773972"/>
                </a:lnTo>
                <a:lnTo>
                  <a:pt x="1529422" y="1754804"/>
                </a:lnTo>
                <a:lnTo>
                  <a:pt x="1540957" y="1735651"/>
                </a:lnTo>
                <a:lnTo>
                  <a:pt x="1552507" y="1716514"/>
                </a:lnTo>
                <a:lnTo>
                  <a:pt x="1564073" y="1697393"/>
                </a:lnTo>
                <a:lnTo>
                  <a:pt x="1575657" y="1678291"/>
                </a:lnTo>
                <a:lnTo>
                  <a:pt x="1587258" y="1659207"/>
                </a:lnTo>
                <a:lnTo>
                  <a:pt x="1598879" y="1640143"/>
                </a:lnTo>
                <a:lnTo>
                  <a:pt x="1610520" y="1621101"/>
                </a:lnTo>
                <a:lnTo>
                  <a:pt x="1622181" y="1602080"/>
                </a:lnTo>
                <a:lnTo>
                  <a:pt x="1633865" y="1583083"/>
                </a:lnTo>
                <a:lnTo>
                  <a:pt x="1645571" y="1564110"/>
                </a:lnTo>
                <a:lnTo>
                  <a:pt x="1657301" y="1545162"/>
                </a:lnTo>
                <a:lnTo>
                  <a:pt x="1669056" y="1526240"/>
                </a:lnTo>
                <a:lnTo>
                  <a:pt x="1680837" y="1507346"/>
                </a:lnTo>
                <a:lnTo>
                  <a:pt x="1692644" y="1488480"/>
                </a:lnTo>
                <a:lnTo>
                  <a:pt x="1704479" y="1469643"/>
                </a:lnTo>
                <a:lnTo>
                  <a:pt x="1716634" y="1450472"/>
                </a:lnTo>
                <a:lnTo>
                  <a:pt x="1728863" y="1431359"/>
                </a:lnTo>
                <a:lnTo>
                  <a:pt x="1741155" y="1412296"/>
                </a:lnTo>
                <a:lnTo>
                  <a:pt x="1753503" y="1393276"/>
                </a:lnTo>
                <a:lnTo>
                  <a:pt x="1765898" y="1374292"/>
                </a:lnTo>
                <a:lnTo>
                  <a:pt x="1778330" y="1355338"/>
                </a:lnTo>
                <a:lnTo>
                  <a:pt x="1790790" y="1336405"/>
                </a:lnTo>
                <a:lnTo>
                  <a:pt x="1803271" y="1317487"/>
                </a:lnTo>
                <a:lnTo>
                  <a:pt x="1815763" y="1298577"/>
                </a:lnTo>
                <a:lnTo>
                  <a:pt x="1828257" y="1279667"/>
                </a:lnTo>
                <a:lnTo>
                  <a:pt x="1840744" y="1260751"/>
                </a:lnTo>
                <a:lnTo>
                  <a:pt x="1853216" y="1241821"/>
                </a:lnTo>
                <a:lnTo>
                  <a:pt x="1865663" y="1222870"/>
                </a:lnTo>
                <a:lnTo>
                  <a:pt x="1878077" y="1203890"/>
                </a:lnTo>
                <a:lnTo>
                  <a:pt x="1879844" y="1173716"/>
                </a:lnTo>
                <a:lnTo>
                  <a:pt x="1872528" y="1184214"/>
                </a:lnTo>
                <a:lnTo>
                  <a:pt x="1865228" y="1194751"/>
                </a:lnTo>
                <a:lnTo>
                  <a:pt x="1862467" y="1198752"/>
                </a:lnTo>
                <a:lnTo>
                  <a:pt x="1861070" y="1194053"/>
                </a:lnTo>
                <a:lnTo>
                  <a:pt x="1858149" y="1193673"/>
                </a:lnTo>
                <a:lnTo>
                  <a:pt x="1846182" y="1202268"/>
                </a:lnTo>
                <a:lnTo>
                  <a:pt x="1836289" y="1210151"/>
                </a:lnTo>
                <a:lnTo>
                  <a:pt x="1826559" y="1218227"/>
                </a:lnTo>
                <a:lnTo>
                  <a:pt x="1816987" y="1226510"/>
                </a:lnTo>
                <a:lnTo>
                  <a:pt x="1807568" y="1235019"/>
                </a:lnTo>
                <a:lnTo>
                  <a:pt x="1798296" y="1243767"/>
                </a:lnTo>
                <a:lnTo>
                  <a:pt x="1789166" y="1252772"/>
                </a:lnTo>
                <a:lnTo>
                  <a:pt x="1784235" y="1257808"/>
                </a:lnTo>
                <a:lnTo>
                  <a:pt x="1775573" y="1267215"/>
                </a:lnTo>
                <a:lnTo>
                  <a:pt x="1766932" y="1276556"/>
                </a:lnTo>
                <a:lnTo>
                  <a:pt x="1758184" y="1285715"/>
                </a:lnTo>
                <a:lnTo>
                  <a:pt x="1750199" y="1293621"/>
                </a:lnTo>
                <a:lnTo>
                  <a:pt x="1747659" y="1295399"/>
                </a:lnTo>
                <a:lnTo>
                  <a:pt x="1746516" y="1296161"/>
                </a:lnTo>
                <a:lnTo>
                  <a:pt x="1746008" y="1309115"/>
                </a:lnTo>
                <a:lnTo>
                  <a:pt x="1749437" y="1308734"/>
                </a:lnTo>
                <a:lnTo>
                  <a:pt x="1752866" y="1306576"/>
                </a:lnTo>
                <a:lnTo>
                  <a:pt x="1752993" y="1302765"/>
                </a:lnTo>
                <a:lnTo>
                  <a:pt x="1752866" y="1302258"/>
                </a:lnTo>
                <a:lnTo>
                  <a:pt x="1755914" y="1301368"/>
                </a:lnTo>
                <a:lnTo>
                  <a:pt x="1759089" y="1300352"/>
                </a:lnTo>
                <a:lnTo>
                  <a:pt x="1768550" y="1292077"/>
                </a:lnTo>
                <a:lnTo>
                  <a:pt x="1777264" y="1281335"/>
                </a:lnTo>
                <a:lnTo>
                  <a:pt x="1785540" y="1270577"/>
                </a:lnTo>
                <a:lnTo>
                  <a:pt x="1790204" y="1265301"/>
                </a:lnTo>
                <a:lnTo>
                  <a:pt x="1799183" y="1256006"/>
                </a:lnTo>
                <a:lnTo>
                  <a:pt x="1808348" y="1247044"/>
                </a:lnTo>
                <a:lnTo>
                  <a:pt x="1817694" y="1238388"/>
                </a:lnTo>
                <a:lnTo>
                  <a:pt x="1827215" y="1230014"/>
                </a:lnTo>
                <a:lnTo>
                  <a:pt x="1836904" y="1221897"/>
                </a:lnTo>
                <a:lnTo>
                  <a:pt x="1846754" y="1214012"/>
                </a:lnTo>
                <a:lnTo>
                  <a:pt x="1856761" y="1206334"/>
                </a:lnTo>
                <a:lnTo>
                  <a:pt x="1858403" y="1205102"/>
                </a:lnTo>
                <a:lnTo>
                  <a:pt x="1851236" y="1215502"/>
                </a:lnTo>
                <a:lnTo>
                  <a:pt x="1844070" y="1225978"/>
                </a:lnTo>
                <a:lnTo>
                  <a:pt x="1836903" y="1236504"/>
                </a:lnTo>
                <a:lnTo>
                  <a:pt x="1830971" y="1245234"/>
                </a:lnTo>
                <a:lnTo>
                  <a:pt x="1827542" y="1245108"/>
                </a:lnTo>
                <a:lnTo>
                  <a:pt x="1826399" y="1246251"/>
                </a:lnTo>
                <a:lnTo>
                  <a:pt x="1817303" y="1254785"/>
                </a:lnTo>
                <a:lnTo>
                  <a:pt x="1808022" y="1263278"/>
                </a:lnTo>
                <a:lnTo>
                  <a:pt x="1798612" y="1271762"/>
                </a:lnTo>
                <a:lnTo>
                  <a:pt x="1789130" y="1280266"/>
                </a:lnTo>
                <a:lnTo>
                  <a:pt x="1779632" y="1288822"/>
                </a:lnTo>
                <a:lnTo>
                  <a:pt x="1770174" y="1297460"/>
                </a:lnTo>
                <a:lnTo>
                  <a:pt x="1760812" y="1306211"/>
                </a:lnTo>
                <a:lnTo>
                  <a:pt x="1751603" y="1315106"/>
                </a:lnTo>
                <a:lnTo>
                  <a:pt x="1742603" y="1324175"/>
                </a:lnTo>
                <a:lnTo>
                  <a:pt x="1733868" y="1333449"/>
                </a:lnTo>
                <a:lnTo>
                  <a:pt x="1725455" y="1342959"/>
                </a:lnTo>
                <a:lnTo>
                  <a:pt x="1719084" y="1350645"/>
                </a:lnTo>
                <a:lnTo>
                  <a:pt x="1717179" y="1353184"/>
                </a:lnTo>
                <a:lnTo>
                  <a:pt x="1718576" y="1356486"/>
                </a:lnTo>
                <a:lnTo>
                  <a:pt x="1721497" y="1356867"/>
                </a:lnTo>
                <a:lnTo>
                  <a:pt x="1722894" y="1356233"/>
                </a:lnTo>
                <a:lnTo>
                  <a:pt x="1732654" y="1349000"/>
                </a:lnTo>
                <a:lnTo>
                  <a:pt x="1742281" y="1341239"/>
                </a:lnTo>
                <a:lnTo>
                  <a:pt x="1751786" y="1333027"/>
                </a:lnTo>
                <a:lnTo>
                  <a:pt x="1761179" y="1324445"/>
                </a:lnTo>
                <a:lnTo>
                  <a:pt x="1770471" y="1315571"/>
                </a:lnTo>
                <a:lnTo>
                  <a:pt x="1779673" y="1306485"/>
                </a:lnTo>
                <a:lnTo>
                  <a:pt x="1788795" y="1297265"/>
                </a:lnTo>
                <a:lnTo>
                  <a:pt x="1797848" y="1287992"/>
                </a:lnTo>
                <a:lnTo>
                  <a:pt x="1806843" y="1278744"/>
                </a:lnTo>
                <a:lnTo>
                  <a:pt x="1811286" y="1274190"/>
                </a:lnTo>
                <a:lnTo>
                  <a:pt x="1804301" y="1284720"/>
                </a:lnTo>
                <a:lnTo>
                  <a:pt x="1797316" y="1295375"/>
                </a:lnTo>
                <a:lnTo>
                  <a:pt x="1790332" y="1306026"/>
                </a:lnTo>
                <a:lnTo>
                  <a:pt x="1787283" y="1310639"/>
                </a:lnTo>
                <a:lnTo>
                  <a:pt x="1784235" y="1308734"/>
                </a:lnTo>
                <a:lnTo>
                  <a:pt x="1780425" y="1310004"/>
                </a:lnTo>
                <a:lnTo>
                  <a:pt x="1771415" y="1318634"/>
                </a:lnTo>
                <a:lnTo>
                  <a:pt x="1762205" y="1327220"/>
                </a:lnTo>
                <a:lnTo>
                  <a:pt x="1752862" y="1335799"/>
                </a:lnTo>
                <a:lnTo>
                  <a:pt x="1743455" y="1344406"/>
                </a:lnTo>
                <a:lnTo>
                  <a:pt x="1734051" y="1353078"/>
                </a:lnTo>
                <a:lnTo>
                  <a:pt x="1724719" y="1361850"/>
                </a:lnTo>
                <a:lnTo>
                  <a:pt x="1715526" y="1370760"/>
                </a:lnTo>
                <a:lnTo>
                  <a:pt x="1706540" y="1379842"/>
                </a:lnTo>
                <a:lnTo>
                  <a:pt x="1697830" y="1389134"/>
                </a:lnTo>
                <a:lnTo>
                  <a:pt x="1689463" y="1398671"/>
                </a:lnTo>
                <a:lnTo>
                  <a:pt x="1687461" y="1401064"/>
                </a:lnTo>
                <a:lnTo>
                  <a:pt x="1693768" y="1389973"/>
                </a:lnTo>
                <a:lnTo>
                  <a:pt x="1700042" y="1378885"/>
                </a:lnTo>
                <a:lnTo>
                  <a:pt x="1711332" y="1324402"/>
                </a:lnTo>
                <a:lnTo>
                  <a:pt x="1687223" y="1368171"/>
                </a:lnTo>
                <a:lnTo>
                  <a:pt x="1663176" y="1411988"/>
                </a:lnTo>
                <a:lnTo>
                  <a:pt x="1639170" y="1455836"/>
                </a:lnTo>
                <a:lnTo>
                  <a:pt x="1615183" y="1499696"/>
                </a:lnTo>
                <a:lnTo>
                  <a:pt x="1591194" y="1543547"/>
                </a:lnTo>
                <a:lnTo>
                  <a:pt x="1567182" y="1587372"/>
                </a:lnTo>
                <a:lnTo>
                  <a:pt x="1543126" y="1631152"/>
                </a:lnTo>
                <a:lnTo>
                  <a:pt x="1519005" y="1674867"/>
                </a:lnTo>
                <a:lnTo>
                  <a:pt x="1494796" y="1718497"/>
                </a:lnTo>
                <a:lnTo>
                  <a:pt x="1470480" y="1762025"/>
                </a:lnTo>
                <a:lnTo>
                  <a:pt x="1446034" y="1805431"/>
                </a:lnTo>
                <a:lnTo>
                  <a:pt x="1446034" y="1805685"/>
                </a:lnTo>
                <a:lnTo>
                  <a:pt x="1429251" y="1795128"/>
                </a:lnTo>
                <a:lnTo>
                  <a:pt x="1412324" y="1784817"/>
                </a:lnTo>
                <a:lnTo>
                  <a:pt x="1395265" y="1774735"/>
                </a:lnTo>
                <a:lnTo>
                  <a:pt x="1378085" y="1764864"/>
                </a:lnTo>
                <a:lnTo>
                  <a:pt x="1360797" y="1755185"/>
                </a:lnTo>
                <a:lnTo>
                  <a:pt x="1343413" y="1745681"/>
                </a:lnTo>
                <a:lnTo>
                  <a:pt x="1325945" y="1736334"/>
                </a:lnTo>
                <a:lnTo>
                  <a:pt x="1308405" y="1727126"/>
                </a:lnTo>
                <a:lnTo>
                  <a:pt x="1290804" y="1718039"/>
                </a:lnTo>
                <a:lnTo>
                  <a:pt x="1273155" y="1709054"/>
                </a:lnTo>
                <a:lnTo>
                  <a:pt x="1255470" y="1700155"/>
                </a:lnTo>
                <a:lnTo>
                  <a:pt x="1237761" y="1691321"/>
                </a:lnTo>
                <a:lnTo>
                  <a:pt x="1220040" y="1682537"/>
                </a:lnTo>
                <a:lnTo>
                  <a:pt x="1202318" y="1673784"/>
                </a:lnTo>
                <a:lnTo>
                  <a:pt x="1184609" y="1665043"/>
                </a:lnTo>
                <a:lnTo>
                  <a:pt x="1166923" y="1656297"/>
                </a:lnTo>
                <a:lnTo>
                  <a:pt x="1149273" y="1647528"/>
                </a:lnTo>
                <a:lnTo>
                  <a:pt x="1131670" y="1638717"/>
                </a:lnTo>
                <a:lnTo>
                  <a:pt x="1114128" y="1629847"/>
                </a:lnTo>
                <a:lnTo>
                  <a:pt x="1096657" y="1620901"/>
                </a:lnTo>
                <a:lnTo>
                  <a:pt x="1084632" y="1614641"/>
                </a:lnTo>
                <a:lnTo>
                  <a:pt x="1072596" y="1608334"/>
                </a:lnTo>
                <a:lnTo>
                  <a:pt x="1060544" y="1601999"/>
                </a:lnTo>
                <a:lnTo>
                  <a:pt x="1048473" y="1595655"/>
                </a:lnTo>
                <a:lnTo>
                  <a:pt x="1036380" y="1589321"/>
                </a:lnTo>
                <a:lnTo>
                  <a:pt x="1024260" y="1583017"/>
                </a:lnTo>
                <a:lnTo>
                  <a:pt x="1012109" y="1576761"/>
                </a:lnTo>
                <a:lnTo>
                  <a:pt x="999924" y="1570574"/>
                </a:lnTo>
                <a:lnTo>
                  <a:pt x="987701" y="1564474"/>
                </a:lnTo>
                <a:lnTo>
                  <a:pt x="975436" y="1558480"/>
                </a:lnTo>
                <a:lnTo>
                  <a:pt x="963125" y="1552612"/>
                </a:lnTo>
                <a:lnTo>
                  <a:pt x="950765" y="1546889"/>
                </a:lnTo>
                <a:lnTo>
                  <a:pt x="938351" y="1541330"/>
                </a:lnTo>
                <a:lnTo>
                  <a:pt x="925880" y="1535955"/>
                </a:lnTo>
                <a:lnTo>
                  <a:pt x="913349" y="1530782"/>
                </a:lnTo>
                <a:lnTo>
                  <a:pt x="900752" y="1525831"/>
                </a:lnTo>
                <a:lnTo>
                  <a:pt x="888087" y="1521122"/>
                </a:lnTo>
                <a:lnTo>
                  <a:pt x="875350" y="1516673"/>
                </a:lnTo>
                <a:lnTo>
                  <a:pt x="862536" y="1512503"/>
                </a:lnTo>
                <a:lnTo>
                  <a:pt x="849642" y="1508633"/>
                </a:lnTo>
                <a:lnTo>
                  <a:pt x="875155" y="1508823"/>
                </a:lnTo>
                <a:lnTo>
                  <a:pt x="887908" y="1508977"/>
                </a:lnTo>
                <a:lnTo>
                  <a:pt x="900633" y="1509299"/>
                </a:lnTo>
                <a:lnTo>
                  <a:pt x="913315" y="1509885"/>
                </a:lnTo>
                <a:lnTo>
                  <a:pt x="925934" y="1510831"/>
                </a:lnTo>
                <a:lnTo>
                  <a:pt x="938473" y="1512233"/>
                </a:lnTo>
                <a:lnTo>
                  <a:pt x="957492" y="1515458"/>
                </a:lnTo>
                <a:lnTo>
                  <a:pt x="969731" y="1518412"/>
                </a:lnTo>
                <a:lnTo>
                  <a:pt x="981849" y="1522170"/>
                </a:lnTo>
                <a:lnTo>
                  <a:pt x="993835" y="1526834"/>
                </a:lnTo>
                <a:lnTo>
                  <a:pt x="1004709" y="1532001"/>
                </a:lnTo>
                <a:lnTo>
                  <a:pt x="1015872" y="1538040"/>
                </a:lnTo>
                <a:lnTo>
                  <a:pt x="1026860" y="1544386"/>
                </a:lnTo>
                <a:lnTo>
                  <a:pt x="1037700" y="1550995"/>
                </a:lnTo>
                <a:lnTo>
                  <a:pt x="1048415" y="1557823"/>
                </a:lnTo>
                <a:lnTo>
                  <a:pt x="1059030" y="1564828"/>
                </a:lnTo>
                <a:lnTo>
                  <a:pt x="1069570" y="1571966"/>
                </a:lnTo>
                <a:lnTo>
                  <a:pt x="1080059" y="1579194"/>
                </a:lnTo>
                <a:lnTo>
                  <a:pt x="1090521" y="1586469"/>
                </a:lnTo>
                <a:lnTo>
                  <a:pt x="1100982" y="1593747"/>
                </a:lnTo>
                <a:lnTo>
                  <a:pt x="1111466" y="1600986"/>
                </a:lnTo>
                <a:lnTo>
                  <a:pt x="1121996" y="1608142"/>
                </a:lnTo>
                <a:lnTo>
                  <a:pt x="1132599" y="1615172"/>
                </a:lnTo>
                <a:lnTo>
                  <a:pt x="1143298" y="1622034"/>
                </a:lnTo>
                <a:lnTo>
                  <a:pt x="1154118" y="1628682"/>
                </a:lnTo>
                <a:lnTo>
                  <a:pt x="1165084" y="1635076"/>
                </a:lnTo>
                <a:lnTo>
                  <a:pt x="1176220" y="1641170"/>
                </a:lnTo>
                <a:lnTo>
                  <a:pt x="1187550" y="1646923"/>
                </a:lnTo>
                <a:lnTo>
                  <a:pt x="1198765" y="1652142"/>
                </a:lnTo>
                <a:lnTo>
                  <a:pt x="1210496" y="1657204"/>
                </a:lnTo>
                <a:lnTo>
                  <a:pt x="1222307" y="1662053"/>
                </a:lnTo>
                <a:lnTo>
                  <a:pt x="1234197" y="1666684"/>
                </a:lnTo>
                <a:lnTo>
                  <a:pt x="1246162" y="1671094"/>
                </a:lnTo>
                <a:lnTo>
                  <a:pt x="1258200" y="1675278"/>
                </a:lnTo>
                <a:lnTo>
                  <a:pt x="1270307" y="1679233"/>
                </a:lnTo>
                <a:lnTo>
                  <a:pt x="1282481" y="1682955"/>
                </a:lnTo>
                <a:lnTo>
                  <a:pt x="1294720" y="1686439"/>
                </a:lnTo>
                <a:lnTo>
                  <a:pt x="1307020" y="1689681"/>
                </a:lnTo>
                <a:lnTo>
                  <a:pt x="1319378" y="1692679"/>
                </a:lnTo>
                <a:lnTo>
                  <a:pt x="1331792" y="1695426"/>
                </a:lnTo>
                <a:lnTo>
                  <a:pt x="1344259" y="1697920"/>
                </a:lnTo>
                <a:lnTo>
                  <a:pt x="1356777" y="1700156"/>
                </a:lnTo>
                <a:lnTo>
                  <a:pt x="1375533" y="1703025"/>
                </a:lnTo>
                <a:lnTo>
                  <a:pt x="1388146" y="1704577"/>
                </a:lnTo>
                <a:lnTo>
                  <a:pt x="1400787" y="1705849"/>
                </a:lnTo>
                <a:lnTo>
                  <a:pt x="1400949" y="1705864"/>
                </a:lnTo>
                <a:lnTo>
                  <a:pt x="1413675" y="1707115"/>
                </a:lnTo>
                <a:lnTo>
                  <a:pt x="1426626" y="1707758"/>
                </a:lnTo>
                <a:lnTo>
                  <a:pt x="1439144" y="1706714"/>
                </a:lnTo>
                <a:lnTo>
                  <a:pt x="1450570" y="1702907"/>
                </a:lnTo>
                <a:lnTo>
                  <a:pt x="1460246" y="1695258"/>
                </a:lnTo>
                <a:lnTo>
                  <a:pt x="1463560" y="1690751"/>
                </a:lnTo>
                <a:lnTo>
                  <a:pt x="1466608" y="1689608"/>
                </a:lnTo>
                <a:lnTo>
                  <a:pt x="1467751" y="1687576"/>
                </a:lnTo>
                <a:lnTo>
                  <a:pt x="1486158" y="1647236"/>
                </a:lnTo>
                <a:lnTo>
                  <a:pt x="1504830" y="1607134"/>
                </a:lnTo>
                <a:lnTo>
                  <a:pt x="1523753" y="1567252"/>
                </a:lnTo>
                <a:lnTo>
                  <a:pt x="1542913" y="1527576"/>
                </a:lnTo>
                <a:lnTo>
                  <a:pt x="1562295" y="1488090"/>
                </a:lnTo>
                <a:lnTo>
                  <a:pt x="1583215" y="1411044"/>
                </a:lnTo>
                <a:lnTo>
                  <a:pt x="1561785" y="1455941"/>
                </a:lnTo>
                <a:lnTo>
                  <a:pt x="1540588" y="1500884"/>
                </a:lnTo>
                <a:lnTo>
                  <a:pt x="1519611" y="1545841"/>
                </a:lnTo>
                <a:lnTo>
                  <a:pt x="1498838" y="1590777"/>
                </a:lnTo>
                <a:lnTo>
                  <a:pt x="1478254" y="1635662"/>
                </a:lnTo>
                <a:lnTo>
                  <a:pt x="1457845" y="1680464"/>
                </a:lnTo>
                <a:lnTo>
                  <a:pt x="1457210" y="1683511"/>
                </a:lnTo>
                <a:lnTo>
                  <a:pt x="1457337" y="1684908"/>
                </a:lnTo>
                <a:lnTo>
                  <a:pt x="1446200" y="1689150"/>
                </a:lnTo>
                <a:lnTo>
                  <a:pt x="1432661" y="1691884"/>
                </a:lnTo>
                <a:lnTo>
                  <a:pt x="1418084" y="1693385"/>
                </a:lnTo>
                <a:lnTo>
                  <a:pt x="1403833" y="1693924"/>
                </a:lnTo>
                <a:lnTo>
                  <a:pt x="1391272" y="1693775"/>
                </a:lnTo>
                <a:lnTo>
                  <a:pt x="1381766" y="1693210"/>
                </a:lnTo>
                <a:lnTo>
                  <a:pt x="1375930" y="1692655"/>
                </a:lnTo>
                <a:lnTo>
                  <a:pt x="1360722" y="1689742"/>
                </a:lnTo>
                <a:lnTo>
                  <a:pt x="1348321" y="1686722"/>
                </a:lnTo>
                <a:lnTo>
                  <a:pt x="1338719" y="1684273"/>
                </a:lnTo>
                <a:lnTo>
                  <a:pt x="1326378" y="1681267"/>
                </a:lnTo>
                <a:lnTo>
                  <a:pt x="1314117" y="1678024"/>
                </a:lnTo>
                <a:lnTo>
                  <a:pt x="1301928" y="1674549"/>
                </a:lnTo>
                <a:lnTo>
                  <a:pt x="1289802" y="1670845"/>
                </a:lnTo>
                <a:lnTo>
                  <a:pt x="1277732" y="1666914"/>
                </a:lnTo>
                <a:lnTo>
                  <a:pt x="1265710" y="1662761"/>
                </a:lnTo>
                <a:lnTo>
                  <a:pt x="1253728" y="1658388"/>
                </a:lnTo>
                <a:lnTo>
                  <a:pt x="1244358" y="1654809"/>
                </a:lnTo>
                <a:lnTo>
                  <a:pt x="1232639" y="1649998"/>
                </a:lnTo>
                <a:lnTo>
                  <a:pt x="1221032" y="1644970"/>
                </a:lnTo>
                <a:lnTo>
                  <a:pt x="1209532" y="1639730"/>
                </a:lnTo>
                <a:lnTo>
                  <a:pt x="1198134" y="1634283"/>
                </a:lnTo>
                <a:lnTo>
                  <a:pt x="1186834" y="1628635"/>
                </a:lnTo>
                <a:lnTo>
                  <a:pt x="1175628" y="1622790"/>
                </a:lnTo>
                <a:lnTo>
                  <a:pt x="1164509" y="1616754"/>
                </a:lnTo>
                <a:lnTo>
                  <a:pt x="1153475" y="1610531"/>
                </a:lnTo>
                <a:lnTo>
                  <a:pt x="1142520" y="1604127"/>
                </a:lnTo>
                <a:lnTo>
                  <a:pt x="1131639" y="1597546"/>
                </a:lnTo>
                <a:lnTo>
                  <a:pt x="1120827" y="1590793"/>
                </a:lnTo>
                <a:lnTo>
                  <a:pt x="1110081" y="1583875"/>
                </a:lnTo>
                <a:lnTo>
                  <a:pt x="1099395" y="1576795"/>
                </a:lnTo>
                <a:lnTo>
                  <a:pt x="1088765" y="1569558"/>
                </a:lnTo>
                <a:lnTo>
                  <a:pt x="1078185" y="1562171"/>
                </a:lnTo>
                <a:lnTo>
                  <a:pt x="1067652" y="1554637"/>
                </a:lnTo>
                <a:lnTo>
                  <a:pt x="1063764" y="1551812"/>
                </a:lnTo>
                <a:lnTo>
                  <a:pt x="1051937" y="1543591"/>
                </a:lnTo>
                <a:lnTo>
                  <a:pt x="1040165" y="1536185"/>
                </a:lnTo>
                <a:lnTo>
                  <a:pt x="1028436" y="1529550"/>
                </a:lnTo>
                <a:lnTo>
                  <a:pt x="1016734" y="1523641"/>
                </a:lnTo>
                <a:lnTo>
                  <a:pt x="1005046" y="1518415"/>
                </a:lnTo>
                <a:lnTo>
                  <a:pt x="993359" y="1513826"/>
                </a:lnTo>
                <a:lnTo>
                  <a:pt x="981659" y="1509830"/>
                </a:lnTo>
                <a:lnTo>
                  <a:pt x="969933" y="1506383"/>
                </a:lnTo>
                <a:lnTo>
                  <a:pt x="958166" y="1503440"/>
                </a:lnTo>
                <a:lnTo>
                  <a:pt x="946345" y="1500957"/>
                </a:lnTo>
                <a:lnTo>
                  <a:pt x="934457" y="1498890"/>
                </a:lnTo>
                <a:lnTo>
                  <a:pt x="922203" y="1497126"/>
                </a:lnTo>
                <a:lnTo>
                  <a:pt x="910081" y="1495725"/>
                </a:lnTo>
                <a:lnTo>
                  <a:pt x="897846" y="1494602"/>
                </a:lnTo>
                <a:lnTo>
                  <a:pt x="885487" y="1493711"/>
                </a:lnTo>
                <a:lnTo>
                  <a:pt x="872991" y="1493003"/>
                </a:lnTo>
                <a:lnTo>
                  <a:pt x="860345" y="1492431"/>
                </a:lnTo>
                <a:lnTo>
                  <a:pt x="847538" y="1491949"/>
                </a:lnTo>
                <a:lnTo>
                  <a:pt x="849378" y="1526062"/>
                </a:lnTo>
                <a:lnTo>
                  <a:pt x="865062" y="1530907"/>
                </a:lnTo>
                <a:lnTo>
                  <a:pt x="880631" y="1536139"/>
                </a:lnTo>
                <a:lnTo>
                  <a:pt x="896094" y="1541730"/>
                </a:lnTo>
                <a:lnTo>
                  <a:pt x="911459" y="1547652"/>
                </a:lnTo>
                <a:lnTo>
                  <a:pt x="926733" y="1553877"/>
                </a:lnTo>
                <a:lnTo>
                  <a:pt x="941923" y="1560376"/>
                </a:lnTo>
                <a:lnTo>
                  <a:pt x="957039" y="1567122"/>
                </a:lnTo>
                <a:lnTo>
                  <a:pt x="972086" y="1574085"/>
                </a:lnTo>
                <a:lnTo>
                  <a:pt x="987074" y="1581238"/>
                </a:lnTo>
                <a:lnTo>
                  <a:pt x="1002009" y="1588552"/>
                </a:lnTo>
                <a:lnTo>
                  <a:pt x="1016899" y="1595999"/>
                </a:lnTo>
                <a:lnTo>
                  <a:pt x="1031753" y="1603551"/>
                </a:lnTo>
                <a:lnTo>
                  <a:pt x="1046578" y="1611179"/>
                </a:lnTo>
                <a:lnTo>
                  <a:pt x="1061381" y="1618855"/>
                </a:lnTo>
                <a:lnTo>
                  <a:pt x="1076170" y="1626551"/>
                </a:lnTo>
                <a:lnTo>
                  <a:pt x="1090954" y="1634239"/>
                </a:lnTo>
                <a:lnTo>
                  <a:pt x="1105739" y="1641890"/>
                </a:lnTo>
                <a:lnTo>
                  <a:pt x="1120533" y="1649476"/>
                </a:lnTo>
                <a:lnTo>
                  <a:pt x="1136550" y="1657643"/>
                </a:lnTo>
                <a:lnTo>
                  <a:pt x="1152561" y="1665902"/>
                </a:lnTo>
                <a:lnTo>
                  <a:pt x="1168571" y="1674235"/>
                </a:lnTo>
                <a:lnTo>
                  <a:pt x="1184582" y="1682621"/>
                </a:lnTo>
                <a:lnTo>
                  <a:pt x="1200599" y="1691044"/>
                </a:lnTo>
                <a:lnTo>
                  <a:pt x="1216625" y="1699484"/>
                </a:lnTo>
                <a:lnTo>
                  <a:pt x="1232665" y="1707922"/>
                </a:lnTo>
                <a:lnTo>
                  <a:pt x="1248722" y="1716340"/>
                </a:lnTo>
                <a:lnTo>
                  <a:pt x="1264800" y="1724720"/>
                </a:lnTo>
                <a:lnTo>
                  <a:pt x="1280902" y="1733042"/>
                </a:lnTo>
                <a:lnTo>
                  <a:pt x="1297034" y="1741287"/>
                </a:lnTo>
                <a:lnTo>
                  <a:pt x="1313197" y="1749438"/>
                </a:lnTo>
                <a:lnTo>
                  <a:pt x="1329397" y="1757475"/>
                </a:lnTo>
                <a:lnTo>
                  <a:pt x="1345637" y="1765380"/>
                </a:lnTo>
                <a:lnTo>
                  <a:pt x="1361921" y="1773134"/>
                </a:lnTo>
                <a:lnTo>
                  <a:pt x="1378252" y="1780718"/>
                </a:lnTo>
                <a:lnTo>
                  <a:pt x="1394634" y="1788115"/>
                </a:lnTo>
                <a:lnTo>
                  <a:pt x="1411072" y="1795304"/>
                </a:lnTo>
                <a:lnTo>
                  <a:pt x="1427569" y="1802268"/>
                </a:lnTo>
                <a:lnTo>
                  <a:pt x="1444129" y="1808987"/>
                </a:lnTo>
                <a:lnTo>
                  <a:pt x="1445145" y="1812543"/>
                </a:lnTo>
                <a:lnTo>
                  <a:pt x="1447685" y="1814956"/>
                </a:lnTo>
                <a:lnTo>
                  <a:pt x="1450479" y="1815464"/>
                </a:lnTo>
                <a:lnTo>
                  <a:pt x="1455051" y="1814829"/>
                </a:lnTo>
                <a:lnTo>
                  <a:pt x="1456575" y="1812035"/>
                </a:lnTo>
                <a:lnTo>
                  <a:pt x="1462667" y="1800921"/>
                </a:lnTo>
                <a:lnTo>
                  <a:pt x="1468778" y="1789811"/>
                </a:lnTo>
                <a:lnTo>
                  <a:pt x="1474907" y="1778704"/>
                </a:lnTo>
                <a:lnTo>
                  <a:pt x="1481052" y="1767601"/>
                </a:lnTo>
                <a:lnTo>
                  <a:pt x="1487212" y="1756500"/>
                </a:lnTo>
                <a:lnTo>
                  <a:pt x="1493385" y="1745403"/>
                </a:lnTo>
                <a:lnTo>
                  <a:pt x="1499570" y="1734307"/>
                </a:lnTo>
                <a:lnTo>
                  <a:pt x="1505765" y="1723214"/>
                </a:lnTo>
                <a:lnTo>
                  <a:pt x="1511969" y="1712122"/>
                </a:lnTo>
                <a:lnTo>
                  <a:pt x="1518179" y="1701031"/>
                </a:lnTo>
                <a:lnTo>
                  <a:pt x="1524395" y="1689942"/>
                </a:lnTo>
                <a:lnTo>
                  <a:pt x="1530615" y="1678854"/>
                </a:lnTo>
                <a:lnTo>
                  <a:pt x="1536837" y="1667766"/>
                </a:lnTo>
                <a:lnTo>
                  <a:pt x="1539760" y="1662556"/>
                </a:lnTo>
                <a:lnTo>
                  <a:pt x="1542427" y="1663445"/>
                </a:lnTo>
                <a:lnTo>
                  <a:pt x="1551378" y="1654911"/>
                </a:lnTo>
                <a:lnTo>
                  <a:pt x="1559636" y="1644930"/>
                </a:lnTo>
                <a:lnTo>
                  <a:pt x="1567497" y="1634572"/>
                </a:lnTo>
                <a:lnTo>
                  <a:pt x="1573161" y="1627377"/>
                </a:lnTo>
                <a:lnTo>
                  <a:pt x="1573542" y="1623948"/>
                </a:lnTo>
                <a:lnTo>
                  <a:pt x="1570494" y="1624329"/>
                </a:lnTo>
                <a:lnTo>
                  <a:pt x="1562103" y="1633433"/>
                </a:lnTo>
                <a:lnTo>
                  <a:pt x="1553347" y="1642847"/>
                </a:lnTo>
                <a:lnTo>
                  <a:pt x="1545983" y="1651508"/>
                </a:lnTo>
                <a:lnTo>
                  <a:pt x="1552863" y="1639299"/>
                </a:lnTo>
                <a:lnTo>
                  <a:pt x="1559748" y="1627096"/>
                </a:lnTo>
                <a:lnTo>
                  <a:pt x="1566637" y="1614897"/>
                </a:lnTo>
                <a:lnTo>
                  <a:pt x="1573530" y="1602701"/>
                </a:lnTo>
                <a:lnTo>
                  <a:pt x="1580426" y="1590508"/>
                </a:lnTo>
                <a:lnTo>
                  <a:pt x="1587324" y="1578317"/>
                </a:lnTo>
                <a:lnTo>
                  <a:pt x="1594224" y="1566127"/>
                </a:lnTo>
                <a:lnTo>
                  <a:pt x="1601126" y="1553937"/>
                </a:lnTo>
                <a:lnTo>
                  <a:pt x="1608027" y="1541747"/>
                </a:lnTo>
                <a:lnTo>
                  <a:pt x="1614928" y="1529556"/>
                </a:lnTo>
                <a:lnTo>
                  <a:pt x="1621829" y="1517363"/>
                </a:lnTo>
                <a:lnTo>
                  <a:pt x="1628727" y="1505167"/>
                </a:lnTo>
                <a:lnTo>
                  <a:pt x="1635624" y="1492968"/>
                </a:lnTo>
                <a:lnTo>
                  <a:pt x="1642517" y="1480764"/>
                </a:lnTo>
                <a:lnTo>
                  <a:pt x="1649407" y="1468556"/>
                </a:lnTo>
                <a:lnTo>
                  <a:pt x="1656292" y="1456342"/>
                </a:lnTo>
                <a:lnTo>
                  <a:pt x="1663173" y="1444122"/>
                </a:lnTo>
                <a:lnTo>
                  <a:pt x="1670048" y="1431894"/>
                </a:lnTo>
                <a:lnTo>
                  <a:pt x="1676917" y="1419658"/>
                </a:lnTo>
                <a:lnTo>
                  <a:pt x="1683778" y="1407414"/>
                </a:lnTo>
                <a:lnTo>
                  <a:pt x="1685048" y="1410589"/>
                </a:lnTo>
                <a:lnTo>
                  <a:pt x="1687715" y="1410842"/>
                </a:lnTo>
                <a:lnTo>
                  <a:pt x="1698211" y="1402873"/>
                </a:lnTo>
                <a:lnTo>
                  <a:pt x="1707801" y="1394881"/>
                </a:lnTo>
                <a:lnTo>
                  <a:pt x="1717258" y="1386454"/>
                </a:lnTo>
                <a:lnTo>
                  <a:pt x="1726595" y="1377687"/>
                </a:lnTo>
                <a:lnTo>
                  <a:pt x="1735824" y="1368678"/>
                </a:lnTo>
                <a:lnTo>
                  <a:pt x="1744956" y="1359520"/>
                </a:lnTo>
                <a:lnTo>
                  <a:pt x="1754005" y="1350311"/>
                </a:lnTo>
                <a:lnTo>
                  <a:pt x="1762981" y="1341146"/>
                </a:lnTo>
                <a:lnTo>
                  <a:pt x="1771898" y="1332120"/>
                </a:lnTo>
                <a:lnTo>
                  <a:pt x="1775091" y="1328927"/>
                </a:lnTo>
                <a:lnTo>
                  <a:pt x="1768168" y="1339583"/>
                </a:lnTo>
                <a:lnTo>
                  <a:pt x="1761266" y="1350238"/>
                </a:lnTo>
                <a:lnTo>
                  <a:pt x="1754368" y="1360893"/>
                </a:lnTo>
                <a:lnTo>
                  <a:pt x="1747459" y="1371548"/>
                </a:lnTo>
                <a:lnTo>
                  <a:pt x="1743214" y="1378077"/>
                </a:lnTo>
                <a:lnTo>
                  <a:pt x="1740293" y="1375664"/>
                </a:lnTo>
                <a:lnTo>
                  <a:pt x="1738896" y="1376679"/>
                </a:lnTo>
                <a:lnTo>
                  <a:pt x="1730638" y="1386628"/>
                </a:lnTo>
                <a:lnTo>
                  <a:pt x="1722249" y="1396302"/>
                </a:lnTo>
                <a:lnTo>
                  <a:pt x="1713744" y="1405751"/>
                </a:lnTo>
                <a:lnTo>
                  <a:pt x="1705137" y="1415024"/>
                </a:lnTo>
                <a:lnTo>
                  <a:pt x="1696443" y="1424169"/>
                </a:lnTo>
                <a:lnTo>
                  <a:pt x="1687675" y="1433234"/>
                </a:lnTo>
                <a:lnTo>
                  <a:pt x="1678850" y="1442268"/>
                </a:lnTo>
                <a:lnTo>
                  <a:pt x="1669982" y="1451321"/>
                </a:lnTo>
                <a:lnTo>
                  <a:pt x="1664982" y="1456435"/>
                </a:lnTo>
                <a:lnTo>
                  <a:pt x="1663077" y="1458595"/>
                </a:lnTo>
                <a:lnTo>
                  <a:pt x="1664474" y="1461770"/>
                </a:lnTo>
                <a:lnTo>
                  <a:pt x="1667649" y="1462023"/>
                </a:lnTo>
                <a:lnTo>
                  <a:pt x="1668157" y="1461515"/>
                </a:lnTo>
                <a:lnTo>
                  <a:pt x="1677529" y="1453381"/>
                </a:lnTo>
                <a:lnTo>
                  <a:pt x="1686688" y="1444801"/>
                </a:lnTo>
                <a:lnTo>
                  <a:pt x="1695640" y="1435834"/>
                </a:lnTo>
                <a:lnTo>
                  <a:pt x="1704393" y="1426540"/>
                </a:lnTo>
                <a:lnTo>
                  <a:pt x="1712953" y="1416977"/>
                </a:lnTo>
                <a:lnTo>
                  <a:pt x="1721327" y="1407205"/>
                </a:lnTo>
                <a:lnTo>
                  <a:pt x="1729521" y="1397282"/>
                </a:lnTo>
                <a:lnTo>
                  <a:pt x="1734959" y="1390522"/>
                </a:lnTo>
                <a:lnTo>
                  <a:pt x="1728152" y="1401222"/>
                </a:lnTo>
                <a:lnTo>
                  <a:pt x="1721367" y="1411925"/>
                </a:lnTo>
                <a:lnTo>
                  <a:pt x="1714601" y="1422636"/>
                </a:lnTo>
                <a:lnTo>
                  <a:pt x="1707851" y="1433360"/>
                </a:lnTo>
                <a:lnTo>
                  <a:pt x="1701116" y="1444101"/>
                </a:lnTo>
                <a:lnTo>
                  <a:pt x="1694392" y="1454862"/>
                </a:lnTo>
                <a:lnTo>
                  <a:pt x="1687678" y="1465648"/>
                </a:lnTo>
                <a:lnTo>
                  <a:pt x="1680971" y="1476463"/>
                </a:lnTo>
                <a:lnTo>
                  <a:pt x="1674268" y="1487312"/>
                </a:lnTo>
                <a:lnTo>
                  <a:pt x="1669427" y="1495170"/>
                </a:lnTo>
                <a:lnTo>
                  <a:pt x="1667903" y="1495424"/>
                </a:lnTo>
                <a:lnTo>
                  <a:pt x="1659384" y="1504481"/>
                </a:lnTo>
                <a:lnTo>
                  <a:pt x="1650798" y="1513785"/>
                </a:lnTo>
                <a:lnTo>
                  <a:pt x="1642321" y="1523373"/>
                </a:lnTo>
                <a:lnTo>
                  <a:pt x="1634133" y="1533282"/>
                </a:lnTo>
                <a:lnTo>
                  <a:pt x="1626409" y="1543549"/>
                </a:lnTo>
                <a:lnTo>
                  <a:pt x="1619328" y="1554211"/>
                </a:lnTo>
                <a:lnTo>
                  <a:pt x="1615452" y="1560829"/>
                </a:lnTo>
                <a:lnTo>
                  <a:pt x="1615452" y="1563877"/>
                </a:lnTo>
                <a:lnTo>
                  <a:pt x="1618119" y="1563370"/>
                </a:lnTo>
                <a:close/>
              </a:path>
              <a:path w="2011565" h="2090420">
                <a:moveTo>
                  <a:pt x="1974481" y="1136395"/>
                </a:moveTo>
                <a:lnTo>
                  <a:pt x="1974354" y="1132077"/>
                </a:lnTo>
                <a:lnTo>
                  <a:pt x="1974735" y="1128776"/>
                </a:lnTo>
                <a:lnTo>
                  <a:pt x="1976005" y="1125854"/>
                </a:lnTo>
                <a:lnTo>
                  <a:pt x="1975931" y="1106457"/>
                </a:lnTo>
                <a:lnTo>
                  <a:pt x="1971433" y="1101978"/>
                </a:lnTo>
                <a:lnTo>
                  <a:pt x="1969401" y="1099692"/>
                </a:lnTo>
                <a:lnTo>
                  <a:pt x="1969147" y="1093215"/>
                </a:lnTo>
                <a:lnTo>
                  <a:pt x="1967750" y="1086992"/>
                </a:lnTo>
                <a:lnTo>
                  <a:pt x="1964321" y="1081658"/>
                </a:lnTo>
                <a:lnTo>
                  <a:pt x="1961146" y="1079627"/>
                </a:lnTo>
                <a:lnTo>
                  <a:pt x="1957463" y="1080262"/>
                </a:lnTo>
                <a:lnTo>
                  <a:pt x="1961400" y="1131951"/>
                </a:lnTo>
                <a:lnTo>
                  <a:pt x="1965083" y="1124077"/>
                </a:lnTo>
                <a:lnTo>
                  <a:pt x="1966861" y="1116456"/>
                </a:lnTo>
                <a:lnTo>
                  <a:pt x="1969909" y="1119504"/>
                </a:lnTo>
                <a:lnTo>
                  <a:pt x="1971179" y="1121409"/>
                </a:lnTo>
                <a:lnTo>
                  <a:pt x="1966607" y="1127252"/>
                </a:lnTo>
                <a:lnTo>
                  <a:pt x="1962035" y="1133475"/>
                </a:lnTo>
                <a:lnTo>
                  <a:pt x="1957463" y="1139952"/>
                </a:lnTo>
                <a:lnTo>
                  <a:pt x="1959153" y="1228517"/>
                </a:lnTo>
                <a:lnTo>
                  <a:pt x="1965260" y="1217377"/>
                </a:lnTo>
                <a:lnTo>
                  <a:pt x="1968766" y="1163701"/>
                </a:lnTo>
                <a:lnTo>
                  <a:pt x="1969274" y="1159255"/>
                </a:lnTo>
                <a:lnTo>
                  <a:pt x="1972576" y="1159509"/>
                </a:lnTo>
                <a:lnTo>
                  <a:pt x="1977305" y="1195013"/>
                </a:lnTo>
                <a:lnTo>
                  <a:pt x="1983236" y="1183785"/>
                </a:lnTo>
                <a:lnTo>
                  <a:pt x="1989103" y="1172525"/>
                </a:lnTo>
                <a:lnTo>
                  <a:pt x="1991118" y="1151636"/>
                </a:lnTo>
                <a:lnTo>
                  <a:pt x="1993150" y="1146809"/>
                </a:lnTo>
                <a:lnTo>
                  <a:pt x="1994928" y="1142111"/>
                </a:lnTo>
                <a:lnTo>
                  <a:pt x="1996833" y="1120902"/>
                </a:lnTo>
                <a:lnTo>
                  <a:pt x="1987181" y="1134744"/>
                </a:lnTo>
                <a:lnTo>
                  <a:pt x="1984514" y="1138681"/>
                </a:lnTo>
                <a:lnTo>
                  <a:pt x="1981974" y="1142618"/>
                </a:lnTo>
                <a:lnTo>
                  <a:pt x="1979688" y="1146937"/>
                </a:lnTo>
                <a:lnTo>
                  <a:pt x="1976894" y="1144777"/>
                </a:lnTo>
                <a:lnTo>
                  <a:pt x="1973846" y="1144651"/>
                </a:lnTo>
                <a:lnTo>
                  <a:pt x="1973084" y="1145413"/>
                </a:lnTo>
                <a:lnTo>
                  <a:pt x="1973719" y="1141094"/>
                </a:lnTo>
                <a:lnTo>
                  <a:pt x="1974481" y="1136395"/>
                </a:lnTo>
                <a:close/>
              </a:path>
              <a:path w="2011565" h="2090420">
                <a:moveTo>
                  <a:pt x="417563" y="260603"/>
                </a:moveTo>
                <a:lnTo>
                  <a:pt x="418490" y="257301"/>
                </a:lnTo>
                <a:lnTo>
                  <a:pt x="419747" y="254380"/>
                </a:lnTo>
                <a:lnTo>
                  <a:pt x="420662" y="251205"/>
                </a:lnTo>
                <a:lnTo>
                  <a:pt x="421665" y="248665"/>
                </a:lnTo>
                <a:lnTo>
                  <a:pt x="424738" y="240791"/>
                </a:lnTo>
                <a:lnTo>
                  <a:pt x="428663" y="230124"/>
                </a:lnTo>
                <a:lnTo>
                  <a:pt x="430618" y="229107"/>
                </a:lnTo>
                <a:lnTo>
                  <a:pt x="438137" y="218909"/>
                </a:lnTo>
                <a:lnTo>
                  <a:pt x="445603" y="208683"/>
                </a:lnTo>
                <a:lnTo>
                  <a:pt x="453023" y="198404"/>
                </a:lnTo>
                <a:lnTo>
                  <a:pt x="460405" y="188042"/>
                </a:lnTo>
                <a:lnTo>
                  <a:pt x="466445" y="179450"/>
                </a:lnTo>
                <a:lnTo>
                  <a:pt x="462184" y="191362"/>
                </a:lnTo>
                <a:lnTo>
                  <a:pt x="457880" y="203341"/>
                </a:lnTo>
                <a:lnTo>
                  <a:pt x="459083" y="244278"/>
                </a:lnTo>
                <a:lnTo>
                  <a:pt x="471093" y="205231"/>
                </a:lnTo>
                <a:lnTo>
                  <a:pt x="473976" y="201040"/>
                </a:lnTo>
                <a:lnTo>
                  <a:pt x="476580" y="197357"/>
                </a:lnTo>
                <a:lnTo>
                  <a:pt x="479463" y="193293"/>
                </a:lnTo>
                <a:lnTo>
                  <a:pt x="482041" y="189864"/>
                </a:lnTo>
                <a:lnTo>
                  <a:pt x="479945" y="185165"/>
                </a:lnTo>
                <a:lnTo>
                  <a:pt x="476973" y="184657"/>
                </a:lnTo>
                <a:lnTo>
                  <a:pt x="480558" y="172500"/>
                </a:lnTo>
                <a:lnTo>
                  <a:pt x="479221" y="143382"/>
                </a:lnTo>
                <a:lnTo>
                  <a:pt x="477964" y="147574"/>
                </a:lnTo>
                <a:lnTo>
                  <a:pt x="470911" y="158209"/>
                </a:lnTo>
                <a:lnTo>
                  <a:pt x="463894" y="168845"/>
                </a:lnTo>
                <a:lnTo>
                  <a:pt x="456919" y="179481"/>
                </a:lnTo>
                <a:lnTo>
                  <a:pt x="449993" y="190117"/>
                </a:lnTo>
                <a:lnTo>
                  <a:pt x="443120" y="200753"/>
                </a:lnTo>
                <a:lnTo>
                  <a:pt x="436307" y="211388"/>
                </a:lnTo>
                <a:lnTo>
                  <a:pt x="435698" y="212343"/>
                </a:lnTo>
                <a:lnTo>
                  <a:pt x="441238" y="198708"/>
                </a:lnTo>
                <a:lnTo>
                  <a:pt x="435775" y="146430"/>
                </a:lnTo>
                <a:lnTo>
                  <a:pt x="433298" y="151764"/>
                </a:lnTo>
                <a:lnTo>
                  <a:pt x="430720" y="155320"/>
                </a:lnTo>
                <a:lnTo>
                  <a:pt x="428548" y="158750"/>
                </a:lnTo>
                <a:lnTo>
                  <a:pt x="425970" y="162178"/>
                </a:lnTo>
                <a:lnTo>
                  <a:pt x="430059" y="150164"/>
                </a:lnTo>
                <a:lnTo>
                  <a:pt x="434242" y="138215"/>
                </a:lnTo>
                <a:lnTo>
                  <a:pt x="435292" y="135254"/>
                </a:lnTo>
                <a:lnTo>
                  <a:pt x="436143" y="132461"/>
                </a:lnTo>
                <a:lnTo>
                  <a:pt x="432244" y="130175"/>
                </a:lnTo>
                <a:lnTo>
                  <a:pt x="428193" y="128777"/>
                </a:lnTo>
                <a:lnTo>
                  <a:pt x="425729" y="131571"/>
                </a:lnTo>
                <a:lnTo>
                  <a:pt x="420191" y="143222"/>
                </a:lnTo>
                <a:lnTo>
                  <a:pt x="414761" y="154827"/>
                </a:lnTo>
                <a:lnTo>
                  <a:pt x="409453" y="166408"/>
                </a:lnTo>
                <a:lnTo>
                  <a:pt x="404280" y="177987"/>
                </a:lnTo>
                <a:lnTo>
                  <a:pt x="399258" y="189585"/>
                </a:lnTo>
                <a:lnTo>
                  <a:pt x="394399" y="201223"/>
                </a:lnTo>
                <a:lnTo>
                  <a:pt x="389719" y="212923"/>
                </a:lnTo>
                <a:lnTo>
                  <a:pt x="385231" y="224707"/>
                </a:lnTo>
                <a:lnTo>
                  <a:pt x="380948" y="236596"/>
                </a:lnTo>
                <a:lnTo>
                  <a:pt x="380984" y="306272"/>
                </a:lnTo>
                <a:lnTo>
                  <a:pt x="385965" y="294596"/>
                </a:lnTo>
                <a:lnTo>
                  <a:pt x="390934" y="282899"/>
                </a:lnTo>
                <a:lnTo>
                  <a:pt x="395888" y="271183"/>
                </a:lnTo>
                <a:lnTo>
                  <a:pt x="400820" y="259446"/>
                </a:lnTo>
                <a:lnTo>
                  <a:pt x="401612" y="257555"/>
                </a:lnTo>
                <a:lnTo>
                  <a:pt x="406450" y="256412"/>
                </a:lnTo>
                <a:lnTo>
                  <a:pt x="409575" y="249427"/>
                </a:lnTo>
                <a:lnTo>
                  <a:pt x="410946" y="235712"/>
                </a:lnTo>
                <a:lnTo>
                  <a:pt x="412483" y="232282"/>
                </a:lnTo>
                <a:lnTo>
                  <a:pt x="415086" y="228600"/>
                </a:lnTo>
                <a:lnTo>
                  <a:pt x="417614" y="224154"/>
                </a:lnTo>
                <a:lnTo>
                  <a:pt x="420179" y="219582"/>
                </a:lnTo>
                <a:lnTo>
                  <a:pt x="416037" y="233254"/>
                </a:lnTo>
                <a:lnTo>
                  <a:pt x="412509" y="244225"/>
                </a:lnTo>
                <a:lnTo>
                  <a:pt x="407581" y="257380"/>
                </a:lnTo>
                <a:lnTo>
                  <a:pt x="403104" y="269286"/>
                </a:lnTo>
                <a:lnTo>
                  <a:pt x="398610" y="281197"/>
                </a:lnTo>
                <a:lnTo>
                  <a:pt x="394105" y="293102"/>
                </a:lnTo>
                <a:lnTo>
                  <a:pt x="389592" y="304990"/>
                </a:lnTo>
                <a:lnTo>
                  <a:pt x="385078" y="316847"/>
                </a:lnTo>
                <a:lnTo>
                  <a:pt x="380565" y="328664"/>
                </a:lnTo>
                <a:lnTo>
                  <a:pt x="379006" y="332739"/>
                </a:lnTo>
                <a:lnTo>
                  <a:pt x="376112" y="370343"/>
                </a:lnTo>
                <a:lnTo>
                  <a:pt x="380732" y="358426"/>
                </a:lnTo>
                <a:lnTo>
                  <a:pt x="381253" y="357124"/>
                </a:lnTo>
                <a:lnTo>
                  <a:pt x="389683" y="347930"/>
                </a:lnTo>
                <a:lnTo>
                  <a:pt x="397722" y="338238"/>
                </a:lnTo>
                <a:lnTo>
                  <a:pt x="405401" y="328113"/>
                </a:lnTo>
                <a:lnTo>
                  <a:pt x="412746" y="317622"/>
                </a:lnTo>
                <a:lnTo>
                  <a:pt x="419788" y="306831"/>
                </a:lnTo>
                <a:lnTo>
                  <a:pt x="425272" y="297941"/>
                </a:lnTo>
                <a:lnTo>
                  <a:pt x="418160" y="318388"/>
                </a:lnTo>
                <a:lnTo>
                  <a:pt x="411586" y="329431"/>
                </a:lnTo>
                <a:lnTo>
                  <a:pt x="404767" y="340209"/>
                </a:lnTo>
                <a:lnTo>
                  <a:pt x="397760" y="350788"/>
                </a:lnTo>
                <a:lnTo>
                  <a:pt x="390624" y="361237"/>
                </a:lnTo>
                <a:lnTo>
                  <a:pt x="383418" y="371622"/>
                </a:lnTo>
                <a:lnTo>
                  <a:pt x="376200" y="382011"/>
                </a:lnTo>
                <a:lnTo>
                  <a:pt x="369030" y="392471"/>
                </a:lnTo>
                <a:lnTo>
                  <a:pt x="366064" y="396875"/>
                </a:lnTo>
                <a:lnTo>
                  <a:pt x="361879" y="292745"/>
                </a:lnTo>
                <a:lnTo>
                  <a:pt x="359079" y="420624"/>
                </a:lnTo>
                <a:lnTo>
                  <a:pt x="367628" y="411615"/>
                </a:lnTo>
                <a:lnTo>
                  <a:pt x="375853" y="401922"/>
                </a:lnTo>
                <a:lnTo>
                  <a:pt x="383824" y="391677"/>
                </a:lnTo>
                <a:lnTo>
                  <a:pt x="384213" y="391159"/>
                </a:lnTo>
                <a:lnTo>
                  <a:pt x="377555" y="401844"/>
                </a:lnTo>
                <a:lnTo>
                  <a:pt x="370873" y="412591"/>
                </a:lnTo>
                <a:lnTo>
                  <a:pt x="364223" y="423414"/>
                </a:lnTo>
                <a:lnTo>
                  <a:pt x="357661" y="434326"/>
                </a:lnTo>
                <a:lnTo>
                  <a:pt x="351242" y="445342"/>
                </a:lnTo>
                <a:lnTo>
                  <a:pt x="345023" y="456476"/>
                </a:lnTo>
                <a:lnTo>
                  <a:pt x="339648" y="466598"/>
                </a:lnTo>
                <a:lnTo>
                  <a:pt x="336511" y="350808"/>
                </a:lnTo>
                <a:lnTo>
                  <a:pt x="331753" y="362587"/>
                </a:lnTo>
                <a:lnTo>
                  <a:pt x="327099" y="374419"/>
                </a:lnTo>
                <a:lnTo>
                  <a:pt x="322548" y="386303"/>
                </a:lnTo>
                <a:lnTo>
                  <a:pt x="318101" y="398238"/>
                </a:lnTo>
                <a:lnTo>
                  <a:pt x="313757" y="410223"/>
                </a:lnTo>
                <a:lnTo>
                  <a:pt x="313359" y="506094"/>
                </a:lnTo>
                <a:lnTo>
                  <a:pt x="315518" y="501014"/>
                </a:lnTo>
                <a:lnTo>
                  <a:pt x="317652" y="496062"/>
                </a:lnTo>
                <a:lnTo>
                  <a:pt x="319671" y="490854"/>
                </a:lnTo>
                <a:lnTo>
                  <a:pt x="317753" y="495934"/>
                </a:lnTo>
                <a:lnTo>
                  <a:pt x="315772" y="501268"/>
                </a:lnTo>
                <a:lnTo>
                  <a:pt x="314032" y="534203"/>
                </a:lnTo>
                <a:lnTo>
                  <a:pt x="318510" y="522332"/>
                </a:lnTo>
                <a:lnTo>
                  <a:pt x="322994" y="510454"/>
                </a:lnTo>
                <a:lnTo>
                  <a:pt x="327487" y="498564"/>
                </a:lnTo>
                <a:lnTo>
                  <a:pt x="331991" y="486659"/>
                </a:lnTo>
                <a:lnTo>
                  <a:pt x="335089" y="486028"/>
                </a:lnTo>
                <a:lnTo>
                  <a:pt x="335737" y="485013"/>
                </a:lnTo>
                <a:lnTo>
                  <a:pt x="342950" y="474868"/>
                </a:lnTo>
                <a:lnTo>
                  <a:pt x="349948" y="464408"/>
                </a:lnTo>
                <a:lnTo>
                  <a:pt x="356758" y="453693"/>
                </a:lnTo>
                <a:lnTo>
                  <a:pt x="363403" y="442783"/>
                </a:lnTo>
                <a:lnTo>
                  <a:pt x="369911" y="431736"/>
                </a:lnTo>
                <a:lnTo>
                  <a:pt x="376306" y="420613"/>
                </a:lnTo>
                <a:lnTo>
                  <a:pt x="382614" y="409472"/>
                </a:lnTo>
                <a:lnTo>
                  <a:pt x="388860" y="398373"/>
                </a:lnTo>
                <a:lnTo>
                  <a:pt x="392353" y="392175"/>
                </a:lnTo>
                <a:lnTo>
                  <a:pt x="388226" y="404211"/>
                </a:lnTo>
                <a:lnTo>
                  <a:pt x="384098" y="416293"/>
                </a:lnTo>
                <a:lnTo>
                  <a:pt x="379975" y="428335"/>
                </a:lnTo>
                <a:lnTo>
                  <a:pt x="375867" y="440248"/>
                </a:lnTo>
                <a:lnTo>
                  <a:pt x="372097" y="438912"/>
                </a:lnTo>
                <a:lnTo>
                  <a:pt x="369011" y="439419"/>
                </a:lnTo>
                <a:lnTo>
                  <a:pt x="367957" y="441451"/>
                </a:lnTo>
                <a:lnTo>
                  <a:pt x="361878" y="452751"/>
                </a:lnTo>
                <a:lnTo>
                  <a:pt x="355512" y="463800"/>
                </a:lnTo>
                <a:lnTo>
                  <a:pt x="348960" y="474678"/>
                </a:lnTo>
                <a:lnTo>
                  <a:pt x="342322" y="485467"/>
                </a:lnTo>
                <a:lnTo>
                  <a:pt x="335700" y="496245"/>
                </a:lnTo>
                <a:lnTo>
                  <a:pt x="329195" y="507094"/>
                </a:lnTo>
                <a:lnTo>
                  <a:pt x="322907" y="518093"/>
                </a:lnTo>
                <a:lnTo>
                  <a:pt x="319366" y="524637"/>
                </a:lnTo>
                <a:lnTo>
                  <a:pt x="319582" y="529463"/>
                </a:lnTo>
                <a:lnTo>
                  <a:pt x="322262" y="529843"/>
                </a:lnTo>
                <a:lnTo>
                  <a:pt x="323989" y="528701"/>
                </a:lnTo>
                <a:lnTo>
                  <a:pt x="331916" y="519241"/>
                </a:lnTo>
                <a:lnTo>
                  <a:pt x="339392" y="509149"/>
                </a:lnTo>
                <a:lnTo>
                  <a:pt x="346464" y="498552"/>
                </a:lnTo>
                <a:lnTo>
                  <a:pt x="353177" y="487576"/>
                </a:lnTo>
                <a:lnTo>
                  <a:pt x="359579" y="476349"/>
                </a:lnTo>
                <a:lnTo>
                  <a:pt x="365716" y="464998"/>
                </a:lnTo>
                <a:lnTo>
                  <a:pt x="370852" y="455167"/>
                </a:lnTo>
                <a:lnTo>
                  <a:pt x="366725" y="467218"/>
                </a:lnTo>
                <a:lnTo>
                  <a:pt x="358407" y="491242"/>
                </a:lnTo>
                <a:lnTo>
                  <a:pt x="350001" y="515188"/>
                </a:lnTo>
                <a:lnTo>
                  <a:pt x="341500" y="539088"/>
                </a:lnTo>
                <a:lnTo>
                  <a:pt x="332901" y="562974"/>
                </a:lnTo>
                <a:lnTo>
                  <a:pt x="320226" y="597850"/>
                </a:lnTo>
                <a:lnTo>
                  <a:pt x="311343" y="622151"/>
                </a:lnTo>
                <a:lnTo>
                  <a:pt x="302422" y="646435"/>
                </a:lnTo>
                <a:lnTo>
                  <a:pt x="293464" y="670703"/>
                </a:lnTo>
                <a:lnTo>
                  <a:pt x="284469" y="694953"/>
                </a:lnTo>
                <a:lnTo>
                  <a:pt x="275439" y="719187"/>
                </a:lnTo>
                <a:lnTo>
                  <a:pt x="266373" y="743405"/>
                </a:lnTo>
                <a:lnTo>
                  <a:pt x="257272" y="767606"/>
                </a:lnTo>
                <a:lnTo>
                  <a:pt x="248138" y="791790"/>
                </a:lnTo>
                <a:lnTo>
                  <a:pt x="238971" y="815959"/>
                </a:lnTo>
                <a:lnTo>
                  <a:pt x="229771" y="840111"/>
                </a:lnTo>
                <a:lnTo>
                  <a:pt x="220540" y="864247"/>
                </a:lnTo>
                <a:lnTo>
                  <a:pt x="211278" y="888367"/>
                </a:lnTo>
                <a:lnTo>
                  <a:pt x="201986" y="912471"/>
                </a:lnTo>
                <a:lnTo>
                  <a:pt x="192665" y="936559"/>
                </a:lnTo>
                <a:lnTo>
                  <a:pt x="183315" y="960632"/>
                </a:lnTo>
                <a:lnTo>
                  <a:pt x="173937" y="984688"/>
                </a:lnTo>
                <a:lnTo>
                  <a:pt x="164532" y="1008730"/>
                </a:lnTo>
                <a:lnTo>
                  <a:pt x="155100" y="1032756"/>
                </a:lnTo>
                <a:lnTo>
                  <a:pt x="145643" y="1056766"/>
                </a:lnTo>
                <a:lnTo>
                  <a:pt x="143662" y="1062101"/>
                </a:lnTo>
                <a:lnTo>
                  <a:pt x="145986" y="1067053"/>
                </a:lnTo>
                <a:lnTo>
                  <a:pt x="150406" y="1067689"/>
                </a:lnTo>
                <a:lnTo>
                  <a:pt x="151396" y="1067815"/>
                </a:lnTo>
                <a:lnTo>
                  <a:pt x="155460" y="1068069"/>
                </a:lnTo>
                <a:lnTo>
                  <a:pt x="159550" y="1068577"/>
                </a:lnTo>
                <a:lnTo>
                  <a:pt x="175429" y="1071498"/>
                </a:lnTo>
                <a:lnTo>
                  <a:pt x="187239" y="1074612"/>
                </a:lnTo>
                <a:lnTo>
                  <a:pt x="199060" y="1078480"/>
                </a:lnTo>
                <a:lnTo>
                  <a:pt x="210869" y="1083028"/>
                </a:lnTo>
                <a:lnTo>
                  <a:pt x="222644" y="1088183"/>
                </a:lnTo>
                <a:lnTo>
                  <a:pt x="234362" y="1093871"/>
                </a:lnTo>
                <a:lnTo>
                  <a:pt x="246001" y="1100019"/>
                </a:lnTo>
                <a:lnTo>
                  <a:pt x="257540" y="1106552"/>
                </a:lnTo>
                <a:lnTo>
                  <a:pt x="268955" y="1113399"/>
                </a:lnTo>
                <a:lnTo>
                  <a:pt x="280224" y="1120483"/>
                </a:lnTo>
                <a:lnTo>
                  <a:pt x="291326" y="1127733"/>
                </a:lnTo>
                <a:lnTo>
                  <a:pt x="302237" y="1135075"/>
                </a:lnTo>
                <a:lnTo>
                  <a:pt x="312936" y="1142434"/>
                </a:lnTo>
                <a:lnTo>
                  <a:pt x="323400" y="1149738"/>
                </a:lnTo>
                <a:lnTo>
                  <a:pt x="333606" y="1156913"/>
                </a:lnTo>
                <a:lnTo>
                  <a:pt x="343534" y="1163884"/>
                </a:lnTo>
                <a:lnTo>
                  <a:pt x="354709" y="1171783"/>
                </a:lnTo>
                <a:lnTo>
                  <a:pt x="365005" y="1179177"/>
                </a:lnTo>
                <a:lnTo>
                  <a:pt x="375256" y="1186638"/>
                </a:lnTo>
                <a:lnTo>
                  <a:pt x="385466" y="1194160"/>
                </a:lnTo>
                <a:lnTo>
                  <a:pt x="395641" y="1201736"/>
                </a:lnTo>
                <a:lnTo>
                  <a:pt x="405788" y="1209359"/>
                </a:lnTo>
                <a:lnTo>
                  <a:pt x="415912" y="1217022"/>
                </a:lnTo>
                <a:lnTo>
                  <a:pt x="426018" y="1224718"/>
                </a:lnTo>
                <a:lnTo>
                  <a:pt x="436114" y="1232441"/>
                </a:lnTo>
                <a:lnTo>
                  <a:pt x="446204" y="1240184"/>
                </a:lnTo>
                <a:lnTo>
                  <a:pt x="456295" y="1247941"/>
                </a:lnTo>
                <a:lnTo>
                  <a:pt x="466393" y="1255704"/>
                </a:lnTo>
                <a:lnTo>
                  <a:pt x="473100" y="1260855"/>
                </a:lnTo>
                <a:lnTo>
                  <a:pt x="483344" y="1268434"/>
                </a:lnTo>
                <a:lnTo>
                  <a:pt x="493434" y="1276060"/>
                </a:lnTo>
                <a:lnTo>
                  <a:pt x="498665" y="1280033"/>
                </a:lnTo>
                <a:lnTo>
                  <a:pt x="498690" y="1282445"/>
                </a:lnTo>
                <a:lnTo>
                  <a:pt x="502605" y="1294533"/>
                </a:lnTo>
                <a:lnTo>
                  <a:pt x="506562" y="1306568"/>
                </a:lnTo>
                <a:lnTo>
                  <a:pt x="510549" y="1318582"/>
                </a:lnTo>
                <a:lnTo>
                  <a:pt x="514553" y="1330605"/>
                </a:lnTo>
                <a:lnTo>
                  <a:pt x="518561" y="1342668"/>
                </a:lnTo>
                <a:lnTo>
                  <a:pt x="522560" y="1354802"/>
                </a:lnTo>
                <a:lnTo>
                  <a:pt x="526643" y="1367625"/>
                </a:lnTo>
                <a:lnTo>
                  <a:pt x="530334" y="1379873"/>
                </a:lnTo>
                <a:lnTo>
                  <a:pt x="531533" y="1383918"/>
                </a:lnTo>
                <a:lnTo>
                  <a:pt x="520675" y="1377397"/>
                </a:lnTo>
                <a:lnTo>
                  <a:pt x="509745" y="1370770"/>
                </a:lnTo>
                <a:lnTo>
                  <a:pt x="509374" y="1489958"/>
                </a:lnTo>
                <a:lnTo>
                  <a:pt x="525336" y="1500433"/>
                </a:lnTo>
                <a:lnTo>
                  <a:pt x="541362" y="1510706"/>
                </a:lnTo>
                <a:lnTo>
                  <a:pt x="557458" y="1520745"/>
                </a:lnTo>
                <a:lnTo>
                  <a:pt x="573630" y="1530517"/>
                </a:lnTo>
                <a:lnTo>
                  <a:pt x="574281" y="1409953"/>
                </a:lnTo>
                <a:lnTo>
                  <a:pt x="572236" y="1403603"/>
                </a:lnTo>
                <a:lnTo>
                  <a:pt x="571284" y="1396618"/>
                </a:lnTo>
                <a:lnTo>
                  <a:pt x="569925" y="1391158"/>
                </a:lnTo>
                <a:lnTo>
                  <a:pt x="566842" y="1378902"/>
                </a:lnTo>
                <a:lnTo>
                  <a:pt x="563754" y="1366629"/>
                </a:lnTo>
                <a:lnTo>
                  <a:pt x="562470" y="1361312"/>
                </a:lnTo>
                <a:lnTo>
                  <a:pt x="559333" y="1348965"/>
                </a:lnTo>
                <a:lnTo>
                  <a:pt x="556191" y="1336755"/>
                </a:lnTo>
                <a:lnTo>
                  <a:pt x="552963" y="1324475"/>
                </a:lnTo>
                <a:lnTo>
                  <a:pt x="551878" y="1320418"/>
                </a:lnTo>
                <a:lnTo>
                  <a:pt x="552630" y="1301493"/>
                </a:lnTo>
                <a:lnTo>
                  <a:pt x="544164" y="1324762"/>
                </a:lnTo>
                <a:lnTo>
                  <a:pt x="547103" y="1337087"/>
                </a:lnTo>
                <a:lnTo>
                  <a:pt x="550012" y="1349410"/>
                </a:lnTo>
                <a:lnTo>
                  <a:pt x="552905" y="1361749"/>
                </a:lnTo>
                <a:lnTo>
                  <a:pt x="555792" y="1374120"/>
                </a:lnTo>
                <a:lnTo>
                  <a:pt x="558685" y="1386542"/>
                </a:lnTo>
                <a:lnTo>
                  <a:pt x="559790" y="1391284"/>
                </a:lnTo>
                <a:lnTo>
                  <a:pt x="560476" y="1394459"/>
                </a:lnTo>
                <a:lnTo>
                  <a:pt x="561047" y="1398651"/>
                </a:lnTo>
                <a:lnTo>
                  <a:pt x="562038" y="1402714"/>
                </a:lnTo>
                <a:lnTo>
                  <a:pt x="556856" y="1399412"/>
                </a:lnTo>
                <a:lnTo>
                  <a:pt x="551688" y="1396237"/>
                </a:lnTo>
                <a:lnTo>
                  <a:pt x="546493" y="1393189"/>
                </a:lnTo>
                <a:lnTo>
                  <a:pt x="542227" y="1381034"/>
                </a:lnTo>
                <a:lnTo>
                  <a:pt x="537645" y="1369084"/>
                </a:lnTo>
                <a:lnTo>
                  <a:pt x="533058" y="1357360"/>
                </a:lnTo>
                <a:lnTo>
                  <a:pt x="530936" y="1351787"/>
                </a:lnTo>
                <a:lnTo>
                  <a:pt x="526774" y="1339849"/>
                </a:lnTo>
                <a:lnTo>
                  <a:pt x="522554" y="1327888"/>
                </a:lnTo>
                <a:lnTo>
                  <a:pt x="518297" y="1315912"/>
                </a:lnTo>
                <a:lnTo>
                  <a:pt x="514029" y="1303923"/>
                </a:lnTo>
                <a:lnTo>
                  <a:pt x="509771" y="1291928"/>
                </a:lnTo>
                <a:lnTo>
                  <a:pt x="508215" y="1287526"/>
                </a:lnTo>
                <a:lnTo>
                  <a:pt x="518286" y="1295143"/>
                </a:lnTo>
                <a:lnTo>
                  <a:pt x="528436" y="1302782"/>
                </a:lnTo>
                <a:lnTo>
                  <a:pt x="520978" y="1277473"/>
                </a:lnTo>
                <a:lnTo>
                  <a:pt x="505149" y="1265472"/>
                </a:lnTo>
                <a:lnTo>
                  <a:pt x="489318" y="1253479"/>
                </a:lnTo>
                <a:lnTo>
                  <a:pt x="473484" y="1241494"/>
                </a:lnTo>
                <a:lnTo>
                  <a:pt x="457647" y="1229517"/>
                </a:lnTo>
                <a:lnTo>
                  <a:pt x="441807" y="1217548"/>
                </a:lnTo>
                <a:lnTo>
                  <a:pt x="431622" y="1209872"/>
                </a:lnTo>
                <a:lnTo>
                  <a:pt x="421428" y="1202191"/>
                </a:lnTo>
                <a:lnTo>
                  <a:pt x="411218" y="1194523"/>
                </a:lnTo>
                <a:lnTo>
                  <a:pt x="400985" y="1186885"/>
                </a:lnTo>
                <a:lnTo>
                  <a:pt x="390723" y="1179292"/>
                </a:lnTo>
                <a:lnTo>
                  <a:pt x="380424" y="1171760"/>
                </a:lnTo>
                <a:lnTo>
                  <a:pt x="370081" y="1164308"/>
                </a:lnTo>
                <a:lnTo>
                  <a:pt x="359687" y="1156950"/>
                </a:lnTo>
                <a:lnTo>
                  <a:pt x="349236" y="1149704"/>
                </a:lnTo>
                <a:lnTo>
                  <a:pt x="338719" y="1142586"/>
                </a:lnTo>
                <a:lnTo>
                  <a:pt x="328131" y="1135612"/>
                </a:lnTo>
                <a:lnTo>
                  <a:pt x="317464" y="1128799"/>
                </a:lnTo>
                <a:lnTo>
                  <a:pt x="306711" y="1122163"/>
                </a:lnTo>
                <a:lnTo>
                  <a:pt x="295865" y="1115722"/>
                </a:lnTo>
                <a:lnTo>
                  <a:pt x="284886" y="1109471"/>
                </a:lnTo>
                <a:lnTo>
                  <a:pt x="273510" y="1103484"/>
                </a:lnTo>
                <a:lnTo>
                  <a:pt x="261973" y="1098019"/>
                </a:lnTo>
                <a:lnTo>
                  <a:pt x="250362" y="1092855"/>
                </a:lnTo>
                <a:lnTo>
                  <a:pt x="238765" y="1087767"/>
                </a:lnTo>
                <a:lnTo>
                  <a:pt x="227272" y="1082533"/>
                </a:lnTo>
                <a:lnTo>
                  <a:pt x="215970" y="1076928"/>
                </a:lnTo>
                <a:lnTo>
                  <a:pt x="214350" y="1076070"/>
                </a:lnTo>
                <a:lnTo>
                  <a:pt x="203784" y="1070986"/>
                </a:lnTo>
                <a:lnTo>
                  <a:pt x="191535" y="1064933"/>
                </a:lnTo>
                <a:lnTo>
                  <a:pt x="179841" y="1057279"/>
                </a:lnTo>
                <a:lnTo>
                  <a:pt x="170939" y="1047391"/>
                </a:lnTo>
                <a:lnTo>
                  <a:pt x="167436" y="1038098"/>
                </a:lnTo>
                <a:lnTo>
                  <a:pt x="168249" y="1028854"/>
                </a:lnTo>
                <a:lnTo>
                  <a:pt x="172423" y="1016522"/>
                </a:lnTo>
                <a:lnTo>
                  <a:pt x="178509" y="1002840"/>
                </a:lnTo>
                <a:lnTo>
                  <a:pt x="185062" y="989549"/>
                </a:lnTo>
                <a:lnTo>
                  <a:pt x="190632" y="978388"/>
                </a:lnTo>
                <a:lnTo>
                  <a:pt x="193103" y="972946"/>
                </a:lnTo>
                <a:lnTo>
                  <a:pt x="207827" y="935384"/>
                </a:lnTo>
                <a:lnTo>
                  <a:pt x="222575" y="897718"/>
                </a:lnTo>
                <a:lnTo>
                  <a:pt x="237331" y="859951"/>
                </a:lnTo>
                <a:lnTo>
                  <a:pt x="252075" y="822086"/>
                </a:lnTo>
                <a:lnTo>
                  <a:pt x="266787" y="784125"/>
                </a:lnTo>
                <a:lnTo>
                  <a:pt x="281451" y="746072"/>
                </a:lnTo>
                <a:lnTo>
                  <a:pt x="296046" y="707930"/>
                </a:lnTo>
                <a:lnTo>
                  <a:pt x="310555" y="669701"/>
                </a:lnTo>
                <a:lnTo>
                  <a:pt x="324958" y="631388"/>
                </a:lnTo>
                <a:lnTo>
                  <a:pt x="339237" y="592994"/>
                </a:lnTo>
                <a:lnTo>
                  <a:pt x="353373" y="554522"/>
                </a:lnTo>
                <a:lnTo>
                  <a:pt x="367348" y="515975"/>
                </a:lnTo>
                <a:lnTo>
                  <a:pt x="381143" y="477356"/>
                </a:lnTo>
                <a:lnTo>
                  <a:pt x="394739" y="438666"/>
                </a:lnTo>
                <a:lnTo>
                  <a:pt x="408117" y="399911"/>
                </a:lnTo>
                <a:lnTo>
                  <a:pt x="421260" y="361091"/>
                </a:lnTo>
                <a:lnTo>
                  <a:pt x="434147" y="322210"/>
                </a:lnTo>
                <a:lnTo>
                  <a:pt x="437769" y="258444"/>
                </a:lnTo>
                <a:lnTo>
                  <a:pt x="431656" y="269891"/>
                </a:lnTo>
                <a:lnTo>
                  <a:pt x="425247" y="281029"/>
                </a:lnTo>
                <a:lnTo>
                  <a:pt x="418583" y="291900"/>
                </a:lnTo>
                <a:lnTo>
                  <a:pt x="411699" y="302543"/>
                </a:lnTo>
                <a:lnTo>
                  <a:pt x="404636" y="313000"/>
                </a:lnTo>
                <a:lnTo>
                  <a:pt x="397432" y="323312"/>
                </a:lnTo>
                <a:lnTo>
                  <a:pt x="390126" y="333519"/>
                </a:lnTo>
                <a:lnTo>
                  <a:pt x="389496" y="334390"/>
                </a:lnTo>
                <a:lnTo>
                  <a:pt x="394051" y="322559"/>
                </a:lnTo>
                <a:lnTo>
                  <a:pt x="398538" y="310656"/>
                </a:lnTo>
                <a:lnTo>
                  <a:pt x="403028" y="298753"/>
                </a:lnTo>
                <a:lnTo>
                  <a:pt x="407504" y="287146"/>
                </a:lnTo>
                <a:lnTo>
                  <a:pt x="415761" y="277706"/>
                </a:lnTo>
                <a:lnTo>
                  <a:pt x="423881" y="268043"/>
                </a:lnTo>
                <a:lnTo>
                  <a:pt x="417563" y="260603"/>
                </a:lnTo>
                <a:close/>
              </a:path>
              <a:path w="2011565" h="2090420">
                <a:moveTo>
                  <a:pt x="457880" y="203341"/>
                </a:moveTo>
                <a:lnTo>
                  <a:pt x="455193" y="210946"/>
                </a:lnTo>
                <a:lnTo>
                  <a:pt x="447486" y="221044"/>
                </a:lnTo>
                <a:lnTo>
                  <a:pt x="439737" y="231147"/>
                </a:lnTo>
                <a:lnTo>
                  <a:pt x="432009" y="241264"/>
                </a:lnTo>
                <a:lnTo>
                  <a:pt x="424364" y="251400"/>
                </a:lnTo>
                <a:lnTo>
                  <a:pt x="417563" y="260603"/>
                </a:lnTo>
                <a:lnTo>
                  <a:pt x="423881" y="268043"/>
                </a:lnTo>
                <a:lnTo>
                  <a:pt x="431865" y="258149"/>
                </a:lnTo>
                <a:lnTo>
                  <a:pt x="439714" y="248018"/>
                </a:lnTo>
                <a:lnTo>
                  <a:pt x="444461" y="241680"/>
                </a:lnTo>
                <a:lnTo>
                  <a:pt x="442696" y="246506"/>
                </a:lnTo>
                <a:lnTo>
                  <a:pt x="440855" y="251713"/>
                </a:lnTo>
                <a:lnTo>
                  <a:pt x="439051" y="256793"/>
                </a:lnTo>
                <a:lnTo>
                  <a:pt x="437769" y="258444"/>
                </a:lnTo>
                <a:lnTo>
                  <a:pt x="434147" y="322210"/>
                </a:lnTo>
                <a:lnTo>
                  <a:pt x="446761" y="283272"/>
                </a:lnTo>
                <a:lnTo>
                  <a:pt x="459083" y="244278"/>
                </a:lnTo>
                <a:lnTo>
                  <a:pt x="457880" y="203341"/>
                </a:lnTo>
                <a:close/>
              </a:path>
              <a:path w="2011565" h="2090420">
                <a:moveTo>
                  <a:pt x="356594" y="304243"/>
                </a:moveTo>
                <a:lnTo>
                  <a:pt x="351415" y="315800"/>
                </a:lnTo>
                <a:lnTo>
                  <a:pt x="346341" y="327414"/>
                </a:lnTo>
                <a:lnTo>
                  <a:pt x="341374" y="339084"/>
                </a:lnTo>
                <a:lnTo>
                  <a:pt x="336511" y="350808"/>
                </a:lnTo>
                <a:lnTo>
                  <a:pt x="339648" y="466598"/>
                </a:lnTo>
                <a:lnTo>
                  <a:pt x="356476" y="421639"/>
                </a:lnTo>
                <a:lnTo>
                  <a:pt x="359079" y="420624"/>
                </a:lnTo>
                <a:lnTo>
                  <a:pt x="361879" y="292745"/>
                </a:lnTo>
                <a:lnTo>
                  <a:pt x="356594" y="304243"/>
                </a:lnTo>
                <a:close/>
              </a:path>
              <a:path w="2011565" h="2090420">
                <a:moveTo>
                  <a:pt x="367817" y="392175"/>
                </a:moveTo>
                <a:lnTo>
                  <a:pt x="369874" y="386968"/>
                </a:lnTo>
                <a:lnTo>
                  <a:pt x="371627" y="382142"/>
                </a:lnTo>
                <a:lnTo>
                  <a:pt x="376112" y="370343"/>
                </a:lnTo>
                <a:lnTo>
                  <a:pt x="379006" y="332739"/>
                </a:lnTo>
                <a:lnTo>
                  <a:pt x="375958" y="329438"/>
                </a:lnTo>
                <a:lnTo>
                  <a:pt x="372986" y="329056"/>
                </a:lnTo>
                <a:lnTo>
                  <a:pt x="371005" y="329564"/>
                </a:lnTo>
                <a:lnTo>
                  <a:pt x="375995" y="317928"/>
                </a:lnTo>
                <a:lnTo>
                  <a:pt x="380984" y="306272"/>
                </a:lnTo>
                <a:lnTo>
                  <a:pt x="380948" y="236596"/>
                </a:lnTo>
                <a:lnTo>
                  <a:pt x="376886" y="248610"/>
                </a:lnTo>
                <a:lnTo>
                  <a:pt x="373059" y="260773"/>
                </a:lnTo>
                <a:lnTo>
                  <a:pt x="369479" y="273104"/>
                </a:lnTo>
                <a:lnTo>
                  <a:pt x="367271" y="281304"/>
                </a:lnTo>
                <a:lnTo>
                  <a:pt x="361879" y="292745"/>
                </a:lnTo>
                <a:lnTo>
                  <a:pt x="366064" y="396875"/>
                </a:lnTo>
                <a:lnTo>
                  <a:pt x="367817" y="392175"/>
                </a:lnTo>
                <a:close/>
              </a:path>
              <a:path w="2011565" h="2090420">
                <a:moveTo>
                  <a:pt x="315772" y="501268"/>
                </a:moveTo>
                <a:lnTo>
                  <a:pt x="313918" y="506475"/>
                </a:lnTo>
                <a:lnTo>
                  <a:pt x="313359" y="506094"/>
                </a:lnTo>
                <a:lnTo>
                  <a:pt x="313757" y="410223"/>
                </a:lnTo>
                <a:lnTo>
                  <a:pt x="309515" y="422257"/>
                </a:lnTo>
                <a:lnTo>
                  <a:pt x="305374" y="434340"/>
                </a:lnTo>
                <a:lnTo>
                  <a:pt x="303923" y="438657"/>
                </a:lnTo>
                <a:lnTo>
                  <a:pt x="299722" y="450606"/>
                </a:lnTo>
                <a:lnTo>
                  <a:pt x="295597" y="462619"/>
                </a:lnTo>
                <a:lnTo>
                  <a:pt x="291562" y="474681"/>
                </a:lnTo>
                <a:lnTo>
                  <a:pt x="287629" y="486778"/>
                </a:lnTo>
                <a:lnTo>
                  <a:pt x="283808" y="498895"/>
                </a:lnTo>
                <a:lnTo>
                  <a:pt x="282295" y="503808"/>
                </a:lnTo>
                <a:lnTo>
                  <a:pt x="277481" y="515502"/>
                </a:lnTo>
                <a:lnTo>
                  <a:pt x="272696" y="527229"/>
                </a:lnTo>
                <a:lnTo>
                  <a:pt x="267937" y="538985"/>
                </a:lnTo>
                <a:lnTo>
                  <a:pt x="263201" y="550765"/>
                </a:lnTo>
                <a:lnTo>
                  <a:pt x="258484" y="562565"/>
                </a:lnTo>
                <a:lnTo>
                  <a:pt x="253784" y="574381"/>
                </a:lnTo>
                <a:lnTo>
                  <a:pt x="249096" y="586207"/>
                </a:lnTo>
                <a:lnTo>
                  <a:pt x="244417" y="598039"/>
                </a:lnTo>
                <a:lnTo>
                  <a:pt x="239745" y="609873"/>
                </a:lnTo>
                <a:lnTo>
                  <a:pt x="235140" y="621538"/>
                </a:lnTo>
                <a:lnTo>
                  <a:pt x="228773" y="632629"/>
                </a:lnTo>
                <a:lnTo>
                  <a:pt x="222609" y="643790"/>
                </a:lnTo>
                <a:lnTo>
                  <a:pt x="216656" y="655023"/>
                </a:lnTo>
                <a:lnTo>
                  <a:pt x="210916" y="666332"/>
                </a:lnTo>
                <a:lnTo>
                  <a:pt x="205394" y="677721"/>
                </a:lnTo>
                <a:lnTo>
                  <a:pt x="200482" y="688339"/>
                </a:lnTo>
                <a:lnTo>
                  <a:pt x="205133" y="676485"/>
                </a:lnTo>
                <a:lnTo>
                  <a:pt x="209743" y="664641"/>
                </a:lnTo>
                <a:lnTo>
                  <a:pt x="214324" y="652804"/>
                </a:lnTo>
                <a:lnTo>
                  <a:pt x="218887" y="640969"/>
                </a:lnTo>
                <a:lnTo>
                  <a:pt x="223442" y="629133"/>
                </a:lnTo>
                <a:lnTo>
                  <a:pt x="228001" y="617290"/>
                </a:lnTo>
                <a:lnTo>
                  <a:pt x="232576" y="605438"/>
                </a:lnTo>
                <a:lnTo>
                  <a:pt x="242847" y="579100"/>
                </a:lnTo>
                <a:lnTo>
                  <a:pt x="252508" y="554692"/>
                </a:lnTo>
                <a:lnTo>
                  <a:pt x="262282" y="530277"/>
                </a:lnTo>
                <a:lnTo>
                  <a:pt x="272144" y="505850"/>
                </a:lnTo>
                <a:lnTo>
                  <a:pt x="282069" y="481407"/>
                </a:lnTo>
                <a:lnTo>
                  <a:pt x="292031" y="456945"/>
                </a:lnTo>
                <a:lnTo>
                  <a:pt x="302004" y="432459"/>
                </a:lnTo>
                <a:lnTo>
                  <a:pt x="311964" y="407946"/>
                </a:lnTo>
                <a:lnTo>
                  <a:pt x="321886" y="383402"/>
                </a:lnTo>
                <a:lnTo>
                  <a:pt x="331743" y="358822"/>
                </a:lnTo>
                <a:lnTo>
                  <a:pt x="341510" y="334204"/>
                </a:lnTo>
                <a:lnTo>
                  <a:pt x="351163" y="309542"/>
                </a:lnTo>
                <a:lnTo>
                  <a:pt x="360675" y="284834"/>
                </a:lnTo>
                <a:lnTo>
                  <a:pt x="370022" y="260075"/>
                </a:lnTo>
                <a:lnTo>
                  <a:pt x="379178" y="235261"/>
                </a:lnTo>
                <a:lnTo>
                  <a:pt x="388118" y="210389"/>
                </a:lnTo>
                <a:lnTo>
                  <a:pt x="396816" y="185454"/>
                </a:lnTo>
                <a:lnTo>
                  <a:pt x="405247" y="160453"/>
                </a:lnTo>
                <a:lnTo>
                  <a:pt x="413386" y="135381"/>
                </a:lnTo>
                <a:lnTo>
                  <a:pt x="421208" y="110236"/>
                </a:lnTo>
                <a:lnTo>
                  <a:pt x="421627" y="112649"/>
                </a:lnTo>
                <a:lnTo>
                  <a:pt x="429452" y="123133"/>
                </a:lnTo>
                <a:lnTo>
                  <a:pt x="441272" y="129750"/>
                </a:lnTo>
                <a:lnTo>
                  <a:pt x="451853" y="133095"/>
                </a:lnTo>
                <a:lnTo>
                  <a:pt x="454228" y="133476"/>
                </a:lnTo>
                <a:lnTo>
                  <a:pt x="451383" y="137287"/>
                </a:lnTo>
                <a:lnTo>
                  <a:pt x="450659" y="134619"/>
                </a:lnTo>
                <a:lnTo>
                  <a:pt x="446011" y="132206"/>
                </a:lnTo>
                <a:lnTo>
                  <a:pt x="441515" y="132841"/>
                </a:lnTo>
                <a:lnTo>
                  <a:pt x="440232" y="136016"/>
                </a:lnTo>
                <a:lnTo>
                  <a:pt x="437807" y="141224"/>
                </a:lnTo>
                <a:lnTo>
                  <a:pt x="435775" y="146430"/>
                </a:lnTo>
                <a:lnTo>
                  <a:pt x="441238" y="198708"/>
                </a:lnTo>
                <a:lnTo>
                  <a:pt x="447151" y="184783"/>
                </a:lnTo>
                <a:lnTo>
                  <a:pt x="453250" y="171233"/>
                </a:lnTo>
                <a:lnTo>
                  <a:pt x="459349" y="158723"/>
                </a:lnTo>
                <a:lnTo>
                  <a:pt x="465260" y="147918"/>
                </a:lnTo>
                <a:lnTo>
                  <a:pt x="470798" y="139483"/>
                </a:lnTo>
                <a:lnTo>
                  <a:pt x="475132" y="134619"/>
                </a:lnTo>
                <a:lnTo>
                  <a:pt x="479704" y="133857"/>
                </a:lnTo>
                <a:lnTo>
                  <a:pt x="482231" y="133223"/>
                </a:lnTo>
                <a:lnTo>
                  <a:pt x="482688" y="134365"/>
                </a:lnTo>
                <a:lnTo>
                  <a:pt x="480949" y="138811"/>
                </a:lnTo>
                <a:lnTo>
                  <a:pt x="479221" y="143382"/>
                </a:lnTo>
                <a:lnTo>
                  <a:pt x="480558" y="172500"/>
                </a:lnTo>
                <a:lnTo>
                  <a:pt x="484128" y="160301"/>
                </a:lnTo>
                <a:lnTo>
                  <a:pt x="487679" y="148075"/>
                </a:lnTo>
                <a:lnTo>
                  <a:pt x="491212" y="135840"/>
                </a:lnTo>
                <a:lnTo>
                  <a:pt x="494722" y="123611"/>
                </a:lnTo>
                <a:lnTo>
                  <a:pt x="498207" y="111404"/>
                </a:lnTo>
                <a:lnTo>
                  <a:pt x="501666" y="99236"/>
                </a:lnTo>
                <a:lnTo>
                  <a:pt x="502437" y="96519"/>
                </a:lnTo>
                <a:lnTo>
                  <a:pt x="511951" y="104962"/>
                </a:lnTo>
                <a:lnTo>
                  <a:pt x="521784" y="113030"/>
                </a:lnTo>
                <a:lnTo>
                  <a:pt x="524357" y="115569"/>
                </a:lnTo>
                <a:lnTo>
                  <a:pt x="532877" y="124907"/>
                </a:lnTo>
                <a:lnTo>
                  <a:pt x="540833" y="134814"/>
                </a:lnTo>
                <a:lnTo>
                  <a:pt x="547674" y="143890"/>
                </a:lnTo>
                <a:lnTo>
                  <a:pt x="549960" y="145414"/>
                </a:lnTo>
                <a:lnTo>
                  <a:pt x="552957" y="145795"/>
                </a:lnTo>
                <a:lnTo>
                  <a:pt x="556006" y="141350"/>
                </a:lnTo>
                <a:lnTo>
                  <a:pt x="554367" y="137413"/>
                </a:lnTo>
                <a:lnTo>
                  <a:pt x="548876" y="126020"/>
                </a:lnTo>
                <a:lnTo>
                  <a:pt x="541656" y="114207"/>
                </a:lnTo>
                <a:lnTo>
                  <a:pt x="533017" y="102991"/>
                </a:lnTo>
                <a:lnTo>
                  <a:pt x="523263" y="93393"/>
                </a:lnTo>
                <a:lnTo>
                  <a:pt x="512702" y="86429"/>
                </a:lnTo>
                <a:lnTo>
                  <a:pt x="503123" y="83312"/>
                </a:lnTo>
                <a:lnTo>
                  <a:pt x="497116" y="82676"/>
                </a:lnTo>
                <a:lnTo>
                  <a:pt x="496188" y="88518"/>
                </a:lnTo>
                <a:lnTo>
                  <a:pt x="498157" y="91439"/>
                </a:lnTo>
                <a:lnTo>
                  <a:pt x="498640" y="92328"/>
                </a:lnTo>
                <a:lnTo>
                  <a:pt x="494150" y="104127"/>
                </a:lnTo>
                <a:lnTo>
                  <a:pt x="489690" y="116003"/>
                </a:lnTo>
                <a:lnTo>
                  <a:pt x="486448" y="124587"/>
                </a:lnTo>
                <a:lnTo>
                  <a:pt x="485622" y="122046"/>
                </a:lnTo>
                <a:lnTo>
                  <a:pt x="484847" y="118744"/>
                </a:lnTo>
                <a:lnTo>
                  <a:pt x="481990" y="117601"/>
                </a:lnTo>
                <a:lnTo>
                  <a:pt x="481279" y="117475"/>
                </a:lnTo>
                <a:lnTo>
                  <a:pt x="475475" y="117093"/>
                </a:lnTo>
                <a:lnTo>
                  <a:pt x="470090" y="119125"/>
                </a:lnTo>
                <a:lnTo>
                  <a:pt x="465137" y="122174"/>
                </a:lnTo>
                <a:lnTo>
                  <a:pt x="462203" y="121412"/>
                </a:lnTo>
                <a:lnTo>
                  <a:pt x="459511" y="120523"/>
                </a:lnTo>
                <a:lnTo>
                  <a:pt x="456615" y="119633"/>
                </a:lnTo>
                <a:lnTo>
                  <a:pt x="445400" y="113346"/>
                </a:lnTo>
                <a:lnTo>
                  <a:pt x="434291" y="106663"/>
                </a:lnTo>
                <a:lnTo>
                  <a:pt x="427266" y="104393"/>
                </a:lnTo>
                <a:lnTo>
                  <a:pt x="424624" y="104012"/>
                </a:lnTo>
                <a:lnTo>
                  <a:pt x="422275" y="106044"/>
                </a:lnTo>
                <a:lnTo>
                  <a:pt x="423316" y="103250"/>
                </a:lnTo>
                <a:lnTo>
                  <a:pt x="424179" y="100329"/>
                </a:lnTo>
                <a:lnTo>
                  <a:pt x="424827" y="97536"/>
                </a:lnTo>
                <a:lnTo>
                  <a:pt x="422008" y="96138"/>
                </a:lnTo>
                <a:lnTo>
                  <a:pt x="410171" y="120633"/>
                </a:lnTo>
                <a:lnTo>
                  <a:pt x="398628" y="145374"/>
                </a:lnTo>
                <a:lnTo>
                  <a:pt x="387359" y="170339"/>
                </a:lnTo>
                <a:lnTo>
                  <a:pt x="376342" y="195508"/>
                </a:lnTo>
                <a:lnTo>
                  <a:pt x="365554" y="220860"/>
                </a:lnTo>
                <a:lnTo>
                  <a:pt x="354974" y="246374"/>
                </a:lnTo>
                <a:lnTo>
                  <a:pt x="344580" y="272029"/>
                </a:lnTo>
                <a:lnTo>
                  <a:pt x="334350" y="297804"/>
                </a:lnTo>
                <a:lnTo>
                  <a:pt x="324263" y="323678"/>
                </a:lnTo>
                <a:lnTo>
                  <a:pt x="314296" y="349631"/>
                </a:lnTo>
                <a:lnTo>
                  <a:pt x="304428" y="375640"/>
                </a:lnTo>
                <a:lnTo>
                  <a:pt x="294637" y="401685"/>
                </a:lnTo>
                <a:lnTo>
                  <a:pt x="284902" y="427746"/>
                </a:lnTo>
                <a:lnTo>
                  <a:pt x="275200" y="453801"/>
                </a:lnTo>
                <a:lnTo>
                  <a:pt x="265510" y="479829"/>
                </a:lnTo>
                <a:lnTo>
                  <a:pt x="255809" y="505810"/>
                </a:lnTo>
                <a:lnTo>
                  <a:pt x="246077" y="531722"/>
                </a:lnTo>
                <a:lnTo>
                  <a:pt x="236291" y="557545"/>
                </a:lnTo>
                <a:lnTo>
                  <a:pt x="226430" y="583257"/>
                </a:lnTo>
                <a:lnTo>
                  <a:pt x="216471" y="608838"/>
                </a:lnTo>
                <a:lnTo>
                  <a:pt x="206666" y="633944"/>
                </a:lnTo>
                <a:lnTo>
                  <a:pt x="196850" y="659050"/>
                </a:lnTo>
                <a:lnTo>
                  <a:pt x="187025" y="684154"/>
                </a:lnTo>
                <a:lnTo>
                  <a:pt x="177191" y="709257"/>
                </a:lnTo>
                <a:lnTo>
                  <a:pt x="167350" y="734359"/>
                </a:lnTo>
                <a:lnTo>
                  <a:pt x="157502" y="759461"/>
                </a:lnTo>
                <a:lnTo>
                  <a:pt x="147648" y="784562"/>
                </a:lnTo>
                <a:lnTo>
                  <a:pt x="137790" y="809664"/>
                </a:lnTo>
                <a:lnTo>
                  <a:pt x="127928" y="834766"/>
                </a:lnTo>
                <a:lnTo>
                  <a:pt x="118063" y="859869"/>
                </a:lnTo>
                <a:lnTo>
                  <a:pt x="108197" y="884973"/>
                </a:lnTo>
                <a:lnTo>
                  <a:pt x="98331" y="910077"/>
                </a:lnTo>
                <a:lnTo>
                  <a:pt x="88464" y="935184"/>
                </a:lnTo>
                <a:lnTo>
                  <a:pt x="78599" y="960292"/>
                </a:lnTo>
                <a:lnTo>
                  <a:pt x="68736" y="985402"/>
                </a:lnTo>
                <a:lnTo>
                  <a:pt x="71577" y="1130300"/>
                </a:lnTo>
                <a:lnTo>
                  <a:pt x="72999" y="1129156"/>
                </a:lnTo>
                <a:lnTo>
                  <a:pt x="76974" y="1132077"/>
                </a:lnTo>
                <a:lnTo>
                  <a:pt x="78168" y="1118107"/>
                </a:lnTo>
                <a:lnTo>
                  <a:pt x="80695" y="1112519"/>
                </a:lnTo>
                <a:lnTo>
                  <a:pt x="82791" y="1106804"/>
                </a:lnTo>
                <a:lnTo>
                  <a:pt x="84861" y="1101343"/>
                </a:lnTo>
                <a:lnTo>
                  <a:pt x="89467" y="1089528"/>
                </a:lnTo>
                <a:lnTo>
                  <a:pt x="93954" y="1077684"/>
                </a:lnTo>
                <a:lnTo>
                  <a:pt x="98320" y="1065805"/>
                </a:lnTo>
                <a:lnTo>
                  <a:pt x="102562" y="1053883"/>
                </a:lnTo>
                <a:lnTo>
                  <a:pt x="106676" y="1041911"/>
                </a:lnTo>
                <a:lnTo>
                  <a:pt x="110662" y="1029880"/>
                </a:lnTo>
                <a:lnTo>
                  <a:pt x="114515" y="1017785"/>
                </a:lnTo>
                <a:lnTo>
                  <a:pt x="118233" y="1005616"/>
                </a:lnTo>
                <a:lnTo>
                  <a:pt x="121814" y="993366"/>
                </a:lnTo>
                <a:lnTo>
                  <a:pt x="125255" y="981028"/>
                </a:lnTo>
                <a:lnTo>
                  <a:pt x="127419" y="972946"/>
                </a:lnTo>
                <a:lnTo>
                  <a:pt x="127965" y="969517"/>
                </a:lnTo>
                <a:lnTo>
                  <a:pt x="127863" y="967486"/>
                </a:lnTo>
                <a:lnTo>
                  <a:pt x="132347" y="955621"/>
                </a:lnTo>
                <a:lnTo>
                  <a:pt x="136705" y="943753"/>
                </a:lnTo>
                <a:lnTo>
                  <a:pt x="140997" y="931840"/>
                </a:lnTo>
                <a:lnTo>
                  <a:pt x="138633" y="859408"/>
                </a:lnTo>
                <a:lnTo>
                  <a:pt x="132951" y="870726"/>
                </a:lnTo>
                <a:lnTo>
                  <a:pt x="127377" y="882083"/>
                </a:lnTo>
                <a:lnTo>
                  <a:pt x="121905" y="893518"/>
                </a:lnTo>
                <a:lnTo>
                  <a:pt x="116529" y="905068"/>
                </a:lnTo>
                <a:lnTo>
                  <a:pt x="113271" y="912240"/>
                </a:lnTo>
                <a:lnTo>
                  <a:pt x="117823" y="900411"/>
                </a:lnTo>
                <a:lnTo>
                  <a:pt x="122392" y="888575"/>
                </a:lnTo>
                <a:lnTo>
                  <a:pt x="126976" y="876736"/>
                </a:lnTo>
                <a:lnTo>
                  <a:pt x="131573" y="864894"/>
                </a:lnTo>
                <a:lnTo>
                  <a:pt x="136179" y="853050"/>
                </a:lnTo>
                <a:lnTo>
                  <a:pt x="140791" y="841205"/>
                </a:lnTo>
                <a:lnTo>
                  <a:pt x="145406" y="829362"/>
                </a:lnTo>
                <a:lnTo>
                  <a:pt x="150022" y="817520"/>
                </a:lnTo>
                <a:lnTo>
                  <a:pt x="154636" y="805682"/>
                </a:lnTo>
                <a:lnTo>
                  <a:pt x="159245" y="793848"/>
                </a:lnTo>
                <a:lnTo>
                  <a:pt x="162445" y="785621"/>
                </a:lnTo>
                <a:lnTo>
                  <a:pt x="158450" y="797574"/>
                </a:lnTo>
                <a:lnTo>
                  <a:pt x="154538" y="809579"/>
                </a:lnTo>
                <a:lnTo>
                  <a:pt x="150707" y="821660"/>
                </a:lnTo>
                <a:lnTo>
                  <a:pt x="146955" y="833841"/>
                </a:lnTo>
                <a:lnTo>
                  <a:pt x="143279" y="846144"/>
                </a:lnTo>
                <a:lnTo>
                  <a:pt x="145278" y="919840"/>
                </a:lnTo>
                <a:lnTo>
                  <a:pt x="147535" y="913511"/>
                </a:lnTo>
                <a:lnTo>
                  <a:pt x="148412" y="910589"/>
                </a:lnTo>
                <a:lnTo>
                  <a:pt x="149529" y="907414"/>
                </a:lnTo>
                <a:lnTo>
                  <a:pt x="149136" y="904620"/>
                </a:lnTo>
                <a:lnTo>
                  <a:pt x="148018" y="902842"/>
                </a:lnTo>
                <a:lnTo>
                  <a:pt x="153505" y="891269"/>
                </a:lnTo>
                <a:lnTo>
                  <a:pt x="158943" y="879797"/>
                </a:lnTo>
                <a:lnTo>
                  <a:pt x="164367" y="868375"/>
                </a:lnTo>
                <a:lnTo>
                  <a:pt x="169808" y="856951"/>
                </a:lnTo>
                <a:lnTo>
                  <a:pt x="172275" y="851788"/>
                </a:lnTo>
                <a:lnTo>
                  <a:pt x="177865" y="840272"/>
                </a:lnTo>
                <a:lnTo>
                  <a:pt x="183558" y="828823"/>
                </a:lnTo>
                <a:lnTo>
                  <a:pt x="189249" y="817395"/>
                </a:lnTo>
                <a:lnTo>
                  <a:pt x="194835" y="805945"/>
                </a:lnTo>
                <a:lnTo>
                  <a:pt x="200211" y="794425"/>
                </a:lnTo>
                <a:lnTo>
                  <a:pt x="205275" y="782792"/>
                </a:lnTo>
                <a:lnTo>
                  <a:pt x="209923" y="771001"/>
                </a:lnTo>
                <a:lnTo>
                  <a:pt x="214051" y="759004"/>
                </a:lnTo>
                <a:lnTo>
                  <a:pt x="217554" y="746759"/>
                </a:lnTo>
                <a:lnTo>
                  <a:pt x="220330" y="734218"/>
                </a:lnTo>
                <a:lnTo>
                  <a:pt x="221234" y="728979"/>
                </a:lnTo>
                <a:lnTo>
                  <a:pt x="226274" y="717377"/>
                </a:lnTo>
                <a:lnTo>
                  <a:pt x="231332" y="705716"/>
                </a:lnTo>
                <a:lnTo>
                  <a:pt x="236413" y="694038"/>
                </a:lnTo>
                <a:lnTo>
                  <a:pt x="241519" y="682388"/>
                </a:lnTo>
                <a:lnTo>
                  <a:pt x="245351" y="673734"/>
                </a:lnTo>
                <a:lnTo>
                  <a:pt x="247853" y="669543"/>
                </a:lnTo>
                <a:lnTo>
                  <a:pt x="249262" y="665733"/>
                </a:lnTo>
                <a:lnTo>
                  <a:pt x="250024" y="663448"/>
                </a:lnTo>
                <a:lnTo>
                  <a:pt x="255109" y="651876"/>
                </a:lnTo>
                <a:lnTo>
                  <a:pt x="260247" y="640246"/>
                </a:lnTo>
                <a:lnTo>
                  <a:pt x="265410" y="628588"/>
                </a:lnTo>
                <a:lnTo>
                  <a:pt x="270571" y="616932"/>
                </a:lnTo>
                <a:lnTo>
                  <a:pt x="275702" y="605308"/>
                </a:lnTo>
                <a:lnTo>
                  <a:pt x="280009" y="595502"/>
                </a:lnTo>
                <a:lnTo>
                  <a:pt x="270476" y="620817"/>
                </a:lnTo>
                <a:lnTo>
                  <a:pt x="260936" y="646126"/>
                </a:lnTo>
                <a:lnTo>
                  <a:pt x="251389" y="671431"/>
                </a:lnTo>
                <a:lnTo>
                  <a:pt x="241836" y="696731"/>
                </a:lnTo>
                <a:lnTo>
                  <a:pt x="232276" y="722026"/>
                </a:lnTo>
                <a:lnTo>
                  <a:pt x="222712" y="747318"/>
                </a:lnTo>
                <a:lnTo>
                  <a:pt x="213142" y="772606"/>
                </a:lnTo>
                <a:lnTo>
                  <a:pt x="203569" y="797892"/>
                </a:lnTo>
                <a:lnTo>
                  <a:pt x="193992" y="823174"/>
                </a:lnTo>
                <a:lnTo>
                  <a:pt x="184411" y="848455"/>
                </a:lnTo>
                <a:lnTo>
                  <a:pt x="174829" y="873733"/>
                </a:lnTo>
                <a:lnTo>
                  <a:pt x="165244" y="899010"/>
                </a:lnTo>
                <a:lnTo>
                  <a:pt x="155657" y="924286"/>
                </a:lnTo>
                <a:lnTo>
                  <a:pt x="146070" y="949561"/>
                </a:lnTo>
                <a:lnTo>
                  <a:pt x="136482" y="974836"/>
                </a:lnTo>
                <a:lnTo>
                  <a:pt x="127096" y="1033613"/>
                </a:lnTo>
                <a:lnTo>
                  <a:pt x="136254" y="1009128"/>
                </a:lnTo>
                <a:lnTo>
                  <a:pt x="145407" y="984642"/>
                </a:lnTo>
                <a:lnTo>
                  <a:pt x="154555" y="960156"/>
                </a:lnTo>
                <a:lnTo>
                  <a:pt x="163699" y="935668"/>
                </a:lnTo>
                <a:lnTo>
                  <a:pt x="172841" y="911180"/>
                </a:lnTo>
                <a:lnTo>
                  <a:pt x="181980" y="886691"/>
                </a:lnTo>
                <a:lnTo>
                  <a:pt x="191119" y="862203"/>
                </a:lnTo>
                <a:lnTo>
                  <a:pt x="200257" y="837714"/>
                </a:lnTo>
                <a:lnTo>
                  <a:pt x="209396" y="813225"/>
                </a:lnTo>
                <a:lnTo>
                  <a:pt x="218537" y="788737"/>
                </a:lnTo>
                <a:lnTo>
                  <a:pt x="227680" y="764249"/>
                </a:lnTo>
                <a:lnTo>
                  <a:pt x="236826" y="739763"/>
                </a:lnTo>
                <a:lnTo>
                  <a:pt x="245976" y="715277"/>
                </a:lnTo>
                <a:lnTo>
                  <a:pt x="255132" y="690792"/>
                </a:lnTo>
                <a:lnTo>
                  <a:pt x="264294" y="666309"/>
                </a:lnTo>
                <a:lnTo>
                  <a:pt x="273462" y="641827"/>
                </a:lnTo>
                <a:lnTo>
                  <a:pt x="282638" y="617346"/>
                </a:lnTo>
                <a:lnTo>
                  <a:pt x="287146" y="605440"/>
                </a:lnTo>
                <a:lnTo>
                  <a:pt x="291643" y="593548"/>
                </a:lnTo>
                <a:lnTo>
                  <a:pt x="296129" y="581669"/>
                </a:lnTo>
                <a:lnTo>
                  <a:pt x="300609" y="569798"/>
                </a:lnTo>
                <a:lnTo>
                  <a:pt x="305084" y="557932"/>
                </a:lnTo>
                <a:lnTo>
                  <a:pt x="309558" y="546068"/>
                </a:lnTo>
                <a:lnTo>
                  <a:pt x="314032" y="534203"/>
                </a:lnTo>
                <a:lnTo>
                  <a:pt x="315772" y="501268"/>
                </a:lnTo>
                <a:close/>
              </a:path>
              <a:path w="2011565" h="2090420">
                <a:moveTo>
                  <a:pt x="2001913" y="1136141"/>
                </a:moveTo>
                <a:lnTo>
                  <a:pt x="1991118" y="1151636"/>
                </a:lnTo>
                <a:lnTo>
                  <a:pt x="1989103" y="1172525"/>
                </a:lnTo>
                <a:lnTo>
                  <a:pt x="1994902" y="1161232"/>
                </a:lnTo>
                <a:lnTo>
                  <a:pt x="2000631" y="1149903"/>
                </a:lnTo>
                <a:lnTo>
                  <a:pt x="2006288" y="1138538"/>
                </a:lnTo>
                <a:lnTo>
                  <a:pt x="2011565" y="1127759"/>
                </a:lnTo>
                <a:lnTo>
                  <a:pt x="2010295" y="1125092"/>
                </a:lnTo>
                <a:lnTo>
                  <a:pt x="2007501" y="1127887"/>
                </a:lnTo>
                <a:lnTo>
                  <a:pt x="2004072" y="1132713"/>
                </a:lnTo>
                <a:lnTo>
                  <a:pt x="2004453" y="1129283"/>
                </a:lnTo>
                <a:lnTo>
                  <a:pt x="2001659" y="1125727"/>
                </a:lnTo>
                <a:lnTo>
                  <a:pt x="2000770" y="1122679"/>
                </a:lnTo>
                <a:lnTo>
                  <a:pt x="1997722" y="1120648"/>
                </a:lnTo>
                <a:lnTo>
                  <a:pt x="1996833" y="1120902"/>
                </a:lnTo>
                <a:lnTo>
                  <a:pt x="1994928" y="1142111"/>
                </a:lnTo>
                <a:lnTo>
                  <a:pt x="1996833" y="1137539"/>
                </a:lnTo>
                <a:lnTo>
                  <a:pt x="1999881" y="1137030"/>
                </a:lnTo>
                <a:lnTo>
                  <a:pt x="2001913" y="1136141"/>
                </a:lnTo>
                <a:close/>
              </a:path>
              <a:path w="2011565" h="2090420">
                <a:moveTo>
                  <a:pt x="1986303" y="1113760"/>
                </a:moveTo>
                <a:lnTo>
                  <a:pt x="1975931" y="1106457"/>
                </a:lnTo>
                <a:lnTo>
                  <a:pt x="1976005" y="1125854"/>
                </a:lnTo>
                <a:lnTo>
                  <a:pt x="1979053" y="1129156"/>
                </a:lnTo>
                <a:lnTo>
                  <a:pt x="1983244" y="1132458"/>
                </a:lnTo>
                <a:lnTo>
                  <a:pt x="1987181" y="1134744"/>
                </a:lnTo>
                <a:lnTo>
                  <a:pt x="1996833" y="1120902"/>
                </a:lnTo>
                <a:lnTo>
                  <a:pt x="1986303" y="1113760"/>
                </a:lnTo>
                <a:close/>
              </a:path>
              <a:path w="2011565" h="2090420">
                <a:moveTo>
                  <a:pt x="1971312" y="1206210"/>
                </a:moveTo>
                <a:lnTo>
                  <a:pt x="1977305" y="1195013"/>
                </a:lnTo>
                <a:lnTo>
                  <a:pt x="1972576" y="1159509"/>
                </a:lnTo>
                <a:lnTo>
                  <a:pt x="1968766" y="1163701"/>
                </a:lnTo>
                <a:lnTo>
                  <a:pt x="1965260" y="1217377"/>
                </a:lnTo>
                <a:lnTo>
                  <a:pt x="1971312" y="1206210"/>
                </a:lnTo>
                <a:close/>
              </a:path>
              <a:path w="2011565" h="2090420">
                <a:moveTo>
                  <a:pt x="1589011" y="1848500"/>
                </a:moveTo>
                <a:lnTo>
                  <a:pt x="1602514" y="1825704"/>
                </a:lnTo>
                <a:lnTo>
                  <a:pt x="1616014" y="1802904"/>
                </a:lnTo>
                <a:lnTo>
                  <a:pt x="1629513" y="1780103"/>
                </a:lnTo>
                <a:lnTo>
                  <a:pt x="1623834" y="1677542"/>
                </a:lnTo>
                <a:lnTo>
                  <a:pt x="1622437" y="1681098"/>
                </a:lnTo>
                <a:lnTo>
                  <a:pt x="1621675" y="1683130"/>
                </a:lnTo>
                <a:lnTo>
                  <a:pt x="1614969" y="1693958"/>
                </a:lnTo>
                <a:lnTo>
                  <a:pt x="1608259" y="1704740"/>
                </a:lnTo>
                <a:lnTo>
                  <a:pt x="1601541" y="1715494"/>
                </a:lnTo>
                <a:lnTo>
                  <a:pt x="1594813" y="1726237"/>
                </a:lnTo>
                <a:lnTo>
                  <a:pt x="1588071" y="1736987"/>
                </a:lnTo>
                <a:lnTo>
                  <a:pt x="1581543" y="1747392"/>
                </a:lnTo>
                <a:lnTo>
                  <a:pt x="1580908" y="1747773"/>
                </a:lnTo>
                <a:lnTo>
                  <a:pt x="1589011" y="1848500"/>
                </a:lnTo>
                <a:close/>
              </a:path>
              <a:path w="2011565" h="2090420">
                <a:moveTo>
                  <a:pt x="40487" y="1143762"/>
                </a:moveTo>
                <a:lnTo>
                  <a:pt x="43370" y="1145031"/>
                </a:lnTo>
                <a:lnTo>
                  <a:pt x="46647" y="1147064"/>
                </a:lnTo>
                <a:lnTo>
                  <a:pt x="50507" y="1149603"/>
                </a:lnTo>
                <a:lnTo>
                  <a:pt x="54394" y="1151889"/>
                </a:lnTo>
                <a:lnTo>
                  <a:pt x="58610" y="1154811"/>
                </a:lnTo>
                <a:lnTo>
                  <a:pt x="68206" y="1163153"/>
                </a:lnTo>
                <a:lnTo>
                  <a:pt x="63055" y="1050670"/>
                </a:lnTo>
                <a:lnTo>
                  <a:pt x="58166" y="1062326"/>
                </a:lnTo>
                <a:lnTo>
                  <a:pt x="53285" y="1074035"/>
                </a:lnTo>
                <a:lnTo>
                  <a:pt x="48428" y="1085787"/>
                </a:lnTo>
                <a:lnTo>
                  <a:pt x="43615" y="1097571"/>
                </a:lnTo>
                <a:lnTo>
                  <a:pt x="38863" y="1109376"/>
                </a:lnTo>
                <a:lnTo>
                  <a:pt x="34353" y="1120775"/>
                </a:lnTo>
                <a:lnTo>
                  <a:pt x="32321" y="1125981"/>
                </a:lnTo>
                <a:lnTo>
                  <a:pt x="33604" y="1130807"/>
                </a:lnTo>
                <a:lnTo>
                  <a:pt x="36169" y="1133855"/>
                </a:lnTo>
                <a:lnTo>
                  <a:pt x="35864" y="1136903"/>
                </a:lnTo>
                <a:lnTo>
                  <a:pt x="33515" y="1141602"/>
                </a:lnTo>
                <a:lnTo>
                  <a:pt x="33553" y="1145286"/>
                </a:lnTo>
                <a:lnTo>
                  <a:pt x="35088" y="1172182"/>
                </a:lnTo>
                <a:lnTo>
                  <a:pt x="50731" y="1183018"/>
                </a:lnTo>
                <a:lnTo>
                  <a:pt x="66424" y="1193774"/>
                </a:lnTo>
                <a:lnTo>
                  <a:pt x="82163" y="1204456"/>
                </a:lnTo>
                <a:lnTo>
                  <a:pt x="97943" y="1215069"/>
                </a:lnTo>
                <a:lnTo>
                  <a:pt x="113760" y="1225622"/>
                </a:lnTo>
                <a:lnTo>
                  <a:pt x="129609" y="1236121"/>
                </a:lnTo>
                <a:lnTo>
                  <a:pt x="145485" y="1246572"/>
                </a:lnTo>
                <a:lnTo>
                  <a:pt x="161383" y="1256982"/>
                </a:lnTo>
                <a:lnTo>
                  <a:pt x="177299" y="1267358"/>
                </a:lnTo>
                <a:lnTo>
                  <a:pt x="193229" y="1277706"/>
                </a:lnTo>
                <a:lnTo>
                  <a:pt x="209167" y="1288033"/>
                </a:lnTo>
                <a:lnTo>
                  <a:pt x="225108" y="1298346"/>
                </a:lnTo>
                <a:lnTo>
                  <a:pt x="241049" y="1308651"/>
                </a:lnTo>
                <a:lnTo>
                  <a:pt x="256984" y="1318955"/>
                </a:lnTo>
                <a:lnTo>
                  <a:pt x="272908" y="1329265"/>
                </a:lnTo>
                <a:lnTo>
                  <a:pt x="288818" y="1339588"/>
                </a:lnTo>
                <a:lnTo>
                  <a:pt x="304708" y="1349929"/>
                </a:lnTo>
                <a:lnTo>
                  <a:pt x="320573" y="1360296"/>
                </a:lnTo>
                <a:lnTo>
                  <a:pt x="336248" y="1370669"/>
                </a:lnTo>
                <a:lnTo>
                  <a:pt x="351913" y="1381227"/>
                </a:lnTo>
                <a:lnTo>
                  <a:pt x="367574" y="1391940"/>
                </a:lnTo>
                <a:lnTo>
                  <a:pt x="383238" y="1402775"/>
                </a:lnTo>
                <a:lnTo>
                  <a:pt x="398911" y="1413700"/>
                </a:lnTo>
                <a:lnTo>
                  <a:pt x="414598" y="1424682"/>
                </a:lnTo>
                <a:lnTo>
                  <a:pt x="430306" y="1435688"/>
                </a:lnTo>
                <a:lnTo>
                  <a:pt x="446041" y="1446687"/>
                </a:lnTo>
                <a:lnTo>
                  <a:pt x="461809" y="1457646"/>
                </a:lnTo>
                <a:lnTo>
                  <a:pt x="477616" y="1468532"/>
                </a:lnTo>
                <a:lnTo>
                  <a:pt x="493469" y="1479314"/>
                </a:lnTo>
                <a:lnTo>
                  <a:pt x="509374" y="1489958"/>
                </a:lnTo>
                <a:lnTo>
                  <a:pt x="509745" y="1370770"/>
                </a:lnTo>
                <a:lnTo>
                  <a:pt x="502843" y="1366646"/>
                </a:lnTo>
                <a:lnTo>
                  <a:pt x="497145" y="1355273"/>
                </a:lnTo>
                <a:lnTo>
                  <a:pt x="491582" y="1343877"/>
                </a:lnTo>
                <a:lnTo>
                  <a:pt x="487616" y="1334642"/>
                </a:lnTo>
                <a:lnTo>
                  <a:pt x="483123" y="1322777"/>
                </a:lnTo>
                <a:lnTo>
                  <a:pt x="479032" y="1310757"/>
                </a:lnTo>
                <a:lnTo>
                  <a:pt x="475321" y="1298602"/>
                </a:lnTo>
                <a:lnTo>
                  <a:pt x="471968" y="1286328"/>
                </a:lnTo>
                <a:lnTo>
                  <a:pt x="468950" y="1273955"/>
                </a:lnTo>
                <a:lnTo>
                  <a:pt x="466247" y="1261501"/>
                </a:lnTo>
                <a:lnTo>
                  <a:pt x="465480" y="1257680"/>
                </a:lnTo>
                <a:lnTo>
                  <a:pt x="464045" y="1254886"/>
                </a:lnTo>
                <a:lnTo>
                  <a:pt x="460527" y="1254378"/>
                </a:lnTo>
                <a:lnTo>
                  <a:pt x="457657" y="1256791"/>
                </a:lnTo>
                <a:lnTo>
                  <a:pt x="458165" y="1260347"/>
                </a:lnTo>
                <a:lnTo>
                  <a:pt x="460612" y="1273038"/>
                </a:lnTo>
                <a:lnTo>
                  <a:pt x="463364" y="1285547"/>
                </a:lnTo>
                <a:lnTo>
                  <a:pt x="466419" y="1297891"/>
                </a:lnTo>
                <a:lnTo>
                  <a:pt x="469773" y="1310084"/>
                </a:lnTo>
                <a:lnTo>
                  <a:pt x="473426" y="1322140"/>
                </a:lnTo>
                <a:lnTo>
                  <a:pt x="477088" y="1333245"/>
                </a:lnTo>
                <a:lnTo>
                  <a:pt x="479615" y="1340358"/>
                </a:lnTo>
                <a:lnTo>
                  <a:pt x="482269" y="1347977"/>
                </a:lnTo>
                <a:lnTo>
                  <a:pt x="485317" y="1355724"/>
                </a:lnTo>
                <a:lnTo>
                  <a:pt x="474586" y="1348914"/>
                </a:lnTo>
                <a:lnTo>
                  <a:pt x="463812" y="1342137"/>
                </a:lnTo>
                <a:lnTo>
                  <a:pt x="454685" y="1336420"/>
                </a:lnTo>
                <a:lnTo>
                  <a:pt x="450611" y="1324374"/>
                </a:lnTo>
                <a:lnTo>
                  <a:pt x="446611" y="1312341"/>
                </a:lnTo>
                <a:lnTo>
                  <a:pt x="442723" y="1300291"/>
                </a:lnTo>
                <a:lnTo>
                  <a:pt x="438982" y="1288197"/>
                </a:lnTo>
                <a:lnTo>
                  <a:pt x="435423" y="1276028"/>
                </a:lnTo>
                <a:lnTo>
                  <a:pt x="432084" y="1263754"/>
                </a:lnTo>
                <a:lnTo>
                  <a:pt x="429000" y="1251347"/>
                </a:lnTo>
                <a:lnTo>
                  <a:pt x="428142" y="1247647"/>
                </a:lnTo>
                <a:lnTo>
                  <a:pt x="423672" y="1244853"/>
                </a:lnTo>
                <a:lnTo>
                  <a:pt x="421182" y="1246885"/>
                </a:lnTo>
                <a:lnTo>
                  <a:pt x="421919" y="1249806"/>
                </a:lnTo>
                <a:lnTo>
                  <a:pt x="424472" y="1262038"/>
                </a:lnTo>
                <a:lnTo>
                  <a:pt x="427152" y="1274377"/>
                </a:lnTo>
                <a:lnTo>
                  <a:pt x="429983" y="1286778"/>
                </a:lnTo>
                <a:lnTo>
                  <a:pt x="432991" y="1299196"/>
                </a:lnTo>
                <a:lnTo>
                  <a:pt x="436201" y="1311586"/>
                </a:lnTo>
                <a:lnTo>
                  <a:pt x="439637" y="1323902"/>
                </a:lnTo>
                <a:lnTo>
                  <a:pt x="440816" y="1327911"/>
                </a:lnTo>
                <a:lnTo>
                  <a:pt x="411683" y="1309623"/>
                </a:lnTo>
                <a:lnTo>
                  <a:pt x="410387" y="1306321"/>
                </a:lnTo>
                <a:lnTo>
                  <a:pt x="409282" y="1303020"/>
                </a:lnTo>
                <a:lnTo>
                  <a:pt x="408203" y="1299464"/>
                </a:lnTo>
                <a:lnTo>
                  <a:pt x="404941" y="1287249"/>
                </a:lnTo>
                <a:lnTo>
                  <a:pt x="402133" y="1274927"/>
                </a:lnTo>
                <a:lnTo>
                  <a:pt x="399745" y="1262479"/>
                </a:lnTo>
                <a:lnTo>
                  <a:pt x="397744" y="1249888"/>
                </a:lnTo>
                <a:lnTo>
                  <a:pt x="396098" y="1237136"/>
                </a:lnTo>
                <a:lnTo>
                  <a:pt x="395795" y="1234185"/>
                </a:lnTo>
                <a:lnTo>
                  <a:pt x="392645" y="1232534"/>
                </a:lnTo>
                <a:lnTo>
                  <a:pt x="388302" y="1233677"/>
                </a:lnTo>
                <a:lnTo>
                  <a:pt x="388480" y="1236852"/>
                </a:lnTo>
                <a:lnTo>
                  <a:pt x="389682" y="1249012"/>
                </a:lnTo>
                <a:lnTo>
                  <a:pt x="391194" y="1261495"/>
                </a:lnTo>
                <a:lnTo>
                  <a:pt x="393081" y="1274170"/>
                </a:lnTo>
                <a:lnTo>
                  <a:pt x="395411" y="1286904"/>
                </a:lnTo>
                <a:lnTo>
                  <a:pt x="398249" y="1299563"/>
                </a:lnTo>
                <a:lnTo>
                  <a:pt x="398767" y="1301622"/>
                </a:lnTo>
                <a:lnTo>
                  <a:pt x="388148" y="1294873"/>
                </a:lnTo>
                <a:lnTo>
                  <a:pt x="377298" y="1288123"/>
                </a:lnTo>
                <a:lnTo>
                  <a:pt x="374929" y="1285493"/>
                </a:lnTo>
                <a:lnTo>
                  <a:pt x="374878" y="1284604"/>
                </a:lnTo>
                <a:lnTo>
                  <a:pt x="371383" y="1272468"/>
                </a:lnTo>
                <a:lnTo>
                  <a:pt x="368178" y="1260242"/>
                </a:lnTo>
                <a:lnTo>
                  <a:pt x="365259" y="1247912"/>
                </a:lnTo>
                <a:lnTo>
                  <a:pt x="362618" y="1235464"/>
                </a:lnTo>
                <a:lnTo>
                  <a:pt x="360249" y="1222885"/>
                </a:lnTo>
                <a:lnTo>
                  <a:pt x="359206" y="1216786"/>
                </a:lnTo>
                <a:lnTo>
                  <a:pt x="356844" y="1214120"/>
                </a:lnTo>
                <a:lnTo>
                  <a:pt x="354710" y="1213739"/>
                </a:lnTo>
                <a:lnTo>
                  <a:pt x="352056" y="1215897"/>
                </a:lnTo>
                <a:lnTo>
                  <a:pt x="352755" y="1219199"/>
                </a:lnTo>
                <a:lnTo>
                  <a:pt x="354630" y="1231067"/>
                </a:lnTo>
                <a:lnTo>
                  <a:pt x="356694" y="1243364"/>
                </a:lnTo>
                <a:lnTo>
                  <a:pt x="359022" y="1255971"/>
                </a:lnTo>
                <a:lnTo>
                  <a:pt x="361685" y="1268768"/>
                </a:lnTo>
                <a:lnTo>
                  <a:pt x="364286" y="1279778"/>
                </a:lnTo>
                <a:lnTo>
                  <a:pt x="360057" y="1276984"/>
                </a:lnTo>
                <a:lnTo>
                  <a:pt x="356006" y="1274317"/>
                </a:lnTo>
                <a:lnTo>
                  <a:pt x="351764" y="1271777"/>
                </a:lnTo>
                <a:lnTo>
                  <a:pt x="348339" y="1259453"/>
                </a:lnTo>
                <a:lnTo>
                  <a:pt x="344756" y="1247158"/>
                </a:lnTo>
                <a:lnTo>
                  <a:pt x="341070" y="1234899"/>
                </a:lnTo>
                <a:lnTo>
                  <a:pt x="337333" y="1222683"/>
                </a:lnTo>
                <a:lnTo>
                  <a:pt x="333599" y="1210514"/>
                </a:lnTo>
                <a:lnTo>
                  <a:pt x="329922" y="1198400"/>
                </a:lnTo>
                <a:lnTo>
                  <a:pt x="326356" y="1186346"/>
                </a:lnTo>
                <a:lnTo>
                  <a:pt x="323062" y="1174750"/>
                </a:lnTo>
                <a:lnTo>
                  <a:pt x="318871" y="1172337"/>
                </a:lnTo>
                <a:lnTo>
                  <a:pt x="316610" y="1174114"/>
                </a:lnTo>
                <a:lnTo>
                  <a:pt x="317271" y="1176781"/>
                </a:lnTo>
                <a:lnTo>
                  <a:pt x="320405" y="1188915"/>
                </a:lnTo>
                <a:lnTo>
                  <a:pt x="323453" y="1201178"/>
                </a:lnTo>
                <a:lnTo>
                  <a:pt x="326452" y="1213531"/>
                </a:lnTo>
                <a:lnTo>
                  <a:pt x="329437" y="1225936"/>
                </a:lnTo>
                <a:lnTo>
                  <a:pt x="332447" y="1238353"/>
                </a:lnTo>
                <a:lnTo>
                  <a:pt x="335516" y="1250742"/>
                </a:lnTo>
                <a:lnTo>
                  <a:pt x="338682" y="1263065"/>
                </a:lnTo>
                <a:lnTo>
                  <a:pt x="338835" y="1263649"/>
                </a:lnTo>
                <a:lnTo>
                  <a:pt x="328210" y="1256867"/>
                </a:lnTo>
                <a:lnTo>
                  <a:pt x="317426" y="1250035"/>
                </a:lnTo>
                <a:lnTo>
                  <a:pt x="312331" y="1246758"/>
                </a:lnTo>
                <a:lnTo>
                  <a:pt x="308365" y="1234805"/>
                </a:lnTo>
                <a:lnTo>
                  <a:pt x="304413" y="1222830"/>
                </a:lnTo>
                <a:lnTo>
                  <a:pt x="300508" y="1210815"/>
                </a:lnTo>
                <a:lnTo>
                  <a:pt x="296682" y="1198737"/>
                </a:lnTo>
                <a:lnTo>
                  <a:pt x="292968" y="1186576"/>
                </a:lnTo>
                <a:lnTo>
                  <a:pt x="289399" y="1174312"/>
                </a:lnTo>
                <a:lnTo>
                  <a:pt x="286009" y="1161923"/>
                </a:lnTo>
                <a:lnTo>
                  <a:pt x="284721" y="1156969"/>
                </a:lnTo>
                <a:lnTo>
                  <a:pt x="280073" y="1154049"/>
                </a:lnTo>
                <a:lnTo>
                  <a:pt x="277558" y="1156080"/>
                </a:lnTo>
                <a:lnTo>
                  <a:pt x="278269" y="1159255"/>
                </a:lnTo>
                <a:lnTo>
                  <a:pt x="281173" y="1171312"/>
                </a:lnTo>
                <a:lnTo>
                  <a:pt x="284101" y="1183565"/>
                </a:lnTo>
                <a:lnTo>
                  <a:pt x="287088" y="1195945"/>
                </a:lnTo>
                <a:lnTo>
                  <a:pt x="290167" y="1208384"/>
                </a:lnTo>
                <a:lnTo>
                  <a:pt x="293372" y="1220815"/>
                </a:lnTo>
                <a:lnTo>
                  <a:pt x="296737" y="1233167"/>
                </a:lnTo>
                <a:lnTo>
                  <a:pt x="297967" y="1237487"/>
                </a:lnTo>
                <a:lnTo>
                  <a:pt x="292646" y="1234058"/>
                </a:lnTo>
                <a:lnTo>
                  <a:pt x="287261" y="1230756"/>
                </a:lnTo>
                <a:lnTo>
                  <a:pt x="281940" y="1227327"/>
                </a:lnTo>
                <a:lnTo>
                  <a:pt x="278285" y="1215118"/>
                </a:lnTo>
                <a:lnTo>
                  <a:pt x="274611" y="1203005"/>
                </a:lnTo>
                <a:lnTo>
                  <a:pt x="270790" y="1190316"/>
                </a:lnTo>
                <a:lnTo>
                  <a:pt x="266982" y="1178128"/>
                </a:lnTo>
                <a:lnTo>
                  <a:pt x="263067" y="1166005"/>
                </a:lnTo>
                <a:lnTo>
                  <a:pt x="259054" y="1153951"/>
                </a:lnTo>
                <a:lnTo>
                  <a:pt x="254949" y="1141972"/>
                </a:lnTo>
                <a:lnTo>
                  <a:pt x="250760" y="1130073"/>
                </a:lnTo>
                <a:lnTo>
                  <a:pt x="248424" y="1123568"/>
                </a:lnTo>
                <a:lnTo>
                  <a:pt x="245973" y="1121155"/>
                </a:lnTo>
                <a:lnTo>
                  <a:pt x="243166" y="1120775"/>
                </a:lnTo>
                <a:lnTo>
                  <a:pt x="239649" y="1124839"/>
                </a:lnTo>
                <a:lnTo>
                  <a:pt x="241058" y="1129156"/>
                </a:lnTo>
                <a:lnTo>
                  <a:pt x="245153" y="1141139"/>
                </a:lnTo>
                <a:lnTo>
                  <a:pt x="249166" y="1153156"/>
                </a:lnTo>
                <a:lnTo>
                  <a:pt x="253093" y="1165213"/>
                </a:lnTo>
                <a:lnTo>
                  <a:pt x="256930" y="1177312"/>
                </a:lnTo>
                <a:lnTo>
                  <a:pt x="260672" y="1189460"/>
                </a:lnTo>
                <a:lnTo>
                  <a:pt x="264317" y="1201660"/>
                </a:lnTo>
                <a:lnTo>
                  <a:pt x="267859" y="1213916"/>
                </a:lnTo>
                <a:lnTo>
                  <a:pt x="268643" y="1217676"/>
                </a:lnTo>
                <a:lnTo>
                  <a:pt x="269062" y="1218945"/>
                </a:lnTo>
                <a:lnTo>
                  <a:pt x="263550" y="1215262"/>
                </a:lnTo>
                <a:lnTo>
                  <a:pt x="257835" y="1211706"/>
                </a:lnTo>
                <a:lnTo>
                  <a:pt x="252349" y="1207896"/>
                </a:lnTo>
                <a:lnTo>
                  <a:pt x="259203" y="1298712"/>
                </a:lnTo>
                <a:lnTo>
                  <a:pt x="269802" y="1305800"/>
                </a:lnTo>
                <a:lnTo>
                  <a:pt x="280461" y="1312817"/>
                </a:lnTo>
                <a:lnTo>
                  <a:pt x="291200" y="1319735"/>
                </a:lnTo>
                <a:lnTo>
                  <a:pt x="302036" y="1326525"/>
                </a:lnTo>
                <a:lnTo>
                  <a:pt x="312986" y="1333159"/>
                </a:lnTo>
                <a:lnTo>
                  <a:pt x="326624" y="1340869"/>
                </a:lnTo>
                <a:lnTo>
                  <a:pt x="337780" y="1346944"/>
                </a:lnTo>
                <a:lnTo>
                  <a:pt x="347979" y="1352295"/>
                </a:lnTo>
                <a:lnTo>
                  <a:pt x="348881" y="1355597"/>
                </a:lnTo>
                <a:lnTo>
                  <a:pt x="358930" y="1363341"/>
                </a:lnTo>
                <a:lnTo>
                  <a:pt x="369050" y="1371084"/>
                </a:lnTo>
                <a:lnTo>
                  <a:pt x="373646" y="1374647"/>
                </a:lnTo>
                <a:lnTo>
                  <a:pt x="362825" y="1367907"/>
                </a:lnTo>
                <a:lnTo>
                  <a:pt x="352056" y="1361134"/>
                </a:lnTo>
                <a:lnTo>
                  <a:pt x="341339" y="1354321"/>
                </a:lnTo>
                <a:lnTo>
                  <a:pt x="330674" y="1347465"/>
                </a:lnTo>
                <a:lnTo>
                  <a:pt x="320060" y="1340558"/>
                </a:lnTo>
                <a:lnTo>
                  <a:pt x="317817" y="1339087"/>
                </a:lnTo>
                <a:lnTo>
                  <a:pt x="307219" y="1332085"/>
                </a:lnTo>
                <a:lnTo>
                  <a:pt x="296615" y="1325093"/>
                </a:lnTo>
                <a:lnTo>
                  <a:pt x="286006" y="1318111"/>
                </a:lnTo>
                <a:lnTo>
                  <a:pt x="275392" y="1311137"/>
                </a:lnTo>
                <a:lnTo>
                  <a:pt x="264775" y="1304169"/>
                </a:lnTo>
                <a:lnTo>
                  <a:pt x="254156" y="1297206"/>
                </a:lnTo>
                <a:lnTo>
                  <a:pt x="243535" y="1290245"/>
                </a:lnTo>
                <a:lnTo>
                  <a:pt x="232913" y="1283286"/>
                </a:lnTo>
                <a:lnTo>
                  <a:pt x="222292" y="1276326"/>
                </a:lnTo>
                <a:lnTo>
                  <a:pt x="211672" y="1269364"/>
                </a:lnTo>
                <a:lnTo>
                  <a:pt x="201054" y="1262398"/>
                </a:lnTo>
                <a:lnTo>
                  <a:pt x="190439" y="1255426"/>
                </a:lnTo>
                <a:lnTo>
                  <a:pt x="179827" y="1248448"/>
                </a:lnTo>
                <a:lnTo>
                  <a:pt x="169221" y="1241461"/>
                </a:lnTo>
                <a:lnTo>
                  <a:pt x="158620" y="1234463"/>
                </a:lnTo>
                <a:lnTo>
                  <a:pt x="153974" y="1231391"/>
                </a:lnTo>
                <a:lnTo>
                  <a:pt x="150623" y="1229064"/>
                </a:lnTo>
                <a:lnTo>
                  <a:pt x="141528" y="1224152"/>
                </a:lnTo>
                <a:lnTo>
                  <a:pt x="136181" y="1152103"/>
                </a:lnTo>
                <a:lnTo>
                  <a:pt x="125295" y="1145578"/>
                </a:lnTo>
                <a:lnTo>
                  <a:pt x="114377" y="1139099"/>
                </a:lnTo>
                <a:lnTo>
                  <a:pt x="103426" y="1132669"/>
                </a:lnTo>
                <a:lnTo>
                  <a:pt x="92438" y="1126288"/>
                </a:lnTo>
                <a:lnTo>
                  <a:pt x="87742" y="1179411"/>
                </a:lnTo>
                <a:lnTo>
                  <a:pt x="94068" y="1184402"/>
                </a:lnTo>
                <a:lnTo>
                  <a:pt x="81915" y="1180025"/>
                </a:lnTo>
                <a:lnTo>
                  <a:pt x="70359" y="1174547"/>
                </a:lnTo>
                <a:lnTo>
                  <a:pt x="59719" y="1167572"/>
                </a:lnTo>
                <a:lnTo>
                  <a:pt x="50315" y="1158705"/>
                </a:lnTo>
                <a:lnTo>
                  <a:pt x="42462" y="1147550"/>
                </a:lnTo>
                <a:lnTo>
                  <a:pt x="40487" y="1143762"/>
                </a:lnTo>
                <a:close/>
              </a:path>
              <a:path w="2011565" h="2090420">
                <a:moveTo>
                  <a:pt x="1752" y="1141221"/>
                </a:moveTo>
                <a:lnTo>
                  <a:pt x="0" y="1144524"/>
                </a:lnTo>
                <a:lnTo>
                  <a:pt x="1396" y="1148588"/>
                </a:lnTo>
                <a:lnTo>
                  <a:pt x="3975" y="1150239"/>
                </a:lnTo>
                <a:lnTo>
                  <a:pt x="19501" y="1161257"/>
                </a:lnTo>
                <a:lnTo>
                  <a:pt x="35088" y="1172182"/>
                </a:lnTo>
                <a:lnTo>
                  <a:pt x="33553" y="1145286"/>
                </a:lnTo>
                <a:lnTo>
                  <a:pt x="31013" y="1140714"/>
                </a:lnTo>
                <a:lnTo>
                  <a:pt x="29349" y="1135888"/>
                </a:lnTo>
                <a:lnTo>
                  <a:pt x="28295" y="1130934"/>
                </a:lnTo>
                <a:lnTo>
                  <a:pt x="32897" y="1119095"/>
                </a:lnTo>
                <a:lnTo>
                  <a:pt x="37503" y="1107228"/>
                </a:lnTo>
                <a:lnTo>
                  <a:pt x="42110" y="1095350"/>
                </a:lnTo>
                <a:lnTo>
                  <a:pt x="46716" y="1083477"/>
                </a:lnTo>
                <a:lnTo>
                  <a:pt x="51319" y="1071626"/>
                </a:lnTo>
                <a:lnTo>
                  <a:pt x="55916" y="1059814"/>
                </a:lnTo>
                <a:lnTo>
                  <a:pt x="60505" y="1048059"/>
                </a:lnTo>
                <a:lnTo>
                  <a:pt x="61074" y="1046606"/>
                </a:lnTo>
                <a:lnTo>
                  <a:pt x="62052" y="1049401"/>
                </a:lnTo>
                <a:lnTo>
                  <a:pt x="63055" y="1050670"/>
                </a:lnTo>
                <a:lnTo>
                  <a:pt x="68206" y="1163153"/>
                </a:lnTo>
                <a:lnTo>
                  <a:pt x="77912" y="1171374"/>
                </a:lnTo>
                <a:lnTo>
                  <a:pt x="87742" y="1179411"/>
                </a:lnTo>
                <a:lnTo>
                  <a:pt x="92438" y="1126288"/>
                </a:lnTo>
                <a:lnTo>
                  <a:pt x="81411" y="1119956"/>
                </a:lnTo>
                <a:lnTo>
                  <a:pt x="78168" y="1118107"/>
                </a:lnTo>
                <a:lnTo>
                  <a:pt x="76974" y="1132077"/>
                </a:lnTo>
                <a:lnTo>
                  <a:pt x="81356" y="1135252"/>
                </a:lnTo>
                <a:lnTo>
                  <a:pt x="85521" y="1138301"/>
                </a:lnTo>
                <a:lnTo>
                  <a:pt x="80886" y="1135633"/>
                </a:lnTo>
                <a:lnTo>
                  <a:pt x="76238" y="1132966"/>
                </a:lnTo>
                <a:lnTo>
                  <a:pt x="71577" y="1130300"/>
                </a:lnTo>
                <a:lnTo>
                  <a:pt x="68736" y="985402"/>
                </a:lnTo>
                <a:lnTo>
                  <a:pt x="58877" y="1010515"/>
                </a:lnTo>
                <a:lnTo>
                  <a:pt x="49022" y="1035631"/>
                </a:lnTo>
                <a:lnTo>
                  <a:pt x="39173" y="1060749"/>
                </a:lnTo>
                <a:lnTo>
                  <a:pt x="29330" y="1085870"/>
                </a:lnTo>
                <a:lnTo>
                  <a:pt x="19494" y="1110995"/>
                </a:lnTo>
                <a:lnTo>
                  <a:pt x="12899" y="1121820"/>
                </a:lnTo>
                <a:lnTo>
                  <a:pt x="6420" y="1132781"/>
                </a:lnTo>
                <a:lnTo>
                  <a:pt x="1752" y="1141221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0608" y="2079928"/>
            <a:ext cx="1536403" cy="1034278"/>
          </a:xfrm>
          <a:custGeom>
            <a:avLst/>
            <a:gdLst/>
            <a:ahLst/>
            <a:cxnLst/>
            <a:rect l="l" t="t" r="r" b="b"/>
            <a:pathLst>
              <a:path w="1536403" h="1034278">
                <a:moveTo>
                  <a:pt x="1427225" y="157877"/>
                </a:moveTo>
                <a:lnTo>
                  <a:pt x="1438020" y="157938"/>
                </a:lnTo>
                <a:lnTo>
                  <a:pt x="1439037" y="148286"/>
                </a:lnTo>
                <a:lnTo>
                  <a:pt x="1434211" y="146635"/>
                </a:lnTo>
                <a:lnTo>
                  <a:pt x="1433195" y="146381"/>
                </a:lnTo>
                <a:lnTo>
                  <a:pt x="1420748" y="145286"/>
                </a:lnTo>
                <a:lnTo>
                  <a:pt x="1408229" y="144655"/>
                </a:lnTo>
                <a:lnTo>
                  <a:pt x="1395656" y="144504"/>
                </a:lnTo>
                <a:lnTo>
                  <a:pt x="1383050" y="144851"/>
                </a:lnTo>
                <a:lnTo>
                  <a:pt x="1370428" y="145714"/>
                </a:lnTo>
                <a:lnTo>
                  <a:pt x="1357811" y="147111"/>
                </a:lnTo>
                <a:lnTo>
                  <a:pt x="1345218" y="149059"/>
                </a:lnTo>
                <a:lnTo>
                  <a:pt x="1332668" y="151576"/>
                </a:lnTo>
                <a:lnTo>
                  <a:pt x="1320181" y="154680"/>
                </a:lnTo>
                <a:lnTo>
                  <a:pt x="1313688" y="156541"/>
                </a:lnTo>
                <a:lnTo>
                  <a:pt x="1323907" y="148726"/>
                </a:lnTo>
                <a:lnTo>
                  <a:pt x="1333971" y="141033"/>
                </a:lnTo>
                <a:lnTo>
                  <a:pt x="1342390" y="134570"/>
                </a:lnTo>
                <a:lnTo>
                  <a:pt x="1354906" y="132070"/>
                </a:lnTo>
                <a:lnTo>
                  <a:pt x="1367395" y="129505"/>
                </a:lnTo>
                <a:lnTo>
                  <a:pt x="1379864" y="126918"/>
                </a:lnTo>
                <a:lnTo>
                  <a:pt x="1392323" y="124350"/>
                </a:lnTo>
                <a:lnTo>
                  <a:pt x="1404782" y="121846"/>
                </a:lnTo>
                <a:lnTo>
                  <a:pt x="1417249" y="119448"/>
                </a:lnTo>
                <a:lnTo>
                  <a:pt x="1429734" y="117198"/>
                </a:lnTo>
                <a:lnTo>
                  <a:pt x="1442246" y="115140"/>
                </a:lnTo>
                <a:lnTo>
                  <a:pt x="1454794" y="113316"/>
                </a:lnTo>
                <a:lnTo>
                  <a:pt x="1467388" y="111769"/>
                </a:lnTo>
                <a:lnTo>
                  <a:pt x="1480036" y="110542"/>
                </a:lnTo>
                <a:lnTo>
                  <a:pt x="1492748" y="109677"/>
                </a:lnTo>
                <a:lnTo>
                  <a:pt x="1502156" y="109297"/>
                </a:lnTo>
                <a:lnTo>
                  <a:pt x="1495315" y="120978"/>
                </a:lnTo>
                <a:lnTo>
                  <a:pt x="1488338" y="132522"/>
                </a:lnTo>
                <a:lnTo>
                  <a:pt x="1481208" y="143902"/>
                </a:lnTo>
                <a:lnTo>
                  <a:pt x="1473907" y="155089"/>
                </a:lnTo>
                <a:lnTo>
                  <a:pt x="1466420" y="166055"/>
                </a:lnTo>
                <a:lnTo>
                  <a:pt x="1458729" y="176772"/>
                </a:lnTo>
                <a:lnTo>
                  <a:pt x="1450817" y="187213"/>
                </a:lnTo>
                <a:lnTo>
                  <a:pt x="1442667" y="197349"/>
                </a:lnTo>
                <a:lnTo>
                  <a:pt x="1434263" y="207153"/>
                </a:lnTo>
                <a:lnTo>
                  <a:pt x="1425588" y="216597"/>
                </a:lnTo>
                <a:lnTo>
                  <a:pt x="1416624" y="225652"/>
                </a:lnTo>
                <a:lnTo>
                  <a:pt x="1407356" y="234291"/>
                </a:lnTo>
                <a:lnTo>
                  <a:pt x="1397765" y="242486"/>
                </a:lnTo>
                <a:lnTo>
                  <a:pt x="1387836" y="250209"/>
                </a:lnTo>
                <a:lnTo>
                  <a:pt x="1377552" y="257432"/>
                </a:lnTo>
                <a:lnTo>
                  <a:pt x="1366895" y="264127"/>
                </a:lnTo>
                <a:lnTo>
                  <a:pt x="1355849" y="270266"/>
                </a:lnTo>
                <a:lnTo>
                  <a:pt x="1344397" y="275821"/>
                </a:lnTo>
                <a:lnTo>
                  <a:pt x="1333881" y="280239"/>
                </a:lnTo>
                <a:lnTo>
                  <a:pt x="1321730" y="284624"/>
                </a:lnTo>
                <a:lnTo>
                  <a:pt x="1309766" y="288528"/>
                </a:lnTo>
                <a:lnTo>
                  <a:pt x="1297995" y="292426"/>
                </a:lnTo>
                <a:lnTo>
                  <a:pt x="1286424" y="296797"/>
                </a:lnTo>
                <a:lnTo>
                  <a:pt x="1275060" y="302117"/>
                </a:lnTo>
                <a:lnTo>
                  <a:pt x="1263910" y="308863"/>
                </a:lnTo>
                <a:lnTo>
                  <a:pt x="1254633" y="316053"/>
                </a:lnTo>
                <a:lnTo>
                  <a:pt x="1247791" y="322550"/>
                </a:lnTo>
                <a:lnTo>
                  <a:pt x="1240685" y="330423"/>
                </a:lnTo>
                <a:lnTo>
                  <a:pt x="1233328" y="339421"/>
                </a:lnTo>
                <a:lnTo>
                  <a:pt x="1225736" y="349292"/>
                </a:lnTo>
                <a:lnTo>
                  <a:pt x="1217923" y="359784"/>
                </a:lnTo>
                <a:lnTo>
                  <a:pt x="1209902" y="370647"/>
                </a:lnTo>
                <a:lnTo>
                  <a:pt x="1201689" y="381628"/>
                </a:lnTo>
                <a:lnTo>
                  <a:pt x="1193297" y="392477"/>
                </a:lnTo>
                <a:lnTo>
                  <a:pt x="1184741" y="402940"/>
                </a:lnTo>
                <a:lnTo>
                  <a:pt x="1176035" y="412767"/>
                </a:lnTo>
                <a:lnTo>
                  <a:pt x="1167194" y="421707"/>
                </a:lnTo>
                <a:lnTo>
                  <a:pt x="1158231" y="429507"/>
                </a:lnTo>
                <a:lnTo>
                  <a:pt x="1149161" y="435916"/>
                </a:lnTo>
                <a:lnTo>
                  <a:pt x="1139999" y="440683"/>
                </a:lnTo>
                <a:lnTo>
                  <a:pt x="1130759" y="443556"/>
                </a:lnTo>
                <a:lnTo>
                  <a:pt x="1121454" y="444283"/>
                </a:lnTo>
                <a:lnTo>
                  <a:pt x="1112100" y="442613"/>
                </a:lnTo>
                <a:lnTo>
                  <a:pt x="1111123" y="442291"/>
                </a:lnTo>
                <a:lnTo>
                  <a:pt x="1100901" y="437052"/>
                </a:lnTo>
                <a:lnTo>
                  <a:pt x="1090616" y="428354"/>
                </a:lnTo>
                <a:lnTo>
                  <a:pt x="1087755" y="425273"/>
                </a:lnTo>
                <a:lnTo>
                  <a:pt x="1084072" y="422733"/>
                </a:lnTo>
                <a:lnTo>
                  <a:pt x="1078230" y="420701"/>
                </a:lnTo>
                <a:lnTo>
                  <a:pt x="1071372" y="425908"/>
                </a:lnTo>
                <a:lnTo>
                  <a:pt x="1072134" y="434417"/>
                </a:lnTo>
                <a:lnTo>
                  <a:pt x="1072771" y="452559"/>
                </a:lnTo>
                <a:lnTo>
                  <a:pt x="1070707" y="466340"/>
                </a:lnTo>
                <a:lnTo>
                  <a:pt x="1066108" y="476660"/>
                </a:lnTo>
                <a:lnTo>
                  <a:pt x="1059139" y="484420"/>
                </a:lnTo>
                <a:lnTo>
                  <a:pt x="1049965" y="490521"/>
                </a:lnTo>
                <a:lnTo>
                  <a:pt x="1038751" y="495865"/>
                </a:lnTo>
                <a:lnTo>
                  <a:pt x="1025662" y="501352"/>
                </a:lnTo>
                <a:lnTo>
                  <a:pt x="1016254" y="505410"/>
                </a:lnTo>
                <a:lnTo>
                  <a:pt x="1004818" y="510610"/>
                </a:lnTo>
                <a:lnTo>
                  <a:pt x="993422" y="515994"/>
                </a:lnTo>
                <a:lnTo>
                  <a:pt x="982071" y="521562"/>
                </a:lnTo>
                <a:lnTo>
                  <a:pt x="970773" y="527314"/>
                </a:lnTo>
                <a:lnTo>
                  <a:pt x="959532" y="533250"/>
                </a:lnTo>
                <a:lnTo>
                  <a:pt x="948355" y="539370"/>
                </a:lnTo>
                <a:lnTo>
                  <a:pt x="937249" y="545673"/>
                </a:lnTo>
                <a:lnTo>
                  <a:pt x="926219" y="552161"/>
                </a:lnTo>
                <a:lnTo>
                  <a:pt x="915271" y="558833"/>
                </a:lnTo>
                <a:lnTo>
                  <a:pt x="898841" y="569320"/>
                </a:lnTo>
                <a:lnTo>
                  <a:pt x="888417" y="576237"/>
                </a:lnTo>
                <a:lnTo>
                  <a:pt x="878049" y="583310"/>
                </a:lnTo>
                <a:lnTo>
                  <a:pt x="867743" y="590537"/>
                </a:lnTo>
                <a:lnTo>
                  <a:pt x="857501" y="597915"/>
                </a:lnTo>
                <a:lnTo>
                  <a:pt x="847327" y="605443"/>
                </a:lnTo>
                <a:lnTo>
                  <a:pt x="837223" y="613120"/>
                </a:lnTo>
                <a:lnTo>
                  <a:pt x="827195" y="620942"/>
                </a:lnTo>
                <a:lnTo>
                  <a:pt x="817244" y="628909"/>
                </a:lnTo>
                <a:lnTo>
                  <a:pt x="807375" y="637018"/>
                </a:lnTo>
                <a:lnTo>
                  <a:pt x="797591" y="645268"/>
                </a:lnTo>
                <a:lnTo>
                  <a:pt x="787895" y="653656"/>
                </a:lnTo>
                <a:lnTo>
                  <a:pt x="778292" y="662182"/>
                </a:lnTo>
                <a:lnTo>
                  <a:pt x="768783" y="670842"/>
                </a:lnTo>
                <a:lnTo>
                  <a:pt x="759373" y="679635"/>
                </a:lnTo>
                <a:lnTo>
                  <a:pt x="750066" y="688559"/>
                </a:lnTo>
                <a:lnTo>
                  <a:pt x="741426" y="697053"/>
                </a:lnTo>
                <a:lnTo>
                  <a:pt x="732555" y="706166"/>
                </a:lnTo>
                <a:lnTo>
                  <a:pt x="723856" y="715490"/>
                </a:lnTo>
                <a:lnTo>
                  <a:pt x="715259" y="724935"/>
                </a:lnTo>
                <a:lnTo>
                  <a:pt x="706696" y="734412"/>
                </a:lnTo>
                <a:lnTo>
                  <a:pt x="698098" y="743832"/>
                </a:lnTo>
                <a:lnTo>
                  <a:pt x="689398" y="753106"/>
                </a:lnTo>
                <a:lnTo>
                  <a:pt x="680526" y="762146"/>
                </a:lnTo>
                <a:lnTo>
                  <a:pt x="671415" y="770862"/>
                </a:lnTo>
                <a:lnTo>
                  <a:pt x="664464" y="777063"/>
                </a:lnTo>
                <a:lnTo>
                  <a:pt x="653475" y="785972"/>
                </a:lnTo>
                <a:lnTo>
                  <a:pt x="642427" y="793485"/>
                </a:lnTo>
                <a:lnTo>
                  <a:pt x="631307" y="799851"/>
                </a:lnTo>
                <a:lnTo>
                  <a:pt x="620102" y="805315"/>
                </a:lnTo>
                <a:lnTo>
                  <a:pt x="608800" y="810126"/>
                </a:lnTo>
                <a:lnTo>
                  <a:pt x="597387" y="814531"/>
                </a:lnTo>
                <a:lnTo>
                  <a:pt x="585851" y="818776"/>
                </a:lnTo>
                <a:lnTo>
                  <a:pt x="574179" y="823110"/>
                </a:lnTo>
                <a:lnTo>
                  <a:pt x="562359" y="827779"/>
                </a:lnTo>
                <a:lnTo>
                  <a:pt x="551942" y="832308"/>
                </a:lnTo>
                <a:lnTo>
                  <a:pt x="539077" y="838666"/>
                </a:lnTo>
                <a:lnTo>
                  <a:pt x="527482" y="845265"/>
                </a:lnTo>
                <a:lnTo>
                  <a:pt x="516880" y="851948"/>
                </a:lnTo>
                <a:lnTo>
                  <a:pt x="506998" y="858553"/>
                </a:lnTo>
                <a:lnTo>
                  <a:pt x="497558" y="864922"/>
                </a:lnTo>
                <a:lnTo>
                  <a:pt x="488285" y="870894"/>
                </a:lnTo>
                <a:lnTo>
                  <a:pt x="478905" y="876311"/>
                </a:lnTo>
                <a:lnTo>
                  <a:pt x="469141" y="881012"/>
                </a:lnTo>
                <a:lnTo>
                  <a:pt x="458718" y="884837"/>
                </a:lnTo>
                <a:lnTo>
                  <a:pt x="447360" y="887628"/>
                </a:lnTo>
                <a:lnTo>
                  <a:pt x="434793" y="889225"/>
                </a:lnTo>
                <a:lnTo>
                  <a:pt x="420739" y="889467"/>
                </a:lnTo>
                <a:lnTo>
                  <a:pt x="404925" y="888196"/>
                </a:lnTo>
                <a:lnTo>
                  <a:pt x="391454" y="886111"/>
                </a:lnTo>
                <a:lnTo>
                  <a:pt x="379086" y="883578"/>
                </a:lnTo>
                <a:lnTo>
                  <a:pt x="366757" y="880559"/>
                </a:lnTo>
                <a:lnTo>
                  <a:pt x="354468" y="877155"/>
                </a:lnTo>
                <a:lnTo>
                  <a:pt x="342221" y="873465"/>
                </a:lnTo>
                <a:lnTo>
                  <a:pt x="330018" y="869587"/>
                </a:lnTo>
                <a:lnTo>
                  <a:pt x="317860" y="865622"/>
                </a:lnTo>
                <a:lnTo>
                  <a:pt x="306069" y="861772"/>
                </a:lnTo>
                <a:lnTo>
                  <a:pt x="308864" y="860375"/>
                </a:lnTo>
                <a:lnTo>
                  <a:pt x="311531" y="858470"/>
                </a:lnTo>
                <a:lnTo>
                  <a:pt x="314071" y="856692"/>
                </a:lnTo>
                <a:lnTo>
                  <a:pt x="314960" y="859740"/>
                </a:lnTo>
                <a:lnTo>
                  <a:pt x="317373" y="862153"/>
                </a:lnTo>
                <a:lnTo>
                  <a:pt x="320167" y="863169"/>
                </a:lnTo>
                <a:lnTo>
                  <a:pt x="322834" y="864058"/>
                </a:lnTo>
                <a:lnTo>
                  <a:pt x="322072" y="838531"/>
                </a:lnTo>
                <a:lnTo>
                  <a:pt x="331497" y="830078"/>
                </a:lnTo>
                <a:lnTo>
                  <a:pt x="341002" y="821629"/>
                </a:lnTo>
                <a:lnTo>
                  <a:pt x="345440" y="817830"/>
                </a:lnTo>
                <a:lnTo>
                  <a:pt x="348615" y="818592"/>
                </a:lnTo>
                <a:lnTo>
                  <a:pt x="349885" y="818973"/>
                </a:lnTo>
                <a:lnTo>
                  <a:pt x="340550" y="827187"/>
                </a:lnTo>
                <a:lnTo>
                  <a:pt x="330821" y="835427"/>
                </a:lnTo>
                <a:lnTo>
                  <a:pt x="326009" y="863804"/>
                </a:lnTo>
                <a:lnTo>
                  <a:pt x="329056" y="861264"/>
                </a:lnTo>
                <a:lnTo>
                  <a:pt x="331597" y="859740"/>
                </a:lnTo>
                <a:lnTo>
                  <a:pt x="336296" y="855930"/>
                </a:lnTo>
                <a:lnTo>
                  <a:pt x="348789" y="857531"/>
                </a:lnTo>
                <a:lnTo>
                  <a:pt x="361374" y="858805"/>
                </a:lnTo>
                <a:lnTo>
                  <a:pt x="374027" y="859848"/>
                </a:lnTo>
                <a:lnTo>
                  <a:pt x="386723" y="860757"/>
                </a:lnTo>
                <a:lnTo>
                  <a:pt x="399440" y="861627"/>
                </a:lnTo>
                <a:lnTo>
                  <a:pt x="412154" y="862554"/>
                </a:lnTo>
                <a:lnTo>
                  <a:pt x="424841" y="863633"/>
                </a:lnTo>
                <a:lnTo>
                  <a:pt x="437477" y="864961"/>
                </a:lnTo>
                <a:lnTo>
                  <a:pt x="448944" y="866471"/>
                </a:lnTo>
                <a:lnTo>
                  <a:pt x="456692" y="867487"/>
                </a:lnTo>
                <a:lnTo>
                  <a:pt x="458089" y="854279"/>
                </a:lnTo>
                <a:lnTo>
                  <a:pt x="451485" y="851993"/>
                </a:lnTo>
                <a:lnTo>
                  <a:pt x="438022" y="849501"/>
                </a:lnTo>
                <a:lnTo>
                  <a:pt x="425601" y="847324"/>
                </a:lnTo>
                <a:lnTo>
                  <a:pt x="413085" y="845299"/>
                </a:lnTo>
                <a:lnTo>
                  <a:pt x="400483" y="843513"/>
                </a:lnTo>
                <a:lnTo>
                  <a:pt x="387801" y="842056"/>
                </a:lnTo>
                <a:lnTo>
                  <a:pt x="375046" y="841017"/>
                </a:lnTo>
                <a:lnTo>
                  <a:pt x="362226" y="840485"/>
                </a:lnTo>
                <a:lnTo>
                  <a:pt x="355981" y="840436"/>
                </a:lnTo>
                <a:lnTo>
                  <a:pt x="351394" y="778335"/>
                </a:lnTo>
                <a:lnTo>
                  <a:pt x="341874" y="786760"/>
                </a:lnTo>
                <a:lnTo>
                  <a:pt x="332406" y="795275"/>
                </a:lnTo>
                <a:lnTo>
                  <a:pt x="322993" y="803863"/>
                </a:lnTo>
                <a:lnTo>
                  <a:pt x="313636" y="812509"/>
                </a:lnTo>
                <a:lnTo>
                  <a:pt x="304339" y="821195"/>
                </a:lnTo>
                <a:lnTo>
                  <a:pt x="295103" y="829907"/>
                </a:lnTo>
                <a:lnTo>
                  <a:pt x="285929" y="838626"/>
                </a:lnTo>
                <a:lnTo>
                  <a:pt x="282575" y="883489"/>
                </a:lnTo>
                <a:lnTo>
                  <a:pt x="289433" y="885775"/>
                </a:lnTo>
                <a:lnTo>
                  <a:pt x="296544" y="888188"/>
                </a:lnTo>
                <a:lnTo>
                  <a:pt x="308331" y="892364"/>
                </a:lnTo>
                <a:lnTo>
                  <a:pt x="320443" y="896640"/>
                </a:lnTo>
                <a:lnTo>
                  <a:pt x="334315" y="901366"/>
                </a:lnTo>
                <a:lnTo>
                  <a:pt x="346377" y="905269"/>
                </a:lnTo>
                <a:lnTo>
                  <a:pt x="358588" y="908931"/>
                </a:lnTo>
                <a:lnTo>
                  <a:pt x="370898" y="912244"/>
                </a:lnTo>
                <a:lnTo>
                  <a:pt x="383256" y="915097"/>
                </a:lnTo>
                <a:lnTo>
                  <a:pt x="395613" y="917381"/>
                </a:lnTo>
                <a:lnTo>
                  <a:pt x="407917" y="918986"/>
                </a:lnTo>
                <a:lnTo>
                  <a:pt x="420119" y="919802"/>
                </a:lnTo>
                <a:lnTo>
                  <a:pt x="432168" y="919719"/>
                </a:lnTo>
                <a:lnTo>
                  <a:pt x="444014" y="918628"/>
                </a:lnTo>
                <a:lnTo>
                  <a:pt x="455607" y="916420"/>
                </a:lnTo>
                <a:lnTo>
                  <a:pt x="466895" y="912983"/>
                </a:lnTo>
                <a:lnTo>
                  <a:pt x="479348" y="907514"/>
                </a:lnTo>
                <a:lnTo>
                  <a:pt x="490343" y="901395"/>
                </a:lnTo>
                <a:lnTo>
                  <a:pt x="501083" y="894515"/>
                </a:lnTo>
                <a:lnTo>
                  <a:pt x="511671" y="887173"/>
                </a:lnTo>
                <a:lnTo>
                  <a:pt x="522211" y="879670"/>
                </a:lnTo>
                <a:lnTo>
                  <a:pt x="532804" y="872306"/>
                </a:lnTo>
                <a:lnTo>
                  <a:pt x="543554" y="865380"/>
                </a:lnTo>
                <a:lnTo>
                  <a:pt x="554563" y="859193"/>
                </a:lnTo>
                <a:lnTo>
                  <a:pt x="559435" y="856819"/>
                </a:lnTo>
                <a:lnTo>
                  <a:pt x="571242" y="851668"/>
                </a:lnTo>
                <a:lnTo>
                  <a:pt x="583019" y="847045"/>
                </a:lnTo>
                <a:lnTo>
                  <a:pt x="594748" y="842686"/>
                </a:lnTo>
                <a:lnTo>
                  <a:pt x="606410" y="838328"/>
                </a:lnTo>
                <a:lnTo>
                  <a:pt x="617985" y="833709"/>
                </a:lnTo>
                <a:lnTo>
                  <a:pt x="629454" y="828565"/>
                </a:lnTo>
                <a:lnTo>
                  <a:pt x="640799" y="822635"/>
                </a:lnTo>
                <a:lnTo>
                  <a:pt x="652001" y="815655"/>
                </a:lnTo>
                <a:lnTo>
                  <a:pt x="656971" y="812115"/>
                </a:lnTo>
                <a:lnTo>
                  <a:pt x="666664" y="804626"/>
                </a:lnTo>
                <a:lnTo>
                  <a:pt x="676137" y="796697"/>
                </a:lnTo>
                <a:lnTo>
                  <a:pt x="685415" y="788378"/>
                </a:lnTo>
                <a:lnTo>
                  <a:pt x="694523" y="779717"/>
                </a:lnTo>
                <a:lnTo>
                  <a:pt x="703488" y="770766"/>
                </a:lnTo>
                <a:lnTo>
                  <a:pt x="712335" y="761573"/>
                </a:lnTo>
                <a:lnTo>
                  <a:pt x="721088" y="752188"/>
                </a:lnTo>
                <a:lnTo>
                  <a:pt x="729775" y="742661"/>
                </a:lnTo>
                <a:lnTo>
                  <a:pt x="738420" y="733041"/>
                </a:lnTo>
                <a:lnTo>
                  <a:pt x="747048" y="723377"/>
                </a:lnTo>
                <a:lnTo>
                  <a:pt x="755686" y="713720"/>
                </a:lnTo>
                <a:lnTo>
                  <a:pt x="764359" y="704120"/>
                </a:lnTo>
                <a:lnTo>
                  <a:pt x="773093" y="694625"/>
                </a:lnTo>
                <a:lnTo>
                  <a:pt x="781912" y="685285"/>
                </a:lnTo>
                <a:lnTo>
                  <a:pt x="790843" y="676150"/>
                </a:lnTo>
                <a:lnTo>
                  <a:pt x="799911" y="667270"/>
                </a:lnTo>
                <a:lnTo>
                  <a:pt x="809142" y="658694"/>
                </a:lnTo>
                <a:lnTo>
                  <a:pt x="829675" y="641172"/>
                </a:lnTo>
                <a:lnTo>
                  <a:pt x="842237" y="631033"/>
                </a:lnTo>
                <a:lnTo>
                  <a:pt x="854928" y="621172"/>
                </a:lnTo>
                <a:lnTo>
                  <a:pt x="867745" y="611588"/>
                </a:lnTo>
                <a:lnTo>
                  <a:pt x="880683" y="602283"/>
                </a:lnTo>
                <a:lnTo>
                  <a:pt x="893740" y="593258"/>
                </a:lnTo>
                <a:lnTo>
                  <a:pt x="906912" y="584511"/>
                </a:lnTo>
                <a:lnTo>
                  <a:pt x="920196" y="576046"/>
                </a:lnTo>
                <a:lnTo>
                  <a:pt x="933588" y="567860"/>
                </a:lnTo>
                <a:lnTo>
                  <a:pt x="947086" y="559957"/>
                </a:lnTo>
                <a:lnTo>
                  <a:pt x="960686" y="552335"/>
                </a:lnTo>
                <a:lnTo>
                  <a:pt x="974384" y="544996"/>
                </a:lnTo>
                <a:lnTo>
                  <a:pt x="988178" y="537939"/>
                </a:lnTo>
                <a:lnTo>
                  <a:pt x="1002063" y="531167"/>
                </a:lnTo>
                <a:lnTo>
                  <a:pt x="1016037" y="524678"/>
                </a:lnTo>
                <a:lnTo>
                  <a:pt x="1030096" y="518475"/>
                </a:lnTo>
                <a:lnTo>
                  <a:pt x="1044238" y="512557"/>
                </a:lnTo>
                <a:lnTo>
                  <a:pt x="1058458" y="506925"/>
                </a:lnTo>
                <a:lnTo>
                  <a:pt x="1072753" y="501579"/>
                </a:lnTo>
                <a:lnTo>
                  <a:pt x="1087120" y="496520"/>
                </a:lnTo>
                <a:lnTo>
                  <a:pt x="1091438" y="494869"/>
                </a:lnTo>
                <a:lnTo>
                  <a:pt x="1094359" y="490170"/>
                </a:lnTo>
                <a:lnTo>
                  <a:pt x="1094232" y="484963"/>
                </a:lnTo>
                <a:lnTo>
                  <a:pt x="1093242" y="472331"/>
                </a:lnTo>
                <a:lnTo>
                  <a:pt x="1092375" y="459575"/>
                </a:lnTo>
                <a:lnTo>
                  <a:pt x="1091819" y="453086"/>
                </a:lnTo>
                <a:lnTo>
                  <a:pt x="1094867" y="454864"/>
                </a:lnTo>
                <a:lnTo>
                  <a:pt x="1098042" y="456261"/>
                </a:lnTo>
                <a:lnTo>
                  <a:pt x="1101217" y="457404"/>
                </a:lnTo>
                <a:lnTo>
                  <a:pt x="1112074" y="459877"/>
                </a:lnTo>
                <a:lnTo>
                  <a:pt x="1123305" y="460111"/>
                </a:lnTo>
                <a:lnTo>
                  <a:pt x="1134875" y="458183"/>
                </a:lnTo>
                <a:lnTo>
                  <a:pt x="1146747" y="454173"/>
                </a:lnTo>
                <a:lnTo>
                  <a:pt x="1158888" y="448159"/>
                </a:lnTo>
                <a:lnTo>
                  <a:pt x="1168654" y="442037"/>
                </a:lnTo>
                <a:lnTo>
                  <a:pt x="1178582" y="434292"/>
                </a:lnTo>
                <a:lnTo>
                  <a:pt x="1187678" y="425725"/>
                </a:lnTo>
                <a:lnTo>
                  <a:pt x="1196171" y="416451"/>
                </a:lnTo>
                <a:lnTo>
                  <a:pt x="1204293" y="406586"/>
                </a:lnTo>
                <a:lnTo>
                  <a:pt x="1212275" y="396245"/>
                </a:lnTo>
                <a:lnTo>
                  <a:pt x="1216152" y="391110"/>
                </a:lnTo>
                <a:lnTo>
                  <a:pt x="1223499" y="381217"/>
                </a:lnTo>
                <a:lnTo>
                  <a:pt x="1231137" y="370839"/>
                </a:lnTo>
                <a:lnTo>
                  <a:pt x="1239086" y="360297"/>
                </a:lnTo>
                <a:lnTo>
                  <a:pt x="1247362" y="349910"/>
                </a:lnTo>
                <a:lnTo>
                  <a:pt x="1255985" y="339998"/>
                </a:lnTo>
                <a:lnTo>
                  <a:pt x="1264974" y="330882"/>
                </a:lnTo>
                <a:lnTo>
                  <a:pt x="1274347" y="322881"/>
                </a:lnTo>
                <a:lnTo>
                  <a:pt x="1280795" y="318339"/>
                </a:lnTo>
                <a:lnTo>
                  <a:pt x="1292609" y="312130"/>
                </a:lnTo>
                <a:lnTo>
                  <a:pt x="1304469" y="307662"/>
                </a:lnTo>
                <a:lnTo>
                  <a:pt x="1316353" y="304020"/>
                </a:lnTo>
                <a:lnTo>
                  <a:pt x="1328242" y="300289"/>
                </a:lnTo>
                <a:lnTo>
                  <a:pt x="1338326" y="296368"/>
                </a:lnTo>
                <a:lnTo>
                  <a:pt x="1360379" y="285331"/>
                </a:lnTo>
                <a:lnTo>
                  <a:pt x="1381049" y="272616"/>
                </a:lnTo>
                <a:lnTo>
                  <a:pt x="1400446" y="258357"/>
                </a:lnTo>
                <a:lnTo>
                  <a:pt x="1418685" y="242689"/>
                </a:lnTo>
                <a:lnTo>
                  <a:pt x="1435877" y="225744"/>
                </a:lnTo>
                <a:lnTo>
                  <a:pt x="1452136" y="207658"/>
                </a:lnTo>
                <a:lnTo>
                  <a:pt x="1467575" y="188563"/>
                </a:lnTo>
                <a:lnTo>
                  <a:pt x="1482305" y="168594"/>
                </a:lnTo>
                <a:lnTo>
                  <a:pt x="1496440" y="147885"/>
                </a:lnTo>
                <a:lnTo>
                  <a:pt x="1510093" y="126569"/>
                </a:lnTo>
                <a:lnTo>
                  <a:pt x="1523376" y="104781"/>
                </a:lnTo>
                <a:lnTo>
                  <a:pt x="1536403" y="82655"/>
                </a:lnTo>
                <a:lnTo>
                  <a:pt x="1527064" y="68857"/>
                </a:lnTo>
                <a:lnTo>
                  <a:pt x="1520717" y="80069"/>
                </a:lnTo>
                <a:lnTo>
                  <a:pt x="1514304" y="91261"/>
                </a:lnTo>
                <a:lnTo>
                  <a:pt x="1508759" y="100788"/>
                </a:lnTo>
                <a:lnTo>
                  <a:pt x="1507744" y="100407"/>
                </a:lnTo>
                <a:lnTo>
                  <a:pt x="1495698" y="99828"/>
                </a:lnTo>
                <a:lnTo>
                  <a:pt x="1483423" y="99420"/>
                </a:lnTo>
                <a:lnTo>
                  <a:pt x="1470954" y="99212"/>
                </a:lnTo>
                <a:lnTo>
                  <a:pt x="1458323" y="99236"/>
                </a:lnTo>
                <a:lnTo>
                  <a:pt x="1445567" y="99521"/>
                </a:lnTo>
                <a:lnTo>
                  <a:pt x="1432719" y="100099"/>
                </a:lnTo>
                <a:lnTo>
                  <a:pt x="1419814" y="101000"/>
                </a:lnTo>
                <a:lnTo>
                  <a:pt x="1406887" y="102254"/>
                </a:lnTo>
                <a:lnTo>
                  <a:pt x="1393971" y="103893"/>
                </a:lnTo>
                <a:lnTo>
                  <a:pt x="1382268" y="105741"/>
                </a:lnTo>
                <a:lnTo>
                  <a:pt x="1382880" y="70295"/>
                </a:lnTo>
                <a:lnTo>
                  <a:pt x="1380870" y="75896"/>
                </a:lnTo>
                <a:lnTo>
                  <a:pt x="1370670" y="83460"/>
                </a:lnTo>
                <a:lnTo>
                  <a:pt x="1360436" y="90856"/>
                </a:lnTo>
                <a:lnTo>
                  <a:pt x="1351788" y="97232"/>
                </a:lnTo>
                <a:lnTo>
                  <a:pt x="1354962" y="67406"/>
                </a:lnTo>
                <a:lnTo>
                  <a:pt x="1349926" y="79115"/>
                </a:lnTo>
                <a:lnTo>
                  <a:pt x="1345099" y="90842"/>
                </a:lnTo>
                <a:lnTo>
                  <a:pt x="1340480" y="102553"/>
                </a:lnTo>
                <a:lnTo>
                  <a:pt x="1339469" y="105106"/>
                </a:lnTo>
                <a:lnTo>
                  <a:pt x="1339342" y="106122"/>
                </a:lnTo>
                <a:lnTo>
                  <a:pt x="1335532" y="108916"/>
                </a:lnTo>
                <a:lnTo>
                  <a:pt x="1331468" y="111837"/>
                </a:lnTo>
                <a:lnTo>
                  <a:pt x="1327658" y="114631"/>
                </a:lnTo>
                <a:lnTo>
                  <a:pt x="1333241" y="103262"/>
                </a:lnTo>
                <a:lnTo>
                  <a:pt x="1338567" y="91740"/>
                </a:lnTo>
                <a:lnTo>
                  <a:pt x="1343678" y="80097"/>
                </a:lnTo>
                <a:lnTo>
                  <a:pt x="1348615" y="68367"/>
                </a:lnTo>
                <a:lnTo>
                  <a:pt x="1344803" y="44400"/>
                </a:lnTo>
                <a:lnTo>
                  <a:pt x="1339784" y="56122"/>
                </a:lnTo>
                <a:lnTo>
                  <a:pt x="1334655" y="67772"/>
                </a:lnTo>
                <a:lnTo>
                  <a:pt x="1329452" y="79371"/>
                </a:lnTo>
                <a:lnTo>
                  <a:pt x="1324212" y="90937"/>
                </a:lnTo>
                <a:lnTo>
                  <a:pt x="1318973" y="102489"/>
                </a:lnTo>
                <a:lnTo>
                  <a:pt x="1313772" y="114045"/>
                </a:lnTo>
                <a:lnTo>
                  <a:pt x="1308647" y="125623"/>
                </a:lnTo>
                <a:lnTo>
                  <a:pt x="1307845" y="127458"/>
                </a:lnTo>
                <a:lnTo>
                  <a:pt x="1303655" y="129363"/>
                </a:lnTo>
                <a:lnTo>
                  <a:pt x="1299083" y="131141"/>
                </a:lnTo>
                <a:lnTo>
                  <a:pt x="1295145" y="133554"/>
                </a:lnTo>
                <a:lnTo>
                  <a:pt x="1289547" y="180334"/>
                </a:lnTo>
                <a:lnTo>
                  <a:pt x="1302065" y="177088"/>
                </a:lnTo>
                <a:lnTo>
                  <a:pt x="1314551" y="174007"/>
                </a:lnTo>
                <a:lnTo>
                  <a:pt x="1327014" y="171116"/>
                </a:lnTo>
                <a:lnTo>
                  <a:pt x="1339466" y="168441"/>
                </a:lnTo>
                <a:lnTo>
                  <a:pt x="1351918" y="166006"/>
                </a:lnTo>
                <a:lnTo>
                  <a:pt x="1364380" y="163838"/>
                </a:lnTo>
                <a:lnTo>
                  <a:pt x="1376863" y="161962"/>
                </a:lnTo>
                <a:lnTo>
                  <a:pt x="1389378" y="160402"/>
                </a:lnTo>
                <a:lnTo>
                  <a:pt x="1401936" y="159184"/>
                </a:lnTo>
                <a:lnTo>
                  <a:pt x="1414548" y="158334"/>
                </a:lnTo>
                <a:lnTo>
                  <a:pt x="1427225" y="157877"/>
                </a:lnTo>
                <a:close/>
              </a:path>
              <a:path w="1536403" h="1034278">
                <a:moveTo>
                  <a:pt x="375642" y="824425"/>
                </a:moveTo>
                <a:lnTo>
                  <a:pt x="372110" y="798526"/>
                </a:lnTo>
                <a:lnTo>
                  <a:pt x="369189" y="798907"/>
                </a:lnTo>
                <a:lnTo>
                  <a:pt x="367665" y="799034"/>
                </a:lnTo>
                <a:lnTo>
                  <a:pt x="365830" y="832655"/>
                </a:lnTo>
                <a:lnTo>
                  <a:pt x="375642" y="824425"/>
                </a:lnTo>
                <a:close/>
              </a:path>
              <a:path w="1536403" h="1034278">
                <a:moveTo>
                  <a:pt x="324612" y="840436"/>
                </a:moveTo>
                <a:lnTo>
                  <a:pt x="322072" y="838531"/>
                </a:lnTo>
                <a:lnTo>
                  <a:pt x="322834" y="864058"/>
                </a:lnTo>
                <a:lnTo>
                  <a:pt x="326009" y="863804"/>
                </a:lnTo>
                <a:lnTo>
                  <a:pt x="330821" y="835427"/>
                </a:lnTo>
                <a:lnTo>
                  <a:pt x="324612" y="840436"/>
                </a:lnTo>
                <a:close/>
              </a:path>
              <a:path w="1536403" h="1034278">
                <a:moveTo>
                  <a:pt x="1409367" y="11050"/>
                </a:moveTo>
                <a:lnTo>
                  <a:pt x="1403626" y="22568"/>
                </a:lnTo>
                <a:lnTo>
                  <a:pt x="1404874" y="47829"/>
                </a:lnTo>
                <a:lnTo>
                  <a:pt x="1410068" y="36240"/>
                </a:lnTo>
                <a:lnTo>
                  <a:pt x="1415573" y="0"/>
                </a:lnTo>
                <a:lnTo>
                  <a:pt x="1409367" y="11050"/>
                </a:lnTo>
                <a:close/>
              </a:path>
              <a:path w="1536403" h="1034278">
                <a:moveTo>
                  <a:pt x="758571" y="634442"/>
                </a:moveTo>
                <a:lnTo>
                  <a:pt x="745419" y="635269"/>
                </a:lnTo>
                <a:lnTo>
                  <a:pt x="733258" y="636308"/>
                </a:lnTo>
                <a:lnTo>
                  <a:pt x="720965" y="637449"/>
                </a:lnTo>
                <a:lnTo>
                  <a:pt x="708557" y="638708"/>
                </a:lnTo>
                <a:lnTo>
                  <a:pt x="696052" y="640101"/>
                </a:lnTo>
                <a:lnTo>
                  <a:pt x="683469" y="641644"/>
                </a:lnTo>
                <a:lnTo>
                  <a:pt x="670825" y="643354"/>
                </a:lnTo>
                <a:lnTo>
                  <a:pt x="658140" y="645247"/>
                </a:lnTo>
                <a:lnTo>
                  <a:pt x="645431" y="647338"/>
                </a:lnTo>
                <a:lnTo>
                  <a:pt x="632716" y="649645"/>
                </a:lnTo>
                <a:lnTo>
                  <a:pt x="620014" y="652182"/>
                </a:lnTo>
                <a:lnTo>
                  <a:pt x="607343" y="654967"/>
                </a:lnTo>
                <a:lnTo>
                  <a:pt x="594722" y="658015"/>
                </a:lnTo>
                <a:lnTo>
                  <a:pt x="582167" y="661342"/>
                </a:lnTo>
                <a:lnTo>
                  <a:pt x="569699" y="664965"/>
                </a:lnTo>
                <a:lnTo>
                  <a:pt x="557335" y="668900"/>
                </a:lnTo>
                <a:lnTo>
                  <a:pt x="545092" y="673163"/>
                </a:lnTo>
                <a:lnTo>
                  <a:pt x="532990" y="677770"/>
                </a:lnTo>
                <a:lnTo>
                  <a:pt x="524383" y="681305"/>
                </a:lnTo>
                <a:lnTo>
                  <a:pt x="534954" y="674261"/>
                </a:lnTo>
                <a:lnTo>
                  <a:pt x="545676" y="667378"/>
                </a:lnTo>
                <a:lnTo>
                  <a:pt x="554736" y="661747"/>
                </a:lnTo>
                <a:lnTo>
                  <a:pt x="565574" y="655122"/>
                </a:lnTo>
                <a:lnTo>
                  <a:pt x="576407" y="648492"/>
                </a:lnTo>
                <a:lnTo>
                  <a:pt x="587236" y="641857"/>
                </a:lnTo>
                <a:lnTo>
                  <a:pt x="598062" y="635219"/>
                </a:lnTo>
                <a:lnTo>
                  <a:pt x="608886" y="628580"/>
                </a:lnTo>
                <a:lnTo>
                  <a:pt x="619710" y="621940"/>
                </a:lnTo>
                <a:lnTo>
                  <a:pt x="630534" y="615302"/>
                </a:lnTo>
                <a:lnTo>
                  <a:pt x="641362" y="608666"/>
                </a:lnTo>
                <a:lnTo>
                  <a:pt x="652192" y="602033"/>
                </a:lnTo>
                <a:lnTo>
                  <a:pt x="663028" y="595405"/>
                </a:lnTo>
                <a:lnTo>
                  <a:pt x="668147" y="592278"/>
                </a:lnTo>
                <a:lnTo>
                  <a:pt x="680579" y="591081"/>
                </a:lnTo>
                <a:lnTo>
                  <a:pt x="693036" y="589236"/>
                </a:lnTo>
                <a:lnTo>
                  <a:pt x="705510" y="586889"/>
                </a:lnTo>
                <a:lnTo>
                  <a:pt x="717994" y="584187"/>
                </a:lnTo>
                <a:lnTo>
                  <a:pt x="730478" y="581273"/>
                </a:lnTo>
                <a:lnTo>
                  <a:pt x="742957" y="578296"/>
                </a:lnTo>
                <a:lnTo>
                  <a:pt x="755420" y="575399"/>
                </a:lnTo>
                <a:lnTo>
                  <a:pt x="767861" y="572730"/>
                </a:lnTo>
                <a:lnTo>
                  <a:pt x="771779" y="571958"/>
                </a:lnTo>
                <a:lnTo>
                  <a:pt x="784197" y="569532"/>
                </a:lnTo>
                <a:lnTo>
                  <a:pt x="796658" y="567302"/>
                </a:lnTo>
                <a:lnTo>
                  <a:pt x="809142" y="565158"/>
                </a:lnTo>
                <a:lnTo>
                  <a:pt x="821632" y="562993"/>
                </a:lnTo>
                <a:lnTo>
                  <a:pt x="834108" y="560699"/>
                </a:lnTo>
                <a:lnTo>
                  <a:pt x="846553" y="558168"/>
                </a:lnTo>
                <a:lnTo>
                  <a:pt x="858947" y="555292"/>
                </a:lnTo>
                <a:lnTo>
                  <a:pt x="871273" y="551962"/>
                </a:lnTo>
                <a:lnTo>
                  <a:pt x="883512" y="548070"/>
                </a:lnTo>
                <a:lnTo>
                  <a:pt x="888111" y="546431"/>
                </a:lnTo>
                <a:lnTo>
                  <a:pt x="888238" y="544399"/>
                </a:lnTo>
                <a:lnTo>
                  <a:pt x="875827" y="543662"/>
                </a:lnTo>
                <a:lnTo>
                  <a:pt x="863328" y="543680"/>
                </a:lnTo>
                <a:lnTo>
                  <a:pt x="850763" y="544336"/>
                </a:lnTo>
                <a:lnTo>
                  <a:pt x="838155" y="545514"/>
                </a:lnTo>
                <a:lnTo>
                  <a:pt x="825527" y="547098"/>
                </a:lnTo>
                <a:lnTo>
                  <a:pt x="812903" y="548972"/>
                </a:lnTo>
                <a:lnTo>
                  <a:pt x="800305" y="551019"/>
                </a:lnTo>
                <a:lnTo>
                  <a:pt x="787756" y="553124"/>
                </a:lnTo>
                <a:lnTo>
                  <a:pt x="784479" y="553670"/>
                </a:lnTo>
                <a:lnTo>
                  <a:pt x="772185" y="555787"/>
                </a:lnTo>
                <a:lnTo>
                  <a:pt x="759776" y="557885"/>
                </a:lnTo>
                <a:lnTo>
                  <a:pt x="747287" y="560060"/>
                </a:lnTo>
                <a:lnTo>
                  <a:pt x="734754" y="562406"/>
                </a:lnTo>
                <a:lnTo>
                  <a:pt x="722213" y="565019"/>
                </a:lnTo>
                <a:lnTo>
                  <a:pt x="709699" y="567993"/>
                </a:lnTo>
                <a:lnTo>
                  <a:pt x="705231" y="569164"/>
                </a:lnTo>
                <a:lnTo>
                  <a:pt x="716144" y="562482"/>
                </a:lnTo>
                <a:lnTo>
                  <a:pt x="727018" y="555759"/>
                </a:lnTo>
                <a:lnTo>
                  <a:pt x="737841" y="549038"/>
                </a:lnTo>
                <a:lnTo>
                  <a:pt x="748602" y="542365"/>
                </a:lnTo>
                <a:lnTo>
                  <a:pt x="759291" y="535783"/>
                </a:lnTo>
                <a:lnTo>
                  <a:pt x="760984" y="534747"/>
                </a:lnTo>
                <a:lnTo>
                  <a:pt x="773356" y="532368"/>
                </a:lnTo>
                <a:lnTo>
                  <a:pt x="785726" y="529805"/>
                </a:lnTo>
                <a:lnTo>
                  <a:pt x="798093" y="527080"/>
                </a:lnTo>
                <a:lnTo>
                  <a:pt x="810459" y="524211"/>
                </a:lnTo>
                <a:lnTo>
                  <a:pt x="822822" y="521221"/>
                </a:lnTo>
                <a:lnTo>
                  <a:pt x="835182" y="518130"/>
                </a:lnTo>
                <a:lnTo>
                  <a:pt x="847539" y="514958"/>
                </a:lnTo>
                <a:lnTo>
                  <a:pt x="859894" y="511726"/>
                </a:lnTo>
                <a:lnTo>
                  <a:pt x="872246" y="508455"/>
                </a:lnTo>
                <a:lnTo>
                  <a:pt x="884595" y="505165"/>
                </a:lnTo>
                <a:lnTo>
                  <a:pt x="896940" y="501877"/>
                </a:lnTo>
                <a:lnTo>
                  <a:pt x="909283" y="498611"/>
                </a:lnTo>
                <a:lnTo>
                  <a:pt x="921622" y="495389"/>
                </a:lnTo>
                <a:lnTo>
                  <a:pt x="933957" y="492230"/>
                </a:lnTo>
                <a:lnTo>
                  <a:pt x="946289" y="489156"/>
                </a:lnTo>
                <a:lnTo>
                  <a:pt x="958618" y="486187"/>
                </a:lnTo>
                <a:lnTo>
                  <a:pt x="970942" y="483343"/>
                </a:lnTo>
                <a:lnTo>
                  <a:pt x="983263" y="480646"/>
                </a:lnTo>
                <a:lnTo>
                  <a:pt x="995580" y="478116"/>
                </a:lnTo>
                <a:lnTo>
                  <a:pt x="1003681" y="476581"/>
                </a:lnTo>
                <a:lnTo>
                  <a:pt x="1003300" y="468199"/>
                </a:lnTo>
                <a:lnTo>
                  <a:pt x="998982" y="466675"/>
                </a:lnTo>
                <a:lnTo>
                  <a:pt x="996569" y="466548"/>
                </a:lnTo>
                <a:lnTo>
                  <a:pt x="984376" y="468736"/>
                </a:lnTo>
                <a:lnTo>
                  <a:pt x="972106" y="470897"/>
                </a:lnTo>
                <a:lnTo>
                  <a:pt x="959767" y="473049"/>
                </a:lnTo>
                <a:lnTo>
                  <a:pt x="947369" y="475209"/>
                </a:lnTo>
                <a:lnTo>
                  <a:pt x="934923" y="477394"/>
                </a:lnTo>
                <a:lnTo>
                  <a:pt x="922436" y="479622"/>
                </a:lnTo>
                <a:lnTo>
                  <a:pt x="909920" y="481910"/>
                </a:lnTo>
                <a:lnTo>
                  <a:pt x="897384" y="484275"/>
                </a:lnTo>
                <a:lnTo>
                  <a:pt x="884838" y="486734"/>
                </a:lnTo>
                <a:lnTo>
                  <a:pt x="872290" y="489306"/>
                </a:lnTo>
                <a:lnTo>
                  <a:pt x="859752" y="492007"/>
                </a:lnTo>
                <a:lnTo>
                  <a:pt x="847232" y="494854"/>
                </a:lnTo>
                <a:lnTo>
                  <a:pt x="834740" y="497866"/>
                </a:lnTo>
                <a:lnTo>
                  <a:pt x="822286" y="501058"/>
                </a:lnTo>
                <a:lnTo>
                  <a:pt x="809880" y="504449"/>
                </a:lnTo>
                <a:lnTo>
                  <a:pt x="809625" y="504521"/>
                </a:lnTo>
                <a:lnTo>
                  <a:pt x="864235" y="470231"/>
                </a:lnTo>
                <a:lnTo>
                  <a:pt x="867283" y="471882"/>
                </a:lnTo>
                <a:lnTo>
                  <a:pt x="868044" y="471501"/>
                </a:lnTo>
                <a:lnTo>
                  <a:pt x="880320" y="468843"/>
                </a:lnTo>
                <a:lnTo>
                  <a:pt x="892599" y="466025"/>
                </a:lnTo>
                <a:lnTo>
                  <a:pt x="904880" y="463062"/>
                </a:lnTo>
                <a:lnTo>
                  <a:pt x="917162" y="459969"/>
                </a:lnTo>
                <a:lnTo>
                  <a:pt x="929445" y="456762"/>
                </a:lnTo>
                <a:lnTo>
                  <a:pt x="941729" y="453455"/>
                </a:lnTo>
                <a:lnTo>
                  <a:pt x="954011" y="450065"/>
                </a:lnTo>
                <a:lnTo>
                  <a:pt x="966292" y="446607"/>
                </a:lnTo>
                <a:lnTo>
                  <a:pt x="978571" y="443095"/>
                </a:lnTo>
                <a:lnTo>
                  <a:pt x="990846" y="439544"/>
                </a:lnTo>
                <a:lnTo>
                  <a:pt x="1003118" y="435971"/>
                </a:lnTo>
                <a:lnTo>
                  <a:pt x="1015385" y="432391"/>
                </a:lnTo>
                <a:lnTo>
                  <a:pt x="1027647" y="428818"/>
                </a:lnTo>
                <a:lnTo>
                  <a:pt x="1039903" y="425268"/>
                </a:lnTo>
                <a:lnTo>
                  <a:pt x="1052152" y="421757"/>
                </a:lnTo>
                <a:lnTo>
                  <a:pt x="1064393" y="418299"/>
                </a:lnTo>
                <a:lnTo>
                  <a:pt x="1076626" y="414909"/>
                </a:lnTo>
                <a:lnTo>
                  <a:pt x="1088849" y="411604"/>
                </a:lnTo>
                <a:lnTo>
                  <a:pt x="1101063" y="408398"/>
                </a:lnTo>
                <a:lnTo>
                  <a:pt x="1113155" y="405334"/>
                </a:lnTo>
                <a:lnTo>
                  <a:pt x="1115568" y="404699"/>
                </a:lnTo>
                <a:lnTo>
                  <a:pt x="1115568" y="401016"/>
                </a:lnTo>
                <a:lnTo>
                  <a:pt x="1112774" y="400254"/>
                </a:lnTo>
                <a:lnTo>
                  <a:pt x="1112393" y="400254"/>
                </a:lnTo>
                <a:lnTo>
                  <a:pt x="1100142" y="402188"/>
                </a:lnTo>
                <a:lnTo>
                  <a:pt x="1087826" y="404178"/>
                </a:lnTo>
                <a:lnTo>
                  <a:pt x="1075455" y="406233"/>
                </a:lnTo>
                <a:lnTo>
                  <a:pt x="1063039" y="408367"/>
                </a:lnTo>
                <a:lnTo>
                  <a:pt x="1050586" y="410590"/>
                </a:lnTo>
                <a:lnTo>
                  <a:pt x="1038108" y="412913"/>
                </a:lnTo>
                <a:lnTo>
                  <a:pt x="1025614" y="415349"/>
                </a:lnTo>
                <a:lnTo>
                  <a:pt x="1013113" y="417909"/>
                </a:lnTo>
                <a:lnTo>
                  <a:pt x="1000616" y="420604"/>
                </a:lnTo>
                <a:lnTo>
                  <a:pt x="988132" y="423445"/>
                </a:lnTo>
                <a:lnTo>
                  <a:pt x="975671" y="426444"/>
                </a:lnTo>
                <a:lnTo>
                  <a:pt x="963244" y="429613"/>
                </a:lnTo>
                <a:lnTo>
                  <a:pt x="950859" y="432963"/>
                </a:lnTo>
                <a:lnTo>
                  <a:pt x="938526" y="436505"/>
                </a:lnTo>
                <a:lnTo>
                  <a:pt x="926256" y="440251"/>
                </a:lnTo>
                <a:lnTo>
                  <a:pt x="914058" y="444212"/>
                </a:lnTo>
                <a:lnTo>
                  <a:pt x="901943" y="448400"/>
                </a:lnTo>
                <a:lnTo>
                  <a:pt x="892937" y="451689"/>
                </a:lnTo>
                <a:lnTo>
                  <a:pt x="903535" y="444771"/>
                </a:lnTo>
                <a:lnTo>
                  <a:pt x="914145" y="437857"/>
                </a:lnTo>
                <a:lnTo>
                  <a:pt x="924763" y="430943"/>
                </a:lnTo>
                <a:lnTo>
                  <a:pt x="935386" y="424024"/>
                </a:lnTo>
                <a:lnTo>
                  <a:pt x="946012" y="417096"/>
                </a:lnTo>
                <a:lnTo>
                  <a:pt x="956636" y="410153"/>
                </a:lnTo>
                <a:lnTo>
                  <a:pt x="967258" y="403191"/>
                </a:lnTo>
                <a:lnTo>
                  <a:pt x="977873" y="396205"/>
                </a:lnTo>
                <a:lnTo>
                  <a:pt x="988478" y="389190"/>
                </a:lnTo>
                <a:lnTo>
                  <a:pt x="999071" y="382142"/>
                </a:lnTo>
                <a:lnTo>
                  <a:pt x="1009649" y="375055"/>
                </a:lnTo>
                <a:lnTo>
                  <a:pt x="1020209" y="367926"/>
                </a:lnTo>
                <a:lnTo>
                  <a:pt x="1028319" y="362408"/>
                </a:lnTo>
                <a:lnTo>
                  <a:pt x="1040750" y="360277"/>
                </a:lnTo>
                <a:lnTo>
                  <a:pt x="1053213" y="357819"/>
                </a:lnTo>
                <a:lnTo>
                  <a:pt x="1065686" y="355099"/>
                </a:lnTo>
                <a:lnTo>
                  <a:pt x="1078152" y="352185"/>
                </a:lnTo>
                <a:lnTo>
                  <a:pt x="1090590" y="349140"/>
                </a:lnTo>
                <a:lnTo>
                  <a:pt x="1102984" y="346032"/>
                </a:lnTo>
                <a:lnTo>
                  <a:pt x="1115312" y="342925"/>
                </a:lnTo>
                <a:lnTo>
                  <a:pt x="1127558" y="339886"/>
                </a:lnTo>
                <a:lnTo>
                  <a:pt x="1137412" y="337516"/>
                </a:lnTo>
                <a:lnTo>
                  <a:pt x="1147717" y="335933"/>
                </a:lnTo>
                <a:lnTo>
                  <a:pt x="1162598" y="333663"/>
                </a:lnTo>
                <a:lnTo>
                  <a:pt x="1178210" y="329836"/>
                </a:lnTo>
                <a:lnTo>
                  <a:pt x="1190703" y="323582"/>
                </a:lnTo>
                <a:lnTo>
                  <a:pt x="1196213" y="314275"/>
                </a:lnTo>
                <a:lnTo>
                  <a:pt x="1195832" y="311354"/>
                </a:lnTo>
                <a:lnTo>
                  <a:pt x="1193038" y="309449"/>
                </a:lnTo>
                <a:lnTo>
                  <a:pt x="1192276" y="308941"/>
                </a:lnTo>
                <a:lnTo>
                  <a:pt x="1189482" y="307925"/>
                </a:lnTo>
                <a:lnTo>
                  <a:pt x="1186180" y="312370"/>
                </a:lnTo>
                <a:lnTo>
                  <a:pt x="1187450" y="314275"/>
                </a:lnTo>
                <a:lnTo>
                  <a:pt x="1177961" y="314549"/>
                </a:lnTo>
                <a:lnTo>
                  <a:pt x="1163471" y="317798"/>
                </a:lnTo>
                <a:lnTo>
                  <a:pt x="1148525" y="322014"/>
                </a:lnTo>
                <a:lnTo>
                  <a:pt x="1137669" y="325187"/>
                </a:lnTo>
                <a:lnTo>
                  <a:pt x="1136142" y="325578"/>
                </a:lnTo>
                <a:lnTo>
                  <a:pt x="1123628" y="328234"/>
                </a:lnTo>
                <a:lnTo>
                  <a:pt x="1111222" y="330998"/>
                </a:lnTo>
                <a:lnTo>
                  <a:pt x="1098950" y="333896"/>
                </a:lnTo>
                <a:lnTo>
                  <a:pt x="1098169" y="334087"/>
                </a:lnTo>
                <a:lnTo>
                  <a:pt x="1085720" y="336780"/>
                </a:lnTo>
                <a:lnTo>
                  <a:pt x="1073237" y="339384"/>
                </a:lnTo>
                <a:lnTo>
                  <a:pt x="1060820" y="341880"/>
                </a:lnTo>
                <a:lnTo>
                  <a:pt x="1056513" y="342723"/>
                </a:lnTo>
                <a:lnTo>
                  <a:pt x="1067018" y="335663"/>
                </a:lnTo>
                <a:lnTo>
                  <a:pt x="1077441" y="328326"/>
                </a:lnTo>
                <a:lnTo>
                  <a:pt x="1090786" y="325630"/>
                </a:lnTo>
                <a:lnTo>
                  <a:pt x="1103064" y="322629"/>
                </a:lnTo>
                <a:lnTo>
                  <a:pt x="1115322" y="319414"/>
                </a:lnTo>
                <a:lnTo>
                  <a:pt x="1127564" y="316028"/>
                </a:lnTo>
                <a:lnTo>
                  <a:pt x="1139796" y="312514"/>
                </a:lnTo>
                <a:lnTo>
                  <a:pt x="1152022" y="308916"/>
                </a:lnTo>
                <a:lnTo>
                  <a:pt x="1164246" y="305277"/>
                </a:lnTo>
                <a:lnTo>
                  <a:pt x="1176474" y="301640"/>
                </a:lnTo>
                <a:lnTo>
                  <a:pt x="1188709" y="298051"/>
                </a:lnTo>
                <a:lnTo>
                  <a:pt x="1200957" y="294550"/>
                </a:lnTo>
                <a:lnTo>
                  <a:pt x="1213223" y="291183"/>
                </a:lnTo>
                <a:lnTo>
                  <a:pt x="1225510" y="287993"/>
                </a:lnTo>
                <a:lnTo>
                  <a:pt x="1237824" y="285023"/>
                </a:lnTo>
                <a:lnTo>
                  <a:pt x="1243838" y="283668"/>
                </a:lnTo>
                <a:lnTo>
                  <a:pt x="1245996" y="283160"/>
                </a:lnTo>
                <a:lnTo>
                  <a:pt x="1245743" y="280239"/>
                </a:lnTo>
                <a:lnTo>
                  <a:pt x="1243457" y="279731"/>
                </a:lnTo>
                <a:lnTo>
                  <a:pt x="1231141" y="281776"/>
                </a:lnTo>
                <a:lnTo>
                  <a:pt x="1218750" y="283826"/>
                </a:lnTo>
                <a:lnTo>
                  <a:pt x="1206301" y="285922"/>
                </a:lnTo>
                <a:lnTo>
                  <a:pt x="1193813" y="288104"/>
                </a:lnTo>
                <a:lnTo>
                  <a:pt x="1181306" y="290412"/>
                </a:lnTo>
                <a:lnTo>
                  <a:pt x="1168799" y="292888"/>
                </a:lnTo>
                <a:lnTo>
                  <a:pt x="1156310" y="295572"/>
                </a:lnTo>
                <a:lnTo>
                  <a:pt x="1143859" y="298505"/>
                </a:lnTo>
                <a:lnTo>
                  <a:pt x="1131464" y="301727"/>
                </a:lnTo>
                <a:lnTo>
                  <a:pt x="1119145" y="305278"/>
                </a:lnTo>
                <a:lnTo>
                  <a:pt x="1106920" y="309201"/>
                </a:lnTo>
                <a:lnTo>
                  <a:pt x="1103249" y="310465"/>
                </a:lnTo>
                <a:lnTo>
                  <a:pt x="1113600" y="303146"/>
                </a:lnTo>
                <a:lnTo>
                  <a:pt x="1123921" y="295863"/>
                </a:lnTo>
                <a:lnTo>
                  <a:pt x="1134242" y="288559"/>
                </a:lnTo>
                <a:lnTo>
                  <a:pt x="1144597" y="281177"/>
                </a:lnTo>
                <a:lnTo>
                  <a:pt x="1154176" y="274270"/>
                </a:lnTo>
                <a:lnTo>
                  <a:pt x="1166480" y="271439"/>
                </a:lnTo>
                <a:lnTo>
                  <a:pt x="1178790" y="268568"/>
                </a:lnTo>
                <a:lnTo>
                  <a:pt x="1191105" y="265661"/>
                </a:lnTo>
                <a:lnTo>
                  <a:pt x="1203425" y="262718"/>
                </a:lnTo>
                <a:lnTo>
                  <a:pt x="1215748" y="259744"/>
                </a:lnTo>
                <a:lnTo>
                  <a:pt x="1228075" y="256741"/>
                </a:lnTo>
                <a:lnTo>
                  <a:pt x="1240405" y="253712"/>
                </a:lnTo>
                <a:lnTo>
                  <a:pt x="1252738" y="250659"/>
                </a:lnTo>
                <a:lnTo>
                  <a:pt x="1265072" y="247586"/>
                </a:lnTo>
                <a:lnTo>
                  <a:pt x="1277408" y="244494"/>
                </a:lnTo>
                <a:lnTo>
                  <a:pt x="1289744" y="241387"/>
                </a:lnTo>
                <a:lnTo>
                  <a:pt x="1302081" y="238267"/>
                </a:lnTo>
                <a:lnTo>
                  <a:pt x="1314418" y="235137"/>
                </a:lnTo>
                <a:lnTo>
                  <a:pt x="1326754" y="232000"/>
                </a:lnTo>
                <a:lnTo>
                  <a:pt x="1339088" y="228859"/>
                </a:lnTo>
                <a:lnTo>
                  <a:pt x="1351421" y="225716"/>
                </a:lnTo>
                <a:lnTo>
                  <a:pt x="1363752" y="222573"/>
                </a:lnTo>
                <a:lnTo>
                  <a:pt x="1376080" y="219435"/>
                </a:lnTo>
                <a:lnTo>
                  <a:pt x="1388404" y="216302"/>
                </a:lnTo>
                <a:lnTo>
                  <a:pt x="1393190" y="215088"/>
                </a:lnTo>
                <a:lnTo>
                  <a:pt x="1393570" y="212040"/>
                </a:lnTo>
                <a:lnTo>
                  <a:pt x="1380401" y="213642"/>
                </a:lnTo>
                <a:lnTo>
                  <a:pt x="1367976" y="215466"/>
                </a:lnTo>
                <a:lnTo>
                  <a:pt x="1355534" y="217387"/>
                </a:lnTo>
                <a:lnTo>
                  <a:pt x="1343080" y="219403"/>
                </a:lnTo>
                <a:lnTo>
                  <a:pt x="1330615" y="221517"/>
                </a:lnTo>
                <a:lnTo>
                  <a:pt x="1318141" y="223727"/>
                </a:lnTo>
                <a:lnTo>
                  <a:pt x="1305663" y="226036"/>
                </a:lnTo>
                <a:lnTo>
                  <a:pt x="1293182" y="228443"/>
                </a:lnTo>
                <a:lnTo>
                  <a:pt x="1280701" y="230948"/>
                </a:lnTo>
                <a:lnTo>
                  <a:pt x="1268223" y="233553"/>
                </a:lnTo>
                <a:lnTo>
                  <a:pt x="1255750" y="236257"/>
                </a:lnTo>
                <a:lnTo>
                  <a:pt x="1243285" y="239061"/>
                </a:lnTo>
                <a:lnTo>
                  <a:pt x="1230830" y="241966"/>
                </a:lnTo>
                <a:lnTo>
                  <a:pt x="1218389" y="244972"/>
                </a:lnTo>
                <a:lnTo>
                  <a:pt x="1205963" y="248079"/>
                </a:lnTo>
                <a:lnTo>
                  <a:pt x="1193556" y="251289"/>
                </a:lnTo>
                <a:lnTo>
                  <a:pt x="1181227" y="254585"/>
                </a:lnTo>
                <a:lnTo>
                  <a:pt x="1191542" y="247030"/>
                </a:lnTo>
                <a:lnTo>
                  <a:pt x="1201778" y="239458"/>
                </a:lnTo>
                <a:lnTo>
                  <a:pt x="1211957" y="231880"/>
                </a:lnTo>
                <a:lnTo>
                  <a:pt x="1222104" y="224304"/>
                </a:lnTo>
                <a:lnTo>
                  <a:pt x="1232244" y="216741"/>
                </a:lnTo>
                <a:lnTo>
                  <a:pt x="1248826" y="210366"/>
                </a:lnTo>
                <a:lnTo>
                  <a:pt x="1261317" y="207286"/>
                </a:lnTo>
                <a:lnTo>
                  <a:pt x="1273819" y="204447"/>
                </a:lnTo>
                <a:lnTo>
                  <a:pt x="1286332" y="201847"/>
                </a:lnTo>
                <a:lnTo>
                  <a:pt x="1298854" y="199483"/>
                </a:lnTo>
                <a:lnTo>
                  <a:pt x="1311387" y="197352"/>
                </a:lnTo>
                <a:lnTo>
                  <a:pt x="1323930" y="195450"/>
                </a:lnTo>
                <a:lnTo>
                  <a:pt x="1336484" y="193775"/>
                </a:lnTo>
                <a:lnTo>
                  <a:pt x="1349048" y="192324"/>
                </a:lnTo>
                <a:lnTo>
                  <a:pt x="1361622" y="191094"/>
                </a:lnTo>
                <a:lnTo>
                  <a:pt x="1374206" y="190082"/>
                </a:lnTo>
                <a:lnTo>
                  <a:pt x="1386801" y="189284"/>
                </a:lnTo>
                <a:lnTo>
                  <a:pt x="1388745" y="189180"/>
                </a:lnTo>
                <a:lnTo>
                  <a:pt x="1392046" y="188799"/>
                </a:lnTo>
                <a:lnTo>
                  <a:pt x="1392808" y="183719"/>
                </a:lnTo>
                <a:lnTo>
                  <a:pt x="1376889" y="181533"/>
                </a:lnTo>
                <a:lnTo>
                  <a:pt x="1364271" y="180887"/>
                </a:lnTo>
                <a:lnTo>
                  <a:pt x="1351661" y="180760"/>
                </a:lnTo>
                <a:lnTo>
                  <a:pt x="1339066" y="181144"/>
                </a:lnTo>
                <a:lnTo>
                  <a:pt x="1326493" y="182034"/>
                </a:lnTo>
                <a:lnTo>
                  <a:pt x="1313949" y="183421"/>
                </a:lnTo>
                <a:lnTo>
                  <a:pt x="1301442" y="185301"/>
                </a:lnTo>
                <a:lnTo>
                  <a:pt x="1288980" y="187665"/>
                </a:lnTo>
                <a:lnTo>
                  <a:pt x="1276570" y="190507"/>
                </a:lnTo>
                <a:lnTo>
                  <a:pt x="1264219" y="193821"/>
                </a:lnTo>
                <a:lnTo>
                  <a:pt x="1263142" y="194133"/>
                </a:lnTo>
                <a:lnTo>
                  <a:pt x="1267714" y="190704"/>
                </a:lnTo>
                <a:lnTo>
                  <a:pt x="1272540" y="187275"/>
                </a:lnTo>
                <a:lnTo>
                  <a:pt x="1276984" y="183719"/>
                </a:lnTo>
                <a:lnTo>
                  <a:pt x="1289547" y="180334"/>
                </a:lnTo>
                <a:lnTo>
                  <a:pt x="1295145" y="133554"/>
                </a:lnTo>
                <a:lnTo>
                  <a:pt x="1300814" y="122167"/>
                </a:lnTo>
                <a:lnTo>
                  <a:pt x="1306271" y="110652"/>
                </a:lnTo>
                <a:lnTo>
                  <a:pt x="1311513" y="99021"/>
                </a:lnTo>
                <a:lnTo>
                  <a:pt x="1316536" y="87288"/>
                </a:lnTo>
                <a:lnTo>
                  <a:pt x="1321334" y="75463"/>
                </a:lnTo>
                <a:lnTo>
                  <a:pt x="1325905" y="63560"/>
                </a:lnTo>
                <a:lnTo>
                  <a:pt x="1330242" y="51591"/>
                </a:lnTo>
                <a:lnTo>
                  <a:pt x="1334343" y="39569"/>
                </a:lnTo>
                <a:lnTo>
                  <a:pt x="1338203" y="27504"/>
                </a:lnTo>
                <a:lnTo>
                  <a:pt x="1341817" y="15411"/>
                </a:lnTo>
                <a:lnTo>
                  <a:pt x="1342390" y="13412"/>
                </a:lnTo>
                <a:lnTo>
                  <a:pt x="1347724" y="11888"/>
                </a:lnTo>
                <a:lnTo>
                  <a:pt x="1353184" y="10110"/>
                </a:lnTo>
                <a:lnTo>
                  <a:pt x="1358519" y="8586"/>
                </a:lnTo>
                <a:lnTo>
                  <a:pt x="1353976" y="20811"/>
                </a:lnTo>
                <a:lnTo>
                  <a:pt x="1349518" y="32872"/>
                </a:lnTo>
                <a:lnTo>
                  <a:pt x="1344897" y="44188"/>
                </a:lnTo>
                <a:lnTo>
                  <a:pt x="1344803" y="44400"/>
                </a:lnTo>
                <a:lnTo>
                  <a:pt x="1348615" y="68367"/>
                </a:lnTo>
                <a:lnTo>
                  <a:pt x="1351153" y="62180"/>
                </a:lnTo>
                <a:lnTo>
                  <a:pt x="1355759" y="51217"/>
                </a:lnTo>
                <a:lnTo>
                  <a:pt x="1360625" y="39527"/>
                </a:lnTo>
                <a:lnTo>
                  <a:pt x="1365406" y="27370"/>
                </a:lnTo>
                <a:lnTo>
                  <a:pt x="1369757" y="15008"/>
                </a:lnTo>
                <a:lnTo>
                  <a:pt x="1372996" y="4014"/>
                </a:lnTo>
                <a:lnTo>
                  <a:pt x="1378204" y="2871"/>
                </a:lnTo>
                <a:lnTo>
                  <a:pt x="1384045" y="839"/>
                </a:lnTo>
                <a:lnTo>
                  <a:pt x="1389633" y="-684"/>
                </a:lnTo>
                <a:lnTo>
                  <a:pt x="1383320" y="10244"/>
                </a:lnTo>
                <a:lnTo>
                  <a:pt x="1377222" y="21384"/>
                </a:lnTo>
                <a:lnTo>
                  <a:pt x="1371338" y="32702"/>
                </a:lnTo>
                <a:lnTo>
                  <a:pt x="1365668" y="44167"/>
                </a:lnTo>
                <a:lnTo>
                  <a:pt x="1360209" y="55746"/>
                </a:lnTo>
                <a:lnTo>
                  <a:pt x="1354962" y="67406"/>
                </a:lnTo>
                <a:lnTo>
                  <a:pt x="1351788" y="97232"/>
                </a:lnTo>
                <a:lnTo>
                  <a:pt x="1358085" y="86335"/>
                </a:lnTo>
                <a:lnTo>
                  <a:pt x="1364267" y="75264"/>
                </a:lnTo>
                <a:lnTo>
                  <a:pt x="1370306" y="64039"/>
                </a:lnTo>
                <a:lnTo>
                  <a:pt x="1376173" y="52679"/>
                </a:lnTo>
                <a:lnTo>
                  <a:pt x="1381841" y="41205"/>
                </a:lnTo>
                <a:lnTo>
                  <a:pt x="1387280" y="29636"/>
                </a:lnTo>
                <a:lnTo>
                  <a:pt x="1392464" y="17991"/>
                </a:lnTo>
                <a:lnTo>
                  <a:pt x="1397363" y="6290"/>
                </a:lnTo>
                <a:lnTo>
                  <a:pt x="1401445" y="-4113"/>
                </a:lnTo>
                <a:lnTo>
                  <a:pt x="1408683" y="-6272"/>
                </a:lnTo>
                <a:lnTo>
                  <a:pt x="1415415" y="-8304"/>
                </a:lnTo>
                <a:lnTo>
                  <a:pt x="1422400" y="-10336"/>
                </a:lnTo>
                <a:lnTo>
                  <a:pt x="1415573" y="0"/>
                </a:lnTo>
                <a:lnTo>
                  <a:pt x="1410068" y="36240"/>
                </a:lnTo>
                <a:lnTo>
                  <a:pt x="1415391" y="24676"/>
                </a:lnTo>
                <a:lnTo>
                  <a:pt x="1420568" y="13047"/>
                </a:lnTo>
                <a:lnTo>
                  <a:pt x="1425325" y="1266"/>
                </a:lnTo>
                <a:lnTo>
                  <a:pt x="1429387" y="-10758"/>
                </a:lnTo>
                <a:lnTo>
                  <a:pt x="1429893" y="-12495"/>
                </a:lnTo>
                <a:lnTo>
                  <a:pt x="1433449" y="-13638"/>
                </a:lnTo>
                <a:lnTo>
                  <a:pt x="1437005" y="-14781"/>
                </a:lnTo>
                <a:lnTo>
                  <a:pt x="1441069" y="-15670"/>
                </a:lnTo>
                <a:lnTo>
                  <a:pt x="1435103" y="-4521"/>
                </a:lnTo>
                <a:lnTo>
                  <a:pt x="1428968" y="6585"/>
                </a:lnTo>
                <a:lnTo>
                  <a:pt x="1422716" y="17661"/>
                </a:lnTo>
                <a:lnTo>
                  <a:pt x="1416402" y="28714"/>
                </a:lnTo>
                <a:lnTo>
                  <a:pt x="1410080" y="39753"/>
                </a:lnTo>
                <a:lnTo>
                  <a:pt x="1406779" y="45543"/>
                </a:lnTo>
                <a:lnTo>
                  <a:pt x="1404746" y="48464"/>
                </a:lnTo>
                <a:lnTo>
                  <a:pt x="1406017" y="51004"/>
                </a:lnTo>
                <a:lnTo>
                  <a:pt x="1409319" y="52147"/>
                </a:lnTo>
                <a:lnTo>
                  <a:pt x="1412367" y="50115"/>
                </a:lnTo>
                <a:lnTo>
                  <a:pt x="1419763" y="39924"/>
                </a:lnTo>
                <a:lnTo>
                  <a:pt x="1426674" y="29314"/>
                </a:lnTo>
                <a:lnTo>
                  <a:pt x="1433137" y="18350"/>
                </a:lnTo>
                <a:lnTo>
                  <a:pt x="1439187" y="7096"/>
                </a:lnTo>
                <a:lnTo>
                  <a:pt x="1444864" y="-4382"/>
                </a:lnTo>
                <a:lnTo>
                  <a:pt x="1450202" y="-16021"/>
                </a:lnTo>
                <a:lnTo>
                  <a:pt x="1451609" y="-19226"/>
                </a:lnTo>
                <a:lnTo>
                  <a:pt x="1463753" y="-22928"/>
                </a:lnTo>
                <a:lnTo>
                  <a:pt x="1475884" y="-26686"/>
                </a:lnTo>
                <a:lnTo>
                  <a:pt x="1488000" y="-30505"/>
                </a:lnTo>
                <a:lnTo>
                  <a:pt x="1500098" y="-34390"/>
                </a:lnTo>
                <a:lnTo>
                  <a:pt x="1512172" y="-38347"/>
                </a:lnTo>
                <a:lnTo>
                  <a:pt x="1524221" y="-42380"/>
                </a:lnTo>
                <a:lnTo>
                  <a:pt x="1536240" y="-46495"/>
                </a:lnTo>
                <a:lnTo>
                  <a:pt x="1548226" y="-50697"/>
                </a:lnTo>
                <a:lnTo>
                  <a:pt x="1560176" y="-54992"/>
                </a:lnTo>
                <a:lnTo>
                  <a:pt x="1566545" y="-57326"/>
                </a:lnTo>
                <a:lnTo>
                  <a:pt x="1556144" y="-49997"/>
                </a:lnTo>
                <a:lnTo>
                  <a:pt x="1545756" y="-42652"/>
                </a:lnTo>
                <a:lnTo>
                  <a:pt x="1535382" y="-35292"/>
                </a:lnTo>
                <a:lnTo>
                  <a:pt x="1525020" y="-27920"/>
                </a:lnTo>
                <a:lnTo>
                  <a:pt x="1514669" y="-20536"/>
                </a:lnTo>
                <a:lnTo>
                  <a:pt x="1504329" y="-13142"/>
                </a:lnTo>
                <a:lnTo>
                  <a:pt x="1494000" y="-5739"/>
                </a:lnTo>
                <a:lnTo>
                  <a:pt x="1483679" y="1670"/>
                </a:lnTo>
                <a:lnTo>
                  <a:pt x="1473368" y="9086"/>
                </a:lnTo>
                <a:lnTo>
                  <a:pt x="1463064" y="16507"/>
                </a:lnTo>
                <a:lnTo>
                  <a:pt x="1452768" y="23931"/>
                </a:lnTo>
                <a:lnTo>
                  <a:pt x="1442479" y="31356"/>
                </a:lnTo>
                <a:lnTo>
                  <a:pt x="1432195" y="38782"/>
                </a:lnTo>
                <a:lnTo>
                  <a:pt x="1421916" y="46207"/>
                </a:lnTo>
                <a:lnTo>
                  <a:pt x="1411642" y="53629"/>
                </a:lnTo>
                <a:lnTo>
                  <a:pt x="1401372" y="61047"/>
                </a:lnTo>
                <a:lnTo>
                  <a:pt x="1398396" y="63196"/>
                </a:lnTo>
                <a:lnTo>
                  <a:pt x="1404874" y="47829"/>
                </a:lnTo>
                <a:lnTo>
                  <a:pt x="1403626" y="22568"/>
                </a:lnTo>
                <a:lnTo>
                  <a:pt x="1398191" y="34307"/>
                </a:lnTo>
                <a:lnTo>
                  <a:pt x="1392596" y="46760"/>
                </a:lnTo>
                <a:lnTo>
                  <a:pt x="1387568" y="58427"/>
                </a:lnTo>
                <a:lnTo>
                  <a:pt x="1382880" y="70295"/>
                </a:lnTo>
                <a:lnTo>
                  <a:pt x="1382268" y="105741"/>
                </a:lnTo>
                <a:lnTo>
                  <a:pt x="1392394" y="98019"/>
                </a:lnTo>
                <a:lnTo>
                  <a:pt x="1402527" y="90337"/>
                </a:lnTo>
                <a:lnTo>
                  <a:pt x="1412658" y="82677"/>
                </a:lnTo>
                <a:lnTo>
                  <a:pt x="1422780" y="75021"/>
                </a:lnTo>
                <a:lnTo>
                  <a:pt x="1432883" y="67350"/>
                </a:lnTo>
                <a:lnTo>
                  <a:pt x="1442962" y="59647"/>
                </a:lnTo>
                <a:lnTo>
                  <a:pt x="1453006" y="51894"/>
                </a:lnTo>
                <a:lnTo>
                  <a:pt x="1455293" y="50115"/>
                </a:lnTo>
                <a:lnTo>
                  <a:pt x="1465150" y="42709"/>
                </a:lnTo>
                <a:lnTo>
                  <a:pt x="1475234" y="35351"/>
                </a:lnTo>
                <a:lnTo>
                  <a:pt x="1485502" y="28018"/>
                </a:lnTo>
                <a:lnTo>
                  <a:pt x="1495907" y="20691"/>
                </a:lnTo>
                <a:lnTo>
                  <a:pt x="1506405" y="13348"/>
                </a:lnTo>
                <a:lnTo>
                  <a:pt x="1516951" y="5969"/>
                </a:lnTo>
                <a:lnTo>
                  <a:pt x="1527501" y="-1467"/>
                </a:lnTo>
                <a:lnTo>
                  <a:pt x="1538010" y="-8982"/>
                </a:lnTo>
                <a:lnTo>
                  <a:pt x="1548432" y="-16597"/>
                </a:lnTo>
                <a:lnTo>
                  <a:pt x="1558723" y="-24332"/>
                </a:lnTo>
                <a:lnTo>
                  <a:pt x="1568838" y="-32209"/>
                </a:lnTo>
                <a:lnTo>
                  <a:pt x="1578732" y="-40247"/>
                </a:lnTo>
                <a:lnTo>
                  <a:pt x="1588361" y="-48469"/>
                </a:lnTo>
                <a:lnTo>
                  <a:pt x="1597679" y="-56895"/>
                </a:lnTo>
                <a:lnTo>
                  <a:pt x="1606295" y="-65200"/>
                </a:lnTo>
                <a:lnTo>
                  <a:pt x="1612519" y="-71550"/>
                </a:lnTo>
                <a:lnTo>
                  <a:pt x="1617218" y="-75995"/>
                </a:lnTo>
                <a:lnTo>
                  <a:pt x="1620139" y="-78662"/>
                </a:lnTo>
                <a:lnTo>
                  <a:pt x="1623314" y="-79932"/>
                </a:lnTo>
                <a:lnTo>
                  <a:pt x="1624838" y="-80821"/>
                </a:lnTo>
                <a:lnTo>
                  <a:pt x="1619783" y="-74078"/>
                </a:lnTo>
                <a:lnTo>
                  <a:pt x="1612087" y="-64333"/>
                </a:lnTo>
                <a:lnTo>
                  <a:pt x="1602916" y="-52815"/>
                </a:lnTo>
                <a:lnTo>
                  <a:pt x="1593435" y="-40751"/>
                </a:lnTo>
                <a:lnTo>
                  <a:pt x="1584811" y="-29369"/>
                </a:lnTo>
                <a:lnTo>
                  <a:pt x="1578211" y="-19899"/>
                </a:lnTo>
                <a:lnTo>
                  <a:pt x="1571047" y="-8200"/>
                </a:lnTo>
                <a:lnTo>
                  <a:pt x="1564695" y="2488"/>
                </a:lnTo>
                <a:lnTo>
                  <a:pt x="1558394" y="13322"/>
                </a:lnTo>
                <a:lnTo>
                  <a:pt x="1552127" y="24279"/>
                </a:lnTo>
                <a:lnTo>
                  <a:pt x="1545877" y="35335"/>
                </a:lnTo>
                <a:lnTo>
                  <a:pt x="1539628" y="46466"/>
                </a:lnTo>
                <a:lnTo>
                  <a:pt x="1533362" y="57648"/>
                </a:lnTo>
                <a:lnTo>
                  <a:pt x="1527064" y="68857"/>
                </a:lnTo>
                <a:lnTo>
                  <a:pt x="1536403" y="82655"/>
                </a:lnTo>
                <a:lnTo>
                  <a:pt x="1549285" y="60323"/>
                </a:lnTo>
                <a:lnTo>
                  <a:pt x="1562137" y="37922"/>
                </a:lnTo>
                <a:lnTo>
                  <a:pt x="1575069" y="15583"/>
                </a:lnTo>
                <a:lnTo>
                  <a:pt x="1588196" y="-6557"/>
                </a:lnTo>
                <a:lnTo>
                  <a:pt x="1601631" y="-28368"/>
                </a:lnTo>
                <a:lnTo>
                  <a:pt x="1615485" y="-49713"/>
                </a:lnTo>
                <a:lnTo>
                  <a:pt x="1629871" y="-70459"/>
                </a:lnTo>
                <a:lnTo>
                  <a:pt x="1644904" y="-90473"/>
                </a:lnTo>
                <a:lnTo>
                  <a:pt x="1647952" y="-91743"/>
                </a:lnTo>
                <a:lnTo>
                  <a:pt x="1649603" y="-92505"/>
                </a:lnTo>
                <a:lnTo>
                  <a:pt x="1652524" y="-94283"/>
                </a:lnTo>
                <a:lnTo>
                  <a:pt x="1653286" y="-97331"/>
                </a:lnTo>
                <a:lnTo>
                  <a:pt x="1652905" y="-100252"/>
                </a:lnTo>
                <a:lnTo>
                  <a:pt x="1654175" y="-101395"/>
                </a:lnTo>
                <a:lnTo>
                  <a:pt x="1657731" y="-105713"/>
                </a:lnTo>
                <a:lnTo>
                  <a:pt x="1656207" y="-112952"/>
                </a:lnTo>
                <a:lnTo>
                  <a:pt x="1652524" y="-114222"/>
                </a:lnTo>
                <a:lnTo>
                  <a:pt x="1649603" y="-114476"/>
                </a:lnTo>
                <a:lnTo>
                  <a:pt x="1647952" y="-113079"/>
                </a:lnTo>
                <a:lnTo>
                  <a:pt x="1637721" y="-105251"/>
                </a:lnTo>
                <a:lnTo>
                  <a:pt x="1627505" y="-97839"/>
                </a:lnTo>
                <a:lnTo>
                  <a:pt x="1615143" y="-93423"/>
                </a:lnTo>
                <a:lnTo>
                  <a:pt x="1602750" y="-89087"/>
                </a:lnTo>
                <a:lnTo>
                  <a:pt x="1590326" y="-84824"/>
                </a:lnTo>
                <a:lnTo>
                  <a:pt x="1577874" y="-80629"/>
                </a:lnTo>
                <a:lnTo>
                  <a:pt x="1565396" y="-76495"/>
                </a:lnTo>
                <a:lnTo>
                  <a:pt x="1552893" y="-72416"/>
                </a:lnTo>
                <a:lnTo>
                  <a:pt x="1540368" y="-68387"/>
                </a:lnTo>
                <a:lnTo>
                  <a:pt x="1527823" y="-64400"/>
                </a:lnTo>
                <a:lnTo>
                  <a:pt x="1515259" y="-60451"/>
                </a:lnTo>
                <a:lnTo>
                  <a:pt x="1502679" y="-56532"/>
                </a:lnTo>
                <a:lnTo>
                  <a:pt x="1490085" y="-52638"/>
                </a:lnTo>
                <a:lnTo>
                  <a:pt x="1477479" y="-48763"/>
                </a:lnTo>
                <a:lnTo>
                  <a:pt x="1464862" y="-44900"/>
                </a:lnTo>
                <a:lnTo>
                  <a:pt x="1452237" y="-41044"/>
                </a:lnTo>
                <a:lnTo>
                  <a:pt x="1439606" y="-37188"/>
                </a:lnTo>
                <a:lnTo>
                  <a:pt x="1426970" y="-33327"/>
                </a:lnTo>
                <a:lnTo>
                  <a:pt x="1414333" y="-29454"/>
                </a:lnTo>
                <a:lnTo>
                  <a:pt x="1401695" y="-25562"/>
                </a:lnTo>
                <a:lnTo>
                  <a:pt x="1389058" y="-21647"/>
                </a:lnTo>
                <a:lnTo>
                  <a:pt x="1376426" y="-17702"/>
                </a:lnTo>
                <a:lnTo>
                  <a:pt x="1376807" y="-21258"/>
                </a:lnTo>
                <a:lnTo>
                  <a:pt x="1373758" y="-20369"/>
                </a:lnTo>
                <a:lnTo>
                  <a:pt x="1370457" y="-16051"/>
                </a:lnTo>
                <a:lnTo>
                  <a:pt x="1350000" y="-9410"/>
                </a:lnTo>
                <a:lnTo>
                  <a:pt x="1329596" y="-2611"/>
                </a:lnTo>
                <a:lnTo>
                  <a:pt x="1309253" y="4374"/>
                </a:lnTo>
                <a:lnTo>
                  <a:pt x="1288982" y="11577"/>
                </a:lnTo>
                <a:lnTo>
                  <a:pt x="1268793" y="19028"/>
                </a:lnTo>
                <a:lnTo>
                  <a:pt x="1248695" y="26756"/>
                </a:lnTo>
                <a:lnTo>
                  <a:pt x="1228698" y="34791"/>
                </a:lnTo>
                <a:lnTo>
                  <a:pt x="1208813" y="43163"/>
                </a:lnTo>
                <a:lnTo>
                  <a:pt x="1189049" y="51902"/>
                </a:lnTo>
                <a:lnTo>
                  <a:pt x="1169415" y="61037"/>
                </a:lnTo>
                <a:lnTo>
                  <a:pt x="1149923" y="70600"/>
                </a:lnTo>
                <a:lnTo>
                  <a:pt x="1130582" y="80619"/>
                </a:lnTo>
                <a:lnTo>
                  <a:pt x="1111401" y="91124"/>
                </a:lnTo>
                <a:lnTo>
                  <a:pt x="1092392" y="102146"/>
                </a:lnTo>
                <a:lnTo>
                  <a:pt x="1073562" y="113714"/>
                </a:lnTo>
                <a:lnTo>
                  <a:pt x="1054923" y="125859"/>
                </a:lnTo>
                <a:lnTo>
                  <a:pt x="1036485" y="138610"/>
                </a:lnTo>
                <a:lnTo>
                  <a:pt x="1018257" y="151997"/>
                </a:lnTo>
                <a:lnTo>
                  <a:pt x="1000249" y="166049"/>
                </a:lnTo>
                <a:lnTo>
                  <a:pt x="982472" y="180798"/>
                </a:lnTo>
                <a:lnTo>
                  <a:pt x="962892" y="197623"/>
                </a:lnTo>
                <a:lnTo>
                  <a:pt x="953142" y="206023"/>
                </a:lnTo>
                <a:lnTo>
                  <a:pt x="943402" y="214393"/>
                </a:lnTo>
                <a:lnTo>
                  <a:pt x="933660" y="222721"/>
                </a:lnTo>
                <a:lnTo>
                  <a:pt x="923905" y="230990"/>
                </a:lnTo>
                <a:lnTo>
                  <a:pt x="914123" y="239187"/>
                </a:lnTo>
                <a:lnTo>
                  <a:pt x="904302" y="247297"/>
                </a:lnTo>
                <a:lnTo>
                  <a:pt x="894431" y="255304"/>
                </a:lnTo>
                <a:lnTo>
                  <a:pt x="884498" y="263195"/>
                </a:lnTo>
                <a:lnTo>
                  <a:pt x="874489" y="270955"/>
                </a:lnTo>
                <a:lnTo>
                  <a:pt x="864393" y="278568"/>
                </a:lnTo>
                <a:lnTo>
                  <a:pt x="854198" y="286020"/>
                </a:lnTo>
                <a:lnTo>
                  <a:pt x="843892" y="293297"/>
                </a:lnTo>
                <a:lnTo>
                  <a:pt x="833461" y="300384"/>
                </a:lnTo>
                <a:lnTo>
                  <a:pt x="822895" y="307265"/>
                </a:lnTo>
                <a:lnTo>
                  <a:pt x="812182" y="313927"/>
                </a:lnTo>
                <a:lnTo>
                  <a:pt x="801308" y="320355"/>
                </a:lnTo>
                <a:lnTo>
                  <a:pt x="784769" y="329614"/>
                </a:lnTo>
                <a:lnTo>
                  <a:pt x="773616" y="335759"/>
                </a:lnTo>
                <a:lnTo>
                  <a:pt x="762449" y="341858"/>
                </a:lnTo>
                <a:lnTo>
                  <a:pt x="751271" y="347917"/>
                </a:lnTo>
                <a:lnTo>
                  <a:pt x="740081" y="353940"/>
                </a:lnTo>
                <a:lnTo>
                  <a:pt x="728882" y="359930"/>
                </a:lnTo>
                <a:lnTo>
                  <a:pt x="717675" y="365894"/>
                </a:lnTo>
                <a:lnTo>
                  <a:pt x="706461" y="371835"/>
                </a:lnTo>
                <a:lnTo>
                  <a:pt x="695241" y="377757"/>
                </a:lnTo>
                <a:lnTo>
                  <a:pt x="684016" y="383666"/>
                </a:lnTo>
                <a:lnTo>
                  <a:pt x="672788" y="389566"/>
                </a:lnTo>
                <a:lnTo>
                  <a:pt x="661558" y="395462"/>
                </a:lnTo>
                <a:lnTo>
                  <a:pt x="650326" y="401357"/>
                </a:lnTo>
                <a:lnTo>
                  <a:pt x="639095" y="407257"/>
                </a:lnTo>
                <a:lnTo>
                  <a:pt x="627865" y="413166"/>
                </a:lnTo>
                <a:lnTo>
                  <a:pt x="616638" y="419089"/>
                </a:lnTo>
                <a:lnTo>
                  <a:pt x="605414" y="425029"/>
                </a:lnTo>
                <a:lnTo>
                  <a:pt x="603758" y="425908"/>
                </a:lnTo>
                <a:lnTo>
                  <a:pt x="593085" y="431418"/>
                </a:lnTo>
                <a:lnTo>
                  <a:pt x="582002" y="436898"/>
                </a:lnTo>
                <a:lnTo>
                  <a:pt x="570643" y="442448"/>
                </a:lnTo>
                <a:lnTo>
                  <a:pt x="559142" y="448169"/>
                </a:lnTo>
                <a:lnTo>
                  <a:pt x="547633" y="454163"/>
                </a:lnTo>
                <a:lnTo>
                  <a:pt x="536250" y="460529"/>
                </a:lnTo>
                <a:lnTo>
                  <a:pt x="525126" y="467368"/>
                </a:lnTo>
                <a:lnTo>
                  <a:pt x="514398" y="474781"/>
                </a:lnTo>
                <a:lnTo>
                  <a:pt x="504197" y="482869"/>
                </a:lnTo>
                <a:lnTo>
                  <a:pt x="494659" y="491732"/>
                </a:lnTo>
                <a:lnTo>
                  <a:pt x="485918" y="501472"/>
                </a:lnTo>
                <a:lnTo>
                  <a:pt x="478108" y="512188"/>
                </a:lnTo>
                <a:lnTo>
                  <a:pt x="470933" y="524755"/>
                </a:lnTo>
                <a:lnTo>
                  <a:pt x="466390" y="535335"/>
                </a:lnTo>
                <a:lnTo>
                  <a:pt x="463399" y="544627"/>
                </a:lnTo>
                <a:lnTo>
                  <a:pt x="461338" y="552614"/>
                </a:lnTo>
                <a:lnTo>
                  <a:pt x="459588" y="559278"/>
                </a:lnTo>
                <a:lnTo>
                  <a:pt x="457526" y="564602"/>
                </a:lnTo>
                <a:lnTo>
                  <a:pt x="454534" y="568569"/>
                </a:lnTo>
                <a:lnTo>
                  <a:pt x="449990" y="571161"/>
                </a:lnTo>
                <a:lnTo>
                  <a:pt x="443273" y="572360"/>
                </a:lnTo>
                <a:lnTo>
                  <a:pt x="433764" y="572151"/>
                </a:lnTo>
                <a:lnTo>
                  <a:pt x="420841" y="570515"/>
                </a:lnTo>
                <a:lnTo>
                  <a:pt x="415798" y="569672"/>
                </a:lnTo>
                <a:lnTo>
                  <a:pt x="411480" y="569291"/>
                </a:lnTo>
                <a:lnTo>
                  <a:pt x="407924" y="574498"/>
                </a:lnTo>
                <a:lnTo>
                  <a:pt x="407035" y="578562"/>
                </a:lnTo>
                <a:lnTo>
                  <a:pt x="403385" y="594130"/>
                </a:lnTo>
                <a:lnTo>
                  <a:pt x="398447" y="608926"/>
                </a:lnTo>
                <a:lnTo>
                  <a:pt x="392377" y="623043"/>
                </a:lnTo>
                <a:lnTo>
                  <a:pt x="385334" y="636569"/>
                </a:lnTo>
                <a:lnTo>
                  <a:pt x="377473" y="649595"/>
                </a:lnTo>
                <a:lnTo>
                  <a:pt x="368953" y="662211"/>
                </a:lnTo>
                <a:lnTo>
                  <a:pt x="359931" y="674509"/>
                </a:lnTo>
                <a:lnTo>
                  <a:pt x="350563" y="686577"/>
                </a:lnTo>
                <a:lnTo>
                  <a:pt x="341008" y="698507"/>
                </a:lnTo>
                <a:lnTo>
                  <a:pt x="331422" y="710388"/>
                </a:lnTo>
                <a:lnTo>
                  <a:pt x="321963" y="722311"/>
                </a:lnTo>
                <a:lnTo>
                  <a:pt x="312787" y="734367"/>
                </a:lnTo>
                <a:lnTo>
                  <a:pt x="304053" y="746645"/>
                </a:lnTo>
                <a:lnTo>
                  <a:pt x="295918" y="759235"/>
                </a:lnTo>
                <a:lnTo>
                  <a:pt x="288538" y="772229"/>
                </a:lnTo>
                <a:lnTo>
                  <a:pt x="282071" y="785716"/>
                </a:lnTo>
                <a:lnTo>
                  <a:pt x="276674" y="799787"/>
                </a:lnTo>
                <a:lnTo>
                  <a:pt x="272505" y="814532"/>
                </a:lnTo>
                <a:lnTo>
                  <a:pt x="269720" y="830041"/>
                </a:lnTo>
                <a:lnTo>
                  <a:pt x="268478" y="846405"/>
                </a:lnTo>
                <a:lnTo>
                  <a:pt x="268478" y="849453"/>
                </a:lnTo>
                <a:lnTo>
                  <a:pt x="270510" y="853517"/>
                </a:lnTo>
                <a:lnTo>
                  <a:pt x="256350" y="867512"/>
                </a:lnTo>
                <a:lnTo>
                  <a:pt x="242291" y="881643"/>
                </a:lnTo>
                <a:lnTo>
                  <a:pt x="228330" y="895902"/>
                </a:lnTo>
                <a:lnTo>
                  <a:pt x="214462" y="910286"/>
                </a:lnTo>
                <a:lnTo>
                  <a:pt x="200683" y="924788"/>
                </a:lnTo>
                <a:lnTo>
                  <a:pt x="186990" y="939402"/>
                </a:lnTo>
                <a:lnTo>
                  <a:pt x="173380" y="954123"/>
                </a:lnTo>
                <a:lnTo>
                  <a:pt x="159847" y="968945"/>
                </a:lnTo>
                <a:lnTo>
                  <a:pt x="146388" y="983862"/>
                </a:lnTo>
                <a:lnTo>
                  <a:pt x="133000" y="998869"/>
                </a:lnTo>
                <a:lnTo>
                  <a:pt x="119679" y="1013959"/>
                </a:lnTo>
                <a:lnTo>
                  <a:pt x="106420" y="1029128"/>
                </a:lnTo>
                <a:lnTo>
                  <a:pt x="93221" y="1044369"/>
                </a:lnTo>
                <a:lnTo>
                  <a:pt x="80077" y="1059676"/>
                </a:lnTo>
                <a:lnTo>
                  <a:pt x="66984" y="1075045"/>
                </a:lnTo>
                <a:lnTo>
                  <a:pt x="53939" y="1090469"/>
                </a:lnTo>
                <a:lnTo>
                  <a:pt x="40938" y="1105942"/>
                </a:lnTo>
                <a:lnTo>
                  <a:pt x="27976" y="1121459"/>
                </a:lnTo>
                <a:lnTo>
                  <a:pt x="15051" y="1137015"/>
                </a:lnTo>
                <a:lnTo>
                  <a:pt x="2159" y="1152602"/>
                </a:lnTo>
                <a:lnTo>
                  <a:pt x="0" y="1155396"/>
                </a:lnTo>
                <a:lnTo>
                  <a:pt x="1269" y="1159206"/>
                </a:lnTo>
                <a:lnTo>
                  <a:pt x="4444" y="1160349"/>
                </a:lnTo>
                <a:lnTo>
                  <a:pt x="6858" y="1158952"/>
                </a:lnTo>
                <a:lnTo>
                  <a:pt x="20148" y="1144720"/>
                </a:lnTo>
                <a:lnTo>
                  <a:pt x="33427" y="1130488"/>
                </a:lnTo>
                <a:lnTo>
                  <a:pt x="46701" y="1116263"/>
                </a:lnTo>
                <a:lnTo>
                  <a:pt x="59973" y="1102051"/>
                </a:lnTo>
                <a:lnTo>
                  <a:pt x="73249" y="1087858"/>
                </a:lnTo>
                <a:lnTo>
                  <a:pt x="86533" y="1073690"/>
                </a:lnTo>
                <a:lnTo>
                  <a:pt x="99829" y="1059554"/>
                </a:lnTo>
                <a:lnTo>
                  <a:pt x="113143" y="1045455"/>
                </a:lnTo>
                <a:lnTo>
                  <a:pt x="126479" y="1031400"/>
                </a:lnTo>
                <a:lnTo>
                  <a:pt x="139842" y="1017395"/>
                </a:lnTo>
                <a:lnTo>
                  <a:pt x="153237" y="1003446"/>
                </a:lnTo>
                <a:lnTo>
                  <a:pt x="166667" y="989560"/>
                </a:lnTo>
                <a:lnTo>
                  <a:pt x="180138" y="975742"/>
                </a:lnTo>
                <a:lnTo>
                  <a:pt x="193655" y="961999"/>
                </a:lnTo>
                <a:lnTo>
                  <a:pt x="207222" y="948337"/>
                </a:lnTo>
                <a:lnTo>
                  <a:pt x="220843" y="934762"/>
                </a:lnTo>
                <a:lnTo>
                  <a:pt x="234524" y="921280"/>
                </a:lnTo>
                <a:lnTo>
                  <a:pt x="248269" y="907898"/>
                </a:lnTo>
                <a:lnTo>
                  <a:pt x="262083" y="894622"/>
                </a:lnTo>
                <a:lnTo>
                  <a:pt x="275971" y="881457"/>
                </a:lnTo>
                <a:lnTo>
                  <a:pt x="282575" y="883489"/>
                </a:lnTo>
                <a:lnTo>
                  <a:pt x="285496" y="839039"/>
                </a:lnTo>
                <a:lnTo>
                  <a:pt x="286788" y="825373"/>
                </a:lnTo>
                <a:lnTo>
                  <a:pt x="289332" y="812338"/>
                </a:lnTo>
                <a:lnTo>
                  <a:pt x="293006" y="799875"/>
                </a:lnTo>
                <a:lnTo>
                  <a:pt x="297689" y="787927"/>
                </a:lnTo>
                <a:lnTo>
                  <a:pt x="303259" y="776435"/>
                </a:lnTo>
                <a:lnTo>
                  <a:pt x="309594" y="765343"/>
                </a:lnTo>
                <a:lnTo>
                  <a:pt x="316573" y="754592"/>
                </a:lnTo>
                <a:lnTo>
                  <a:pt x="324074" y="744124"/>
                </a:lnTo>
                <a:lnTo>
                  <a:pt x="331975" y="733882"/>
                </a:lnTo>
                <a:lnTo>
                  <a:pt x="340154" y="723807"/>
                </a:lnTo>
                <a:lnTo>
                  <a:pt x="348491" y="713843"/>
                </a:lnTo>
                <a:lnTo>
                  <a:pt x="356862" y="703930"/>
                </a:lnTo>
                <a:lnTo>
                  <a:pt x="365148" y="694012"/>
                </a:lnTo>
                <a:lnTo>
                  <a:pt x="373226" y="684031"/>
                </a:lnTo>
                <a:lnTo>
                  <a:pt x="380973" y="673928"/>
                </a:lnTo>
                <a:lnTo>
                  <a:pt x="388270" y="663645"/>
                </a:lnTo>
                <a:lnTo>
                  <a:pt x="391287" y="659080"/>
                </a:lnTo>
                <a:lnTo>
                  <a:pt x="399347" y="645539"/>
                </a:lnTo>
                <a:lnTo>
                  <a:pt x="405570" y="633538"/>
                </a:lnTo>
                <a:lnTo>
                  <a:pt x="410583" y="623113"/>
                </a:lnTo>
                <a:lnTo>
                  <a:pt x="415013" y="614299"/>
                </a:lnTo>
                <a:lnTo>
                  <a:pt x="419488" y="607131"/>
                </a:lnTo>
                <a:lnTo>
                  <a:pt x="424633" y="601644"/>
                </a:lnTo>
                <a:lnTo>
                  <a:pt x="431076" y="597873"/>
                </a:lnTo>
                <a:lnTo>
                  <a:pt x="439445" y="595852"/>
                </a:lnTo>
                <a:lnTo>
                  <a:pt x="450365" y="595618"/>
                </a:lnTo>
                <a:lnTo>
                  <a:pt x="464465" y="597205"/>
                </a:lnTo>
                <a:lnTo>
                  <a:pt x="469138" y="597993"/>
                </a:lnTo>
                <a:lnTo>
                  <a:pt x="473837" y="598882"/>
                </a:lnTo>
                <a:lnTo>
                  <a:pt x="481203" y="594310"/>
                </a:lnTo>
                <a:lnTo>
                  <a:pt x="479806" y="587452"/>
                </a:lnTo>
                <a:lnTo>
                  <a:pt x="478169" y="573913"/>
                </a:lnTo>
                <a:lnTo>
                  <a:pt x="478875" y="560949"/>
                </a:lnTo>
                <a:lnTo>
                  <a:pt x="481722" y="548552"/>
                </a:lnTo>
                <a:lnTo>
                  <a:pt x="486506" y="536713"/>
                </a:lnTo>
                <a:lnTo>
                  <a:pt x="493023" y="525423"/>
                </a:lnTo>
                <a:lnTo>
                  <a:pt x="501071" y="514672"/>
                </a:lnTo>
                <a:lnTo>
                  <a:pt x="510445" y="504451"/>
                </a:lnTo>
                <a:lnTo>
                  <a:pt x="520943" y="494752"/>
                </a:lnTo>
                <a:lnTo>
                  <a:pt x="532361" y="485566"/>
                </a:lnTo>
                <a:lnTo>
                  <a:pt x="544496" y="476883"/>
                </a:lnTo>
                <a:lnTo>
                  <a:pt x="557144" y="468694"/>
                </a:lnTo>
                <a:lnTo>
                  <a:pt x="570103" y="460991"/>
                </a:lnTo>
                <a:lnTo>
                  <a:pt x="583167" y="453763"/>
                </a:lnTo>
                <a:lnTo>
                  <a:pt x="596136" y="447004"/>
                </a:lnTo>
                <a:lnTo>
                  <a:pt x="608804" y="440702"/>
                </a:lnTo>
                <a:lnTo>
                  <a:pt x="620969" y="434849"/>
                </a:lnTo>
                <a:lnTo>
                  <a:pt x="632427" y="429436"/>
                </a:lnTo>
                <a:lnTo>
                  <a:pt x="642974" y="424455"/>
                </a:lnTo>
                <a:lnTo>
                  <a:pt x="652409" y="419895"/>
                </a:lnTo>
                <a:lnTo>
                  <a:pt x="660527" y="415748"/>
                </a:lnTo>
                <a:lnTo>
                  <a:pt x="671716" y="409831"/>
                </a:lnTo>
                <a:lnTo>
                  <a:pt x="682929" y="403941"/>
                </a:lnTo>
                <a:lnTo>
                  <a:pt x="694159" y="398068"/>
                </a:lnTo>
                <a:lnTo>
                  <a:pt x="705401" y="392202"/>
                </a:lnTo>
                <a:lnTo>
                  <a:pt x="716649" y="386331"/>
                </a:lnTo>
                <a:lnTo>
                  <a:pt x="727897" y="380446"/>
                </a:lnTo>
                <a:lnTo>
                  <a:pt x="739140" y="374536"/>
                </a:lnTo>
                <a:lnTo>
                  <a:pt x="750372" y="368590"/>
                </a:lnTo>
                <a:lnTo>
                  <a:pt x="761587" y="362598"/>
                </a:lnTo>
                <a:lnTo>
                  <a:pt x="772780" y="356549"/>
                </a:lnTo>
                <a:lnTo>
                  <a:pt x="783945" y="350432"/>
                </a:lnTo>
                <a:lnTo>
                  <a:pt x="795076" y="344238"/>
                </a:lnTo>
                <a:lnTo>
                  <a:pt x="802259" y="340183"/>
                </a:lnTo>
                <a:lnTo>
                  <a:pt x="817306" y="331313"/>
                </a:lnTo>
                <a:lnTo>
                  <a:pt x="832066" y="321957"/>
                </a:lnTo>
                <a:lnTo>
                  <a:pt x="846567" y="312165"/>
                </a:lnTo>
                <a:lnTo>
                  <a:pt x="860839" y="301985"/>
                </a:lnTo>
                <a:lnTo>
                  <a:pt x="874912" y="291467"/>
                </a:lnTo>
                <a:lnTo>
                  <a:pt x="888817" y="280660"/>
                </a:lnTo>
                <a:lnTo>
                  <a:pt x="902582" y="269615"/>
                </a:lnTo>
                <a:lnTo>
                  <a:pt x="916237" y="258379"/>
                </a:lnTo>
                <a:lnTo>
                  <a:pt x="929813" y="247003"/>
                </a:lnTo>
                <a:lnTo>
                  <a:pt x="943340" y="235535"/>
                </a:lnTo>
                <a:lnTo>
                  <a:pt x="956846" y="224026"/>
                </a:lnTo>
                <a:lnTo>
                  <a:pt x="970362" y="212524"/>
                </a:lnTo>
                <a:lnTo>
                  <a:pt x="983917" y="201079"/>
                </a:lnTo>
                <a:lnTo>
                  <a:pt x="997542" y="189739"/>
                </a:lnTo>
                <a:lnTo>
                  <a:pt x="1011267" y="178556"/>
                </a:lnTo>
                <a:lnTo>
                  <a:pt x="1025120" y="167577"/>
                </a:lnTo>
                <a:lnTo>
                  <a:pt x="1039132" y="156852"/>
                </a:lnTo>
                <a:lnTo>
                  <a:pt x="1053333" y="146431"/>
                </a:lnTo>
                <a:lnTo>
                  <a:pt x="1067753" y="136362"/>
                </a:lnTo>
                <a:lnTo>
                  <a:pt x="1082421" y="126696"/>
                </a:lnTo>
                <a:lnTo>
                  <a:pt x="1094569" y="119093"/>
                </a:lnTo>
                <a:lnTo>
                  <a:pt x="1106782" y="111783"/>
                </a:lnTo>
                <a:lnTo>
                  <a:pt x="1119057" y="104752"/>
                </a:lnTo>
                <a:lnTo>
                  <a:pt x="1131391" y="97990"/>
                </a:lnTo>
                <a:lnTo>
                  <a:pt x="1143781" y="91483"/>
                </a:lnTo>
                <a:lnTo>
                  <a:pt x="1156226" y="85220"/>
                </a:lnTo>
                <a:lnTo>
                  <a:pt x="1168723" y="79188"/>
                </a:lnTo>
                <a:lnTo>
                  <a:pt x="1181269" y="73374"/>
                </a:lnTo>
                <a:lnTo>
                  <a:pt x="1193862" y="67768"/>
                </a:lnTo>
                <a:lnTo>
                  <a:pt x="1206499" y="62355"/>
                </a:lnTo>
                <a:lnTo>
                  <a:pt x="1219179" y="57124"/>
                </a:lnTo>
                <a:lnTo>
                  <a:pt x="1231897" y="52063"/>
                </a:lnTo>
                <a:lnTo>
                  <a:pt x="1244653" y="47159"/>
                </a:lnTo>
                <a:lnTo>
                  <a:pt x="1257443" y="42400"/>
                </a:lnTo>
                <a:lnTo>
                  <a:pt x="1270265" y="37774"/>
                </a:lnTo>
                <a:lnTo>
                  <a:pt x="1283117" y="33269"/>
                </a:lnTo>
                <a:lnTo>
                  <a:pt x="1295996" y="28872"/>
                </a:lnTo>
                <a:lnTo>
                  <a:pt x="1308899" y="24570"/>
                </a:lnTo>
                <a:lnTo>
                  <a:pt x="1321824" y="20353"/>
                </a:lnTo>
                <a:lnTo>
                  <a:pt x="1334770" y="16206"/>
                </a:lnTo>
                <a:lnTo>
                  <a:pt x="1329862" y="28037"/>
                </a:lnTo>
                <a:lnTo>
                  <a:pt x="1324863" y="39793"/>
                </a:lnTo>
                <a:lnTo>
                  <a:pt x="1319779" y="51480"/>
                </a:lnTo>
                <a:lnTo>
                  <a:pt x="1314616" y="63107"/>
                </a:lnTo>
                <a:lnTo>
                  <a:pt x="1309379" y="74678"/>
                </a:lnTo>
                <a:lnTo>
                  <a:pt x="1304075" y="86201"/>
                </a:lnTo>
                <a:lnTo>
                  <a:pt x="1298709" y="97683"/>
                </a:lnTo>
                <a:lnTo>
                  <a:pt x="1293287" y="109129"/>
                </a:lnTo>
                <a:lnTo>
                  <a:pt x="1287814" y="120548"/>
                </a:lnTo>
                <a:lnTo>
                  <a:pt x="1282298" y="131945"/>
                </a:lnTo>
                <a:lnTo>
                  <a:pt x="1276743" y="143327"/>
                </a:lnTo>
                <a:lnTo>
                  <a:pt x="1271155" y="154701"/>
                </a:lnTo>
                <a:lnTo>
                  <a:pt x="1259601" y="164729"/>
                </a:lnTo>
                <a:lnTo>
                  <a:pt x="1249308" y="172130"/>
                </a:lnTo>
                <a:lnTo>
                  <a:pt x="1249606" y="164926"/>
                </a:lnTo>
                <a:lnTo>
                  <a:pt x="1255055" y="153168"/>
                </a:lnTo>
                <a:lnTo>
                  <a:pt x="1259917" y="141361"/>
                </a:lnTo>
                <a:lnTo>
                  <a:pt x="1263650" y="131395"/>
                </a:lnTo>
                <a:lnTo>
                  <a:pt x="1263522" y="127585"/>
                </a:lnTo>
                <a:lnTo>
                  <a:pt x="1260602" y="126569"/>
                </a:lnTo>
                <a:lnTo>
                  <a:pt x="1258062" y="129490"/>
                </a:lnTo>
                <a:lnTo>
                  <a:pt x="1252739" y="141486"/>
                </a:lnTo>
                <a:lnTo>
                  <a:pt x="1246802" y="152796"/>
                </a:lnTo>
                <a:lnTo>
                  <a:pt x="1240475" y="163679"/>
                </a:lnTo>
                <a:lnTo>
                  <a:pt x="1233979" y="174391"/>
                </a:lnTo>
                <a:lnTo>
                  <a:pt x="1227537" y="185188"/>
                </a:lnTo>
                <a:lnTo>
                  <a:pt x="1225042" y="189561"/>
                </a:lnTo>
                <a:lnTo>
                  <a:pt x="1221232" y="192228"/>
                </a:lnTo>
                <a:lnTo>
                  <a:pt x="1227575" y="181251"/>
                </a:lnTo>
                <a:lnTo>
                  <a:pt x="1233860" y="170246"/>
                </a:lnTo>
                <a:lnTo>
                  <a:pt x="1240129" y="159226"/>
                </a:lnTo>
                <a:lnTo>
                  <a:pt x="1246428" y="148207"/>
                </a:lnTo>
                <a:lnTo>
                  <a:pt x="1252799" y="137200"/>
                </a:lnTo>
                <a:lnTo>
                  <a:pt x="1259288" y="126219"/>
                </a:lnTo>
                <a:lnTo>
                  <a:pt x="1261745" y="122378"/>
                </a:lnTo>
                <a:lnTo>
                  <a:pt x="1259967" y="119076"/>
                </a:lnTo>
                <a:lnTo>
                  <a:pt x="1256030" y="117806"/>
                </a:lnTo>
                <a:lnTo>
                  <a:pt x="1252982" y="120346"/>
                </a:lnTo>
                <a:lnTo>
                  <a:pt x="1246521" y="131145"/>
                </a:lnTo>
                <a:lnTo>
                  <a:pt x="1240027" y="141998"/>
                </a:lnTo>
                <a:lnTo>
                  <a:pt x="1233533" y="152906"/>
                </a:lnTo>
                <a:lnTo>
                  <a:pt x="1227071" y="163872"/>
                </a:lnTo>
                <a:lnTo>
                  <a:pt x="1220674" y="174897"/>
                </a:lnTo>
                <a:lnTo>
                  <a:pt x="1214374" y="185983"/>
                </a:lnTo>
                <a:lnTo>
                  <a:pt x="1208203" y="197131"/>
                </a:lnTo>
                <a:lnTo>
                  <a:pt x="1204341" y="204293"/>
                </a:lnTo>
                <a:lnTo>
                  <a:pt x="1200022" y="207595"/>
                </a:lnTo>
                <a:lnTo>
                  <a:pt x="1195324" y="210643"/>
                </a:lnTo>
                <a:lnTo>
                  <a:pt x="1191006" y="213945"/>
                </a:lnTo>
                <a:lnTo>
                  <a:pt x="1196768" y="202685"/>
                </a:lnTo>
                <a:lnTo>
                  <a:pt x="1202367" y="191358"/>
                </a:lnTo>
                <a:lnTo>
                  <a:pt x="1207820" y="179949"/>
                </a:lnTo>
                <a:lnTo>
                  <a:pt x="1213142" y="168445"/>
                </a:lnTo>
                <a:lnTo>
                  <a:pt x="1218351" y="156832"/>
                </a:lnTo>
                <a:lnTo>
                  <a:pt x="1223464" y="145096"/>
                </a:lnTo>
                <a:lnTo>
                  <a:pt x="1226058" y="139015"/>
                </a:lnTo>
                <a:lnTo>
                  <a:pt x="1225931" y="135967"/>
                </a:lnTo>
                <a:lnTo>
                  <a:pt x="1221994" y="135332"/>
                </a:lnTo>
                <a:lnTo>
                  <a:pt x="1219581" y="138507"/>
                </a:lnTo>
                <a:lnTo>
                  <a:pt x="1216659" y="142190"/>
                </a:lnTo>
                <a:lnTo>
                  <a:pt x="1216025" y="145111"/>
                </a:lnTo>
                <a:lnTo>
                  <a:pt x="1216787" y="146000"/>
                </a:lnTo>
                <a:lnTo>
                  <a:pt x="1211488" y="157496"/>
                </a:lnTo>
                <a:lnTo>
                  <a:pt x="1206055" y="168948"/>
                </a:lnTo>
                <a:lnTo>
                  <a:pt x="1200502" y="180359"/>
                </a:lnTo>
                <a:lnTo>
                  <a:pt x="1194845" y="191735"/>
                </a:lnTo>
                <a:lnTo>
                  <a:pt x="1189096" y="203081"/>
                </a:lnTo>
                <a:lnTo>
                  <a:pt x="1183272" y="214402"/>
                </a:lnTo>
                <a:lnTo>
                  <a:pt x="1178687" y="223216"/>
                </a:lnTo>
                <a:lnTo>
                  <a:pt x="1172083" y="227661"/>
                </a:lnTo>
                <a:lnTo>
                  <a:pt x="1165479" y="232487"/>
                </a:lnTo>
                <a:lnTo>
                  <a:pt x="1158875" y="236932"/>
                </a:lnTo>
                <a:lnTo>
                  <a:pt x="1164753" y="225646"/>
                </a:lnTo>
                <a:lnTo>
                  <a:pt x="1170613" y="214361"/>
                </a:lnTo>
                <a:lnTo>
                  <a:pt x="1176457" y="203079"/>
                </a:lnTo>
                <a:lnTo>
                  <a:pt x="1182292" y="191799"/>
                </a:lnTo>
                <a:lnTo>
                  <a:pt x="1188122" y="180522"/>
                </a:lnTo>
                <a:lnTo>
                  <a:pt x="1193953" y="169251"/>
                </a:lnTo>
                <a:lnTo>
                  <a:pt x="1199790" y="157986"/>
                </a:lnTo>
                <a:lnTo>
                  <a:pt x="1205638" y="146727"/>
                </a:lnTo>
                <a:lnTo>
                  <a:pt x="1211502" y="135477"/>
                </a:lnTo>
                <a:lnTo>
                  <a:pt x="1217386" y="124235"/>
                </a:lnTo>
                <a:lnTo>
                  <a:pt x="1223298" y="113003"/>
                </a:lnTo>
                <a:lnTo>
                  <a:pt x="1229240" y="101781"/>
                </a:lnTo>
                <a:lnTo>
                  <a:pt x="1235219" y="90571"/>
                </a:lnTo>
                <a:lnTo>
                  <a:pt x="1241240" y="79374"/>
                </a:lnTo>
                <a:lnTo>
                  <a:pt x="1244981" y="72467"/>
                </a:lnTo>
                <a:lnTo>
                  <a:pt x="1245108" y="69038"/>
                </a:lnTo>
                <a:lnTo>
                  <a:pt x="1242059" y="68657"/>
                </a:lnTo>
                <a:lnTo>
                  <a:pt x="1241297" y="69927"/>
                </a:lnTo>
                <a:lnTo>
                  <a:pt x="1234527" y="80505"/>
                </a:lnTo>
                <a:lnTo>
                  <a:pt x="1227816" y="91171"/>
                </a:lnTo>
                <a:lnTo>
                  <a:pt x="1221171" y="101922"/>
                </a:lnTo>
                <a:lnTo>
                  <a:pt x="1214599" y="112754"/>
                </a:lnTo>
                <a:lnTo>
                  <a:pt x="1208105" y="123665"/>
                </a:lnTo>
                <a:lnTo>
                  <a:pt x="1201696" y="134652"/>
                </a:lnTo>
                <a:lnTo>
                  <a:pt x="1195377" y="145712"/>
                </a:lnTo>
                <a:lnTo>
                  <a:pt x="1189155" y="156843"/>
                </a:lnTo>
                <a:lnTo>
                  <a:pt x="1183035" y="168041"/>
                </a:lnTo>
                <a:lnTo>
                  <a:pt x="1177024" y="179304"/>
                </a:lnTo>
                <a:lnTo>
                  <a:pt x="1171127" y="190629"/>
                </a:lnTo>
                <a:lnTo>
                  <a:pt x="1165351" y="202013"/>
                </a:lnTo>
                <a:lnTo>
                  <a:pt x="1159702" y="213453"/>
                </a:lnTo>
                <a:lnTo>
                  <a:pt x="1154185" y="224947"/>
                </a:lnTo>
                <a:lnTo>
                  <a:pt x="1148808" y="236491"/>
                </a:lnTo>
                <a:lnTo>
                  <a:pt x="1144016" y="247092"/>
                </a:lnTo>
                <a:lnTo>
                  <a:pt x="1133634" y="254362"/>
                </a:lnTo>
                <a:lnTo>
                  <a:pt x="1123239" y="261658"/>
                </a:lnTo>
                <a:lnTo>
                  <a:pt x="1112828" y="268961"/>
                </a:lnTo>
                <a:lnTo>
                  <a:pt x="1102403" y="276253"/>
                </a:lnTo>
                <a:lnTo>
                  <a:pt x="1091963" y="283515"/>
                </a:lnTo>
                <a:lnTo>
                  <a:pt x="1081509" y="290730"/>
                </a:lnTo>
                <a:lnTo>
                  <a:pt x="1071040" y="297879"/>
                </a:lnTo>
                <a:lnTo>
                  <a:pt x="1068959" y="299289"/>
                </a:lnTo>
                <a:lnTo>
                  <a:pt x="1075140" y="288486"/>
                </a:lnTo>
                <a:lnTo>
                  <a:pt x="1081354" y="277576"/>
                </a:lnTo>
                <a:lnTo>
                  <a:pt x="1087581" y="266564"/>
                </a:lnTo>
                <a:lnTo>
                  <a:pt x="1093802" y="255459"/>
                </a:lnTo>
                <a:lnTo>
                  <a:pt x="1099999" y="244265"/>
                </a:lnTo>
                <a:lnTo>
                  <a:pt x="1106152" y="232991"/>
                </a:lnTo>
                <a:lnTo>
                  <a:pt x="1112241" y="221643"/>
                </a:lnTo>
                <a:lnTo>
                  <a:pt x="1118249" y="210227"/>
                </a:lnTo>
                <a:lnTo>
                  <a:pt x="1124156" y="198750"/>
                </a:lnTo>
                <a:lnTo>
                  <a:pt x="1129942" y="187219"/>
                </a:lnTo>
                <a:lnTo>
                  <a:pt x="1135589" y="175640"/>
                </a:lnTo>
                <a:lnTo>
                  <a:pt x="1141077" y="164021"/>
                </a:lnTo>
                <a:lnTo>
                  <a:pt x="1146388" y="152368"/>
                </a:lnTo>
                <a:lnTo>
                  <a:pt x="1151502" y="140687"/>
                </a:lnTo>
                <a:lnTo>
                  <a:pt x="1156400" y="128986"/>
                </a:lnTo>
                <a:lnTo>
                  <a:pt x="1161064" y="117271"/>
                </a:lnTo>
                <a:lnTo>
                  <a:pt x="1165473" y="105548"/>
                </a:lnTo>
                <a:lnTo>
                  <a:pt x="1169610" y="93825"/>
                </a:lnTo>
                <a:lnTo>
                  <a:pt x="1171321" y="88723"/>
                </a:lnTo>
                <a:lnTo>
                  <a:pt x="1171194" y="85548"/>
                </a:lnTo>
                <a:lnTo>
                  <a:pt x="1167638" y="85421"/>
                </a:lnTo>
                <a:lnTo>
                  <a:pt x="1167003" y="87199"/>
                </a:lnTo>
                <a:lnTo>
                  <a:pt x="1165606" y="91136"/>
                </a:lnTo>
                <a:lnTo>
                  <a:pt x="1164082" y="95708"/>
                </a:lnTo>
                <a:lnTo>
                  <a:pt x="1162050" y="99772"/>
                </a:lnTo>
                <a:lnTo>
                  <a:pt x="1162431" y="101169"/>
                </a:lnTo>
                <a:lnTo>
                  <a:pt x="1154938" y="101677"/>
                </a:lnTo>
                <a:lnTo>
                  <a:pt x="1150112" y="107138"/>
                </a:lnTo>
                <a:lnTo>
                  <a:pt x="1148969" y="118822"/>
                </a:lnTo>
                <a:lnTo>
                  <a:pt x="1145667" y="124791"/>
                </a:lnTo>
                <a:lnTo>
                  <a:pt x="1142619" y="131268"/>
                </a:lnTo>
                <a:lnTo>
                  <a:pt x="1139952" y="137364"/>
                </a:lnTo>
                <a:lnTo>
                  <a:pt x="1134427" y="148776"/>
                </a:lnTo>
                <a:lnTo>
                  <a:pt x="1128972" y="160195"/>
                </a:lnTo>
                <a:lnTo>
                  <a:pt x="1123545" y="171629"/>
                </a:lnTo>
                <a:lnTo>
                  <a:pt x="1118103" y="183087"/>
                </a:lnTo>
                <a:lnTo>
                  <a:pt x="1112603" y="194576"/>
                </a:lnTo>
                <a:lnTo>
                  <a:pt x="1108075" y="203912"/>
                </a:lnTo>
                <a:lnTo>
                  <a:pt x="1102543" y="215239"/>
                </a:lnTo>
                <a:lnTo>
                  <a:pt x="1097009" y="226595"/>
                </a:lnTo>
                <a:lnTo>
                  <a:pt x="1091478" y="237983"/>
                </a:lnTo>
                <a:lnTo>
                  <a:pt x="1085957" y="249402"/>
                </a:lnTo>
                <a:lnTo>
                  <a:pt x="1080453" y="260855"/>
                </a:lnTo>
                <a:lnTo>
                  <a:pt x="1074971" y="272343"/>
                </a:lnTo>
                <a:lnTo>
                  <a:pt x="1069518" y="283866"/>
                </a:lnTo>
                <a:lnTo>
                  <a:pt x="1064102" y="295425"/>
                </a:lnTo>
                <a:lnTo>
                  <a:pt x="1059307" y="305766"/>
                </a:lnTo>
                <a:lnTo>
                  <a:pt x="1053465" y="309576"/>
                </a:lnTo>
                <a:lnTo>
                  <a:pt x="1047369" y="313894"/>
                </a:lnTo>
                <a:lnTo>
                  <a:pt x="1041654" y="317958"/>
                </a:lnTo>
                <a:lnTo>
                  <a:pt x="1046761" y="306356"/>
                </a:lnTo>
                <a:lnTo>
                  <a:pt x="1051612" y="294629"/>
                </a:lnTo>
                <a:lnTo>
                  <a:pt x="1056210" y="282787"/>
                </a:lnTo>
                <a:lnTo>
                  <a:pt x="1060555" y="270837"/>
                </a:lnTo>
                <a:lnTo>
                  <a:pt x="1064650" y="258787"/>
                </a:lnTo>
                <a:lnTo>
                  <a:pt x="1068496" y="246645"/>
                </a:lnTo>
                <a:lnTo>
                  <a:pt x="1072096" y="234419"/>
                </a:lnTo>
                <a:lnTo>
                  <a:pt x="1075452" y="222117"/>
                </a:lnTo>
                <a:lnTo>
                  <a:pt x="1078564" y="209746"/>
                </a:lnTo>
                <a:lnTo>
                  <a:pt x="1081436" y="197315"/>
                </a:lnTo>
                <a:lnTo>
                  <a:pt x="1084068" y="184831"/>
                </a:lnTo>
                <a:lnTo>
                  <a:pt x="1085977" y="174956"/>
                </a:lnTo>
                <a:lnTo>
                  <a:pt x="1084580" y="172289"/>
                </a:lnTo>
                <a:lnTo>
                  <a:pt x="1081278" y="172416"/>
                </a:lnTo>
                <a:lnTo>
                  <a:pt x="1080770" y="174194"/>
                </a:lnTo>
                <a:lnTo>
                  <a:pt x="1077649" y="186736"/>
                </a:lnTo>
                <a:lnTo>
                  <a:pt x="1074341" y="199153"/>
                </a:lnTo>
                <a:lnTo>
                  <a:pt x="1070846" y="211453"/>
                </a:lnTo>
                <a:lnTo>
                  <a:pt x="1067166" y="223645"/>
                </a:lnTo>
                <a:lnTo>
                  <a:pt x="1063303" y="235737"/>
                </a:lnTo>
                <a:lnTo>
                  <a:pt x="1059257" y="247739"/>
                </a:lnTo>
                <a:lnTo>
                  <a:pt x="1055031" y="259658"/>
                </a:lnTo>
                <a:lnTo>
                  <a:pt x="1050625" y="271504"/>
                </a:lnTo>
                <a:lnTo>
                  <a:pt x="1046042" y="283285"/>
                </a:lnTo>
                <a:lnTo>
                  <a:pt x="1041282" y="295010"/>
                </a:lnTo>
                <a:lnTo>
                  <a:pt x="1036346" y="306687"/>
                </a:lnTo>
                <a:lnTo>
                  <a:pt x="1031238" y="318325"/>
                </a:lnTo>
                <a:lnTo>
                  <a:pt x="1026794" y="328118"/>
                </a:lnTo>
                <a:lnTo>
                  <a:pt x="1020572" y="332055"/>
                </a:lnTo>
                <a:lnTo>
                  <a:pt x="1014476" y="336373"/>
                </a:lnTo>
                <a:lnTo>
                  <a:pt x="1008507" y="340437"/>
                </a:lnTo>
                <a:lnTo>
                  <a:pt x="1013312" y="328570"/>
                </a:lnTo>
                <a:lnTo>
                  <a:pt x="1017818" y="316538"/>
                </a:lnTo>
                <a:lnTo>
                  <a:pt x="1022050" y="304387"/>
                </a:lnTo>
                <a:lnTo>
                  <a:pt x="1026037" y="292164"/>
                </a:lnTo>
                <a:lnTo>
                  <a:pt x="1029805" y="279915"/>
                </a:lnTo>
                <a:lnTo>
                  <a:pt x="1033381" y="267687"/>
                </a:lnTo>
                <a:lnTo>
                  <a:pt x="1036792" y="255526"/>
                </a:lnTo>
                <a:lnTo>
                  <a:pt x="1040065" y="243478"/>
                </a:lnTo>
                <a:lnTo>
                  <a:pt x="1042924" y="232741"/>
                </a:lnTo>
                <a:lnTo>
                  <a:pt x="1040384" y="231852"/>
                </a:lnTo>
                <a:lnTo>
                  <a:pt x="1035797" y="243605"/>
                </a:lnTo>
                <a:lnTo>
                  <a:pt x="1031017" y="255340"/>
                </a:lnTo>
                <a:lnTo>
                  <a:pt x="1026090" y="267060"/>
                </a:lnTo>
                <a:lnTo>
                  <a:pt x="1021060" y="278769"/>
                </a:lnTo>
                <a:lnTo>
                  <a:pt x="1015971" y="290470"/>
                </a:lnTo>
                <a:lnTo>
                  <a:pt x="1010869" y="302167"/>
                </a:lnTo>
                <a:lnTo>
                  <a:pt x="1005797" y="313864"/>
                </a:lnTo>
                <a:lnTo>
                  <a:pt x="1000801" y="325563"/>
                </a:lnTo>
                <a:lnTo>
                  <a:pt x="995924" y="337269"/>
                </a:lnTo>
                <a:lnTo>
                  <a:pt x="991212" y="348985"/>
                </a:lnTo>
                <a:lnTo>
                  <a:pt x="989838" y="352502"/>
                </a:lnTo>
                <a:lnTo>
                  <a:pt x="984758" y="355804"/>
                </a:lnTo>
                <a:lnTo>
                  <a:pt x="979297" y="358979"/>
                </a:lnTo>
                <a:lnTo>
                  <a:pt x="974090" y="362662"/>
                </a:lnTo>
                <a:lnTo>
                  <a:pt x="979092" y="350959"/>
                </a:lnTo>
                <a:lnTo>
                  <a:pt x="983858" y="339126"/>
                </a:lnTo>
                <a:lnTo>
                  <a:pt x="988406" y="327196"/>
                </a:lnTo>
                <a:lnTo>
                  <a:pt x="992757" y="315200"/>
                </a:lnTo>
                <a:lnTo>
                  <a:pt x="996930" y="303172"/>
                </a:lnTo>
                <a:lnTo>
                  <a:pt x="1000945" y="291144"/>
                </a:lnTo>
                <a:lnTo>
                  <a:pt x="1004821" y="279148"/>
                </a:lnTo>
                <a:lnTo>
                  <a:pt x="1006729" y="273127"/>
                </a:lnTo>
                <a:lnTo>
                  <a:pt x="1006348" y="268936"/>
                </a:lnTo>
                <a:lnTo>
                  <a:pt x="1003173" y="267793"/>
                </a:lnTo>
                <a:lnTo>
                  <a:pt x="1000379" y="270841"/>
                </a:lnTo>
                <a:lnTo>
                  <a:pt x="996319" y="282956"/>
                </a:lnTo>
                <a:lnTo>
                  <a:pt x="992020" y="294938"/>
                </a:lnTo>
                <a:lnTo>
                  <a:pt x="987507" y="306807"/>
                </a:lnTo>
                <a:lnTo>
                  <a:pt x="982806" y="318582"/>
                </a:lnTo>
                <a:lnTo>
                  <a:pt x="977943" y="330285"/>
                </a:lnTo>
                <a:lnTo>
                  <a:pt x="972945" y="341935"/>
                </a:lnTo>
                <a:lnTo>
                  <a:pt x="967837" y="353552"/>
                </a:lnTo>
                <a:lnTo>
                  <a:pt x="962646" y="365157"/>
                </a:lnTo>
                <a:lnTo>
                  <a:pt x="959358" y="372441"/>
                </a:lnTo>
                <a:lnTo>
                  <a:pt x="955294" y="375108"/>
                </a:lnTo>
                <a:lnTo>
                  <a:pt x="951230" y="377394"/>
                </a:lnTo>
                <a:lnTo>
                  <a:pt x="946912" y="380315"/>
                </a:lnTo>
                <a:lnTo>
                  <a:pt x="951873" y="368359"/>
                </a:lnTo>
                <a:lnTo>
                  <a:pt x="956301" y="356163"/>
                </a:lnTo>
                <a:lnTo>
                  <a:pt x="960275" y="343941"/>
                </a:lnTo>
                <a:lnTo>
                  <a:pt x="963875" y="331905"/>
                </a:lnTo>
                <a:lnTo>
                  <a:pt x="966724" y="321895"/>
                </a:lnTo>
                <a:lnTo>
                  <a:pt x="967740" y="318847"/>
                </a:lnTo>
                <a:lnTo>
                  <a:pt x="964184" y="315926"/>
                </a:lnTo>
                <a:lnTo>
                  <a:pt x="959866" y="316053"/>
                </a:lnTo>
                <a:lnTo>
                  <a:pt x="958850" y="319101"/>
                </a:lnTo>
                <a:lnTo>
                  <a:pt x="954952" y="331508"/>
                </a:lnTo>
                <a:lnTo>
                  <a:pt x="950621" y="343548"/>
                </a:lnTo>
                <a:lnTo>
                  <a:pt x="945943" y="355314"/>
                </a:lnTo>
                <a:lnTo>
                  <a:pt x="941007" y="366902"/>
                </a:lnTo>
                <a:lnTo>
                  <a:pt x="935901" y="378407"/>
                </a:lnTo>
                <a:lnTo>
                  <a:pt x="930713" y="389922"/>
                </a:lnTo>
                <a:lnTo>
                  <a:pt x="929894" y="391745"/>
                </a:lnTo>
                <a:lnTo>
                  <a:pt x="925449" y="394539"/>
                </a:lnTo>
                <a:lnTo>
                  <a:pt x="921004" y="397460"/>
                </a:lnTo>
                <a:lnTo>
                  <a:pt x="916813" y="400381"/>
                </a:lnTo>
                <a:lnTo>
                  <a:pt x="906163" y="407149"/>
                </a:lnTo>
                <a:lnTo>
                  <a:pt x="895433" y="413970"/>
                </a:lnTo>
                <a:lnTo>
                  <a:pt x="884730" y="420898"/>
                </a:lnTo>
                <a:lnTo>
                  <a:pt x="879475" y="424384"/>
                </a:lnTo>
                <a:lnTo>
                  <a:pt x="884951" y="412840"/>
                </a:lnTo>
                <a:lnTo>
                  <a:pt x="890233" y="401169"/>
                </a:lnTo>
                <a:lnTo>
                  <a:pt x="895332" y="389399"/>
                </a:lnTo>
                <a:lnTo>
                  <a:pt x="900259" y="377561"/>
                </a:lnTo>
                <a:lnTo>
                  <a:pt x="905025" y="365682"/>
                </a:lnTo>
                <a:lnTo>
                  <a:pt x="909641" y="353793"/>
                </a:lnTo>
                <a:lnTo>
                  <a:pt x="914119" y="341921"/>
                </a:lnTo>
                <a:lnTo>
                  <a:pt x="918468" y="330096"/>
                </a:lnTo>
                <a:lnTo>
                  <a:pt x="922701" y="318347"/>
                </a:lnTo>
                <a:lnTo>
                  <a:pt x="925322" y="310973"/>
                </a:lnTo>
                <a:lnTo>
                  <a:pt x="924941" y="306782"/>
                </a:lnTo>
                <a:lnTo>
                  <a:pt x="921766" y="305639"/>
                </a:lnTo>
                <a:lnTo>
                  <a:pt x="918972" y="308687"/>
                </a:lnTo>
                <a:lnTo>
                  <a:pt x="914502" y="320776"/>
                </a:lnTo>
                <a:lnTo>
                  <a:pt x="909852" y="332732"/>
                </a:lnTo>
                <a:lnTo>
                  <a:pt x="905040" y="344570"/>
                </a:lnTo>
                <a:lnTo>
                  <a:pt x="900085" y="356302"/>
                </a:lnTo>
                <a:lnTo>
                  <a:pt x="895005" y="367943"/>
                </a:lnTo>
                <a:lnTo>
                  <a:pt x="889818" y="379506"/>
                </a:lnTo>
                <a:lnTo>
                  <a:pt x="884545" y="391005"/>
                </a:lnTo>
                <a:lnTo>
                  <a:pt x="879202" y="402453"/>
                </a:lnTo>
                <a:lnTo>
                  <a:pt x="873808" y="413864"/>
                </a:lnTo>
                <a:lnTo>
                  <a:pt x="868383" y="425252"/>
                </a:lnTo>
                <a:lnTo>
                  <a:pt x="864489" y="433401"/>
                </a:lnTo>
                <a:lnTo>
                  <a:pt x="853728" y="440288"/>
                </a:lnTo>
                <a:lnTo>
                  <a:pt x="842946" y="447153"/>
                </a:lnTo>
                <a:lnTo>
                  <a:pt x="832166" y="453976"/>
                </a:lnTo>
                <a:lnTo>
                  <a:pt x="821416" y="460735"/>
                </a:lnTo>
                <a:lnTo>
                  <a:pt x="810719" y="467409"/>
                </a:lnTo>
                <a:lnTo>
                  <a:pt x="803910" y="471628"/>
                </a:lnTo>
                <a:lnTo>
                  <a:pt x="809583" y="460324"/>
                </a:lnTo>
                <a:lnTo>
                  <a:pt x="815161" y="448922"/>
                </a:lnTo>
                <a:lnTo>
                  <a:pt x="820647" y="437438"/>
                </a:lnTo>
                <a:lnTo>
                  <a:pt x="826046" y="425886"/>
                </a:lnTo>
                <a:lnTo>
                  <a:pt x="831364" y="414282"/>
                </a:lnTo>
                <a:lnTo>
                  <a:pt x="836605" y="402640"/>
                </a:lnTo>
                <a:lnTo>
                  <a:pt x="841773" y="390976"/>
                </a:lnTo>
                <a:lnTo>
                  <a:pt x="846874" y="379304"/>
                </a:lnTo>
                <a:lnTo>
                  <a:pt x="851913" y="367639"/>
                </a:lnTo>
                <a:lnTo>
                  <a:pt x="856894" y="355996"/>
                </a:lnTo>
                <a:lnTo>
                  <a:pt x="861822" y="344391"/>
                </a:lnTo>
                <a:lnTo>
                  <a:pt x="864997" y="336881"/>
                </a:lnTo>
                <a:lnTo>
                  <a:pt x="866267" y="334214"/>
                </a:lnTo>
                <a:lnTo>
                  <a:pt x="863346" y="331674"/>
                </a:lnTo>
                <a:lnTo>
                  <a:pt x="859282" y="331801"/>
                </a:lnTo>
                <a:lnTo>
                  <a:pt x="858139" y="334468"/>
                </a:lnTo>
                <a:lnTo>
                  <a:pt x="853001" y="346142"/>
                </a:lnTo>
                <a:lnTo>
                  <a:pt x="847772" y="357754"/>
                </a:lnTo>
                <a:lnTo>
                  <a:pt x="842459" y="369311"/>
                </a:lnTo>
                <a:lnTo>
                  <a:pt x="837070" y="380819"/>
                </a:lnTo>
                <a:lnTo>
                  <a:pt x="831614" y="392283"/>
                </a:lnTo>
                <a:lnTo>
                  <a:pt x="826098" y="403711"/>
                </a:lnTo>
                <a:lnTo>
                  <a:pt x="820530" y="415109"/>
                </a:lnTo>
                <a:lnTo>
                  <a:pt x="814919" y="426483"/>
                </a:lnTo>
                <a:lnTo>
                  <a:pt x="809273" y="437839"/>
                </a:lnTo>
                <a:lnTo>
                  <a:pt x="803599" y="449184"/>
                </a:lnTo>
                <a:lnTo>
                  <a:pt x="797906" y="460524"/>
                </a:lnTo>
                <a:lnTo>
                  <a:pt x="792202" y="471865"/>
                </a:lnTo>
                <a:lnTo>
                  <a:pt x="786765" y="482677"/>
                </a:lnTo>
                <a:lnTo>
                  <a:pt x="775999" y="489313"/>
                </a:lnTo>
                <a:lnTo>
                  <a:pt x="765284" y="496089"/>
                </a:lnTo>
                <a:lnTo>
                  <a:pt x="754564" y="502936"/>
                </a:lnTo>
                <a:lnTo>
                  <a:pt x="745490" y="508712"/>
                </a:lnTo>
                <a:lnTo>
                  <a:pt x="750172" y="496978"/>
                </a:lnTo>
                <a:lnTo>
                  <a:pt x="754626" y="485110"/>
                </a:lnTo>
                <a:lnTo>
                  <a:pt x="758901" y="473135"/>
                </a:lnTo>
                <a:lnTo>
                  <a:pt x="763046" y="461083"/>
                </a:lnTo>
                <a:lnTo>
                  <a:pt x="767108" y="448983"/>
                </a:lnTo>
                <a:lnTo>
                  <a:pt x="771138" y="436864"/>
                </a:lnTo>
                <a:lnTo>
                  <a:pt x="775184" y="424756"/>
                </a:lnTo>
                <a:lnTo>
                  <a:pt x="779294" y="412686"/>
                </a:lnTo>
                <a:lnTo>
                  <a:pt x="783518" y="400684"/>
                </a:lnTo>
                <a:lnTo>
                  <a:pt x="787904" y="388780"/>
                </a:lnTo>
                <a:lnTo>
                  <a:pt x="792500" y="377001"/>
                </a:lnTo>
                <a:lnTo>
                  <a:pt x="797357" y="365378"/>
                </a:lnTo>
                <a:lnTo>
                  <a:pt x="799211" y="361265"/>
                </a:lnTo>
                <a:lnTo>
                  <a:pt x="796544" y="358979"/>
                </a:lnTo>
                <a:lnTo>
                  <a:pt x="787729" y="372074"/>
                </a:lnTo>
                <a:lnTo>
                  <a:pt x="782381" y="383506"/>
                </a:lnTo>
                <a:lnTo>
                  <a:pt x="777182" y="395043"/>
                </a:lnTo>
                <a:lnTo>
                  <a:pt x="772118" y="406670"/>
                </a:lnTo>
                <a:lnTo>
                  <a:pt x="767173" y="418376"/>
                </a:lnTo>
                <a:lnTo>
                  <a:pt x="762334" y="430148"/>
                </a:lnTo>
                <a:lnTo>
                  <a:pt x="757585" y="441973"/>
                </a:lnTo>
                <a:lnTo>
                  <a:pt x="752911" y="453839"/>
                </a:lnTo>
                <a:lnTo>
                  <a:pt x="748298" y="465733"/>
                </a:lnTo>
                <a:lnTo>
                  <a:pt x="743731" y="477643"/>
                </a:lnTo>
                <a:lnTo>
                  <a:pt x="739196" y="489556"/>
                </a:lnTo>
                <a:lnTo>
                  <a:pt x="734677" y="501459"/>
                </a:lnTo>
                <a:lnTo>
                  <a:pt x="730160" y="513340"/>
                </a:lnTo>
                <a:lnTo>
                  <a:pt x="727710" y="519761"/>
                </a:lnTo>
                <a:lnTo>
                  <a:pt x="721106" y="524333"/>
                </a:lnTo>
                <a:lnTo>
                  <a:pt x="714248" y="528397"/>
                </a:lnTo>
                <a:lnTo>
                  <a:pt x="707263" y="532715"/>
                </a:lnTo>
                <a:lnTo>
                  <a:pt x="708787" y="528524"/>
                </a:lnTo>
                <a:lnTo>
                  <a:pt x="709676" y="526746"/>
                </a:lnTo>
                <a:lnTo>
                  <a:pt x="714663" y="515127"/>
                </a:lnTo>
                <a:lnTo>
                  <a:pt x="719606" y="503471"/>
                </a:lnTo>
                <a:lnTo>
                  <a:pt x="724520" y="491780"/>
                </a:lnTo>
                <a:lnTo>
                  <a:pt x="729424" y="480057"/>
                </a:lnTo>
                <a:lnTo>
                  <a:pt x="734334" y="468308"/>
                </a:lnTo>
                <a:lnTo>
                  <a:pt x="739266" y="456533"/>
                </a:lnTo>
                <a:lnTo>
                  <a:pt x="740537" y="453467"/>
                </a:lnTo>
                <a:lnTo>
                  <a:pt x="736854" y="451054"/>
                </a:lnTo>
                <a:lnTo>
                  <a:pt x="734060" y="453594"/>
                </a:lnTo>
                <a:lnTo>
                  <a:pt x="728811" y="465085"/>
                </a:lnTo>
                <a:lnTo>
                  <a:pt x="723564" y="476615"/>
                </a:lnTo>
                <a:lnTo>
                  <a:pt x="718291" y="488169"/>
                </a:lnTo>
                <a:lnTo>
                  <a:pt x="712966" y="499731"/>
                </a:lnTo>
                <a:lnTo>
                  <a:pt x="707561" y="511285"/>
                </a:lnTo>
                <a:lnTo>
                  <a:pt x="706374" y="513792"/>
                </a:lnTo>
                <a:lnTo>
                  <a:pt x="702243" y="523757"/>
                </a:lnTo>
                <a:lnTo>
                  <a:pt x="697148" y="536999"/>
                </a:lnTo>
                <a:lnTo>
                  <a:pt x="696214" y="539319"/>
                </a:lnTo>
                <a:lnTo>
                  <a:pt x="689610" y="543510"/>
                </a:lnTo>
                <a:lnTo>
                  <a:pt x="683514" y="547193"/>
                </a:lnTo>
                <a:lnTo>
                  <a:pt x="676910" y="551384"/>
                </a:lnTo>
                <a:lnTo>
                  <a:pt x="682110" y="539495"/>
                </a:lnTo>
                <a:lnTo>
                  <a:pt x="687176" y="527667"/>
                </a:lnTo>
                <a:lnTo>
                  <a:pt x="692201" y="516133"/>
                </a:lnTo>
                <a:lnTo>
                  <a:pt x="695579" y="508712"/>
                </a:lnTo>
                <a:lnTo>
                  <a:pt x="695198" y="504394"/>
                </a:lnTo>
                <a:lnTo>
                  <a:pt x="692023" y="503378"/>
                </a:lnTo>
                <a:lnTo>
                  <a:pt x="689737" y="505283"/>
                </a:lnTo>
                <a:lnTo>
                  <a:pt x="684144" y="516439"/>
                </a:lnTo>
                <a:lnTo>
                  <a:pt x="678278" y="527677"/>
                </a:lnTo>
                <a:lnTo>
                  <a:pt x="672304" y="538983"/>
                </a:lnTo>
                <a:lnTo>
                  <a:pt x="666386" y="550344"/>
                </a:lnTo>
                <a:lnTo>
                  <a:pt x="661035" y="561036"/>
                </a:lnTo>
                <a:lnTo>
                  <a:pt x="655574" y="564592"/>
                </a:lnTo>
                <a:lnTo>
                  <a:pt x="649986" y="568402"/>
                </a:lnTo>
                <a:lnTo>
                  <a:pt x="644271" y="571577"/>
                </a:lnTo>
                <a:lnTo>
                  <a:pt x="649846" y="559483"/>
                </a:lnTo>
                <a:lnTo>
                  <a:pt x="654877" y="547714"/>
                </a:lnTo>
                <a:lnTo>
                  <a:pt x="658241" y="539446"/>
                </a:lnTo>
                <a:lnTo>
                  <a:pt x="659511" y="536144"/>
                </a:lnTo>
                <a:lnTo>
                  <a:pt x="656082" y="533096"/>
                </a:lnTo>
                <a:lnTo>
                  <a:pt x="653923" y="532334"/>
                </a:lnTo>
                <a:lnTo>
                  <a:pt x="651002" y="533350"/>
                </a:lnTo>
                <a:lnTo>
                  <a:pt x="649605" y="536525"/>
                </a:lnTo>
                <a:lnTo>
                  <a:pt x="644471" y="548177"/>
                </a:lnTo>
                <a:lnTo>
                  <a:pt x="638862" y="559504"/>
                </a:lnTo>
                <a:lnTo>
                  <a:pt x="632798" y="570681"/>
                </a:lnTo>
                <a:lnTo>
                  <a:pt x="631063" y="573736"/>
                </a:lnTo>
                <a:lnTo>
                  <a:pt x="629285" y="577165"/>
                </a:lnTo>
                <a:lnTo>
                  <a:pt x="627126" y="580086"/>
                </a:lnTo>
                <a:lnTo>
                  <a:pt x="624713" y="583642"/>
                </a:lnTo>
                <a:lnTo>
                  <a:pt x="614216" y="590313"/>
                </a:lnTo>
                <a:lnTo>
                  <a:pt x="603395" y="597292"/>
                </a:lnTo>
                <a:lnTo>
                  <a:pt x="600964" y="598882"/>
                </a:lnTo>
                <a:lnTo>
                  <a:pt x="607764" y="588058"/>
                </a:lnTo>
                <a:lnTo>
                  <a:pt x="614535" y="577402"/>
                </a:lnTo>
                <a:lnTo>
                  <a:pt x="615442" y="576022"/>
                </a:lnTo>
                <a:lnTo>
                  <a:pt x="617219" y="573228"/>
                </a:lnTo>
                <a:lnTo>
                  <a:pt x="615696" y="570307"/>
                </a:lnTo>
                <a:lnTo>
                  <a:pt x="612140" y="569164"/>
                </a:lnTo>
                <a:lnTo>
                  <a:pt x="609473" y="571704"/>
                </a:lnTo>
                <a:lnTo>
                  <a:pt x="602541" y="582417"/>
                </a:lnTo>
                <a:lnTo>
                  <a:pt x="595695" y="593068"/>
                </a:lnTo>
                <a:lnTo>
                  <a:pt x="588954" y="603793"/>
                </a:lnTo>
                <a:lnTo>
                  <a:pt x="586359" y="608026"/>
                </a:lnTo>
                <a:lnTo>
                  <a:pt x="581660" y="611074"/>
                </a:lnTo>
                <a:lnTo>
                  <a:pt x="579119" y="612598"/>
                </a:lnTo>
                <a:lnTo>
                  <a:pt x="577977" y="613487"/>
                </a:lnTo>
                <a:lnTo>
                  <a:pt x="583769" y="602217"/>
                </a:lnTo>
                <a:lnTo>
                  <a:pt x="589453" y="590847"/>
                </a:lnTo>
                <a:lnTo>
                  <a:pt x="595074" y="579421"/>
                </a:lnTo>
                <a:lnTo>
                  <a:pt x="600677" y="567980"/>
                </a:lnTo>
                <a:lnTo>
                  <a:pt x="606310" y="556568"/>
                </a:lnTo>
                <a:lnTo>
                  <a:pt x="612019" y="545226"/>
                </a:lnTo>
                <a:lnTo>
                  <a:pt x="617849" y="533996"/>
                </a:lnTo>
                <a:lnTo>
                  <a:pt x="619887" y="530175"/>
                </a:lnTo>
                <a:lnTo>
                  <a:pt x="621665" y="527000"/>
                </a:lnTo>
                <a:lnTo>
                  <a:pt x="620014" y="524206"/>
                </a:lnTo>
                <a:lnTo>
                  <a:pt x="616204" y="522809"/>
                </a:lnTo>
                <a:lnTo>
                  <a:pt x="613156" y="525603"/>
                </a:lnTo>
                <a:lnTo>
                  <a:pt x="607272" y="536632"/>
                </a:lnTo>
                <a:lnTo>
                  <a:pt x="601233" y="547680"/>
                </a:lnTo>
                <a:lnTo>
                  <a:pt x="595094" y="558757"/>
                </a:lnTo>
                <a:lnTo>
                  <a:pt x="588908" y="569872"/>
                </a:lnTo>
                <a:lnTo>
                  <a:pt x="582729" y="581034"/>
                </a:lnTo>
                <a:lnTo>
                  <a:pt x="576613" y="592254"/>
                </a:lnTo>
                <a:lnTo>
                  <a:pt x="570611" y="603541"/>
                </a:lnTo>
                <a:lnTo>
                  <a:pt x="564780" y="614904"/>
                </a:lnTo>
                <a:lnTo>
                  <a:pt x="559435" y="625806"/>
                </a:lnTo>
                <a:lnTo>
                  <a:pt x="558546" y="626187"/>
                </a:lnTo>
                <a:lnTo>
                  <a:pt x="554863" y="628219"/>
                </a:lnTo>
                <a:lnTo>
                  <a:pt x="551053" y="631013"/>
                </a:lnTo>
                <a:lnTo>
                  <a:pt x="547369" y="633426"/>
                </a:lnTo>
                <a:lnTo>
                  <a:pt x="553211" y="622207"/>
                </a:lnTo>
                <a:lnTo>
                  <a:pt x="558987" y="610912"/>
                </a:lnTo>
                <a:lnTo>
                  <a:pt x="564704" y="599554"/>
                </a:lnTo>
                <a:lnTo>
                  <a:pt x="570369" y="588147"/>
                </a:lnTo>
                <a:lnTo>
                  <a:pt x="575990" y="576705"/>
                </a:lnTo>
                <a:lnTo>
                  <a:pt x="581573" y="565243"/>
                </a:lnTo>
                <a:lnTo>
                  <a:pt x="587126" y="553774"/>
                </a:lnTo>
                <a:lnTo>
                  <a:pt x="592655" y="542312"/>
                </a:lnTo>
                <a:lnTo>
                  <a:pt x="598168" y="530872"/>
                </a:lnTo>
                <a:lnTo>
                  <a:pt x="603671" y="519467"/>
                </a:lnTo>
                <a:lnTo>
                  <a:pt x="609171" y="508112"/>
                </a:lnTo>
                <a:lnTo>
                  <a:pt x="610362" y="505664"/>
                </a:lnTo>
                <a:lnTo>
                  <a:pt x="611886" y="502743"/>
                </a:lnTo>
                <a:lnTo>
                  <a:pt x="608838" y="499568"/>
                </a:lnTo>
                <a:lnTo>
                  <a:pt x="606171" y="499695"/>
                </a:lnTo>
                <a:lnTo>
                  <a:pt x="605282" y="501473"/>
                </a:lnTo>
                <a:lnTo>
                  <a:pt x="599421" y="512762"/>
                </a:lnTo>
                <a:lnTo>
                  <a:pt x="593507" y="524023"/>
                </a:lnTo>
                <a:lnTo>
                  <a:pt x="587549" y="535261"/>
                </a:lnTo>
                <a:lnTo>
                  <a:pt x="581558" y="546479"/>
                </a:lnTo>
                <a:lnTo>
                  <a:pt x="575544" y="557683"/>
                </a:lnTo>
                <a:lnTo>
                  <a:pt x="569517" y="568875"/>
                </a:lnTo>
                <a:lnTo>
                  <a:pt x="563488" y="580061"/>
                </a:lnTo>
                <a:lnTo>
                  <a:pt x="557467" y="591245"/>
                </a:lnTo>
                <a:lnTo>
                  <a:pt x="551465" y="602431"/>
                </a:lnTo>
                <a:lnTo>
                  <a:pt x="545491" y="613623"/>
                </a:lnTo>
                <a:lnTo>
                  <a:pt x="539557" y="624826"/>
                </a:lnTo>
                <a:lnTo>
                  <a:pt x="533672" y="636044"/>
                </a:lnTo>
                <a:lnTo>
                  <a:pt x="528574" y="645872"/>
                </a:lnTo>
                <a:lnTo>
                  <a:pt x="518084" y="652869"/>
                </a:lnTo>
                <a:lnTo>
                  <a:pt x="507503" y="659936"/>
                </a:lnTo>
                <a:lnTo>
                  <a:pt x="499237" y="665557"/>
                </a:lnTo>
                <a:lnTo>
                  <a:pt x="504594" y="654040"/>
                </a:lnTo>
                <a:lnTo>
                  <a:pt x="509888" y="642483"/>
                </a:lnTo>
                <a:lnTo>
                  <a:pt x="515121" y="630892"/>
                </a:lnTo>
                <a:lnTo>
                  <a:pt x="520295" y="619272"/>
                </a:lnTo>
                <a:lnTo>
                  <a:pt x="525412" y="607631"/>
                </a:lnTo>
                <a:lnTo>
                  <a:pt x="530475" y="595974"/>
                </a:lnTo>
                <a:lnTo>
                  <a:pt x="535484" y="584307"/>
                </a:lnTo>
                <a:lnTo>
                  <a:pt x="540443" y="572637"/>
                </a:lnTo>
                <a:lnTo>
                  <a:pt x="545353" y="560970"/>
                </a:lnTo>
                <a:lnTo>
                  <a:pt x="545592" y="557988"/>
                </a:lnTo>
                <a:lnTo>
                  <a:pt x="542417" y="557734"/>
                </a:lnTo>
                <a:lnTo>
                  <a:pt x="541782" y="559131"/>
                </a:lnTo>
                <a:lnTo>
                  <a:pt x="536484" y="570696"/>
                </a:lnTo>
                <a:lnTo>
                  <a:pt x="531104" y="582214"/>
                </a:lnTo>
                <a:lnTo>
                  <a:pt x="525646" y="593688"/>
                </a:lnTo>
                <a:lnTo>
                  <a:pt x="520116" y="605121"/>
                </a:lnTo>
                <a:lnTo>
                  <a:pt x="514519" y="616518"/>
                </a:lnTo>
                <a:lnTo>
                  <a:pt x="508858" y="627882"/>
                </a:lnTo>
                <a:lnTo>
                  <a:pt x="503141" y="639215"/>
                </a:lnTo>
                <a:lnTo>
                  <a:pt x="497371" y="650523"/>
                </a:lnTo>
                <a:lnTo>
                  <a:pt x="491553" y="661808"/>
                </a:lnTo>
                <a:lnTo>
                  <a:pt x="485692" y="673075"/>
                </a:lnTo>
                <a:lnTo>
                  <a:pt x="474001" y="682742"/>
                </a:lnTo>
                <a:lnTo>
                  <a:pt x="463676" y="690036"/>
                </a:lnTo>
                <a:lnTo>
                  <a:pt x="453397" y="697459"/>
                </a:lnTo>
                <a:lnTo>
                  <a:pt x="443156" y="704999"/>
                </a:lnTo>
                <a:lnTo>
                  <a:pt x="432950" y="712643"/>
                </a:lnTo>
                <a:lnTo>
                  <a:pt x="422770" y="720381"/>
                </a:lnTo>
                <a:lnTo>
                  <a:pt x="419735" y="722707"/>
                </a:lnTo>
                <a:lnTo>
                  <a:pt x="424194" y="710931"/>
                </a:lnTo>
                <a:lnTo>
                  <a:pt x="428629" y="699146"/>
                </a:lnTo>
                <a:lnTo>
                  <a:pt x="433095" y="687363"/>
                </a:lnTo>
                <a:lnTo>
                  <a:pt x="437649" y="675591"/>
                </a:lnTo>
                <a:lnTo>
                  <a:pt x="442347" y="663841"/>
                </a:lnTo>
                <a:lnTo>
                  <a:pt x="447245" y="652123"/>
                </a:lnTo>
                <a:lnTo>
                  <a:pt x="452401" y="640445"/>
                </a:lnTo>
                <a:lnTo>
                  <a:pt x="457871" y="628819"/>
                </a:lnTo>
                <a:lnTo>
                  <a:pt x="463711" y="617254"/>
                </a:lnTo>
                <a:lnTo>
                  <a:pt x="464693" y="615392"/>
                </a:lnTo>
                <a:lnTo>
                  <a:pt x="466598" y="611455"/>
                </a:lnTo>
                <a:lnTo>
                  <a:pt x="464566" y="607772"/>
                </a:lnTo>
                <a:lnTo>
                  <a:pt x="462025" y="606883"/>
                </a:lnTo>
                <a:lnTo>
                  <a:pt x="458343" y="606883"/>
                </a:lnTo>
                <a:lnTo>
                  <a:pt x="451038" y="619902"/>
                </a:lnTo>
                <a:lnTo>
                  <a:pt x="445210" y="630809"/>
                </a:lnTo>
                <a:lnTo>
                  <a:pt x="439391" y="641984"/>
                </a:lnTo>
                <a:lnTo>
                  <a:pt x="433640" y="653393"/>
                </a:lnTo>
                <a:lnTo>
                  <a:pt x="428013" y="665002"/>
                </a:lnTo>
                <a:lnTo>
                  <a:pt x="422569" y="676778"/>
                </a:lnTo>
                <a:lnTo>
                  <a:pt x="417365" y="688688"/>
                </a:lnTo>
                <a:lnTo>
                  <a:pt x="412458" y="700697"/>
                </a:lnTo>
                <a:lnTo>
                  <a:pt x="407907" y="712773"/>
                </a:lnTo>
                <a:lnTo>
                  <a:pt x="403768" y="724882"/>
                </a:lnTo>
                <a:lnTo>
                  <a:pt x="400099" y="736990"/>
                </a:lnTo>
                <a:lnTo>
                  <a:pt x="399796" y="738074"/>
                </a:lnTo>
                <a:lnTo>
                  <a:pt x="387858" y="747853"/>
                </a:lnTo>
                <a:lnTo>
                  <a:pt x="392212" y="735921"/>
                </a:lnTo>
                <a:lnTo>
                  <a:pt x="396436" y="723957"/>
                </a:lnTo>
                <a:lnTo>
                  <a:pt x="400576" y="711974"/>
                </a:lnTo>
                <a:lnTo>
                  <a:pt x="404676" y="699982"/>
                </a:lnTo>
                <a:lnTo>
                  <a:pt x="408781" y="687993"/>
                </a:lnTo>
                <a:lnTo>
                  <a:pt x="412936" y="676018"/>
                </a:lnTo>
                <a:lnTo>
                  <a:pt x="417186" y="664069"/>
                </a:lnTo>
                <a:lnTo>
                  <a:pt x="421576" y="652156"/>
                </a:lnTo>
                <a:lnTo>
                  <a:pt x="426150" y="640290"/>
                </a:lnTo>
                <a:lnTo>
                  <a:pt x="430954" y="628483"/>
                </a:lnTo>
                <a:lnTo>
                  <a:pt x="436032" y="616747"/>
                </a:lnTo>
                <a:lnTo>
                  <a:pt x="437388" y="613741"/>
                </a:lnTo>
                <a:lnTo>
                  <a:pt x="438912" y="610693"/>
                </a:lnTo>
                <a:lnTo>
                  <a:pt x="437134" y="608026"/>
                </a:lnTo>
                <a:lnTo>
                  <a:pt x="429768" y="609423"/>
                </a:lnTo>
                <a:lnTo>
                  <a:pt x="424116" y="620234"/>
                </a:lnTo>
                <a:lnTo>
                  <a:pt x="418446" y="631334"/>
                </a:lnTo>
                <a:lnTo>
                  <a:pt x="412811" y="642691"/>
                </a:lnTo>
                <a:lnTo>
                  <a:pt x="407265" y="654275"/>
                </a:lnTo>
                <a:lnTo>
                  <a:pt x="401862" y="666051"/>
                </a:lnTo>
                <a:lnTo>
                  <a:pt x="396658" y="677989"/>
                </a:lnTo>
                <a:lnTo>
                  <a:pt x="391705" y="690055"/>
                </a:lnTo>
                <a:lnTo>
                  <a:pt x="387059" y="702218"/>
                </a:lnTo>
                <a:lnTo>
                  <a:pt x="382774" y="714447"/>
                </a:lnTo>
                <a:lnTo>
                  <a:pt x="378904" y="726707"/>
                </a:lnTo>
                <a:lnTo>
                  <a:pt x="375504" y="738968"/>
                </a:lnTo>
                <a:lnTo>
                  <a:pt x="372627" y="751197"/>
                </a:lnTo>
                <a:lnTo>
                  <a:pt x="370586" y="761823"/>
                </a:lnTo>
                <a:lnTo>
                  <a:pt x="360966" y="770018"/>
                </a:lnTo>
                <a:lnTo>
                  <a:pt x="351394" y="778335"/>
                </a:lnTo>
                <a:lnTo>
                  <a:pt x="355981" y="840436"/>
                </a:lnTo>
                <a:lnTo>
                  <a:pt x="365830" y="832655"/>
                </a:lnTo>
                <a:lnTo>
                  <a:pt x="367665" y="799034"/>
                </a:lnTo>
                <a:lnTo>
                  <a:pt x="396240" y="775793"/>
                </a:lnTo>
                <a:lnTo>
                  <a:pt x="386913" y="784737"/>
                </a:lnTo>
                <a:lnTo>
                  <a:pt x="377671" y="793476"/>
                </a:lnTo>
                <a:lnTo>
                  <a:pt x="372110" y="798526"/>
                </a:lnTo>
                <a:lnTo>
                  <a:pt x="375642" y="824425"/>
                </a:lnTo>
                <a:lnTo>
                  <a:pt x="377317" y="823037"/>
                </a:lnTo>
                <a:lnTo>
                  <a:pt x="389619" y="824091"/>
                </a:lnTo>
                <a:lnTo>
                  <a:pt x="402061" y="824655"/>
                </a:lnTo>
                <a:lnTo>
                  <a:pt x="414616" y="824761"/>
                </a:lnTo>
                <a:lnTo>
                  <a:pt x="427258" y="824443"/>
                </a:lnTo>
                <a:lnTo>
                  <a:pt x="439961" y="823731"/>
                </a:lnTo>
                <a:lnTo>
                  <a:pt x="452698" y="822659"/>
                </a:lnTo>
                <a:lnTo>
                  <a:pt x="465443" y="821258"/>
                </a:lnTo>
                <a:lnTo>
                  <a:pt x="478171" y="819560"/>
                </a:lnTo>
                <a:lnTo>
                  <a:pt x="490854" y="817597"/>
                </a:lnTo>
                <a:lnTo>
                  <a:pt x="503467" y="815402"/>
                </a:lnTo>
                <a:lnTo>
                  <a:pt x="515984" y="813007"/>
                </a:lnTo>
                <a:lnTo>
                  <a:pt x="528378" y="810444"/>
                </a:lnTo>
                <a:lnTo>
                  <a:pt x="540623" y="807745"/>
                </a:lnTo>
                <a:lnTo>
                  <a:pt x="552692" y="804941"/>
                </a:lnTo>
                <a:lnTo>
                  <a:pt x="559308" y="803352"/>
                </a:lnTo>
                <a:lnTo>
                  <a:pt x="566166" y="801701"/>
                </a:lnTo>
                <a:lnTo>
                  <a:pt x="565531" y="791541"/>
                </a:lnTo>
                <a:lnTo>
                  <a:pt x="560324" y="789763"/>
                </a:lnTo>
                <a:lnTo>
                  <a:pt x="557530" y="789636"/>
                </a:lnTo>
                <a:lnTo>
                  <a:pt x="544564" y="791787"/>
                </a:lnTo>
                <a:lnTo>
                  <a:pt x="531684" y="793555"/>
                </a:lnTo>
                <a:lnTo>
                  <a:pt x="518881" y="794978"/>
                </a:lnTo>
                <a:lnTo>
                  <a:pt x="506144" y="796093"/>
                </a:lnTo>
                <a:lnTo>
                  <a:pt x="493463" y="796937"/>
                </a:lnTo>
                <a:lnTo>
                  <a:pt x="480829" y="797548"/>
                </a:lnTo>
                <a:lnTo>
                  <a:pt x="468233" y="797963"/>
                </a:lnTo>
                <a:lnTo>
                  <a:pt x="455663" y="798219"/>
                </a:lnTo>
                <a:lnTo>
                  <a:pt x="443112" y="798353"/>
                </a:lnTo>
                <a:lnTo>
                  <a:pt x="405765" y="798399"/>
                </a:lnTo>
                <a:lnTo>
                  <a:pt x="415009" y="789879"/>
                </a:lnTo>
                <a:lnTo>
                  <a:pt x="424175" y="781126"/>
                </a:lnTo>
                <a:lnTo>
                  <a:pt x="433187" y="772079"/>
                </a:lnTo>
                <a:lnTo>
                  <a:pt x="439039" y="765887"/>
                </a:lnTo>
                <a:lnTo>
                  <a:pt x="451087" y="762450"/>
                </a:lnTo>
                <a:lnTo>
                  <a:pt x="463156" y="758501"/>
                </a:lnTo>
                <a:lnTo>
                  <a:pt x="475227" y="754197"/>
                </a:lnTo>
                <a:lnTo>
                  <a:pt x="487282" y="749691"/>
                </a:lnTo>
                <a:lnTo>
                  <a:pt x="499304" y="745139"/>
                </a:lnTo>
                <a:lnTo>
                  <a:pt x="511275" y="740695"/>
                </a:lnTo>
                <a:lnTo>
                  <a:pt x="523177" y="736514"/>
                </a:lnTo>
                <a:lnTo>
                  <a:pt x="532511" y="733502"/>
                </a:lnTo>
                <a:lnTo>
                  <a:pt x="544763" y="729845"/>
                </a:lnTo>
                <a:lnTo>
                  <a:pt x="557022" y="726266"/>
                </a:lnTo>
                <a:lnTo>
                  <a:pt x="569284" y="722764"/>
                </a:lnTo>
                <a:lnTo>
                  <a:pt x="581546" y="719335"/>
                </a:lnTo>
                <a:lnTo>
                  <a:pt x="593806" y="715975"/>
                </a:lnTo>
                <a:lnTo>
                  <a:pt x="606061" y="712680"/>
                </a:lnTo>
                <a:lnTo>
                  <a:pt x="618309" y="709448"/>
                </a:lnTo>
                <a:lnTo>
                  <a:pt x="630547" y="706274"/>
                </a:lnTo>
                <a:lnTo>
                  <a:pt x="642773" y="703156"/>
                </a:lnTo>
                <a:lnTo>
                  <a:pt x="649859" y="701371"/>
                </a:lnTo>
                <a:lnTo>
                  <a:pt x="652653" y="700736"/>
                </a:lnTo>
                <a:lnTo>
                  <a:pt x="653034" y="695783"/>
                </a:lnTo>
                <a:lnTo>
                  <a:pt x="650494" y="694894"/>
                </a:lnTo>
                <a:lnTo>
                  <a:pt x="649605" y="694767"/>
                </a:lnTo>
                <a:lnTo>
                  <a:pt x="637092" y="696405"/>
                </a:lnTo>
                <a:lnTo>
                  <a:pt x="624582" y="698212"/>
                </a:lnTo>
                <a:lnTo>
                  <a:pt x="612078" y="700192"/>
                </a:lnTo>
                <a:lnTo>
                  <a:pt x="599581" y="702345"/>
                </a:lnTo>
                <a:lnTo>
                  <a:pt x="587095" y="704676"/>
                </a:lnTo>
                <a:lnTo>
                  <a:pt x="574622" y="707187"/>
                </a:lnTo>
                <a:lnTo>
                  <a:pt x="562165" y="709880"/>
                </a:lnTo>
                <a:lnTo>
                  <a:pt x="549726" y="712758"/>
                </a:lnTo>
                <a:lnTo>
                  <a:pt x="537308" y="715824"/>
                </a:lnTo>
                <a:lnTo>
                  <a:pt x="530352" y="717627"/>
                </a:lnTo>
                <a:lnTo>
                  <a:pt x="518415" y="720684"/>
                </a:lnTo>
                <a:lnTo>
                  <a:pt x="506237" y="723786"/>
                </a:lnTo>
                <a:lnTo>
                  <a:pt x="493898" y="727008"/>
                </a:lnTo>
                <a:lnTo>
                  <a:pt x="481478" y="730424"/>
                </a:lnTo>
                <a:lnTo>
                  <a:pt x="469057" y="734108"/>
                </a:lnTo>
                <a:lnTo>
                  <a:pt x="467741" y="734518"/>
                </a:lnTo>
                <a:lnTo>
                  <a:pt x="476395" y="724935"/>
                </a:lnTo>
                <a:lnTo>
                  <a:pt x="485113" y="715688"/>
                </a:lnTo>
                <a:lnTo>
                  <a:pt x="491998" y="708737"/>
                </a:lnTo>
                <a:lnTo>
                  <a:pt x="505300" y="705716"/>
                </a:lnTo>
                <a:lnTo>
                  <a:pt x="518577" y="702498"/>
                </a:lnTo>
                <a:lnTo>
                  <a:pt x="531834" y="699112"/>
                </a:lnTo>
                <a:lnTo>
                  <a:pt x="545073" y="695583"/>
                </a:lnTo>
                <a:lnTo>
                  <a:pt x="558299" y="691939"/>
                </a:lnTo>
                <a:lnTo>
                  <a:pt x="571516" y="688208"/>
                </a:lnTo>
                <a:lnTo>
                  <a:pt x="584727" y="684415"/>
                </a:lnTo>
                <a:lnTo>
                  <a:pt x="597936" y="680588"/>
                </a:lnTo>
                <a:lnTo>
                  <a:pt x="611147" y="676754"/>
                </a:lnTo>
                <a:lnTo>
                  <a:pt x="624363" y="672939"/>
                </a:lnTo>
                <a:lnTo>
                  <a:pt x="637589" y="669171"/>
                </a:lnTo>
                <a:lnTo>
                  <a:pt x="650829" y="665477"/>
                </a:lnTo>
                <a:lnTo>
                  <a:pt x="664085" y="661883"/>
                </a:lnTo>
                <a:lnTo>
                  <a:pt x="677363" y="658417"/>
                </a:lnTo>
                <a:lnTo>
                  <a:pt x="690665" y="655105"/>
                </a:lnTo>
                <a:lnTo>
                  <a:pt x="703996" y="651975"/>
                </a:lnTo>
                <a:lnTo>
                  <a:pt x="717359" y="649054"/>
                </a:lnTo>
                <a:lnTo>
                  <a:pt x="730759" y="646367"/>
                </a:lnTo>
                <a:lnTo>
                  <a:pt x="744198" y="643943"/>
                </a:lnTo>
                <a:lnTo>
                  <a:pt x="757682" y="641808"/>
                </a:lnTo>
                <a:lnTo>
                  <a:pt x="760857" y="641427"/>
                </a:lnTo>
                <a:lnTo>
                  <a:pt x="761365" y="635458"/>
                </a:lnTo>
                <a:lnTo>
                  <a:pt x="758571" y="634442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98239" y="1598676"/>
            <a:ext cx="7529296" cy="4063589"/>
          </a:xfrm>
          <a:custGeom>
            <a:avLst/>
            <a:gdLst/>
            <a:ahLst/>
            <a:cxnLst/>
            <a:rect l="l" t="t" r="r" b="b"/>
            <a:pathLst>
              <a:path w="7529296" h="4063589">
                <a:moveTo>
                  <a:pt x="131572" y="4054055"/>
                </a:moveTo>
                <a:lnTo>
                  <a:pt x="1410081" y="4056583"/>
                </a:lnTo>
                <a:lnTo>
                  <a:pt x="2213229" y="4057205"/>
                </a:lnTo>
                <a:lnTo>
                  <a:pt x="3330575" y="4059885"/>
                </a:lnTo>
                <a:lnTo>
                  <a:pt x="3448868" y="4060026"/>
                </a:lnTo>
                <a:lnTo>
                  <a:pt x="3602504" y="4060165"/>
                </a:lnTo>
                <a:lnTo>
                  <a:pt x="4106475" y="4060020"/>
                </a:lnTo>
                <a:lnTo>
                  <a:pt x="4371802" y="4059887"/>
                </a:lnTo>
                <a:lnTo>
                  <a:pt x="4403852" y="4059885"/>
                </a:lnTo>
                <a:lnTo>
                  <a:pt x="5254497" y="4059262"/>
                </a:lnTo>
                <a:lnTo>
                  <a:pt x="5402605" y="4059398"/>
                </a:lnTo>
                <a:lnTo>
                  <a:pt x="5476188" y="4059551"/>
                </a:lnTo>
                <a:lnTo>
                  <a:pt x="5549310" y="4059746"/>
                </a:lnTo>
                <a:lnTo>
                  <a:pt x="5621861" y="4059970"/>
                </a:lnTo>
                <a:lnTo>
                  <a:pt x="5693730" y="4060214"/>
                </a:lnTo>
                <a:lnTo>
                  <a:pt x="5764806" y="4060466"/>
                </a:lnTo>
                <a:lnTo>
                  <a:pt x="5834979" y="4060714"/>
                </a:lnTo>
                <a:lnTo>
                  <a:pt x="5904139" y="4060947"/>
                </a:lnTo>
                <a:lnTo>
                  <a:pt x="5972175" y="4061155"/>
                </a:lnTo>
                <a:lnTo>
                  <a:pt x="6039235" y="4061343"/>
                </a:lnTo>
                <a:lnTo>
                  <a:pt x="6105215" y="4061531"/>
                </a:lnTo>
                <a:lnTo>
                  <a:pt x="6170083" y="4061716"/>
                </a:lnTo>
                <a:lnTo>
                  <a:pt x="6233808" y="4061899"/>
                </a:lnTo>
                <a:lnTo>
                  <a:pt x="6296356" y="4062078"/>
                </a:lnTo>
                <a:lnTo>
                  <a:pt x="6357696" y="4062252"/>
                </a:lnTo>
                <a:lnTo>
                  <a:pt x="6417795" y="4062421"/>
                </a:lnTo>
                <a:lnTo>
                  <a:pt x="6476623" y="4062583"/>
                </a:lnTo>
                <a:lnTo>
                  <a:pt x="6534145" y="4062737"/>
                </a:lnTo>
                <a:lnTo>
                  <a:pt x="6590331" y="4062883"/>
                </a:lnTo>
                <a:lnTo>
                  <a:pt x="6645148" y="4063020"/>
                </a:lnTo>
                <a:lnTo>
                  <a:pt x="6750548" y="4063261"/>
                </a:lnTo>
                <a:lnTo>
                  <a:pt x="6850088" y="4063453"/>
                </a:lnTo>
                <a:lnTo>
                  <a:pt x="6943510" y="4063589"/>
                </a:lnTo>
                <a:lnTo>
                  <a:pt x="7148577" y="4063445"/>
                </a:lnTo>
                <a:lnTo>
                  <a:pt x="7218387" y="4063144"/>
                </a:lnTo>
                <a:lnTo>
                  <a:pt x="7280938" y="4062767"/>
                </a:lnTo>
                <a:lnTo>
                  <a:pt x="7336125" y="4062314"/>
                </a:lnTo>
                <a:lnTo>
                  <a:pt x="7383843" y="4061785"/>
                </a:lnTo>
                <a:lnTo>
                  <a:pt x="7423987" y="4061180"/>
                </a:lnTo>
                <a:lnTo>
                  <a:pt x="7469770" y="4060131"/>
                </a:lnTo>
                <a:lnTo>
                  <a:pt x="7506968" y="4056992"/>
                </a:lnTo>
                <a:lnTo>
                  <a:pt x="7504140" y="4056472"/>
                </a:lnTo>
                <a:lnTo>
                  <a:pt x="7461184" y="4053738"/>
                </a:lnTo>
                <a:lnTo>
                  <a:pt x="7413017" y="4051994"/>
                </a:lnTo>
                <a:lnTo>
                  <a:pt x="7371880" y="4050791"/>
                </a:lnTo>
                <a:lnTo>
                  <a:pt x="7323693" y="4049556"/>
                </a:lnTo>
                <a:lnTo>
                  <a:pt x="7268602" y="4048290"/>
                </a:lnTo>
                <a:lnTo>
                  <a:pt x="7206753" y="4046993"/>
                </a:lnTo>
                <a:lnTo>
                  <a:pt x="7173340" y="4046334"/>
                </a:lnTo>
                <a:lnTo>
                  <a:pt x="7138130" y="4045639"/>
                </a:lnTo>
                <a:lnTo>
                  <a:pt x="7101370" y="4044926"/>
                </a:lnTo>
                <a:lnTo>
                  <a:pt x="7063042" y="4044196"/>
                </a:lnTo>
                <a:lnTo>
                  <a:pt x="7023125" y="4043450"/>
                </a:lnTo>
                <a:lnTo>
                  <a:pt x="6981600" y="4042689"/>
                </a:lnTo>
                <a:lnTo>
                  <a:pt x="6938448" y="4041913"/>
                </a:lnTo>
                <a:lnTo>
                  <a:pt x="6893649" y="4041125"/>
                </a:lnTo>
                <a:lnTo>
                  <a:pt x="6847184" y="4040324"/>
                </a:lnTo>
                <a:lnTo>
                  <a:pt x="6799033" y="4039512"/>
                </a:lnTo>
                <a:lnTo>
                  <a:pt x="6749176" y="4038690"/>
                </a:lnTo>
                <a:lnTo>
                  <a:pt x="6697595" y="4037858"/>
                </a:lnTo>
                <a:lnTo>
                  <a:pt x="6644269" y="4037018"/>
                </a:lnTo>
                <a:lnTo>
                  <a:pt x="6589179" y="4036170"/>
                </a:lnTo>
                <a:lnTo>
                  <a:pt x="6532305" y="4035316"/>
                </a:lnTo>
                <a:lnTo>
                  <a:pt x="6473628" y="4034456"/>
                </a:lnTo>
                <a:lnTo>
                  <a:pt x="6413129" y="4033591"/>
                </a:lnTo>
                <a:lnTo>
                  <a:pt x="6350787" y="4032722"/>
                </a:lnTo>
                <a:lnTo>
                  <a:pt x="6286584" y="4031851"/>
                </a:lnTo>
                <a:lnTo>
                  <a:pt x="6220500" y="4030977"/>
                </a:lnTo>
                <a:lnTo>
                  <a:pt x="6152515" y="4030103"/>
                </a:lnTo>
                <a:lnTo>
                  <a:pt x="6117824" y="4029634"/>
                </a:lnTo>
                <a:lnTo>
                  <a:pt x="6046835" y="4028719"/>
                </a:lnTo>
                <a:lnTo>
                  <a:pt x="5973687" y="4027834"/>
                </a:lnTo>
                <a:lnTo>
                  <a:pt x="5898363" y="4026982"/>
                </a:lnTo>
                <a:lnTo>
                  <a:pt x="5859880" y="4026570"/>
                </a:lnTo>
                <a:lnTo>
                  <a:pt x="5820847" y="4026166"/>
                </a:lnTo>
                <a:lnTo>
                  <a:pt x="5781262" y="4025771"/>
                </a:lnTo>
                <a:lnTo>
                  <a:pt x="5741122" y="4025386"/>
                </a:lnTo>
                <a:lnTo>
                  <a:pt x="5700426" y="4025010"/>
                </a:lnTo>
                <a:lnTo>
                  <a:pt x="5659171" y="4024644"/>
                </a:lnTo>
                <a:lnTo>
                  <a:pt x="5617356" y="4024289"/>
                </a:lnTo>
                <a:lnTo>
                  <a:pt x="5574978" y="4023944"/>
                </a:lnTo>
                <a:lnTo>
                  <a:pt x="5532035" y="4023609"/>
                </a:lnTo>
                <a:lnTo>
                  <a:pt x="5488525" y="4023285"/>
                </a:lnTo>
                <a:lnTo>
                  <a:pt x="5444447" y="4022973"/>
                </a:lnTo>
                <a:lnTo>
                  <a:pt x="5399797" y="4022671"/>
                </a:lnTo>
                <a:lnTo>
                  <a:pt x="5354574" y="4022382"/>
                </a:lnTo>
                <a:lnTo>
                  <a:pt x="5308666" y="4022101"/>
                </a:lnTo>
                <a:lnTo>
                  <a:pt x="5262506" y="4021828"/>
                </a:lnTo>
                <a:lnTo>
                  <a:pt x="5216105" y="4021563"/>
                </a:lnTo>
                <a:lnTo>
                  <a:pt x="5169476" y="4021305"/>
                </a:lnTo>
                <a:lnTo>
                  <a:pt x="5122630" y="4021056"/>
                </a:lnTo>
                <a:lnTo>
                  <a:pt x="5075580" y="4020814"/>
                </a:lnTo>
                <a:lnTo>
                  <a:pt x="5028338" y="4020582"/>
                </a:lnTo>
                <a:lnTo>
                  <a:pt x="4980915" y="4020358"/>
                </a:lnTo>
                <a:lnTo>
                  <a:pt x="4933325" y="4020143"/>
                </a:lnTo>
                <a:lnTo>
                  <a:pt x="4885578" y="4019937"/>
                </a:lnTo>
                <a:lnTo>
                  <a:pt x="4837688" y="4019741"/>
                </a:lnTo>
                <a:lnTo>
                  <a:pt x="4789666" y="4019554"/>
                </a:lnTo>
                <a:lnTo>
                  <a:pt x="4741525" y="4019378"/>
                </a:lnTo>
                <a:lnTo>
                  <a:pt x="4693276" y="4019212"/>
                </a:lnTo>
                <a:lnTo>
                  <a:pt x="4644931" y="4019056"/>
                </a:lnTo>
                <a:lnTo>
                  <a:pt x="4596503" y="4018911"/>
                </a:lnTo>
                <a:lnTo>
                  <a:pt x="4548004" y="4018778"/>
                </a:lnTo>
                <a:lnTo>
                  <a:pt x="4450841" y="4018544"/>
                </a:lnTo>
                <a:lnTo>
                  <a:pt x="4353505" y="4018354"/>
                </a:lnTo>
                <a:lnTo>
                  <a:pt x="4256011" y="4018195"/>
                </a:lnTo>
                <a:lnTo>
                  <a:pt x="4158456" y="4018058"/>
                </a:lnTo>
                <a:lnTo>
                  <a:pt x="4060931" y="4017930"/>
                </a:lnTo>
                <a:lnTo>
                  <a:pt x="3963529" y="4017801"/>
                </a:lnTo>
                <a:lnTo>
                  <a:pt x="3866339" y="4017658"/>
                </a:lnTo>
                <a:lnTo>
                  <a:pt x="3769455" y="4017492"/>
                </a:lnTo>
                <a:lnTo>
                  <a:pt x="3672967" y="4017289"/>
                </a:lnTo>
                <a:lnTo>
                  <a:pt x="3624900" y="4017171"/>
                </a:lnTo>
                <a:lnTo>
                  <a:pt x="3576966" y="4017040"/>
                </a:lnTo>
                <a:lnTo>
                  <a:pt x="3529177" y="4016894"/>
                </a:lnTo>
                <a:lnTo>
                  <a:pt x="3481544" y="4016732"/>
                </a:lnTo>
                <a:lnTo>
                  <a:pt x="3434080" y="4016552"/>
                </a:lnTo>
                <a:lnTo>
                  <a:pt x="2309876" y="4012615"/>
                </a:lnTo>
                <a:lnTo>
                  <a:pt x="1487424" y="4010723"/>
                </a:lnTo>
                <a:lnTo>
                  <a:pt x="179070" y="4009453"/>
                </a:lnTo>
                <a:lnTo>
                  <a:pt x="117475" y="4009453"/>
                </a:lnTo>
                <a:lnTo>
                  <a:pt x="119252" y="3780409"/>
                </a:lnTo>
                <a:lnTo>
                  <a:pt x="119624" y="3767235"/>
                </a:lnTo>
                <a:lnTo>
                  <a:pt x="119935" y="3754218"/>
                </a:lnTo>
                <a:lnTo>
                  <a:pt x="120192" y="3741336"/>
                </a:lnTo>
                <a:lnTo>
                  <a:pt x="120398" y="3728568"/>
                </a:lnTo>
                <a:lnTo>
                  <a:pt x="120560" y="3715893"/>
                </a:lnTo>
                <a:lnTo>
                  <a:pt x="120773" y="3690738"/>
                </a:lnTo>
                <a:lnTo>
                  <a:pt x="120902" y="3640619"/>
                </a:lnTo>
                <a:lnTo>
                  <a:pt x="121020" y="3599964"/>
                </a:lnTo>
                <a:lnTo>
                  <a:pt x="121150" y="3587546"/>
                </a:lnTo>
                <a:lnTo>
                  <a:pt x="121314" y="3575055"/>
                </a:lnTo>
                <a:lnTo>
                  <a:pt x="121503" y="3562491"/>
                </a:lnTo>
                <a:lnTo>
                  <a:pt x="121706" y="3549855"/>
                </a:lnTo>
                <a:lnTo>
                  <a:pt x="121914" y="3537147"/>
                </a:lnTo>
                <a:lnTo>
                  <a:pt x="122115" y="3524368"/>
                </a:lnTo>
                <a:lnTo>
                  <a:pt x="122301" y="3511518"/>
                </a:lnTo>
                <a:lnTo>
                  <a:pt x="122460" y="3498596"/>
                </a:lnTo>
                <a:lnTo>
                  <a:pt x="122660" y="3472543"/>
                </a:lnTo>
                <a:lnTo>
                  <a:pt x="122682" y="3461639"/>
                </a:lnTo>
                <a:lnTo>
                  <a:pt x="123186" y="3444507"/>
                </a:lnTo>
                <a:lnTo>
                  <a:pt x="123671" y="3427248"/>
                </a:lnTo>
                <a:lnTo>
                  <a:pt x="124140" y="3409862"/>
                </a:lnTo>
                <a:lnTo>
                  <a:pt x="124594" y="3392346"/>
                </a:lnTo>
                <a:lnTo>
                  <a:pt x="125035" y="3374701"/>
                </a:lnTo>
                <a:lnTo>
                  <a:pt x="125466" y="3356925"/>
                </a:lnTo>
                <a:lnTo>
                  <a:pt x="125888" y="3339017"/>
                </a:lnTo>
                <a:lnTo>
                  <a:pt x="126305" y="3320975"/>
                </a:lnTo>
                <a:lnTo>
                  <a:pt x="126717" y="3302800"/>
                </a:lnTo>
                <a:lnTo>
                  <a:pt x="127126" y="3284489"/>
                </a:lnTo>
                <a:lnTo>
                  <a:pt x="127536" y="3266043"/>
                </a:lnTo>
                <a:lnTo>
                  <a:pt x="127948" y="3247459"/>
                </a:lnTo>
                <a:lnTo>
                  <a:pt x="128365" y="3228736"/>
                </a:lnTo>
                <a:lnTo>
                  <a:pt x="128787" y="3209875"/>
                </a:lnTo>
                <a:lnTo>
                  <a:pt x="129218" y="3190873"/>
                </a:lnTo>
                <a:lnTo>
                  <a:pt x="129659" y="3171729"/>
                </a:lnTo>
                <a:lnTo>
                  <a:pt x="130113" y="3152443"/>
                </a:lnTo>
                <a:lnTo>
                  <a:pt x="130582" y="3133013"/>
                </a:lnTo>
                <a:lnTo>
                  <a:pt x="131067" y="3113439"/>
                </a:lnTo>
                <a:lnTo>
                  <a:pt x="131572" y="3093720"/>
                </a:lnTo>
                <a:lnTo>
                  <a:pt x="131812" y="3073521"/>
                </a:lnTo>
                <a:lnTo>
                  <a:pt x="132004" y="3053278"/>
                </a:lnTo>
                <a:lnTo>
                  <a:pt x="132150" y="3032992"/>
                </a:lnTo>
                <a:lnTo>
                  <a:pt x="132322" y="2992312"/>
                </a:lnTo>
                <a:lnTo>
                  <a:pt x="132166" y="2869676"/>
                </a:lnTo>
                <a:lnTo>
                  <a:pt x="131996" y="2828703"/>
                </a:lnTo>
                <a:lnTo>
                  <a:pt x="131822" y="2787735"/>
                </a:lnTo>
                <a:lnTo>
                  <a:pt x="131674" y="2746803"/>
                </a:lnTo>
                <a:lnTo>
                  <a:pt x="131572" y="2685542"/>
                </a:lnTo>
                <a:lnTo>
                  <a:pt x="131323" y="2665356"/>
                </a:lnTo>
                <a:lnTo>
                  <a:pt x="131074" y="2645111"/>
                </a:lnTo>
                <a:lnTo>
                  <a:pt x="130826" y="2624805"/>
                </a:lnTo>
                <a:lnTo>
                  <a:pt x="130581" y="2604440"/>
                </a:lnTo>
                <a:lnTo>
                  <a:pt x="130339" y="2584017"/>
                </a:lnTo>
                <a:lnTo>
                  <a:pt x="130103" y="2563535"/>
                </a:lnTo>
                <a:lnTo>
                  <a:pt x="129873" y="2542996"/>
                </a:lnTo>
                <a:lnTo>
                  <a:pt x="129651" y="2522400"/>
                </a:lnTo>
                <a:lnTo>
                  <a:pt x="129439" y="2501748"/>
                </a:lnTo>
                <a:lnTo>
                  <a:pt x="129238" y="2481040"/>
                </a:lnTo>
                <a:lnTo>
                  <a:pt x="129049" y="2460276"/>
                </a:lnTo>
                <a:lnTo>
                  <a:pt x="128874" y="2439458"/>
                </a:lnTo>
                <a:lnTo>
                  <a:pt x="128714" y="2418586"/>
                </a:lnTo>
                <a:lnTo>
                  <a:pt x="128571" y="2397660"/>
                </a:lnTo>
                <a:lnTo>
                  <a:pt x="128341" y="2355650"/>
                </a:lnTo>
                <a:lnTo>
                  <a:pt x="128194" y="2313433"/>
                </a:lnTo>
                <a:lnTo>
                  <a:pt x="128143" y="2271014"/>
                </a:lnTo>
                <a:lnTo>
                  <a:pt x="127853" y="2249946"/>
                </a:lnTo>
                <a:lnTo>
                  <a:pt x="127596" y="2228983"/>
                </a:lnTo>
                <a:lnTo>
                  <a:pt x="127371" y="2208107"/>
                </a:lnTo>
                <a:lnTo>
                  <a:pt x="127181" y="2187298"/>
                </a:lnTo>
                <a:lnTo>
                  <a:pt x="127027" y="2166538"/>
                </a:lnTo>
                <a:lnTo>
                  <a:pt x="126832" y="2125089"/>
                </a:lnTo>
                <a:lnTo>
                  <a:pt x="126930" y="2041951"/>
                </a:lnTo>
                <a:lnTo>
                  <a:pt x="127064" y="2021007"/>
                </a:lnTo>
                <a:lnTo>
                  <a:pt x="127244" y="1999962"/>
                </a:lnTo>
                <a:lnTo>
                  <a:pt x="127472" y="1978797"/>
                </a:lnTo>
                <a:lnTo>
                  <a:pt x="127750" y="1957492"/>
                </a:lnTo>
                <a:lnTo>
                  <a:pt x="128077" y="1936030"/>
                </a:lnTo>
                <a:lnTo>
                  <a:pt x="128457" y="1914392"/>
                </a:lnTo>
                <a:lnTo>
                  <a:pt x="128890" y="1892558"/>
                </a:lnTo>
                <a:lnTo>
                  <a:pt x="129377" y="1870511"/>
                </a:lnTo>
                <a:lnTo>
                  <a:pt x="129921" y="1848231"/>
                </a:lnTo>
                <a:lnTo>
                  <a:pt x="130169" y="1826032"/>
                </a:lnTo>
                <a:lnTo>
                  <a:pt x="130666" y="1781265"/>
                </a:lnTo>
                <a:lnTo>
                  <a:pt x="131153" y="1736000"/>
                </a:lnTo>
                <a:lnTo>
                  <a:pt x="131389" y="1713182"/>
                </a:lnTo>
                <a:lnTo>
                  <a:pt x="131619" y="1690239"/>
                </a:lnTo>
                <a:lnTo>
                  <a:pt x="131841" y="1667171"/>
                </a:lnTo>
                <a:lnTo>
                  <a:pt x="132053" y="1643979"/>
                </a:lnTo>
                <a:lnTo>
                  <a:pt x="132254" y="1620662"/>
                </a:lnTo>
                <a:lnTo>
                  <a:pt x="132443" y="1597221"/>
                </a:lnTo>
                <a:lnTo>
                  <a:pt x="132618" y="1573654"/>
                </a:lnTo>
                <a:lnTo>
                  <a:pt x="132778" y="1549963"/>
                </a:lnTo>
                <a:lnTo>
                  <a:pt x="132921" y="1526147"/>
                </a:lnTo>
                <a:lnTo>
                  <a:pt x="133151" y="1478138"/>
                </a:lnTo>
                <a:lnTo>
                  <a:pt x="133298" y="1429628"/>
                </a:lnTo>
                <a:lnTo>
                  <a:pt x="133165" y="1287568"/>
                </a:lnTo>
                <a:lnTo>
                  <a:pt x="132965" y="1240817"/>
                </a:lnTo>
                <a:lnTo>
                  <a:pt x="132724" y="1193922"/>
                </a:lnTo>
                <a:lnTo>
                  <a:pt x="132593" y="1170423"/>
                </a:lnTo>
                <a:lnTo>
                  <a:pt x="132460" y="1146889"/>
                </a:lnTo>
                <a:lnTo>
                  <a:pt x="132328" y="1123322"/>
                </a:lnTo>
                <a:lnTo>
                  <a:pt x="132197" y="1099722"/>
                </a:lnTo>
                <a:lnTo>
                  <a:pt x="131956" y="1052427"/>
                </a:lnTo>
                <a:lnTo>
                  <a:pt x="131756" y="1005009"/>
                </a:lnTo>
                <a:lnTo>
                  <a:pt x="131621" y="957474"/>
                </a:lnTo>
                <a:lnTo>
                  <a:pt x="131465" y="781088"/>
                </a:lnTo>
                <a:lnTo>
                  <a:pt x="131286" y="694769"/>
                </a:lnTo>
                <a:lnTo>
                  <a:pt x="131167" y="651436"/>
                </a:lnTo>
                <a:lnTo>
                  <a:pt x="131030" y="607977"/>
                </a:lnTo>
                <a:lnTo>
                  <a:pt x="130877" y="564383"/>
                </a:lnTo>
                <a:lnTo>
                  <a:pt x="130707" y="520646"/>
                </a:lnTo>
                <a:lnTo>
                  <a:pt x="130524" y="476758"/>
                </a:lnTo>
                <a:lnTo>
                  <a:pt x="130327" y="432709"/>
                </a:lnTo>
                <a:lnTo>
                  <a:pt x="130118" y="388491"/>
                </a:lnTo>
                <a:lnTo>
                  <a:pt x="129897" y="344097"/>
                </a:lnTo>
                <a:lnTo>
                  <a:pt x="129667" y="299518"/>
                </a:lnTo>
                <a:lnTo>
                  <a:pt x="129428" y="254746"/>
                </a:lnTo>
                <a:lnTo>
                  <a:pt x="129182" y="209771"/>
                </a:lnTo>
                <a:lnTo>
                  <a:pt x="128929" y="164586"/>
                </a:lnTo>
                <a:lnTo>
                  <a:pt x="128671" y="119182"/>
                </a:lnTo>
                <a:lnTo>
                  <a:pt x="128408" y="73552"/>
                </a:lnTo>
                <a:lnTo>
                  <a:pt x="128143" y="27686"/>
                </a:lnTo>
                <a:lnTo>
                  <a:pt x="2930906" y="25781"/>
                </a:lnTo>
                <a:lnTo>
                  <a:pt x="4411218" y="23749"/>
                </a:lnTo>
                <a:lnTo>
                  <a:pt x="4846528" y="23933"/>
                </a:lnTo>
                <a:lnTo>
                  <a:pt x="4970164" y="24150"/>
                </a:lnTo>
                <a:lnTo>
                  <a:pt x="5032160" y="24284"/>
                </a:lnTo>
                <a:lnTo>
                  <a:pt x="5094279" y="24435"/>
                </a:lnTo>
                <a:lnTo>
                  <a:pt x="5156527" y="24601"/>
                </a:lnTo>
                <a:lnTo>
                  <a:pt x="5218906" y="24780"/>
                </a:lnTo>
                <a:lnTo>
                  <a:pt x="5281420" y="24972"/>
                </a:lnTo>
                <a:lnTo>
                  <a:pt x="5344073" y="25175"/>
                </a:lnTo>
                <a:lnTo>
                  <a:pt x="5406869" y="25388"/>
                </a:lnTo>
                <a:lnTo>
                  <a:pt x="5469812" y="25609"/>
                </a:lnTo>
                <a:lnTo>
                  <a:pt x="5532905" y="25838"/>
                </a:lnTo>
                <a:lnTo>
                  <a:pt x="5596153" y="26073"/>
                </a:lnTo>
                <a:lnTo>
                  <a:pt x="5659559" y="26313"/>
                </a:lnTo>
                <a:lnTo>
                  <a:pt x="5723126" y="26557"/>
                </a:lnTo>
                <a:lnTo>
                  <a:pt x="5786860" y="26803"/>
                </a:lnTo>
                <a:lnTo>
                  <a:pt x="5850763" y="27050"/>
                </a:lnTo>
                <a:lnTo>
                  <a:pt x="5925031" y="27223"/>
                </a:lnTo>
                <a:lnTo>
                  <a:pt x="5999372" y="27360"/>
                </a:lnTo>
                <a:lnTo>
                  <a:pt x="6111173" y="27511"/>
                </a:lnTo>
                <a:lnTo>
                  <a:pt x="6298883" y="27645"/>
                </a:lnTo>
                <a:lnTo>
                  <a:pt x="6835613" y="27514"/>
                </a:lnTo>
                <a:lnTo>
                  <a:pt x="6911035" y="27381"/>
                </a:lnTo>
                <a:lnTo>
                  <a:pt x="6985809" y="27209"/>
                </a:lnTo>
                <a:lnTo>
                  <a:pt x="7059955" y="27000"/>
                </a:lnTo>
                <a:lnTo>
                  <a:pt x="7133491" y="26752"/>
                </a:lnTo>
                <a:lnTo>
                  <a:pt x="7206437" y="26466"/>
                </a:lnTo>
                <a:lnTo>
                  <a:pt x="7278811" y="26142"/>
                </a:lnTo>
                <a:lnTo>
                  <a:pt x="7350633" y="25781"/>
                </a:lnTo>
                <a:lnTo>
                  <a:pt x="7440040" y="25781"/>
                </a:lnTo>
                <a:lnTo>
                  <a:pt x="7440040" y="58165"/>
                </a:lnTo>
                <a:lnTo>
                  <a:pt x="7440259" y="71009"/>
                </a:lnTo>
                <a:lnTo>
                  <a:pt x="7440758" y="83787"/>
                </a:lnTo>
                <a:lnTo>
                  <a:pt x="7441302" y="96470"/>
                </a:lnTo>
                <a:lnTo>
                  <a:pt x="7441656" y="109031"/>
                </a:lnTo>
                <a:lnTo>
                  <a:pt x="7441758" y="126631"/>
                </a:lnTo>
                <a:lnTo>
                  <a:pt x="7441935" y="139452"/>
                </a:lnTo>
                <a:lnTo>
                  <a:pt x="7442190" y="152245"/>
                </a:lnTo>
                <a:lnTo>
                  <a:pt x="7442487" y="165004"/>
                </a:lnTo>
                <a:lnTo>
                  <a:pt x="7442795" y="177718"/>
                </a:lnTo>
                <a:lnTo>
                  <a:pt x="7443080" y="190380"/>
                </a:lnTo>
                <a:lnTo>
                  <a:pt x="7443308" y="202982"/>
                </a:lnTo>
                <a:lnTo>
                  <a:pt x="7443445" y="215514"/>
                </a:lnTo>
                <a:lnTo>
                  <a:pt x="7443600" y="261503"/>
                </a:lnTo>
                <a:lnTo>
                  <a:pt x="7443779" y="287036"/>
                </a:lnTo>
                <a:lnTo>
                  <a:pt x="7443973" y="312482"/>
                </a:lnTo>
                <a:lnTo>
                  <a:pt x="7444131" y="337854"/>
                </a:lnTo>
                <a:lnTo>
                  <a:pt x="7444038" y="401045"/>
                </a:lnTo>
                <a:lnTo>
                  <a:pt x="7443885" y="413656"/>
                </a:lnTo>
                <a:lnTo>
                  <a:pt x="7443672" y="426260"/>
                </a:lnTo>
                <a:lnTo>
                  <a:pt x="7443469" y="435737"/>
                </a:lnTo>
                <a:lnTo>
                  <a:pt x="7442955" y="460002"/>
                </a:lnTo>
                <a:lnTo>
                  <a:pt x="7441926" y="508627"/>
                </a:lnTo>
                <a:lnTo>
                  <a:pt x="7440898" y="557379"/>
                </a:lnTo>
                <a:lnTo>
                  <a:pt x="7439869" y="606260"/>
                </a:lnTo>
                <a:lnTo>
                  <a:pt x="7438840" y="655273"/>
                </a:lnTo>
                <a:lnTo>
                  <a:pt x="7437812" y="704422"/>
                </a:lnTo>
                <a:lnTo>
                  <a:pt x="7436783" y="753710"/>
                </a:lnTo>
                <a:lnTo>
                  <a:pt x="7435754" y="803140"/>
                </a:lnTo>
                <a:lnTo>
                  <a:pt x="7434726" y="852714"/>
                </a:lnTo>
                <a:lnTo>
                  <a:pt x="7433697" y="902436"/>
                </a:lnTo>
                <a:lnTo>
                  <a:pt x="7432890" y="952533"/>
                </a:lnTo>
                <a:lnTo>
                  <a:pt x="7432481" y="1002728"/>
                </a:lnTo>
                <a:lnTo>
                  <a:pt x="7432225" y="1102280"/>
                </a:lnTo>
                <a:lnTo>
                  <a:pt x="7432373" y="1176004"/>
                </a:lnTo>
                <a:lnTo>
                  <a:pt x="7432561" y="1224607"/>
                </a:lnTo>
                <a:lnTo>
                  <a:pt x="7432774" y="1272711"/>
                </a:lnTo>
                <a:lnTo>
                  <a:pt x="7432975" y="1320265"/>
                </a:lnTo>
                <a:lnTo>
                  <a:pt x="7433124" y="1367215"/>
                </a:lnTo>
                <a:lnTo>
                  <a:pt x="7433183" y="1413510"/>
                </a:lnTo>
                <a:lnTo>
                  <a:pt x="7433418" y="1436720"/>
                </a:lnTo>
                <a:lnTo>
                  <a:pt x="7433630" y="1459762"/>
                </a:lnTo>
                <a:lnTo>
                  <a:pt x="7433820" y="1482641"/>
                </a:lnTo>
                <a:lnTo>
                  <a:pt x="7433988" y="1505365"/>
                </a:lnTo>
                <a:lnTo>
                  <a:pt x="7434137" y="1527942"/>
                </a:lnTo>
                <a:lnTo>
                  <a:pt x="7434267" y="1550380"/>
                </a:lnTo>
                <a:lnTo>
                  <a:pt x="7434477" y="1594868"/>
                </a:lnTo>
                <a:lnTo>
                  <a:pt x="7434627" y="1638887"/>
                </a:lnTo>
                <a:lnTo>
                  <a:pt x="7434763" y="1704170"/>
                </a:lnTo>
                <a:lnTo>
                  <a:pt x="7434834" y="1854073"/>
                </a:lnTo>
                <a:lnTo>
                  <a:pt x="7435087" y="1876400"/>
                </a:lnTo>
                <a:lnTo>
                  <a:pt x="7435317" y="1898612"/>
                </a:lnTo>
                <a:lnTo>
                  <a:pt x="7435525" y="1920708"/>
                </a:lnTo>
                <a:lnTo>
                  <a:pt x="7435714" y="1942684"/>
                </a:lnTo>
                <a:lnTo>
                  <a:pt x="7435887" y="1964539"/>
                </a:lnTo>
                <a:lnTo>
                  <a:pt x="7436046" y="1986270"/>
                </a:lnTo>
                <a:lnTo>
                  <a:pt x="7436194" y="2007874"/>
                </a:lnTo>
                <a:lnTo>
                  <a:pt x="7436333" y="2029351"/>
                </a:lnTo>
                <a:lnTo>
                  <a:pt x="7436466" y="2050697"/>
                </a:lnTo>
                <a:lnTo>
                  <a:pt x="7436596" y="2071909"/>
                </a:lnTo>
                <a:lnTo>
                  <a:pt x="7436724" y="2092987"/>
                </a:lnTo>
                <a:lnTo>
                  <a:pt x="7436854" y="2113927"/>
                </a:lnTo>
                <a:lnTo>
                  <a:pt x="7436989" y="2134727"/>
                </a:lnTo>
                <a:lnTo>
                  <a:pt x="7437130" y="2155385"/>
                </a:lnTo>
                <a:lnTo>
                  <a:pt x="7437280" y="2175898"/>
                </a:lnTo>
                <a:lnTo>
                  <a:pt x="7437443" y="2196265"/>
                </a:lnTo>
                <a:lnTo>
                  <a:pt x="7437619" y="2216483"/>
                </a:lnTo>
                <a:lnTo>
                  <a:pt x="7437813" y="2236550"/>
                </a:lnTo>
                <a:lnTo>
                  <a:pt x="7438027" y="2256463"/>
                </a:lnTo>
                <a:lnTo>
                  <a:pt x="7438263" y="2276221"/>
                </a:lnTo>
                <a:lnTo>
                  <a:pt x="7438516" y="2295878"/>
                </a:lnTo>
                <a:lnTo>
                  <a:pt x="7438744" y="2315450"/>
                </a:lnTo>
                <a:lnTo>
                  <a:pt x="7438949" y="2334930"/>
                </a:lnTo>
                <a:lnTo>
                  <a:pt x="7439130" y="2354309"/>
                </a:lnTo>
                <a:lnTo>
                  <a:pt x="7439290" y="2373582"/>
                </a:lnTo>
                <a:lnTo>
                  <a:pt x="7439431" y="2392740"/>
                </a:lnTo>
                <a:lnTo>
                  <a:pt x="7439656" y="2430685"/>
                </a:lnTo>
                <a:lnTo>
                  <a:pt x="7439818" y="2468086"/>
                </a:lnTo>
                <a:lnTo>
                  <a:pt x="7439964" y="2523040"/>
                </a:lnTo>
                <a:lnTo>
                  <a:pt x="7440040" y="2644902"/>
                </a:lnTo>
                <a:lnTo>
                  <a:pt x="7439775" y="2661960"/>
                </a:lnTo>
                <a:lnTo>
                  <a:pt x="7439511" y="2678998"/>
                </a:lnTo>
                <a:lnTo>
                  <a:pt x="7439248" y="2696013"/>
                </a:lnTo>
                <a:lnTo>
                  <a:pt x="7438987" y="2713003"/>
                </a:lnTo>
                <a:lnTo>
                  <a:pt x="7438727" y="2729966"/>
                </a:lnTo>
                <a:lnTo>
                  <a:pt x="7438468" y="2746899"/>
                </a:lnTo>
                <a:lnTo>
                  <a:pt x="7438209" y="2763802"/>
                </a:lnTo>
                <a:lnTo>
                  <a:pt x="7437952" y="2780672"/>
                </a:lnTo>
                <a:lnTo>
                  <a:pt x="7437694" y="2797506"/>
                </a:lnTo>
                <a:lnTo>
                  <a:pt x="7437437" y="2814304"/>
                </a:lnTo>
                <a:lnTo>
                  <a:pt x="7437180" y="2831062"/>
                </a:lnTo>
                <a:lnTo>
                  <a:pt x="7436922" y="2847779"/>
                </a:lnTo>
                <a:lnTo>
                  <a:pt x="7436665" y="2864454"/>
                </a:lnTo>
                <a:lnTo>
                  <a:pt x="7436406" y="2881083"/>
                </a:lnTo>
                <a:lnTo>
                  <a:pt x="7436147" y="2897665"/>
                </a:lnTo>
                <a:lnTo>
                  <a:pt x="7435887" y="2914198"/>
                </a:lnTo>
                <a:lnTo>
                  <a:pt x="7435626" y="2930681"/>
                </a:lnTo>
                <a:lnTo>
                  <a:pt x="7435363" y="2947110"/>
                </a:lnTo>
                <a:lnTo>
                  <a:pt x="7435099" y="2963484"/>
                </a:lnTo>
                <a:lnTo>
                  <a:pt x="7434834" y="2979801"/>
                </a:lnTo>
                <a:lnTo>
                  <a:pt x="7434290" y="2996088"/>
                </a:lnTo>
                <a:lnTo>
                  <a:pt x="7433801" y="3012333"/>
                </a:lnTo>
                <a:lnTo>
                  <a:pt x="7433363" y="3028533"/>
                </a:lnTo>
                <a:lnTo>
                  <a:pt x="7432974" y="3044684"/>
                </a:lnTo>
                <a:lnTo>
                  <a:pt x="7432631" y="3060783"/>
                </a:lnTo>
                <a:lnTo>
                  <a:pt x="7432330" y="3076825"/>
                </a:lnTo>
                <a:lnTo>
                  <a:pt x="7432070" y="3092808"/>
                </a:lnTo>
                <a:lnTo>
                  <a:pt x="7431846" y="3108727"/>
                </a:lnTo>
                <a:lnTo>
                  <a:pt x="7431657" y="3124579"/>
                </a:lnTo>
                <a:lnTo>
                  <a:pt x="7431500" y="3140360"/>
                </a:lnTo>
                <a:lnTo>
                  <a:pt x="7431371" y="3156067"/>
                </a:lnTo>
                <a:lnTo>
                  <a:pt x="7431187" y="3187244"/>
                </a:lnTo>
                <a:lnTo>
                  <a:pt x="7431054" y="3233362"/>
                </a:lnTo>
                <a:lnTo>
                  <a:pt x="7431024" y="3293491"/>
                </a:lnTo>
                <a:lnTo>
                  <a:pt x="7431580" y="3307591"/>
                </a:lnTo>
                <a:lnTo>
                  <a:pt x="7432106" y="3321545"/>
                </a:lnTo>
                <a:lnTo>
                  <a:pt x="7432602" y="3335356"/>
                </a:lnTo>
                <a:lnTo>
                  <a:pt x="7433068" y="3349025"/>
                </a:lnTo>
                <a:lnTo>
                  <a:pt x="7433504" y="3362553"/>
                </a:lnTo>
                <a:lnTo>
                  <a:pt x="7433911" y="3375941"/>
                </a:lnTo>
                <a:lnTo>
                  <a:pt x="7434288" y="3389191"/>
                </a:lnTo>
                <a:lnTo>
                  <a:pt x="7434636" y="3402304"/>
                </a:lnTo>
                <a:lnTo>
                  <a:pt x="7434956" y="3415282"/>
                </a:lnTo>
                <a:lnTo>
                  <a:pt x="7435246" y="3428126"/>
                </a:lnTo>
                <a:lnTo>
                  <a:pt x="7435508" y="3440838"/>
                </a:lnTo>
                <a:lnTo>
                  <a:pt x="7435742" y="3453419"/>
                </a:lnTo>
                <a:lnTo>
                  <a:pt x="7435947" y="3465870"/>
                </a:lnTo>
                <a:lnTo>
                  <a:pt x="7436125" y="3478194"/>
                </a:lnTo>
                <a:lnTo>
                  <a:pt x="7436274" y="3490390"/>
                </a:lnTo>
                <a:lnTo>
                  <a:pt x="7436491" y="3514409"/>
                </a:lnTo>
                <a:lnTo>
                  <a:pt x="7436611" y="3549523"/>
                </a:lnTo>
                <a:lnTo>
                  <a:pt x="7437375" y="3572467"/>
                </a:lnTo>
                <a:lnTo>
                  <a:pt x="7438141" y="3594893"/>
                </a:lnTo>
                <a:lnTo>
                  <a:pt x="7438913" y="3616797"/>
                </a:lnTo>
                <a:lnTo>
                  <a:pt x="7439690" y="3638179"/>
                </a:lnTo>
                <a:lnTo>
                  <a:pt x="7440475" y="3659034"/>
                </a:lnTo>
                <a:lnTo>
                  <a:pt x="7441269" y="3679362"/>
                </a:lnTo>
                <a:lnTo>
                  <a:pt x="7442074" y="3699158"/>
                </a:lnTo>
                <a:lnTo>
                  <a:pt x="7442890" y="3718422"/>
                </a:lnTo>
                <a:lnTo>
                  <a:pt x="7443720" y="3737151"/>
                </a:lnTo>
                <a:lnTo>
                  <a:pt x="7444565" y="3755342"/>
                </a:lnTo>
                <a:lnTo>
                  <a:pt x="7445426" y="3772993"/>
                </a:lnTo>
                <a:lnTo>
                  <a:pt x="7446304" y="3790101"/>
                </a:lnTo>
                <a:lnTo>
                  <a:pt x="7447202" y="3806665"/>
                </a:lnTo>
                <a:lnTo>
                  <a:pt x="7449059" y="3838148"/>
                </a:lnTo>
                <a:lnTo>
                  <a:pt x="7451011" y="3867423"/>
                </a:lnTo>
                <a:lnTo>
                  <a:pt x="7453067" y="3894471"/>
                </a:lnTo>
                <a:lnTo>
                  <a:pt x="7456203" y="3930160"/>
                </a:lnTo>
                <a:lnTo>
                  <a:pt x="7458380" y="3950977"/>
                </a:lnTo>
                <a:lnTo>
                  <a:pt x="7460667" y="3969572"/>
                </a:lnTo>
                <a:lnTo>
                  <a:pt x="7463059" y="3985908"/>
                </a:lnTo>
                <a:lnTo>
                  <a:pt x="7468145" y="4011668"/>
                </a:lnTo>
                <a:lnTo>
                  <a:pt x="7473611" y="4027976"/>
                </a:lnTo>
                <a:lnTo>
                  <a:pt x="7480173" y="4034675"/>
                </a:lnTo>
                <a:lnTo>
                  <a:pt x="7483242" y="4033415"/>
                </a:lnTo>
                <a:lnTo>
                  <a:pt x="7491343" y="4014630"/>
                </a:lnTo>
                <a:lnTo>
                  <a:pt x="7496068" y="3989760"/>
                </a:lnTo>
                <a:lnTo>
                  <a:pt x="7498302" y="3973667"/>
                </a:lnTo>
                <a:lnTo>
                  <a:pt x="7500483" y="3955157"/>
                </a:lnTo>
                <a:lnTo>
                  <a:pt x="7502635" y="3934245"/>
                </a:lnTo>
                <a:lnTo>
                  <a:pt x="7504783" y="3910945"/>
                </a:lnTo>
                <a:lnTo>
                  <a:pt x="7506446" y="3883201"/>
                </a:lnTo>
                <a:lnTo>
                  <a:pt x="7507848" y="3854878"/>
                </a:lnTo>
                <a:lnTo>
                  <a:pt x="7509144" y="3824257"/>
                </a:lnTo>
                <a:lnTo>
                  <a:pt x="7510332" y="3791377"/>
                </a:lnTo>
                <a:lnTo>
                  <a:pt x="7510887" y="3774103"/>
                </a:lnTo>
                <a:lnTo>
                  <a:pt x="7511414" y="3756279"/>
                </a:lnTo>
                <a:lnTo>
                  <a:pt x="7511916" y="3737909"/>
                </a:lnTo>
                <a:lnTo>
                  <a:pt x="7512390" y="3719000"/>
                </a:lnTo>
                <a:lnTo>
                  <a:pt x="7512838" y="3699557"/>
                </a:lnTo>
                <a:lnTo>
                  <a:pt x="7513259" y="3679583"/>
                </a:lnTo>
                <a:lnTo>
                  <a:pt x="7513653" y="3659084"/>
                </a:lnTo>
                <a:lnTo>
                  <a:pt x="7514021" y="3638065"/>
                </a:lnTo>
                <a:lnTo>
                  <a:pt x="7514362" y="3616531"/>
                </a:lnTo>
                <a:lnTo>
                  <a:pt x="7514676" y="3594487"/>
                </a:lnTo>
                <a:lnTo>
                  <a:pt x="7514964" y="3571937"/>
                </a:lnTo>
                <a:lnTo>
                  <a:pt x="7515225" y="3548888"/>
                </a:lnTo>
                <a:lnTo>
                  <a:pt x="7515532" y="3537198"/>
                </a:lnTo>
                <a:lnTo>
                  <a:pt x="7515810" y="3525372"/>
                </a:lnTo>
                <a:lnTo>
                  <a:pt x="7516058" y="3513412"/>
                </a:lnTo>
                <a:lnTo>
                  <a:pt x="7516278" y="3501321"/>
                </a:lnTo>
                <a:lnTo>
                  <a:pt x="7516473" y="3489102"/>
                </a:lnTo>
                <a:lnTo>
                  <a:pt x="7516643" y="3476757"/>
                </a:lnTo>
                <a:lnTo>
                  <a:pt x="7516791" y="3464289"/>
                </a:lnTo>
                <a:lnTo>
                  <a:pt x="7517024" y="3438995"/>
                </a:lnTo>
                <a:lnTo>
                  <a:pt x="7517187" y="3413240"/>
                </a:lnTo>
                <a:lnTo>
                  <a:pt x="7517325" y="3373792"/>
                </a:lnTo>
                <a:lnTo>
                  <a:pt x="7517384" y="3292221"/>
                </a:lnTo>
                <a:lnTo>
                  <a:pt x="7517649" y="3279250"/>
                </a:lnTo>
                <a:lnTo>
                  <a:pt x="7517913" y="3266133"/>
                </a:lnTo>
                <a:lnTo>
                  <a:pt x="7518175" y="3252868"/>
                </a:lnTo>
                <a:lnTo>
                  <a:pt x="7518436" y="3239456"/>
                </a:lnTo>
                <a:lnTo>
                  <a:pt x="7518695" y="3225895"/>
                </a:lnTo>
                <a:lnTo>
                  <a:pt x="7518953" y="3212185"/>
                </a:lnTo>
                <a:lnTo>
                  <a:pt x="7519209" y="3198327"/>
                </a:lnTo>
                <a:lnTo>
                  <a:pt x="7519464" y="3184319"/>
                </a:lnTo>
                <a:lnTo>
                  <a:pt x="7519718" y="3170162"/>
                </a:lnTo>
                <a:lnTo>
                  <a:pt x="7519971" y="3155854"/>
                </a:lnTo>
                <a:lnTo>
                  <a:pt x="7520223" y="3141396"/>
                </a:lnTo>
                <a:lnTo>
                  <a:pt x="7520474" y="3126787"/>
                </a:lnTo>
                <a:lnTo>
                  <a:pt x="7520725" y="3112027"/>
                </a:lnTo>
                <a:lnTo>
                  <a:pt x="7520974" y="3097115"/>
                </a:lnTo>
                <a:lnTo>
                  <a:pt x="7521223" y="3082051"/>
                </a:lnTo>
                <a:lnTo>
                  <a:pt x="7521472" y="3066835"/>
                </a:lnTo>
                <a:lnTo>
                  <a:pt x="7521720" y="3051466"/>
                </a:lnTo>
                <a:lnTo>
                  <a:pt x="7521968" y="3035944"/>
                </a:lnTo>
                <a:lnTo>
                  <a:pt x="7522216" y="3020268"/>
                </a:lnTo>
                <a:lnTo>
                  <a:pt x="7522463" y="3004439"/>
                </a:lnTo>
                <a:lnTo>
                  <a:pt x="7522977" y="2988353"/>
                </a:lnTo>
                <a:lnTo>
                  <a:pt x="7523995" y="2955679"/>
                </a:lnTo>
                <a:lnTo>
                  <a:pt x="7524982" y="2922319"/>
                </a:lnTo>
                <a:lnTo>
                  <a:pt x="7525917" y="2888261"/>
                </a:lnTo>
                <a:lnTo>
                  <a:pt x="7526780" y="2853488"/>
                </a:lnTo>
                <a:lnTo>
                  <a:pt x="7527551" y="2817988"/>
                </a:lnTo>
                <a:lnTo>
                  <a:pt x="7528208" y="2781745"/>
                </a:lnTo>
                <a:lnTo>
                  <a:pt x="7528732" y="2744745"/>
                </a:lnTo>
                <a:lnTo>
                  <a:pt x="7529102" y="2706974"/>
                </a:lnTo>
                <a:lnTo>
                  <a:pt x="7529296" y="2668416"/>
                </a:lnTo>
                <a:lnTo>
                  <a:pt x="7529136" y="2568839"/>
                </a:lnTo>
                <a:lnTo>
                  <a:pt x="7528917" y="2529041"/>
                </a:lnTo>
                <a:lnTo>
                  <a:pt x="7528627" y="2489296"/>
                </a:lnTo>
                <a:lnTo>
                  <a:pt x="7528274" y="2449544"/>
                </a:lnTo>
                <a:lnTo>
                  <a:pt x="7527868" y="2409723"/>
                </a:lnTo>
                <a:lnTo>
                  <a:pt x="7527417" y="2369773"/>
                </a:lnTo>
                <a:lnTo>
                  <a:pt x="7526932" y="2329632"/>
                </a:lnTo>
                <a:lnTo>
                  <a:pt x="7526421" y="2289239"/>
                </a:lnTo>
                <a:lnTo>
                  <a:pt x="7525892" y="2248535"/>
                </a:lnTo>
                <a:lnTo>
                  <a:pt x="7525391" y="2228233"/>
                </a:lnTo>
                <a:lnTo>
                  <a:pt x="7524915" y="2207905"/>
                </a:lnTo>
                <a:lnTo>
                  <a:pt x="7524463" y="2187551"/>
                </a:lnTo>
                <a:lnTo>
                  <a:pt x="7524034" y="2167171"/>
                </a:lnTo>
                <a:lnTo>
                  <a:pt x="7523626" y="2146766"/>
                </a:lnTo>
                <a:lnTo>
                  <a:pt x="7523238" y="2126335"/>
                </a:lnTo>
                <a:lnTo>
                  <a:pt x="7522869" y="2105880"/>
                </a:lnTo>
                <a:lnTo>
                  <a:pt x="7522517" y="2085399"/>
                </a:lnTo>
                <a:lnTo>
                  <a:pt x="7522181" y="2064895"/>
                </a:lnTo>
                <a:lnTo>
                  <a:pt x="7521860" y="2044366"/>
                </a:lnTo>
                <a:lnTo>
                  <a:pt x="7521552" y="2023814"/>
                </a:lnTo>
                <a:lnTo>
                  <a:pt x="7521256" y="2003238"/>
                </a:lnTo>
                <a:lnTo>
                  <a:pt x="7520971" y="1982638"/>
                </a:lnTo>
                <a:lnTo>
                  <a:pt x="7520695" y="1962016"/>
                </a:lnTo>
                <a:lnTo>
                  <a:pt x="7520428" y="1941371"/>
                </a:lnTo>
                <a:lnTo>
                  <a:pt x="7520166" y="1920704"/>
                </a:lnTo>
                <a:lnTo>
                  <a:pt x="7519910" y="1900014"/>
                </a:lnTo>
                <a:lnTo>
                  <a:pt x="7519659" y="1879303"/>
                </a:lnTo>
                <a:lnTo>
                  <a:pt x="7519409" y="1858570"/>
                </a:lnTo>
                <a:lnTo>
                  <a:pt x="7519161" y="1837816"/>
                </a:lnTo>
                <a:lnTo>
                  <a:pt x="7518880" y="1815198"/>
                </a:lnTo>
                <a:lnTo>
                  <a:pt x="7518571" y="1792532"/>
                </a:lnTo>
                <a:lnTo>
                  <a:pt x="7518238" y="1769822"/>
                </a:lnTo>
                <a:lnTo>
                  <a:pt x="7517883" y="1747071"/>
                </a:lnTo>
                <a:lnTo>
                  <a:pt x="7517511" y="1724284"/>
                </a:lnTo>
                <a:lnTo>
                  <a:pt x="7517122" y="1701465"/>
                </a:lnTo>
                <a:lnTo>
                  <a:pt x="7516722" y="1678616"/>
                </a:lnTo>
                <a:lnTo>
                  <a:pt x="7516313" y="1655741"/>
                </a:lnTo>
                <a:lnTo>
                  <a:pt x="7515897" y="1632845"/>
                </a:lnTo>
                <a:lnTo>
                  <a:pt x="7515478" y="1609931"/>
                </a:lnTo>
                <a:lnTo>
                  <a:pt x="7515060" y="1587002"/>
                </a:lnTo>
                <a:lnTo>
                  <a:pt x="7514644" y="1564063"/>
                </a:lnTo>
                <a:lnTo>
                  <a:pt x="7514235" y="1541118"/>
                </a:lnTo>
                <a:lnTo>
                  <a:pt x="7513835" y="1518169"/>
                </a:lnTo>
                <a:lnTo>
                  <a:pt x="7513447" y="1495220"/>
                </a:lnTo>
                <a:lnTo>
                  <a:pt x="7513074" y="1472276"/>
                </a:lnTo>
                <a:lnTo>
                  <a:pt x="7512719" y="1449340"/>
                </a:lnTo>
                <a:lnTo>
                  <a:pt x="7512386" y="1426415"/>
                </a:lnTo>
                <a:lnTo>
                  <a:pt x="7512077" y="1403506"/>
                </a:lnTo>
                <a:lnTo>
                  <a:pt x="7511796" y="1380616"/>
                </a:lnTo>
                <a:lnTo>
                  <a:pt x="7511295" y="1357465"/>
                </a:lnTo>
                <a:lnTo>
                  <a:pt x="7510822" y="1334373"/>
                </a:lnTo>
                <a:lnTo>
                  <a:pt x="7510378" y="1311333"/>
                </a:lnTo>
                <a:lnTo>
                  <a:pt x="7509964" y="1288339"/>
                </a:lnTo>
                <a:lnTo>
                  <a:pt x="7509581" y="1265384"/>
                </a:lnTo>
                <a:lnTo>
                  <a:pt x="7509231" y="1242460"/>
                </a:lnTo>
                <a:lnTo>
                  <a:pt x="7508914" y="1219560"/>
                </a:lnTo>
                <a:lnTo>
                  <a:pt x="7508632" y="1196678"/>
                </a:lnTo>
                <a:lnTo>
                  <a:pt x="7508385" y="1173806"/>
                </a:lnTo>
                <a:lnTo>
                  <a:pt x="7508176" y="1150937"/>
                </a:lnTo>
                <a:lnTo>
                  <a:pt x="7508005" y="1128064"/>
                </a:lnTo>
                <a:lnTo>
                  <a:pt x="7507873" y="1105181"/>
                </a:lnTo>
                <a:lnTo>
                  <a:pt x="7507731" y="1059353"/>
                </a:lnTo>
                <a:lnTo>
                  <a:pt x="7507841" y="990354"/>
                </a:lnTo>
                <a:lnTo>
                  <a:pt x="7507969" y="967257"/>
                </a:lnTo>
                <a:lnTo>
                  <a:pt x="7508143" y="944101"/>
                </a:lnTo>
                <a:lnTo>
                  <a:pt x="7508367" y="920876"/>
                </a:lnTo>
                <a:lnTo>
                  <a:pt x="7508632" y="897194"/>
                </a:lnTo>
                <a:lnTo>
                  <a:pt x="7508896" y="873354"/>
                </a:lnTo>
                <a:lnTo>
                  <a:pt x="7509159" y="849354"/>
                </a:lnTo>
                <a:lnTo>
                  <a:pt x="7509420" y="825194"/>
                </a:lnTo>
                <a:lnTo>
                  <a:pt x="7509680" y="800873"/>
                </a:lnTo>
                <a:lnTo>
                  <a:pt x="7509939" y="776392"/>
                </a:lnTo>
                <a:lnTo>
                  <a:pt x="7510198" y="751749"/>
                </a:lnTo>
                <a:lnTo>
                  <a:pt x="7510455" y="726944"/>
                </a:lnTo>
                <a:lnTo>
                  <a:pt x="7510713" y="701977"/>
                </a:lnTo>
                <a:lnTo>
                  <a:pt x="7510970" y="676846"/>
                </a:lnTo>
                <a:lnTo>
                  <a:pt x="7511227" y="651551"/>
                </a:lnTo>
                <a:lnTo>
                  <a:pt x="7511485" y="626092"/>
                </a:lnTo>
                <a:lnTo>
                  <a:pt x="7511742" y="600468"/>
                </a:lnTo>
                <a:lnTo>
                  <a:pt x="7512001" y="574679"/>
                </a:lnTo>
                <a:lnTo>
                  <a:pt x="7512260" y="548723"/>
                </a:lnTo>
                <a:lnTo>
                  <a:pt x="7512520" y="522600"/>
                </a:lnTo>
                <a:lnTo>
                  <a:pt x="7512781" y="496311"/>
                </a:lnTo>
                <a:lnTo>
                  <a:pt x="7513044" y="469853"/>
                </a:lnTo>
                <a:lnTo>
                  <a:pt x="7513308" y="443227"/>
                </a:lnTo>
                <a:lnTo>
                  <a:pt x="7513574" y="416433"/>
                </a:lnTo>
                <a:lnTo>
                  <a:pt x="7513771" y="395184"/>
                </a:lnTo>
                <a:lnTo>
                  <a:pt x="7513809" y="331613"/>
                </a:lnTo>
                <a:lnTo>
                  <a:pt x="7513653" y="310497"/>
                </a:lnTo>
                <a:lnTo>
                  <a:pt x="7513420" y="289426"/>
                </a:lnTo>
                <a:lnTo>
                  <a:pt x="7513117" y="268405"/>
                </a:lnTo>
                <a:lnTo>
                  <a:pt x="7512746" y="247439"/>
                </a:lnTo>
                <a:lnTo>
                  <a:pt x="7512315" y="226533"/>
                </a:lnTo>
                <a:lnTo>
                  <a:pt x="7511827" y="205692"/>
                </a:lnTo>
                <a:lnTo>
                  <a:pt x="7511288" y="184920"/>
                </a:lnTo>
                <a:lnTo>
                  <a:pt x="7510702" y="164223"/>
                </a:lnTo>
                <a:lnTo>
                  <a:pt x="7510075" y="143605"/>
                </a:lnTo>
                <a:lnTo>
                  <a:pt x="7509411" y="123071"/>
                </a:lnTo>
                <a:lnTo>
                  <a:pt x="7508716" y="102625"/>
                </a:lnTo>
                <a:lnTo>
                  <a:pt x="7507994" y="82274"/>
                </a:lnTo>
                <a:lnTo>
                  <a:pt x="7507250" y="62022"/>
                </a:lnTo>
                <a:lnTo>
                  <a:pt x="7506489" y="41873"/>
                </a:lnTo>
                <a:lnTo>
                  <a:pt x="7505717" y="21832"/>
                </a:lnTo>
                <a:lnTo>
                  <a:pt x="7504938" y="1904"/>
                </a:lnTo>
                <a:lnTo>
                  <a:pt x="7174992" y="3175"/>
                </a:lnTo>
                <a:lnTo>
                  <a:pt x="7140855" y="3365"/>
                </a:lnTo>
                <a:lnTo>
                  <a:pt x="7106798" y="3554"/>
                </a:lnTo>
                <a:lnTo>
                  <a:pt x="7038926" y="3926"/>
                </a:lnTo>
                <a:lnTo>
                  <a:pt x="6971384" y="4283"/>
                </a:lnTo>
                <a:lnTo>
                  <a:pt x="6904183" y="4617"/>
                </a:lnTo>
                <a:lnTo>
                  <a:pt x="6837330" y="4921"/>
                </a:lnTo>
                <a:lnTo>
                  <a:pt x="6770836" y="5186"/>
                </a:lnTo>
                <a:lnTo>
                  <a:pt x="6704709" y="5406"/>
                </a:lnTo>
                <a:lnTo>
                  <a:pt x="6638958" y="5572"/>
                </a:lnTo>
                <a:lnTo>
                  <a:pt x="6541058" y="5705"/>
                </a:lnTo>
                <a:lnTo>
                  <a:pt x="6304374" y="5560"/>
                </a:lnTo>
                <a:lnTo>
                  <a:pt x="6200713" y="5387"/>
                </a:lnTo>
                <a:lnTo>
                  <a:pt x="6131116" y="5244"/>
                </a:lnTo>
                <a:lnTo>
                  <a:pt x="6061165" y="5084"/>
                </a:lnTo>
                <a:lnTo>
                  <a:pt x="5990897" y="4911"/>
                </a:lnTo>
                <a:lnTo>
                  <a:pt x="5920345" y="4728"/>
                </a:lnTo>
                <a:lnTo>
                  <a:pt x="5849543" y="4540"/>
                </a:lnTo>
                <a:lnTo>
                  <a:pt x="5743025" y="4250"/>
                </a:lnTo>
                <a:lnTo>
                  <a:pt x="5671403" y="4047"/>
                </a:lnTo>
                <a:lnTo>
                  <a:pt x="5599223" y="3839"/>
                </a:lnTo>
                <a:lnTo>
                  <a:pt x="5526510" y="3627"/>
                </a:lnTo>
                <a:lnTo>
                  <a:pt x="5453292" y="3413"/>
                </a:lnTo>
                <a:lnTo>
                  <a:pt x="5379596" y="3199"/>
                </a:lnTo>
                <a:lnTo>
                  <a:pt x="5305449" y="2987"/>
                </a:lnTo>
                <a:lnTo>
                  <a:pt x="5230878" y="2778"/>
                </a:lnTo>
                <a:lnTo>
                  <a:pt x="5155909" y="2576"/>
                </a:lnTo>
                <a:lnTo>
                  <a:pt x="5080571" y="2381"/>
                </a:lnTo>
                <a:lnTo>
                  <a:pt x="5004890" y="2195"/>
                </a:lnTo>
                <a:lnTo>
                  <a:pt x="4928893" y="2021"/>
                </a:lnTo>
                <a:lnTo>
                  <a:pt x="4852607" y="1861"/>
                </a:lnTo>
                <a:lnTo>
                  <a:pt x="4776060" y="1715"/>
                </a:lnTo>
                <a:lnTo>
                  <a:pt x="4699277" y="1587"/>
                </a:lnTo>
                <a:lnTo>
                  <a:pt x="4545117" y="1390"/>
                </a:lnTo>
                <a:lnTo>
                  <a:pt x="4312793" y="1270"/>
                </a:lnTo>
                <a:lnTo>
                  <a:pt x="2821940" y="1904"/>
                </a:lnTo>
                <a:lnTo>
                  <a:pt x="45720" y="0"/>
                </a:lnTo>
                <a:lnTo>
                  <a:pt x="40132" y="939673"/>
                </a:lnTo>
                <a:lnTo>
                  <a:pt x="39960" y="1034322"/>
                </a:lnTo>
                <a:lnTo>
                  <a:pt x="39775" y="1081378"/>
                </a:lnTo>
                <a:lnTo>
                  <a:pt x="39550" y="1128264"/>
                </a:lnTo>
                <a:lnTo>
                  <a:pt x="39306" y="1174988"/>
                </a:lnTo>
                <a:lnTo>
                  <a:pt x="39062" y="1221555"/>
                </a:lnTo>
                <a:lnTo>
                  <a:pt x="38837" y="1267972"/>
                </a:lnTo>
                <a:lnTo>
                  <a:pt x="38652" y="1314247"/>
                </a:lnTo>
                <a:lnTo>
                  <a:pt x="38492" y="1383408"/>
                </a:lnTo>
                <a:lnTo>
                  <a:pt x="38481" y="1406398"/>
                </a:lnTo>
                <a:lnTo>
                  <a:pt x="38202" y="1427972"/>
                </a:lnTo>
                <a:lnTo>
                  <a:pt x="37899" y="1449604"/>
                </a:lnTo>
                <a:lnTo>
                  <a:pt x="37575" y="1471292"/>
                </a:lnTo>
                <a:lnTo>
                  <a:pt x="37229" y="1493034"/>
                </a:lnTo>
                <a:lnTo>
                  <a:pt x="36863" y="1514828"/>
                </a:lnTo>
                <a:lnTo>
                  <a:pt x="36479" y="1536672"/>
                </a:lnTo>
                <a:lnTo>
                  <a:pt x="36078" y="1558565"/>
                </a:lnTo>
                <a:lnTo>
                  <a:pt x="35660" y="1580505"/>
                </a:lnTo>
                <a:lnTo>
                  <a:pt x="35228" y="1602491"/>
                </a:lnTo>
                <a:lnTo>
                  <a:pt x="34782" y="1624520"/>
                </a:lnTo>
                <a:lnTo>
                  <a:pt x="34323" y="1646591"/>
                </a:lnTo>
                <a:lnTo>
                  <a:pt x="33854" y="1668702"/>
                </a:lnTo>
                <a:lnTo>
                  <a:pt x="33374" y="1690852"/>
                </a:lnTo>
                <a:lnTo>
                  <a:pt x="32886" y="1713038"/>
                </a:lnTo>
                <a:lnTo>
                  <a:pt x="32390" y="1735260"/>
                </a:lnTo>
                <a:lnTo>
                  <a:pt x="31889" y="1757515"/>
                </a:lnTo>
                <a:lnTo>
                  <a:pt x="31382" y="1779801"/>
                </a:lnTo>
                <a:lnTo>
                  <a:pt x="30872" y="1802118"/>
                </a:lnTo>
                <a:lnTo>
                  <a:pt x="30359" y="1824462"/>
                </a:lnTo>
                <a:lnTo>
                  <a:pt x="29845" y="1846834"/>
                </a:lnTo>
                <a:lnTo>
                  <a:pt x="29053" y="1869034"/>
                </a:lnTo>
                <a:lnTo>
                  <a:pt x="28315" y="1891387"/>
                </a:lnTo>
                <a:lnTo>
                  <a:pt x="26995" y="1936468"/>
                </a:lnTo>
                <a:lnTo>
                  <a:pt x="25873" y="1981912"/>
                </a:lnTo>
                <a:lnTo>
                  <a:pt x="24937" y="2027553"/>
                </a:lnTo>
                <a:lnTo>
                  <a:pt x="24177" y="2073227"/>
                </a:lnTo>
                <a:lnTo>
                  <a:pt x="23581" y="2118767"/>
                </a:lnTo>
                <a:lnTo>
                  <a:pt x="23137" y="2164008"/>
                </a:lnTo>
                <a:lnTo>
                  <a:pt x="22834" y="2208786"/>
                </a:lnTo>
                <a:lnTo>
                  <a:pt x="22661" y="2252933"/>
                </a:lnTo>
                <a:lnTo>
                  <a:pt x="22881" y="2761376"/>
                </a:lnTo>
                <a:lnTo>
                  <a:pt x="23114" y="2787087"/>
                </a:lnTo>
                <a:lnTo>
                  <a:pt x="23310" y="2812616"/>
                </a:lnTo>
                <a:lnTo>
                  <a:pt x="23296" y="2862995"/>
                </a:lnTo>
                <a:lnTo>
                  <a:pt x="23153" y="2875423"/>
                </a:lnTo>
                <a:lnTo>
                  <a:pt x="22935" y="2887776"/>
                </a:lnTo>
                <a:lnTo>
                  <a:pt x="22634" y="2900050"/>
                </a:lnTo>
                <a:lnTo>
                  <a:pt x="22411" y="2939762"/>
                </a:lnTo>
                <a:lnTo>
                  <a:pt x="22278" y="2952514"/>
                </a:lnTo>
                <a:lnTo>
                  <a:pt x="22124" y="2965210"/>
                </a:lnTo>
                <a:lnTo>
                  <a:pt x="21956" y="2977862"/>
                </a:lnTo>
                <a:lnTo>
                  <a:pt x="21780" y="2990481"/>
                </a:lnTo>
                <a:lnTo>
                  <a:pt x="21604" y="3003078"/>
                </a:lnTo>
                <a:lnTo>
                  <a:pt x="21436" y="3015666"/>
                </a:lnTo>
                <a:lnTo>
                  <a:pt x="21282" y="3028255"/>
                </a:lnTo>
                <a:lnTo>
                  <a:pt x="21149" y="3040857"/>
                </a:lnTo>
                <a:lnTo>
                  <a:pt x="20979" y="3066144"/>
                </a:lnTo>
                <a:lnTo>
                  <a:pt x="20955" y="3078861"/>
                </a:lnTo>
                <a:lnTo>
                  <a:pt x="20440" y="3096610"/>
                </a:lnTo>
                <a:lnTo>
                  <a:pt x="19926" y="3114351"/>
                </a:lnTo>
                <a:lnTo>
                  <a:pt x="19411" y="3132081"/>
                </a:lnTo>
                <a:lnTo>
                  <a:pt x="18897" y="3149803"/>
                </a:lnTo>
                <a:lnTo>
                  <a:pt x="18383" y="3167514"/>
                </a:lnTo>
                <a:lnTo>
                  <a:pt x="17868" y="3185217"/>
                </a:lnTo>
                <a:lnTo>
                  <a:pt x="17354" y="3202909"/>
                </a:lnTo>
                <a:lnTo>
                  <a:pt x="16840" y="3220593"/>
                </a:lnTo>
                <a:lnTo>
                  <a:pt x="16325" y="3238266"/>
                </a:lnTo>
                <a:lnTo>
                  <a:pt x="15811" y="3255930"/>
                </a:lnTo>
                <a:lnTo>
                  <a:pt x="15297" y="3273585"/>
                </a:lnTo>
                <a:lnTo>
                  <a:pt x="14782" y="3291230"/>
                </a:lnTo>
                <a:lnTo>
                  <a:pt x="14268" y="3308865"/>
                </a:lnTo>
                <a:lnTo>
                  <a:pt x="13754" y="3326491"/>
                </a:lnTo>
                <a:lnTo>
                  <a:pt x="13239" y="3344108"/>
                </a:lnTo>
                <a:lnTo>
                  <a:pt x="12725" y="3361715"/>
                </a:lnTo>
                <a:lnTo>
                  <a:pt x="12211" y="3379312"/>
                </a:lnTo>
                <a:lnTo>
                  <a:pt x="11696" y="3396900"/>
                </a:lnTo>
                <a:lnTo>
                  <a:pt x="11182" y="3414479"/>
                </a:lnTo>
                <a:lnTo>
                  <a:pt x="10668" y="3432048"/>
                </a:lnTo>
                <a:lnTo>
                  <a:pt x="10204" y="3444734"/>
                </a:lnTo>
                <a:lnTo>
                  <a:pt x="9755" y="3457440"/>
                </a:lnTo>
                <a:lnTo>
                  <a:pt x="9319" y="3470160"/>
                </a:lnTo>
                <a:lnTo>
                  <a:pt x="8895" y="3482891"/>
                </a:lnTo>
                <a:lnTo>
                  <a:pt x="8481" y="3495627"/>
                </a:lnTo>
                <a:lnTo>
                  <a:pt x="8076" y="3508364"/>
                </a:lnTo>
                <a:lnTo>
                  <a:pt x="7679" y="3521097"/>
                </a:lnTo>
                <a:lnTo>
                  <a:pt x="7287" y="3533821"/>
                </a:lnTo>
                <a:lnTo>
                  <a:pt x="6900" y="3546532"/>
                </a:lnTo>
                <a:lnTo>
                  <a:pt x="6515" y="3559225"/>
                </a:lnTo>
                <a:lnTo>
                  <a:pt x="6132" y="3571895"/>
                </a:lnTo>
                <a:lnTo>
                  <a:pt x="5749" y="3584537"/>
                </a:lnTo>
                <a:lnTo>
                  <a:pt x="5365" y="3597148"/>
                </a:lnTo>
                <a:lnTo>
                  <a:pt x="5080" y="3606419"/>
                </a:lnTo>
                <a:lnTo>
                  <a:pt x="4984" y="3619244"/>
                </a:lnTo>
                <a:lnTo>
                  <a:pt x="4738" y="3632052"/>
                </a:lnTo>
                <a:lnTo>
                  <a:pt x="4404" y="3644827"/>
                </a:lnTo>
                <a:lnTo>
                  <a:pt x="4044" y="3657551"/>
                </a:lnTo>
                <a:lnTo>
                  <a:pt x="3721" y="3670209"/>
                </a:lnTo>
                <a:lnTo>
                  <a:pt x="3496" y="3682783"/>
                </a:lnTo>
                <a:lnTo>
                  <a:pt x="3428" y="3772154"/>
                </a:lnTo>
                <a:lnTo>
                  <a:pt x="0" y="4054055"/>
                </a:lnTo>
                <a:lnTo>
                  <a:pt x="131572" y="4054055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44969" y="1718032"/>
            <a:ext cx="147446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b="1" spc="2" dirty="0">
                <a:latin typeface="Montserrat"/>
                <a:cs typeface="Montserrat"/>
              </a:rPr>
              <a:t>Pengantar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19092" y="2324307"/>
            <a:ext cx="7123658" cy="52832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6" dirty="0">
                <a:latin typeface="Montserrat"/>
                <a:cs typeface="Montserrat"/>
              </a:rPr>
              <a:t>Adapun  bab  ini  berisi  tentang  Pemahaman  Tentang  Ilmu</a:t>
            </a:r>
            <a:endParaRPr sz="1800">
              <a:latin typeface="Montserrat"/>
              <a:cs typeface="Montserrat"/>
            </a:endParaRPr>
          </a:p>
          <a:p>
            <a:pPr marL="12700" marR="787">
              <a:lnSpc>
                <a:spcPts val="2160"/>
              </a:lnSpc>
              <a:spcBef>
                <a:spcPts val="8"/>
              </a:spcBef>
            </a:pPr>
            <a:r>
              <a:rPr sz="1800" spc="5" dirty="0">
                <a:latin typeface="Montserrat"/>
                <a:cs typeface="Montserrat"/>
              </a:rPr>
              <a:t>Pengetahuan  Dan  Teknologi,  Dan  Mengintegrasikan  Ilmu-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9092" y="2873201"/>
            <a:ext cx="58661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Ilmu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2517" y="2873201"/>
            <a:ext cx="89339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Agama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97346" y="2873201"/>
            <a:ext cx="33469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ke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80200" y="2873201"/>
            <a:ext cx="79098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21651" y="2873201"/>
            <a:ext cx="71127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Sains.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82203" y="2873201"/>
            <a:ext cx="109867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Mungkin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28454" y="2873201"/>
            <a:ext cx="76514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masih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1457" y="2873201"/>
            <a:ext cx="90093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banyak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9092" y="3147521"/>
            <a:ext cx="7123531" cy="80264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736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memiliki kekurangan. Untuk itu, segala  saran dan kritik yang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ts val="2160"/>
              </a:lnSpc>
              <a:spcBef>
                <a:spcPts val="8"/>
              </a:spcBef>
            </a:pPr>
            <a:r>
              <a:rPr sz="1800" spc="12" dirty="0">
                <a:latin typeface="Montserrat"/>
                <a:cs typeface="Montserrat"/>
              </a:rPr>
              <a:t>membangun sangat kami harapkan. Agar dimasa yang akan</a:t>
            </a:r>
            <a:endParaRPr sz="1800">
              <a:latin typeface="Montserrat"/>
              <a:cs typeface="Montserrat"/>
            </a:endParaRPr>
          </a:p>
          <a:p>
            <a:pPr marL="12700" marR="152">
              <a:lnSpc>
                <a:spcPts val="2160"/>
              </a:lnSpc>
            </a:pPr>
            <a:r>
              <a:rPr sz="1800" spc="49" dirty="0">
                <a:latin typeface="Montserrat"/>
                <a:cs typeface="Montserrat"/>
              </a:rPr>
              <a:t>datang kami bisa mempersembahkan yang lebih baik dan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9092" y="3970862"/>
            <a:ext cx="63210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lebih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82997" y="3970862"/>
            <a:ext cx="104701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berguna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5240" y="3970862"/>
            <a:ext cx="239783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untuk  </a:t>
            </a:r>
            <a:r>
              <a:rPr sz="1800" spc="11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k</a:t>
            </a:r>
            <a:r>
              <a:rPr sz="1800" spc="-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ta  </a:t>
            </a:r>
            <a:r>
              <a:rPr sz="1800" spc="10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s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mu</a:t>
            </a:r>
            <a:r>
              <a:rPr sz="1800" spc="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7112" y="3970862"/>
            <a:ext cx="65290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Akan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2734" y="3970862"/>
            <a:ext cx="73680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tetapi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53446" y="3970862"/>
            <a:ext cx="99029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mudah-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419092" y="4245182"/>
            <a:ext cx="7124090" cy="52831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6" dirty="0">
                <a:latin typeface="Montserrat"/>
                <a:cs typeface="Montserrat"/>
              </a:rPr>
              <a:t>mudahan pembahasan bab ini memberikan manfaat untuk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  <a:spcBef>
                <a:spcPts val="8"/>
              </a:spcBef>
            </a:pPr>
            <a:r>
              <a:rPr sz="1800" spc="1" dirty="0">
                <a:latin typeface="Montserrat"/>
                <a:cs typeface="Montserrat"/>
              </a:rPr>
              <a:t>kita semua.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3700" y="1274357"/>
            <a:ext cx="428569" cy="908509"/>
          </a:xfrm>
          <a:custGeom>
            <a:avLst/>
            <a:gdLst/>
            <a:ahLst/>
            <a:cxnLst/>
            <a:rect l="l" t="t" r="r" b="b"/>
            <a:pathLst>
              <a:path w="428569" h="908509">
                <a:moveTo>
                  <a:pt x="168165" y="268857"/>
                </a:moveTo>
                <a:lnTo>
                  <a:pt x="164580" y="282593"/>
                </a:lnTo>
                <a:lnTo>
                  <a:pt x="166318" y="401784"/>
                </a:lnTo>
                <a:lnTo>
                  <a:pt x="168472" y="389298"/>
                </a:lnTo>
                <a:lnTo>
                  <a:pt x="171829" y="255075"/>
                </a:lnTo>
                <a:lnTo>
                  <a:pt x="168165" y="268857"/>
                </a:lnTo>
                <a:close/>
              </a:path>
              <a:path w="428569" h="908509">
                <a:moveTo>
                  <a:pt x="325747" y="59474"/>
                </a:moveTo>
                <a:lnTo>
                  <a:pt x="335249" y="42397"/>
                </a:lnTo>
                <a:lnTo>
                  <a:pt x="345215" y="25194"/>
                </a:lnTo>
                <a:lnTo>
                  <a:pt x="355627" y="7834"/>
                </a:lnTo>
                <a:lnTo>
                  <a:pt x="360212" y="214"/>
                </a:lnTo>
                <a:lnTo>
                  <a:pt x="358891" y="-7405"/>
                </a:lnTo>
                <a:lnTo>
                  <a:pt x="354751" y="-13120"/>
                </a:lnTo>
                <a:lnTo>
                  <a:pt x="356275" y="-14136"/>
                </a:lnTo>
                <a:lnTo>
                  <a:pt x="363878" y="-23159"/>
                </a:lnTo>
                <a:lnTo>
                  <a:pt x="365043" y="-34496"/>
                </a:lnTo>
                <a:lnTo>
                  <a:pt x="360781" y="-44902"/>
                </a:lnTo>
                <a:lnTo>
                  <a:pt x="352104" y="-51131"/>
                </a:lnTo>
                <a:lnTo>
                  <a:pt x="347855" y="-51728"/>
                </a:lnTo>
                <a:lnTo>
                  <a:pt x="343423" y="-51347"/>
                </a:lnTo>
                <a:lnTo>
                  <a:pt x="341022" y="-50458"/>
                </a:lnTo>
                <a:lnTo>
                  <a:pt x="296197" y="-29007"/>
                </a:lnTo>
                <a:lnTo>
                  <a:pt x="252926" y="0"/>
                </a:lnTo>
                <a:lnTo>
                  <a:pt x="237454" y="85939"/>
                </a:lnTo>
                <a:lnTo>
                  <a:pt x="246320" y="76638"/>
                </a:lnTo>
                <a:lnTo>
                  <a:pt x="255295" y="67556"/>
                </a:lnTo>
                <a:lnTo>
                  <a:pt x="264307" y="58693"/>
                </a:lnTo>
                <a:lnTo>
                  <a:pt x="270817" y="52411"/>
                </a:lnTo>
                <a:lnTo>
                  <a:pt x="264576" y="63453"/>
                </a:lnTo>
                <a:lnTo>
                  <a:pt x="258726" y="74729"/>
                </a:lnTo>
                <a:lnTo>
                  <a:pt x="253236" y="86203"/>
                </a:lnTo>
                <a:lnTo>
                  <a:pt x="248077" y="97842"/>
                </a:lnTo>
                <a:lnTo>
                  <a:pt x="251366" y="572557"/>
                </a:lnTo>
                <a:lnTo>
                  <a:pt x="252503" y="571079"/>
                </a:lnTo>
                <a:lnTo>
                  <a:pt x="258281" y="582638"/>
                </a:lnTo>
                <a:lnTo>
                  <a:pt x="264474" y="593941"/>
                </a:lnTo>
                <a:lnTo>
                  <a:pt x="271076" y="604970"/>
                </a:lnTo>
                <a:lnTo>
                  <a:pt x="278083" y="615706"/>
                </a:lnTo>
                <a:lnTo>
                  <a:pt x="285488" y="626133"/>
                </a:lnTo>
                <a:lnTo>
                  <a:pt x="293288" y="636230"/>
                </a:lnTo>
                <a:lnTo>
                  <a:pt x="301475" y="645979"/>
                </a:lnTo>
                <a:lnTo>
                  <a:pt x="310047" y="655363"/>
                </a:lnTo>
                <a:lnTo>
                  <a:pt x="318996" y="664363"/>
                </a:lnTo>
                <a:lnTo>
                  <a:pt x="328145" y="672806"/>
                </a:lnTo>
                <a:lnTo>
                  <a:pt x="330761" y="677378"/>
                </a:lnTo>
                <a:lnTo>
                  <a:pt x="333390" y="682204"/>
                </a:lnTo>
                <a:lnTo>
                  <a:pt x="336222" y="687030"/>
                </a:lnTo>
                <a:lnTo>
                  <a:pt x="326858" y="678402"/>
                </a:lnTo>
                <a:lnTo>
                  <a:pt x="317686" y="669634"/>
                </a:lnTo>
                <a:lnTo>
                  <a:pt x="308699" y="660702"/>
                </a:lnTo>
                <a:lnTo>
                  <a:pt x="299891" y="651581"/>
                </a:lnTo>
                <a:lnTo>
                  <a:pt x="291254" y="642248"/>
                </a:lnTo>
                <a:lnTo>
                  <a:pt x="284990" y="635214"/>
                </a:lnTo>
                <a:lnTo>
                  <a:pt x="270646" y="625870"/>
                </a:lnTo>
                <a:lnTo>
                  <a:pt x="259513" y="616640"/>
                </a:lnTo>
                <a:lnTo>
                  <a:pt x="251573" y="607533"/>
                </a:lnTo>
                <a:lnTo>
                  <a:pt x="252399" y="635548"/>
                </a:lnTo>
                <a:lnTo>
                  <a:pt x="262185" y="645590"/>
                </a:lnTo>
                <a:lnTo>
                  <a:pt x="271809" y="655245"/>
                </a:lnTo>
                <a:lnTo>
                  <a:pt x="281036" y="664449"/>
                </a:lnTo>
                <a:lnTo>
                  <a:pt x="289631" y="673141"/>
                </a:lnTo>
                <a:lnTo>
                  <a:pt x="297359" y="681258"/>
                </a:lnTo>
                <a:lnTo>
                  <a:pt x="302859" y="687411"/>
                </a:lnTo>
                <a:lnTo>
                  <a:pt x="292594" y="681390"/>
                </a:lnTo>
                <a:lnTo>
                  <a:pt x="293291" y="747426"/>
                </a:lnTo>
                <a:lnTo>
                  <a:pt x="304594" y="751976"/>
                </a:lnTo>
                <a:lnTo>
                  <a:pt x="310492" y="753959"/>
                </a:lnTo>
                <a:lnTo>
                  <a:pt x="307660" y="756118"/>
                </a:lnTo>
                <a:lnTo>
                  <a:pt x="304396" y="757642"/>
                </a:lnTo>
                <a:lnTo>
                  <a:pt x="301119" y="759420"/>
                </a:lnTo>
                <a:lnTo>
                  <a:pt x="290161" y="753656"/>
                </a:lnTo>
                <a:lnTo>
                  <a:pt x="279513" y="746769"/>
                </a:lnTo>
                <a:lnTo>
                  <a:pt x="269232" y="738995"/>
                </a:lnTo>
                <a:lnTo>
                  <a:pt x="259375" y="730572"/>
                </a:lnTo>
                <a:lnTo>
                  <a:pt x="249999" y="721736"/>
                </a:lnTo>
                <a:lnTo>
                  <a:pt x="245427" y="631729"/>
                </a:lnTo>
                <a:lnTo>
                  <a:pt x="242686" y="625181"/>
                </a:lnTo>
                <a:lnTo>
                  <a:pt x="244907" y="759832"/>
                </a:lnTo>
                <a:lnTo>
                  <a:pt x="247919" y="760690"/>
                </a:lnTo>
                <a:lnTo>
                  <a:pt x="249887" y="761198"/>
                </a:lnTo>
                <a:lnTo>
                  <a:pt x="257075" y="766913"/>
                </a:lnTo>
                <a:lnTo>
                  <a:pt x="261556" y="793695"/>
                </a:lnTo>
                <a:lnTo>
                  <a:pt x="274202" y="792494"/>
                </a:lnTo>
                <a:lnTo>
                  <a:pt x="286803" y="790469"/>
                </a:lnTo>
                <a:lnTo>
                  <a:pt x="291962" y="789392"/>
                </a:lnTo>
                <a:lnTo>
                  <a:pt x="303456" y="795476"/>
                </a:lnTo>
                <a:lnTo>
                  <a:pt x="315098" y="800908"/>
                </a:lnTo>
                <a:lnTo>
                  <a:pt x="326831" y="805446"/>
                </a:lnTo>
                <a:lnTo>
                  <a:pt x="334037" y="807680"/>
                </a:lnTo>
                <a:lnTo>
                  <a:pt x="321517" y="809657"/>
                </a:lnTo>
                <a:lnTo>
                  <a:pt x="308858" y="810834"/>
                </a:lnTo>
                <a:lnTo>
                  <a:pt x="296105" y="811236"/>
                </a:lnTo>
                <a:lnTo>
                  <a:pt x="295683" y="811236"/>
                </a:lnTo>
                <a:lnTo>
                  <a:pt x="283141" y="810867"/>
                </a:lnTo>
                <a:lnTo>
                  <a:pt x="270582" y="809761"/>
                </a:lnTo>
                <a:lnTo>
                  <a:pt x="258042" y="807920"/>
                </a:lnTo>
                <a:lnTo>
                  <a:pt x="245556" y="805344"/>
                </a:lnTo>
                <a:lnTo>
                  <a:pt x="233159" y="802035"/>
                </a:lnTo>
                <a:lnTo>
                  <a:pt x="220887" y="797996"/>
                </a:lnTo>
                <a:lnTo>
                  <a:pt x="208775" y="793226"/>
                </a:lnTo>
                <a:lnTo>
                  <a:pt x="196859" y="787727"/>
                </a:lnTo>
                <a:lnTo>
                  <a:pt x="195366" y="786979"/>
                </a:lnTo>
                <a:lnTo>
                  <a:pt x="207819" y="789914"/>
                </a:lnTo>
                <a:lnTo>
                  <a:pt x="220376" y="792079"/>
                </a:lnTo>
                <a:lnTo>
                  <a:pt x="233010" y="793467"/>
                </a:lnTo>
                <a:lnTo>
                  <a:pt x="245695" y="794066"/>
                </a:lnTo>
                <a:lnTo>
                  <a:pt x="246179" y="765516"/>
                </a:lnTo>
                <a:lnTo>
                  <a:pt x="232351" y="764182"/>
                </a:lnTo>
                <a:lnTo>
                  <a:pt x="218953" y="761864"/>
                </a:lnTo>
                <a:lnTo>
                  <a:pt x="205995" y="758605"/>
                </a:lnTo>
                <a:lnTo>
                  <a:pt x="193485" y="754447"/>
                </a:lnTo>
                <a:lnTo>
                  <a:pt x="181434" y="749432"/>
                </a:lnTo>
                <a:lnTo>
                  <a:pt x="169849" y="743603"/>
                </a:lnTo>
                <a:lnTo>
                  <a:pt x="158740" y="737002"/>
                </a:lnTo>
                <a:lnTo>
                  <a:pt x="148117" y="729671"/>
                </a:lnTo>
                <a:lnTo>
                  <a:pt x="137989" y="721651"/>
                </a:lnTo>
                <a:lnTo>
                  <a:pt x="128365" y="712986"/>
                </a:lnTo>
                <a:lnTo>
                  <a:pt x="119254" y="703717"/>
                </a:lnTo>
                <a:lnTo>
                  <a:pt x="110666" y="693886"/>
                </a:lnTo>
                <a:lnTo>
                  <a:pt x="102609" y="683536"/>
                </a:lnTo>
                <a:lnTo>
                  <a:pt x="100091" y="680045"/>
                </a:lnTo>
                <a:lnTo>
                  <a:pt x="109693" y="688470"/>
                </a:lnTo>
                <a:lnTo>
                  <a:pt x="119718" y="696555"/>
                </a:lnTo>
                <a:lnTo>
                  <a:pt x="130121" y="704288"/>
                </a:lnTo>
                <a:lnTo>
                  <a:pt x="140855" y="711658"/>
                </a:lnTo>
                <a:lnTo>
                  <a:pt x="151876" y="718654"/>
                </a:lnTo>
                <a:lnTo>
                  <a:pt x="163138" y="725265"/>
                </a:lnTo>
                <a:lnTo>
                  <a:pt x="174595" y="731481"/>
                </a:lnTo>
                <a:lnTo>
                  <a:pt x="175101" y="573110"/>
                </a:lnTo>
                <a:lnTo>
                  <a:pt x="173752" y="560767"/>
                </a:lnTo>
                <a:lnTo>
                  <a:pt x="173425" y="548201"/>
                </a:lnTo>
                <a:lnTo>
                  <a:pt x="174129" y="535413"/>
                </a:lnTo>
                <a:lnTo>
                  <a:pt x="175869" y="522405"/>
                </a:lnTo>
                <a:lnTo>
                  <a:pt x="176202" y="520533"/>
                </a:lnTo>
                <a:lnTo>
                  <a:pt x="176171" y="466485"/>
                </a:lnTo>
                <a:lnTo>
                  <a:pt x="166721" y="475859"/>
                </a:lnTo>
                <a:lnTo>
                  <a:pt x="167464" y="700111"/>
                </a:lnTo>
                <a:lnTo>
                  <a:pt x="156494" y="693777"/>
                </a:lnTo>
                <a:lnTo>
                  <a:pt x="145869" y="686955"/>
                </a:lnTo>
                <a:lnTo>
                  <a:pt x="135625" y="679578"/>
                </a:lnTo>
                <a:lnTo>
                  <a:pt x="125800" y="671581"/>
                </a:lnTo>
                <a:lnTo>
                  <a:pt x="116430" y="662899"/>
                </a:lnTo>
                <a:lnTo>
                  <a:pt x="107553" y="653465"/>
                </a:lnTo>
                <a:lnTo>
                  <a:pt x="99206" y="643213"/>
                </a:lnTo>
                <a:lnTo>
                  <a:pt x="90618" y="631437"/>
                </a:lnTo>
                <a:lnTo>
                  <a:pt x="83630" y="620621"/>
                </a:lnTo>
                <a:lnTo>
                  <a:pt x="77478" y="609528"/>
                </a:lnTo>
                <a:lnTo>
                  <a:pt x="72252" y="598067"/>
                </a:lnTo>
                <a:lnTo>
                  <a:pt x="68045" y="586143"/>
                </a:lnTo>
                <a:lnTo>
                  <a:pt x="64947" y="573662"/>
                </a:lnTo>
                <a:lnTo>
                  <a:pt x="63049" y="560531"/>
                </a:lnTo>
                <a:lnTo>
                  <a:pt x="62246" y="547189"/>
                </a:lnTo>
                <a:lnTo>
                  <a:pt x="62230" y="533699"/>
                </a:lnTo>
                <a:lnTo>
                  <a:pt x="63122" y="519771"/>
                </a:lnTo>
                <a:lnTo>
                  <a:pt x="64137" y="512786"/>
                </a:lnTo>
                <a:lnTo>
                  <a:pt x="68344" y="524365"/>
                </a:lnTo>
                <a:lnTo>
                  <a:pt x="70581" y="433913"/>
                </a:lnTo>
                <a:lnTo>
                  <a:pt x="70967" y="421339"/>
                </a:lnTo>
                <a:lnTo>
                  <a:pt x="72207" y="408744"/>
                </a:lnTo>
                <a:lnTo>
                  <a:pt x="74348" y="396142"/>
                </a:lnTo>
                <a:lnTo>
                  <a:pt x="76989" y="385151"/>
                </a:lnTo>
                <a:lnTo>
                  <a:pt x="78082" y="381849"/>
                </a:lnTo>
                <a:lnTo>
                  <a:pt x="79161" y="378420"/>
                </a:lnTo>
                <a:lnTo>
                  <a:pt x="80266" y="375118"/>
                </a:lnTo>
                <a:lnTo>
                  <a:pt x="79912" y="387831"/>
                </a:lnTo>
                <a:lnTo>
                  <a:pt x="79751" y="400578"/>
                </a:lnTo>
                <a:lnTo>
                  <a:pt x="79780" y="413335"/>
                </a:lnTo>
                <a:lnTo>
                  <a:pt x="79996" y="426079"/>
                </a:lnTo>
                <a:lnTo>
                  <a:pt x="80394" y="438786"/>
                </a:lnTo>
                <a:lnTo>
                  <a:pt x="80971" y="451435"/>
                </a:lnTo>
                <a:lnTo>
                  <a:pt x="81723" y="464000"/>
                </a:lnTo>
                <a:lnTo>
                  <a:pt x="82006" y="468082"/>
                </a:lnTo>
                <a:lnTo>
                  <a:pt x="80482" y="465034"/>
                </a:lnTo>
                <a:lnTo>
                  <a:pt x="78180" y="547388"/>
                </a:lnTo>
                <a:lnTo>
                  <a:pt x="89768" y="570129"/>
                </a:lnTo>
                <a:lnTo>
                  <a:pt x="103955" y="174835"/>
                </a:lnTo>
                <a:lnTo>
                  <a:pt x="74885" y="229053"/>
                </a:lnTo>
                <a:lnTo>
                  <a:pt x="49940" y="285799"/>
                </a:lnTo>
                <a:lnTo>
                  <a:pt x="29551" y="344233"/>
                </a:lnTo>
                <a:lnTo>
                  <a:pt x="14145" y="403519"/>
                </a:lnTo>
                <a:lnTo>
                  <a:pt x="4152" y="462816"/>
                </a:lnTo>
                <a:lnTo>
                  <a:pt x="0" y="521288"/>
                </a:lnTo>
                <a:lnTo>
                  <a:pt x="2117" y="578096"/>
                </a:lnTo>
                <a:lnTo>
                  <a:pt x="10934" y="632401"/>
                </a:lnTo>
                <a:lnTo>
                  <a:pt x="26878" y="683365"/>
                </a:lnTo>
                <a:lnTo>
                  <a:pt x="50378" y="730150"/>
                </a:lnTo>
                <a:lnTo>
                  <a:pt x="81862" y="771918"/>
                </a:lnTo>
                <a:lnTo>
                  <a:pt x="121761" y="807830"/>
                </a:lnTo>
                <a:lnTo>
                  <a:pt x="170501" y="837048"/>
                </a:lnTo>
                <a:lnTo>
                  <a:pt x="228513" y="858734"/>
                </a:lnTo>
                <a:lnTo>
                  <a:pt x="253878" y="864456"/>
                </a:lnTo>
                <a:lnTo>
                  <a:pt x="278995" y="867341"/>
                </a:lnTo>
                <a:lnTo>
                  <a:pt x="292661" y="867751"/>
                </a:lnTo>
                <a:lnTo>
                  <a:pt x="310708" y="867041"/>
                </a:lnTo>
                <a:lnTo>
                  <a:pt x="328455" y="864944"/>
                </a:lnTo>
                <a:lnTo>
                  <a:pt x="345847" y="861507"/>
                </a:lnTo>
                <a:lnTo>
                  <a:pt x="362828" y="856780"/>
                </a:lnTo>
                <a:lnTo>
                  <a:pt x="352300" y="770215"/>
                </a:lnTo>
                <a:lnTo>
                  <a:pt x="346255" y="769961"/>
                </a:lnTo>
                <a:lnTo>
                  <a:pt x="357064" y="763609"/>
                </a:lnTo>
                <a:lnTo>
                  <a:pt x="367740" y="756489"/>
                </a:lnTo>
                <a:lnTo>
                  <a:pt x="369369" y="755356"/>
                </a:lnTo>
                <a:lnTo>
                  <a:pt x="375897" y="753070"/>
                </a:lnTo>
                <a:lnTo>
                  <a:pt x="382221" y="750276"/>
                </a:lnTo>
                <a:lnTo>
                  <a:pt x="388330" y="746085"/>
                </a:lnTo>
                <a:lnTo>
                  <a:pt x="388411" y="597397"/>
                </a:lnTo>
                <a:lnTo>
                  <a:pt x="381067" y="587073"/>
                </a:lnTo>
                <a:lnTo>
                  <a:pt x="373591" y="576867"/>
                </a:lnTo>
                <a:lnTo>
                  <a:pt x="365981" y="566766"/>
                </a:lnTo>
                <a:lnTo>
                  <a:pt x="358235" y="556755"/>
                </a:lnTo>
                <a:lnTo>
                  <a:pt x="350352" y="546821"/>
                </a:lnTo>
                <a:lnTo>
                  <a:pt x="342329" y="536951"/>
                </a:lnTo>
                <a:lnTo>
                  <a:pt x="334167" y="527131"/>
                </a:lnTo>
                <a:lnTo>
                  <a:pt x="325862" y="517349"/>
                </a:lnTo>
                <a:lnTo>
                  <a:pt x="325325" y="516723"/>
                </a:lnTo>
                <a:lnTo>
                  <a:pt x="324314" y="548564"/>
                </a:lnTo>
                <a:lnTo>
                  <a:pt x="331889" y="558771"/>
                </a:lnTo>
                <a:lnTo>
                  <a:pt x="339298" y="569042"/>
                </a:lnTo>
                <a:lnTo>
                  <a:pt x="346553" y="579382"/>
                </a:lnTo>
                <a:lnTo>
                  <a:pt x="353667" y="589802"/>
                </a:lnTo>
                <a:lnTo>
                  <a:pt x="360653" y="600306"/>
                </a:lnTo>
                <a:lnTo>
                  <a:pt x="367525" y="610904"/>
                </a:lnTo>
                <a:lnTo>
                  <a:pt x="374295" y="621602"/>
                </a:lnTo>
                <a:lnTo>
                  <a:pt x="378957" y="629118"/>
                </a:lnTo>
                <a:lnTo>
                  <a:pt x="373725" y="625435"/>
                </a:lnTo>
                <a:lnTo>
                  <a:pt x="368924" y="622006"/>
                </a:lnTo>
                <a:lnTo>
                  <a:pt x="363908" y="618196"/>
                </a:lnTo>
                <a:lnTo>
                  <a:pt x="358191" y="606059"/>
                </a:lnTo>
                <a:lnTo>
                  <a:pt x="351840" y="594055"/>
                </a:lnTo>
                <a:lnTo>
                  <a:pt x="344919" y="582294"/>
                </a:lnTo>
                <a:lnTo>
                  <a:pt x="337494" y="570889"/>
                </a:lnTo>
                <a:lnTo>
                  <a:pt x="329628" y="559952"/>
                </a:lnTo>
                <a:lnTo>
                  <a:pt x="321388" y="549594"/>
                </a:lnTo>
                <a:lnTo>
                  <a:pt x="312839" y="539927"/>
                </a:lnTo>
                <a:lnTo>
                  <a:pt x="304044" y="531063"/>
                </a:lnTo>
                <a:lnTo>
                  <a:pt x="295070" y="523114"/>
                </a:lnTo>
                <a:lnTo>
                  <a:pt x="285981" y="516191"/>
                </a:lnTo>
                <a:lnTo>
                  <a:pt x="280634" y="512659"/>
                </a:lnTo>
                <a:lnTo>
                  <a:pt x="285866" y="508087"/>
                </a:lnTo>
                <a:lnTo>
                  <a:pt x="285558" y="416377"/>
                </a:lnTo>
                <a:lnTo>
                  <a:pt x="284101" y="415758"/>
                </a:lnTo>
                <a:lnTo>
                  <a:pt x="297223" y="417756"/>
                </a:lnTo>
                <a:lnTo>
                  <a:pt x="310179" y="420447"/>
                </a:lnTo>
                <a:lnTo>
                  <a:pt x="322936" y="423812"/>
                </a:lnTo>
                <a:lnTo>
                  <a:pt x="335459" y="427831"/>
                </a:lnTo>
                <a:lnTo>
                  <a:pt x="347713" y="432484"/>
                </a:lnTo>
                <a:lnTo>
                  <a:pt x="359664" y="437751"/>
                </a:lnTo>
                <a:lnTo>
                  <a:pt x="371277" y="443612"/>
                </a:lnTo>
                <a:lnTo>
                  <a:pt x="382518" y="450048"/>
                </a:lnTo>
                <a:lnTo>
                  <a:pt x="393353" y="457039"/>
                </a:lnTo>
                <a:lnTo>
                  <a:pt x="403747" y="464566"/>
                </a:lnTo>
                <a:lnTo>
                  <a:pt x="413666" y="472607"/>
                </a:lnTo>
                <a:lnTo>
                  <a:pt x="423075" y="481144"/>
                </a:lnTo>
                <a:lnTo>
                  <a:pt x="431939" y="490157"/>
                </a:lnTo>
                <a:lnTo>
                  <a:pt x="435637" y="494244"/>
                </a:lnTo>
                <a:lnTo>
                  <a:pt x="429313" y="489926"/>
                </a:lnTo>
                <a:lnTo>
                  <a:pt x="422785" y="486497"/>
                </a:lnTo>
                <a:lnTo>
                  <a:pt x="416029" y="484084"/>
                </a:lnTo>
                <a:lnTo>
                  <a:pt x="412968" y="483449"/>
                </a:lnTo>
                <a:lnTo>
                  <a:pt x="402173" y="476459"/>
                </a:lnTo>
                <a:lnTo>
                  <a:pt x="391038" y="470027"/>
                </a:lnTo>
                <a:lnTo>
                  <a:pt x="390933" y="496022"/>
                </a:lnTo>
                <a:lnTo>
                  <a:pt x="397918" y="500340"/>
                </a:lnTo>
                <a:lnTo>
                  <a:pt x="405107" y="505420"/>
                </a:lnTo>
                <a:lnTo>
                  <a:pt x="409003" y="512446"/>
                </a:lnTo>
                <a:lnTo>
                  <a:pt x="413535" y="521039"/>
                </a:lnTo>
                <a:lnTo>
                  <a:pt x="418530" y="530996"/>
                </a:lnTo>
                <a:lnTo>
                  <a:pt x="423816" y="542113"/>
                </a:lnTo>
                <a:lnTo>
                  <a:pt x="429219" y="554185"/>
                </a:lnTo>
                <a:lnTo>
                  <a:pt x="434566" y="567011"/>
                </a:lnTo>
                <a:lnTo>
                  <a:pt x="439685" y="580385"/>
                </a:lnTo>
                <a:lnTo>
                  <a:pt x="444403" y="594105"/>
                </a:lnTo>
                <a:lnTo>
                  <a:pt x="448546" y="607966"/>
                </a:lnTo>
                <a:lnTo>
                  <a:pt x="451942" y="621765"/>
                </a:lnTo>
                <a:lnTo>
                  <a:pt x="454418" y="635298"/>
                </a:lnTo>
                <a:lnTo>
                  <a:pt x="455801" y="648362"/>
                </a:lnTo>
                <a:lnTo>
                  <a:pt x="455907" y="660995"/>
                </a:lnTo>
                <a:lnTo>
                  <a:pt x="451551" y="663027"/>
                </a:lnTo>
                <a:lnTo>
                  <a:pt x="446331" y="665186"/>
                </a:lnTo>
                <a:lnTo>
                  <a:pt x="440654" y="667726"/>
                </a:lnTo>
                <a:lnTo>
                  <a:pt x="441086" y="662519"/>
                </a:lnTo>
                <a:lnTo>
                  <a:pt x="441746" y="657566"/>
                </a:lnTo>
                <a:lnTo>
                  <a:pt x="441746" y="651597"/>
                </a:lnTo>
                <a:lnTo>
                  <a:pt x="441314" y="646644"/>
                </a:lnTo>
                <a:lnTo>
                  <a:pt x="440654" y="641183"/>
                </a:lnTo>
                <a:lnTo>
                  <a:pt x="439549" y="635722"/>
                </a:lnTo>
                <a:lnTo>
                  <a:pt x="438962" y="623484"/>
                </a:lnTo>
                <a:lnTo>
                  <a:pt x="435311" y="598859"/>
                </a:lnTo>
                <a:lnTo>
                  <a:pt x="428569" y="574308"/>
                </a:lnTo>
                <a:lnTo>
                  <a:pt x="425545" y="825949"/>
                </a:lnTo>
                <a:lnTo>
                  <a:pt x="439647" y="815504"/>
                </a:lnTo>
                <a:lnTo>
                  <a:pt x="453008" y="804061"/>
                </a:lnTo>
                <a:lnTo>
                  <a:pt x="465573" y="791669"/>
                </a:lnTo>
                <a:lnTo>
                  <a:pt x="477286" y="778378"/>
                </a:lnTo>
                <a:lnTo>
                  <a:pt x="488094" y="764235"/>
                </a:lnTo>
                <a:lnTo>
                  <a:pt x="497940" y="749290"/>
                </a:lnTo>
                <a:lnTo>
                  <a:pt x="506770" y="733592"/>
                </a:lnTo>
                <a:lnTo>
                  <a:pt x="514528" y="717188"/>
                </a:lnTo>
                <a:lnTo>
                  <a:pt x="521160" y="700129"/>
                </a:lnTo>
                <a:lnTo>
                  <a:pt x="526610" y="682462"/>
                </a:lnTo>
                <a:lnTo>
                  <a:pt x="530823" y="664236"/>
                </a:lnTo>
                <a:lnTo>
                  <a:pt x="533745" y="645501"/>
                </a:lnTo>
                <a:lnTo>
                  <a:pt x="535455" y="621391"/>
                </a:lnTo>
                <a:lnTo>
                  <a:pt x="534801" y="597980"/>
                </a:lnTo>
                <a:lnTo>
                  <a:pt x="531903" y="575328"/>
                </a:lnTo>
                <a:lnTo>
                  <a:pt x="526879" y="553491"/>
                </a:lnTo>
                <a:lnTo>
                  <a:pt x="519848" y="532529"/>
                </a:lnTo>
                <a:lnTo>
                  <a:pt x="510929" y="512498"/>
                </a:lnTo>
                <a:lnTo>
                  <a:pt x="500243" y="493458"/>
                </a:lnTo>
                <a:lnTo>
                  <a:pt x="487906" y="475466"/>
                </a:lnTo>
                <a:lnTo>
                  <a:pt x="474040" y="458579"/>
                </a:lnTo>
                <a:lnTo>
                  <a:pt x="458763" y="442857"/>
                </a:lnTo>
                <a:lnTo>
                  <a:pt x="442193" y="428357"/>
                </a:lnTo>
                <a:lnTo>
                  <a:pt x="424450" y="415136"/>
                </a:lnTo>
                <a:lnTo>
                  <a:pt x="405654" y="403254"/>
                </a:lnTo>
                <a:lnTo>
                  <a:pt x="385923" y="392768"/>
                </a:lnTo>
                <a:lnTo>
                  <a:pt x="365376" y="383736"/>
                </a:lnTo>
                <a:lnTo>
                  <a:pt x="344132" y="376217"/>
                </a:lnTo>
                <a:lnTo>
                  <a:pt x="322311" y="370267"/>
                </a:lnTo>
                <a:lnTo>
                  <a:pt x="300031" y="365945"/>
                </a:lnTo>
                <a:lnTo>
                  <a:pt x="277413" y="363310"/>
                </a:lnTo>
                <a:lnTo>
                  <a:pt x="254574" y="362418"/>
                </a:lnTo>
                <a:lnTo>
                  <a:pt x="252503" y="362418"/>
                </a:lnTo>
                <a:lnTo>
                  <a:pt x="251388" y="342452"/>
                </a:lnTo>
                <a:lnTo>
                  <a:pt x="251039" y="322918"/>
                </a:lnTo>
                <a:lnTo>
                  <a:pt x="251440" y="303784"/>
                </a:lnTo>
                <a:lnTo>
                  <a:pt x="252573" y="285015"/>
                </a:lnTo>
                <a:lnTo>
                  <a:pt x="254418" y="266581"/>
                </a:lnTo>
                <a:lnTo>
                  <a:pt x="256960" y="248447"/>
                </a:lnTo>
                <a:lnTo>
                  <a:pt x="260180" y="230582"/>
                </a:lnTo>
                <a:lnTo>
                  <a:pt x="264059" y="212952"/>
                </a:lnTo>
                <a:lnTo>
                  <a:pt x="268582" y="195525"/>
                </a:lnTo>
                <a:lnTo>
                  <a:pt x="273728" y="178268"/>
                </a:lnTo>
                <a:lnTo>
                  <a:pt x="279482" y="161148"/>
                </a:lnTo>
                <a:lnTo>
                  <a:pt x="285824" y="144133"/>
                </a:lnTo>
                <a:lnTo>
                  <a:pt x="292738" y="127189"/>
                </a:lnTo>
                <a:lnTo>
                  <a:pt x="300204" y="110284"/>
                </a:lnTo>
                <a:lnTo>
                  <a:pt x="308207" y="93385"/>
                </a:lnTo>
                <a:lnTo>
                  <a:pt x="316727" y="76459"/>
                </a:lnTo>
                <a:lnTo>
                  <a:pt x="325747" y="59474"/>
                </a:lnTo>
                <a:close/>
              </a:path>
              <a:path w="428569" h="908509">
                <a:moveTo>
                  <a:pt x="136724" y="123982"/>
                </a:moveTo>
                <a:lnTo>
                  <a:pt x="103955" y="174835"/>
                </a:lnTo>
                <a:lnTo>
                  <a:pt x="110352" y="272756"/>
                </a:lnTo>
                <a:lnTo>
                  <a:pt x="116040" y="261387"/>
                </a:lnTo>
                <a:lnTo>
                  <a:pt x="121908" y="250102"/>
                </a:lnTo>
                <a:lnTo>
                  <a:pt x="127954" y="238907"/>
                </a:lnTo>
                <a:lnTo>
                  <a:pt x="134176" y="227808"/>
                </a:lnTo>
                <a:lnTo>
                  <a:pt x="140574" y="216814"/>
                </a:lnTo>
                <a:lnTo>
                  <a:pt x="136724" y="123982"/>
                </a:lnTo>
                <a:close/>
              </a:path>
              <a:path w="428569" h="908509">
                <a:moveTo>
                  <a:pt x="257075" y="766913"/>
                </a:moveTo>
                <a:lnTo>
                  <a:pt x="253583" y="766659"/>
                </a:lnTo>
                <a:lnTo>
                  <a:pt x="249887" y="766151"/>
                </a:lnTo>
                <a:lnTo>
                  <a:pt x="246179" y="765516"/>
                </a:lnTo>
                <a:lnTo>
                  <a:pt x="245695" y="794066"/>
                </a:lnTo>
                <a:lnTo>
                  <a:pt x="248897" y="794091"/>
                </a:lnTo>
                <a:lnTo>
                  <a:pt x="261556" y="793695"/>
                </a:lnTo>
                <a:lnTo>
                  <a:pt x="257075" y="766913"/>
                </a:lnTo>
                <a:close/>
              </a:path>
              <a:path w="428569" h="908509">
                <a:moveTo>
                  <a:pt x="259078" y="652098"/>
                </a:moveTo>
                <a:lnTo>
                  <a:pt x="251326" y="642171"/>
                </a:lnTo>
                <a:lnTo>
                  <a:pt x="245427" y="631729"/>
                </a:lnTo>
                <a:lnTo>
                  <a:pt x="248808" y="720558"/>
                </a:lnTo>
                <a:lnTo>
                  <a:pt x="259695" y="728430"/>
                </a:lnTo>
                <a:lnTo>
                  <a:pt x="270780" y="735580"/>
                </a:lnTo>
                <a:lnTo>
                  <a:pt x="281999" y="741936"/>
                </a:lnTo>
                <a:lnTo>
                  <a:pt x="293291" y="747426"/>
                </a:lnTo>
                <a:lnTo>
                  <a:pt x="292594" y="681390"/>
                </a:lnTo>
                <a:lnTo>
                  <a:pt x="282847" y="672349"/>
                </a:lnTo>
                <a:lnTo>
                  <a:pt x="280634" y="669758"/>
                </a:lnTo>
                <a:lnTo>
                  <a:pt x="268806" y="661349"/>
                </a:lnTo>
                <a:lnTo>
                  <a:pt x="259078" y="652098"/>
                </a:lnTo>
                <a:close/>
              </a:path>
              <a:path w="428569" h="908509">
                <a:moveTo>
                  <a:pt x="78463" y="460462"/>
                </a:moveTo>
                <a:lnTo>
                  <a:pt x="75745" y="458811"/>
                </a:lnTo>
                <a:lnTo>
                  <a:pt x="72189" y="458938"/>
                </a:lnTo>
                <a:lnTo>
                  <a:pt x="71004" y="446451"/>
                </a:lnTo>
                <a:lnTo>
                  <a:pt x="70581" y="433913"/>
                </a:lnTo>
                <a:lnTo>
                  <a:pt x="68344" y="524365"/>
                </a:lnTo>
                <a:lnTo>
                  <a:pt x="73032" y="535904"/>
                </a:lnTo>
                <a:lnTo>
                  <a:pt x="78180" y="547388"/>
                </a:lnTo>
                <a:lnTo>
                  <a:pt x="78463" y="460462"/>
                </a:lnTo>
                <a:close/>
              </a:path>
              <a:path w="428569" h="908509">
                <a:moveTo>
                  <a:pt x="346399" y="494628"/>
                </a:moveTo>
                <a:lnTo>
                  <a:pt x="354951" y="503645"/>
                </a:lnTo>
                <a:lnTo>
                  <a:pt x="363300" y="513459"/>
                </a:lnTo>
                <a:lnTo>
                  <a:pt x="371342" y="523980"/>
                </a:lnTo>
                <a:lnTo>
                  <a:pt x="376557" y="531455"/>
                </a:lnTo>
                <a:lnTo>
                  <a:pt x="367321" y="522398"/>
                </a:lnTo>
                <a:lnTo>
                  <a:pt x="357794" y="513769"/>
                </a:lnTo>
                <a:lnTo>
                  <a:pt x="348010" y="505585"/>
                </a:lnTo>
                <a:lnTo>
                  <a:pt x="356029" y="546164"/>
                </a:lnTo>
                <a:lnTo>
                  <a:pt x="364573" y="555785"/>
                </a:lnTo>
                <a:lnTo>
                  <a:pt x="372539" y="565774"/>
                </a:lnTo>
                <a:lnTo>
                  <a:pt x="379929" y="576127"/>
                </a:lnTo>
                <a:lnTo>
                  <a:pt x="386746" y="586837"/>
                </a:lnTo>
                <a:lnTo>
                  <a:pt x="392992" y="597901"/>
                </a:lnTo>
                <a:lnTo>
                  <a:pt x="398671" y="609313"/>
                </a:lnTo>
                <a:lnTo>
                  <a:pt x="402706" y="618450"/>
                </a:lnTo>
                <a:lnTo>
                  <a:pt x="395623" y="607851"/>
                </a:lnTo>
                <a:lnTo>
                  <a:pt x="388411" y="597397"/>
                </a:lnTo>
                <a:lnTo>
                  <a:pt x="388330" y="746085"/>
                </a:lnTo>
                <a:lnTo>
                  <a:pt x="399797" y="751273"/>
                </a:lnTo>
                <a:lnTo>
                  <a:pt x="412523" y="754213"/>
                </a:lnTo>
                <a:lnTo>
                  <a:pt x="402142" y="760065"/>
                </a:lnTo>
                <a:lnTo>
                  <a:pt x="390789" y="764695"/>
                </a:lnTo>
                <a:lnTo>
                  <a:pt x="378428" y="767990"/>
                </a:lnTo>
                <a:lnTo>
                  <a:pt x="365021" y="769840"/>
                </a:lnTo>
                <a:lnTo>
                  <a:pt x="355234" y="770215"/>
                </a:lnTo>
                <a:lnTo>
                  <a:pt x="352300" y="770215"/>
                </a:lnTo>
                <a:lnTo>
                  <a:pt x="362828" y="856780"/>
                </a:lnTo>
                <a:lnTo>
                  <a:pt x="379343" y="850813"/>
                </a:lnTo>
                <a:lnTo>
                  <a:pt x="395338" y="843652"/>
                </a:lnTo>
                <a:lnTo>
                  <a:pt x="410757" y="835348"/>
                </a:lnTo>
                <a:lnTo>
                  <a:pt x="425545" y="825949"/>
                </a:lnTo>
                <a:lnTo>
                  <a:pt x="428569" y="574308"/>
                </a:lnTo>
                <a:lnTo>
                  <a:pt x="424118" y="562162"/>
                </a:lnTo>
                <a:lnTo>
                  <a:pt x="418990" y="550158"/>
                </a:lnTo>
                <a:lnTo>
                  <a:pt x="413217" y="538337"/>
                </a:lnTo>
                <a:lnTo>
                  <a:pt x="406831" y="526739"/>
                </a:lnTo>
                <a:lnTo>
                  <a:pt x="399864" y="515404"/>
                </a:lnTo>
                <a:lnTo>
                  <a:pt x="392347" y="504375"/>
                </a:lnTo>
                <a:lnTo>
                  <a:pt x="384313" y="493693"/>
                </a:lnTo>
                <a:lnTo>
                  <a:pt x="383542" y="492720"/>
                </a:lnTo>
                <a:lnTo>
                  <a:pt x="390933" y="496022"/>
                </a:lnTo>
                <a:lnTo>
                  <a:pt x="391038" y="470027"/>
                </a:lnTo>
                <a:lnTo>
                  <a:pt x="379615" y="464184"/>
                </a:lnTo>
                <a:lnTo>
                  <a:pt x="367955" y="458960"/>
                </a:lnTo>
                <a:lnTo>
                  <a:pt x="356110" y="454383"/>
                </a:lnTo>
                <a:lnTo>
                  <a:pt x="344131" y="450485"/>
                </a:lnTo>
                <a:lnTo>
                  <a:pt x="339918" y="449286"/>
                </a:lnTo>
                <a:lnTo>
                  <a:pt x="333390" y="486878"/>
                </a:lnTo>
                <a:lnTo>
                  <a:pt x="337746" y="486497"/>
                </a:lnTo>
                <a:lnTo>
                  <a:pt x="346399" y="494628"/>
                </a:lnTo>
                <a:close/>
              </a:path>
              <a:path w="428569" h="908509">
                <a:moveTo>
                  <a:pt x="308052" y="427579"/>
                </a:moveTo>
                <a:lnTo>
                  <a:pt x="296916" y="421640"/>
                </a:lnTo>
                <a:lnTo>
                  <a:pt x="285558" y="416377"/>
                </a:lnTo>
                <a:lnTo>
                  <a:pt x="285866" y="508087"/>
                </a:lnTo>
                <a:lnTo>
                  <a:pt x="291518" y="504150"/>
                </a:lnTo>
                <a:lnTo>
                  <a:pt x="297195" y="500594"/>
                </a:lnTo>
                <a:lnTo>
                  <a:pt x="301119" y="502118"/>
                </a:lnTo>
                <a:lnTo>
                  <a:pt x="302643" y="503007"/>
                </a:lnTo>
                <a:lnTo>
                  <a:pt x="298274" y="506309"/>
                </a:lnTo>
                <a:lnTo>
                  <a:pt x="295887" y="512786"/>
                </a:lnTo>
                <a:lnTo>
                  <a:pt x="300459" y="518247"/>
                </a:lnTo>
                <a:lnTo>
                  <a:pt x="308612" y="528310"/>
                </a:lnTo>
                <a:lnTo>
                  <a:pt x="316559" y="538413"/>
                </a:lnTo>
                <a:lnTo>
                  <a:pt x="324314" y="548564"/>
                </a:lnTo>
                <a:lnTo>
                  <a:pt x="325325" y="516723"/>
                </a:lnTo>
                <a:lnTo>
                  <a:pt x="334599" y="524614"/>
                </a:lnTo>
                <a:lnTo>
                  <a:pt x="343869" y="533671"/>
                </a:lnTo>
                <a:lnTo>
                  <a:pt x="346903" y="536916"/>
                </a:lnTo>
                <a:lnTo>
                  <a:pt x="356029" y="546164"/>
                </a:lnTo>
                <a:lnTo>
                  <a:pt x="348010" y="505585"/>
                </a:lnTo>
                <a:lnTo>
                  <a:pt x="338006" y="497859"/>
                </a:lnTo>
                <a:lnTo>
                  <a:pt x="327816" y="490610"/>
                </a:lnTo>
                <a:lnTo>
                  <a:pt x="325109" y="488783"/>
                </a:lnTo>
                <a:lnTo>
                  <a:pt x="329021" y="487767"/>
                </a:lnTo>
                <a:lnTo>
                  <a:pt x="333390" y="486878"/>
                </a:lnTo>
                <a:lnTo>
                  <a:pt x="339918" y="449286"/>
                </a:lnTo>
                <a:lnTo>
                  <a:pt x="329573" y="441419"/>
                </a:lnTo>
                <a:lnTo>
                  <a:pt x="318944" y="434178"/>
                </a:lnTo>
                <a:lnTo>
                  <a:pt x="308052" y="427579"/>
                </a:lnTo>
                <a:close/>
              </a:path>
              <a:path w="428569" h="908509">
                <a:moveTo>
                  <a:pt x="143186" y="377553"/>
                </a:moveTo>
                <a:lnTo>
                  <a:pt x="140870" y="390964"/>
                </a:lnTo>
                <a:lnTo>
                  <a:pt x="138793" y="404342"/>
                </a:lnTo>
                <a:lnTo>
                  <a:pt x="136971" y="417686"/>
                </a:lnTo>
                <a:lnTo>
                  <a:pt x="135422" y="430998"/>
                </a:lnTo>
                <a:lnTo>
                  <a:pt x="131282" y="434554"/>
                </a:lnTo>
                <a:lnTo>
                  <a:pt x="129326" y="436205"/>
                </a:lnTo>
                <a:lnTo>
                  <a:pt x="129663" y="422053"/>
                </a:lnTo>
                <a:lnTo>
                  <a:pt x="130402" y="407874"/>
                </a:lnTo>
                <a:lnTo>
                  <a:pt x="131532" y="393674"/>
                </a:lnTo>
                <a:lnTo>
                  <a:pt x="133039" y="379463"/>
                </a:lnTo>
                <a:lnTo>
                  <a:pt x="134910" y="365248"/>
                </a:lnTo>
                <a:lnTo>
                  <a:pt x="137134" y="351038"/>
                </a:lnTo>
                <a:lnTo>
                  <a:pt x="139697" y="336841"/>
                </a:lnTo>
                <a:lnTo>
                  <a:pt x="142588" y="322665"/>
                </a:lnTo>
                <a:lnTo>
                  <a:pt x="145793" y="308519"/>
                </a:lnTo>
                <a:lnTo>
                  <a:pt x="149300" y="294410"/>
                </a:lnTo>
                <a:lnTo>
                  <a:pt x="153096" y="280347"/>
                </a:lnTo>
                <a:lnTo>
                  <a:pt x="157170" y="266337"/>
                </a:lnTo>
                <a:lnTo>
                  <a:pt x="161507" y="252390"/>
                </a:lnTo>
                <a:lnTo>
                  <a:pt x="166096" y="238513"/>
                </a:lnTo>
                <a:lnTo>
                  <a:pt x="170924" y="224715"/>
                </a:lnTo>
                <a:lnTo>
                  <a:pt x="175979" y="211003"/>
                </a:lnTo>
                <a:lnTo>
                  <a:pt x="181247" y="197386"/>
                </a:lnTo>
                <a:lnTo>
                  <a:pt x="186717" y="183872"/>
                </a:lnTo>
                <a:lnTo>
                  <a:pt x="192376" y="170469"/>
                </a:lnTo>
                <a:lnTo>
                  <a:pt x="198211" y="157186"/>
                </a:lnTo>
                <a:lnTo>
                  <a:pt x="211638" y="35726"/>
                </a:lnTo>
                <a:lnTo>
                  <a:pt x="172761" y="77333"/>
                </a:lnTo>
                <a:lnTo>
                  <a:pt x="136724" y="123982"/>
                </a:lnTo>
                <a:lnTo>
                  <a:pt x="140574" y="216814"/>
                </a:lnTo>
                <a:lnTo>
                  <a:pt x="147145" y="205929"/>
                </a:lnTo>
                <a:lnTo>
                  <a:pt x="153887" y="195160"/>
                </a:lnTo>
                <a:lnTo>
                  <a:pt x="160800" y="184514"/>
                </a:lnTo>
                <a:lnTo>
                  <a:pt x="167045" y="175220"/>
                </a:lnTo>
                <a:lnTo>
                  <a:pt x="161751" y="186829"/>
                </a:lnTo>
                <a:lnTo>
                  <a:pt x="156636" y="198515"/>
                </a:lnTo>
                <a:lnTo>
                  <a:pt x="151704" y="210272"/>
                </a:lnTo>
                <a:lnTo>
                  <a:pt x="146958" y="222096"/>
                </a:lnTo>
                <a:lnTo>
                  <a:pt x="142403" y="233984"/>
                </a:lnTo>
                <a:lnTo>
                  <a:pt x="138042" y="245931"/>
                </a:lnTo>
                <a:lnTo>
                  <a:pt x="133879" y="257933"/>
                </a:lnTo>
                <a:lnTo>
                  <a:pt x="129919" y="269984"/>
                </a:lnTo>
                <a:lnTo>
                  <a:pt x="126165" y="282082"/>
                </a:lnTo>
                <a:lnTo>
                  <a:pt x="122622" y="294222"/>
                </a:lnTo>
                <a:lnTo>
                  <a:pt x="118620" y="292695"/>
                </a:lnTo>
                <a:lnTo>
                  <a:pt x="116448" y="287869"/>
                </a:lnTo>
                <a:lnTo>
                  <a:pt x="116880" y="285710"/>
                </a:lnTo>
                <a:lnTo>
                  <a:pt x="117325" y="279995"/>
                </a:lnTo>
                <a:lnTo>
                  <a:pt x="114264" y="275677"/>
                </a:lnTo>
                <a:lnTo>
                  <a:pt x="110352" y="272756"/>
                </a:lnTo>
                <a:lnTo>
                  <a:pt x="103955" y="174835"/>
                </a:lnTo>
                <a:lnTo>
                  <a:pt x="96165" y="581356"/>
                </a:lnTo>
                <a:lnTo>
                  <a:pt x="102935" y="592467"/>
                </a:lnTo>
                <a:lnTo>
                  <a:pt x="109476" y="602575"/>
                </a:lnTo>
                <a:lnTo>
                  <a:pt x="114144" y="614274"/>
                </a:lnTo>
                <a:lnTo>
                  <a:pt x="119225" y="625821"/>
                </a:lnTo>
                <a:lnTo>
                  <a:pt x="124739" y="637195"/>
                </a:lnTo>
                <a:lnTo>
                  <a:pt x="130705" y="648378"/>
                </a:lnTo>
                <a:lnTo>
                  <a:pt x="137145" y="659350"/>
                </a:lnTo>
                <a:lnTo>
                  <a:pt x="144078" y="670093"/>
                </a:lnTo>
                <a:lnTo>
                  <a:pt x="151524" y="680587"/>
                </a:lnTo>
                <a:lnTo>
                  <a:pt x="159504" y="690812"/>
                </a:lnTo>
                <a:lnTo>
                  <a:pt x="167464" y="700111"/>
                </a:lnTo>
                <a:lnTo>
                  <a:pt x="166721" y="475859"/>
                </a:lnTo>
                <a:lnTo>
                  <a:pt x="162029" y="482306"/>
                </a:lnTo>
                <a:lnTo>
                  <a:pt x="167915" y="467206"/>
                </a:lnTo>
                <a:lnTo>
                  <a:pt x="175113" y="454974"/>
                </a:lnTo>
                <a:lnTo>
                  <a:pt x="183623" y="445580"/>
                </a:lnTo>
                <a:lnTo>
                  <a:pt x="193445" y="438993"/>
                </a:lnTo>
                <a:lnTo>
                  <a:pt x="204548" y="435189"/>
                </a:lnTo>
                <a:lnTo>
                  <a:pt x="206720" y="440777"/>
                </a:lnTo>
                <a:lnTo>
                  <a:pt x="209539" y="446492"/>
                </a:lnTo>
                <a:lnTo>
                  <a:pt x="211076" y="402677"/>
                </a:lnTo>
                <a:lnTo>
                  <a:pt x="206494" y="390961"/>
                </a:lnTo>
                <a:lnTo>
                  <a:pt x="202148" y="379129"/>
                </a:lnTo>
                <a:lnTo>
                  <a:pt x="198030" y="367179"/>
                </a:lnTo>
                <a:lnTo>
                  <a:pt x="194132" y="355105"/>
                </a:lnTo>
                <a:lnTo>
                  <a:pt x="190446" y="342902"/>
                </a:lnTo>
                <a:lnTo>
                  <a:pt x="186965" y="330567"/>
                </a:lnTo>
                <a:lnTo>
                  <a:pt x="183809" y="318603"/>
                </a:lnTo>
                <a:lnTo>
                  <a:pt x="186948" y="306396"/>
                </a:lnTo>
                <a:lnTo>
                  <a:pt x="190719" y="185420"/>
                </a:lnTo>
                <a:lnTo>
                  <a:pt x="186924" y="199455"/>
                </a:lnTo>
                <a:lnTo>
                  <a:pt x="183120" y="213436"/>
                </a:lnTo>
                <a:lnTo>
                  <a:pt x="179324" y="227366"/>
                </a:lnTo>
                <a:lnTo>
                  <a:pt x="175555" y="241245"/>
                </a:lnTo>
                <a:lnTo>
                  <a:pt x="171829" y="255075"/>
                </a:lnTo>
                <a:lnTo>
                  <a:pt x="168472" y="389298"/>
                </a:lnTo>
                <a:lnTo>
                  <a:pt x="170862" y="376800"/>
                </a:lnTo>
                <a:lnTo>
                  <a:pt x="173457" y="364310"/>
                </a:lnTo>
                <a:lnTo>
                  <a:pt x="176228" y="351851"/>
                </a:lnTo>
                <a:lnTo>
                  <a:pt x="176837" y="349210"/>
                </a:lnTo>
                <a:lnTo>
                  <a:pt x="179985" y="361658"/>
                </a:lnTo>
                <a:lnTo>
                  <a:pt x="183415" y="373940"/>
                </a:lnTo>
                <a:lnTo>
                  <a:pt x="187100" y="386074"/>
                </a:lnTo>
                <a:lnTo>
                  <a:pt x="191011" y="398073"/>
                </a:lnTo>
                <a:lnTo>
                  <a:pt x="193410" y="405090"/>
                </a:lnTo>
                <a:lnTo>
                  <a:pt x="181221" y="408077"/>
                </a:lnTo>
                <a:lnTo>
                  <a:pt x="169154" y="412262"/>
                </a:lnTo>
                <a:lnTo>
                  <a:pt x="164429" y="414234"/>
                </a:lnTo>
                <a:lnTo>
                  <a:pt x="166318" y="401784"/>
                </a:lnTo>
                <a:lnTo>
                  <a:pt x="164580" y="282593"/>
                </a:lnTo>
                <a:lnTo>
                  <a:pt x="161092" y="296283"/>
                </a:lnTo>
                <a:lnTo>
                  <a:pt x="157718" y="309930"/>
                </a:lnTo>
                <a:lnTo>
                  <a:pt x="154477" y="323534"/>
                </a:lnTo>
                <a:lnTo>
                  <a:pt x="151385" y="337097"/>
                </a:lnTo>
                <a:lnTo>
                  <a:pt x="148461" y="350620"/>
                </a:lnTo>
                <a:lnTo>
                  <a:pt x="145722" y="364105"/>
                </a:lnTo>
                <a:lnTo>
                  <a:pt x="143186" y="377553"/>
                </a:lnTo>
                <a:close/>
              </a:path>
              <a:path w="428569" h="908509">
                <a:moveTo>
                  <a:pt x="204663" y="307466"/>
                </a:moveTo>
                <a:lnTo>
                  <a:pt x="205283" y="320205"/>
                </a:lnTo>
                <a:lnTo>
                  <a:pt x="206095" y="332909"/>
                </a:lnTo>
                <a:lnTo>
                  <a:pt x="207109" y="345572"/>
                </a:lnTo>
                <a:lnTo>
                  <a:pt x="208336" y="358184"/>
                </a:lnTo>
                <a:lnTo>
                  <a:pt x="209786" y="370737"/>
                </a:lnTo>
                <a:lnTo>
                  <a:pt x="211467" y="383224"/>
                </a:lnTo>
                <a:lnTo>
                  <a:pt x="213392" y="395637"/>
                </a:lnTo>
                <a:lnTo>
                  <a:pt x="214556" y="402423"/>
                </a:lnTo>
                <a:lnTo>
                  <a:pt x="211076" y="402677"/>
                </a:lnTo>
                <a:lnTo>
                  <a:pt x="209539" y="446492"/>
                </a:lnTo>
                <a:lnTo>
                  <a:pt x="211724" y="452461"/>
                </a:lnTo>
                <a:lnTo>
                  <a:pt x="198837" y="454962"/>
                </a:lnTo>
                <a:lnTo>
                  <a:pt x="186931" y="459578"/>
                </a:lnTo>
                <a:lnTo>
                  <a:pt x="176171" y="466485"/>
                </a:lnTo>
                <a:lnTo>
                  <a:pt x="176202" y="520533"/>
                </a:lnTo>
                <a:lnTo>
                  <a:pt x="180558" y="518120"/>
                </a:lnTo>
                <a:lnTo>
                  <a:pt x="184698" y="516088"/>
                </a:lnTo>
                <a:lnTo>
                  <a:pt x="188838" y="513929"/>
                </a:lnTo>
                <a:lnTo>
                  <a:pt x="186494" y="525277"/>
                </a:lnTo>
                <a:lnTo>
                  <a:pt x="185043" y="537590"/>
                </a:lnTo>
                <a:lnTo>
                  <a:pt x="184548" y="550921"/>
                </a:lnTo>
                <a:lnTo>
                  <a:pt x="184698" y="558506"/>
                </a:lnTo>
                <a:lnTo>
                  <a:pt x="185866" y="569788"/>
                </a:lnTo>
                <a:lnTo>
                  <a:pt x="188190" y="581464"/>
                </a:lnTo>
                <a:lnTo>
                  <a:pt x="191598" y="593434"/>
                </a:lnTo>
                <a:lnTo>
                  <a:pt x="196019" y="605602"/>
                </a:lnTo>
                <a:lnTo>
                  <a:pt x="201382" y="617867"/>
                </a:lnTo>
                <a:lnTo>
                  <a:pt x="207616" y="630131"/>
                </a:lnTo>
                <a:lnTo>
                  <a:pt x="214124" y="641437"/>
                </a:lnTo>
                <a:lnTo>
                  <a:pt x="204371" y="633075"/>
                </a:lnTo>
                <a:lnTo>
                  <a:pt x="195042" y="624517"/>
                </a:lnTo>
                <a:lnTo>
                  <a:pt x="190591" y="620228"/>
                </a:lnTo>
                <a:lnTo>
                  <a:pt x="185219" y="608790"/>
                </a:lnTo>
                <a:lnTo>
                  <a:pt x="180842" y="597123"/>
                </a:lnTo>
                <a:lnTo>
                  <a:pt x="177467" y="585230"/>
                </a:lnTo>
                <a:lnTo>
                  <a:pt x="175101" y="573110"/>
                </a:lnTo>
                <a:lnTo>
                  <a:pt x="174595" y="731481"/>
                </a:lnTo>
                <a:lnTo>
                  <a:pt x="186203" y="737289"/>
                </a:lnTo>
                <a:lnTo>
                  <a:pt x="197916" y="742678"/>
                </a:lnTo>
                <a:lnTo>
                  <a:pt x="209688" y="747639"/>
                </a:lnTo>
                <a:lnTo>
                  <a:pt x="221474" y="752158"/>
                </a:lnTo>
                <a:lnTo>
                  <a:pt x="233229" y="756227"/>
                </a:lnTo>
                <a:lnTo>
                  <a:pt x="244907" y="759832"/>
                </a:lnTo>
                <a:lnTo>
                  <a:pt x="242686" y="625181"/>
                </a:lnTo>
                <a:lnTo>
                  <a:pt x="252399" y="635548"/>
                </a:lnTo>
                <a:lnTo>
                  <a:pt x="251573" y="607533"/>
                </a:lnTo>
                <a:lnTo>
                  <a:pt x="246806" y="598562"/>
                </a:lnTo>
                <a:lnTo>
                  <a:pt x="245195" y="589735"/>
                </a:lnTo>
                <a:lnTo>
                  <a:pt x="246721" y="581063"/>
                </a:lnTo>
                <a:lnTo>
                  <a:pt x="251366" y="572557"/>
                </a:lnTo>
                <a:lnTo>
                  <a:pt x="248077" y="97842"/>
                </a:lnTo>
                <a:lnTo>
                  <a:pt x="243219" y="109608"/>
                </a:lnTo>
                <a:lnTo>
                  <a:pt x="240502" y="116546"/>
                </a:lnTo>
                <a:lnTo>
                  <a:pt x="241162" y="109942"/>
                </a:lnTo>
                <a:lnTo>
                  <a:pt x="241823" y="103465"/>
                </a:lnTo>
                <a:lnTo>
                  <a:pt x="242470" y="96861"/>
                </a:lnTo>
                <a:lnTo>
                  <a:pt x="242902" y="91908"/>
                </a:lnTo>
                <a:lnTo>
                  <a:pt x="240731" y="88352"/>
                </a:lnTo>
                <a:lnTo>
                  <a:pt x="237454" y="85939"/>
                </a:lnTo>
                <a:lnTo>
                  <a:pt x="252926" y="0"/>
                </a:lnTo>
                <a:lnTo>
                  <a:pt x="211638" y="35726"/>
                </a:lnTo>
                <a:lnTo>
                  <a:pt x="198211" y="157186"/>
                </a:lnTo>
                <a:lnTo>
                  <a:pt x="194487" y="171331"/>
                </a:lnTo>
                <a:lnTo>
                  <a:pt x="190719" y="185420"/>
                </a:lnTo>
                <a:lnTo>
                  <a:pt x="186948" y="306396"/>
                </a:lnTo>
                <a:lnTo>
                  <a:pt x="190155" y="294168"/>
                </a:lnTo>
                <a:lnTo>
                  <a:pt x="193430" y="281919"/>
                </a:lnTo>
                <a:lnTo>
                  <a:pt x="196774" y="269651"/>
                </a:lnTo>
                <a:lnTo>
                  <a:pt x="200189" y="257362"/>
                </a:lnTo>
                <a:lnTo>
                  <a:pt x="203673" y="245052"/>
                </a:lnTo>
                <a:lnTo>
                  <a:pt x="204104" y="243546"/>
                </a:lnTo>
                <a:lnTo>
                  <a:pt x="203911" y="256334"/>
                </a:lnTo>
                <a:lnTo>
                  <a:pt x="203962" y="281920"/>
                </a:lnTo>
                <a:lnTo>
                  <a:pt x="204226" y="294702"/>
                </a:lnTo>
                <a:lnTo>
                  <a:pt x="204663" y="307466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46157" y="1733930"/>
            <a:ext cx="402261" cy="921258"/>
          </a:xfrm>
          <a:custGeom>
            <a:avLst/>
            <a:gdLst/>
            <a:ahLst/>
            <a:cxnLst/>
            <a:rect l="l" t="t" r="r" b="b"/>
            <a:pathLst>
              <a:path w="402261" h="921258">
                <a:moveTo>
                  <a:pt x="349176" y="482658"/>
                </a:moveTo>
                <a:lnTo>
                  <a:pt x="345278" y="470681"/>
                </a:lnTo>
                <a:lnTo>
                  <a:pt x="342831" y="463550"/>
                </a:lnTo>
                <a:lnTo>
                  <a:pt x="342038" y="513518"/>
                </a:lnTo>
                <a:lnTo>
                  <a:pt x="345748" y="525721"/>
                </a:lnTo>
                <a:lnTo>
                  <a:pt x="349256" y="538048"/>
                </a:lnTo>
                <a:lnTo>
                  <a:pt x="352846" y="494781"/>
                </a:lnTo>
                <a:lnTo>
                  <a:pt x="349176" y="482658"/>
                </a:lnTo>
                <a:close/>
              </a:path>
              <a:path w="402261" h="921258">
                <a:moveTo>
                  <a:pt x="399646" y="745144"/>
                </a:moveTo>
                <a:lnTo>
                  <a:pt x="402261" y="640975"/>
                </a:lnTo>
                <a:lnTo>
                  <a:pt x="395865" y="651967"/>
                </a:lnTo>
                <a:lnTo>
                  <a:pt x="389294" y="662851"/>
                </a:lnTo>
                <a:lnTo>
                  <a:pt x="382550" y="673623"/>
                </a:lnTo>
                <a:lnTo>
                  <a:pt x="375636" y="684278"/>
                </a:lnTo>
                <a:lnTo>
                  <a:pt x="369247" y="693801"/>
                </a:lnTo>
                <a:lnTo>
                  <a:pt x="363528" y="791873"/>
                </a:lnTo>
                <a:lnTo>
                  <a:pt x="399646" y="745144"/>
                </a:lnTo>
                <a:close/>
              </a:path>
              <a:path w="402261" h="921258">
                <a:moveTo>
                  <a:pt x="363528" y="791873"/>
                </a:moveTo>
                <a:lnTo>
                  <a:pt x="369247" y="693801"/>
                </a:lnTo>
                <a:lnTo>
                  <a:pt x="374526" y="682212"/>
                </a:lnTo>
                <a:lnTo>
                  <a:pt x="379632" y="670540"/>
                </a:lnTo>
                <a:lnTo>
                  <a:pt x="384561" y="658791"/>
                </a:lnTo>
                <a:lnTo>
                  <a:pt x="389307" y="646970"/>
                </a:lnTo>
                <a:lnTo>
                  <a:pt x="393866" y="635082"/>
                </a:lnTo>
                <a:lnTo>
                  <a:pt x="398233" y="623131"/>
                </a:lnTo>
                <a:lnTo>
                  <a:pt x="402402" y="611122"/>
                </a:lnTo>
                <a:lnTo>
                  <a:pt x="406369" y="599061"/>
                </a:lnTo>
                <a:lnTo>
                  <a:pt x="410129" y="586952"/>
                </a:lnTo>
                <a:lnTo>
                  <a:pt x="413676" y="574801"/>
                </a:lnTo>
                <a:lnTo>
                  <a:pt x="414459" y="572008"/>
                </a:lnTo>
                <a:lnTo>
                  <a:pt x="417761" y="576199"/>
                </a:lnTo>
                <a:lnTo>
                  <a:pt x="419920" y="580898"/>
                </a:lnTo>
                <a:lnTo>
                  <a:pt x="419539" y="583184"/>
                </a:lnTo>
                <a:lnTo>
                  <a:pt x="419031" y="588899"/>
                </a:lnTo>
                <a:lnTo>
                  <a:pt x="422079" y="593217"/>
                </a:lnTo>
                <a:lnTo>
                  <a:pt x="426016" y="596011"/>
                </a:lnTo>
                <a:lnTo>
                  <a:pt x="420358" y="607392"/>
                </a:lnTo>
                <a:lnTo>
                  <a:pt x="414510" y="618683"/>
                </a:lnTo>
                <a:lnTo>
                  <a:pt x="408476" y="629879"/>
                </a:lnTo>
                <a:lnTo>
                  <a:pt x="402261" y="640975"/>
                </a:lnTo>
                <a:lnTo>
                  <a:pt x="399646" y="745144"/>
                </a:lnTo>
                <a:lnTo>
                  <a:pt x="432486" y="694203"/>
                </a:lnTo>
                <a:lnTo>
                  <a:pt x="461620" y="639888"/>
                </a:lnTo>
                <a:lnTo>
                  <a:pt x="462192" y="472359"/>
                </a:lnTo>
                <a:lnTo>
                  <a:pt x="459544" y="483489"/>
                </a:lnTo>
                <a:lnTo>
                  <a:pt x="458401" y="486791"/>
                </a:lnTo>
                <a:lnTo>
                  <a:pt x="457258" y="490220"/>
                </a:lnTo>
                <a:lnTo>
                  <a:pt x="456242" y="493522"/>
                </a:lnTo>
                <a:lnTo>
                  <a:pt x="446771" y="298264"/>
                </a:lnTo>
                <a:lnTo>
                  <a:pt x="440360" y="287035"/>
                </a:lnTo>
                <a:lnTo>
                  <a:pt x="433570" y="275928"/>
                </a:lnTo>
                <a:lnTo>
                  <a:pt x="426905" y="265684"/>
                </a:lnTo>
                <a:lnTo>
                  <a:pt x="422234" y="253960"/>
                </a:lnTo>
                <a:lnTo>
                  <a:pt x="417153" y="242398"/>
                </a:lnTo>
                <a:lnTo>
                  <a:pt x="411641" y="231014"/>
                </a:lnTo>
                <a:lnTo>
                  <a:pt x="405678" y="219828"/>
                </a:lnTo>
                <a:lnTo>
                  <a:pt x="399243" y="208857"/>
                </a:lnTo>
                <a:lnTo>
                  <a:pt x="392317" y="198119"/>
                </a:lnTo>
                <a:lnTo>
                  <a:pt x="384879" y="187633"/>
                </a:lnTo>
                <a:lnTo>
                  <a:pt x="387803" y="518038"/>
                </a:lnTo>
                <a:lnTo>
                  <a:pt x="390547" y="504525"/>
                </a:lnTo>
                <a:lnTo>
                  <a:pt x="393089" y="491051"/>
                </a:lnTo>
                <a:lnTo>
                  <a:pt x="395409" y="477614"/>
                </a:lnTo>
                <a:lnTo>
                  <a:pt x="397491" y="464213"/>
                </a:lnTo>
                <a:lnTo>
                  <a:pt x="399318" y="450847"/>
                </a:lnTo>
                <a:lnTo>
                  <a:pt x="400870" y="437515"/>
                </a:lnTo>
                <a:lnTo>
                  <a:pt x="405061" y="434086"/>
                </a:lnTo>
                <a:lnTo>
                  <a:pt x="407093" y="432308"/>
                </a:lnTo>
                <a:lnTo>
                  <a:pt x="406753" y="446497"/>
                </a:lnTo>
                <a:lnTo>
                  <a:pt x="406009" y="460712"/>
                </a:lnTo>
                <a:lnTo>
                  <a:pt x="404873" y="474945"/>
                </a:lnTo>
                <a:lnTo>
                  <a:pt x="403358" y="489189"/>
                </a:lnTo>
                <a:lnTo>
                  <a:pt x="401477" y="503435"/>
                </a:lnTo>
                <a:lnTo>
                  <a:pt x="399243" y="517676"/>
                </a:lnTo>
                <a:lnTo>
                  <a:pt x="396668" y="531903"/>
                </a:lnTo>
                <a:lnTo>
                  <a:pt x="393765" y="546108"/>
                </a:lnTo>
                <a:lnTo>
                  <a:pt x="390547" y="560283"/>
                </a:lnTo>
                <a:lnTo>
                  <a:pt x="387027" y="574421"/>
                </a:lnTo>
                <a:lnTo>
                  <a:pt x="383217" y="588512"/>
                </a:lnTo>
                <a:lnTo>
                  <a:pt x="379131" y="602550"/>
                </a:lnTo>
                <a:lnTo>
                  <a:pt x="374780" y="616527"/>
                </a:lnTo>
                <a:lnTo>
                  <a:pt x="370178" y="630434"/>
                </a:lnTo>
                <a:lnTo>
                  <a:pt x="365338" y="644263"/>
                </a:lnTo>
                <a:lnTo>
                  <a:pt x="360272" y="658006"/>
                </a:lnTo>
                <a:lnTo>
                  <a:pt x="354993" y="671655"/>
                </a:lnTo>
                <a:lnTo>
                  <a:pt x="349513" y="685203"/>
                </a:lnTo>
                <a:lnTo>
                  <a:pt x="343847" y="698641"/>
                </a:lnTo>
                <a:lnTo>
                  <a:pt x="338005" y="711962"/>
                </a:lnTo>
                <a:lnTo>
                  <a:pt x="324563" y="833549"/>
                </a:lnTo>
                <a:lnTo>
                  <a:pt x="363528" y="791873"/>
                </a:lnTo>
                <a:close/>
              </a:path>
              <a:path w="402261" h="921258">
                <a:moveTo>
                  <a:pt x="190703" y="844061"/>
                </a:moveTo>
                <a:lnTo>
                  <a:pt x="180271" y="861441"/>
                </a:lnTo>
                <a:lnTo>
                  <a:pt x="175572" y="869061"/>
                </a:lnTo>
                <a:lnTo>
                  <a:pt x="176969" y="876808"/>
                </a:lnTo>
                <a:lnTo>
                  <a:pt x="181033" y="882396"/>
                </a:lnTo>
                <a:lnTo>
                  <a:pt x="179509" y="883539"/>
                </a:lnTo>
                <a:lnTo>
                  <a:pt x="171930" y="892560"/>
                </a:lnTo>
                <a:lnTo>
                  <a:pt x="170760" y="903915"/>
                </a:lnTo>
                <a:lnTo>
                  <a:pt x="175006" y="914356"/>
                </a:lnTo>
                <a:lnTo>
                  <a:pt x="183676" y="920637"/>
                </a:lnTo>
                <a:lnTo>
                  <a:pt x="188018" y="921258"/>
                </a:lnTo>
                <a:lnTo>
                  <a:pt x="192463" y="920750"/>
                </a:lnTo>
                <a:lnTo>
                  <a:pt x="194876" y="919861"/>
                </a:lnTo>
                <a:lnTo>
                  <a:pt x="239807" y="898383"/>
                </a:lnTo>
                <a:lnTo>
                  <a:pt x="283179" y="869332"/>
                </a:lnTo>
                <a:lnTo>
                  <a:pt x="289787" y="792565"/>
                </a:lnTo>
                <a:lnTo>
                  <a:pt x="280833" y="801662"/>
                </a:lnTo>
                <a:lnTo>
                  <a:pt x="271832" y="810516"/>
                </a:lnTo>
                <a:lnTo>
                  <a:pt x="265234" y="816864"/>
                </a:lnTo>
                <a:lnTo>
                  <a:pt x="262329" y="690737"/>
                </a:lnTo>
                <a:lnTo>
                  <a:pt x="256565" y="707889"/>
                </a:lnTo>
                <a:lnTo>
                  <a:pt x="250211" y="724937"/>
                </a:lnTo>
                <a:lnTo>
                  <a:pt x="243283" y="741911"/>
                </a:lnTo>
                <a:lnTo>
                  <a:pt x="235801" y="758846"/>
                </a:lnTo>
                <a:lnTo>
                  <a:pt x="227783" y="775773"/>
                </a:lnTo>
                <a:lnTo>
                  <a:pt x="219246" y="792725"/>
                </a:lnTo>
                <a:lnTo>
                  <a:pt x="210208" y="809736"/>
                </a:lnTo>
                <a:lnTo>
                  <a:pt x="200688" y="826836"/>
                </a:lnTo>
                <a:lnTo>
                  <a:pt x="190703" y="844061"/>
                </a:lnTo>
                <a:close/>
              </a:path>
              <a:path w="402261" h="921258">
                <a:moveTo>
                  <a:pt x="124989" y="32449"/>
                </a:moveTo>
                <a:lnTo>
                  <a:pt x="133627" y="107899"/>
                </a:lnTo>
                <a:lnTo>
                  <a:pt x="144978" y="103271"/>
                </a:lnTo>
                <a:lnTo>
                  <a:pt x="157337" y="99998"/>
                </a:lnTo>
                <a:lnTo>
                  <a:pt x="170741" y="98166"/>
                </a:lnTo>
                <a:lnTo>
                  <a:pt x="180652" y="97790"/>
                </a:lnTo>
                <a:lnTo>
                  <a:pt x="173035" y="10986"/>
                </a:lnTo>
                <a:lnTo>
                  <a:pt x="156478" y="16962"/>
                </a:lnTo>
                <a:lnTo>
                  <a:pt x="140445" y="24133"/>
                </a:lnTo>
                <a:lnTo>
                  <a:pt x="124989" y="32449"/>
                </a:lnTo>
                <a:close/>
              </a:path>
              <a:path w="402261" h="921258">
                <a:moveTo>
                  <a:pt x="93911" y="210566"/>
                </a:moveTo>
                <a:lnTo>
                  <a:pt x="93911" y="216535"/>
                </a:lnTo>
                <a:lnTo>
                  <a:pt x="94292" y="221488"/>
                </a:lnTo>
                <a:lnTo>
                  <a:pt x="95054" y="226949"/>
                </a:lnTo>
                <a:lnTo>
                  <a:pt x="96070" y="232537"/>
                </a:lnTo>
                <a:lnTo>
                  <a:pt x="96656" y="244764"/>
                </a:lnTo>
                <a:lnTo>
                  <a:pt x="98079" y="257059"/>
                </a:lnTo>
                <a:lnTo>
                  <a:pt x="100307" y="269380"/>
                </a:lnTo>
                <a:lnTo>
                  <a:pt x="103307" y="281685"/>
                </a:lnTo>
                <a:lnTo>
                  <a:pt x="107049" y="293933"/>
                </a:lnTo>
                <a:lnTo>
                  <a:pt x="111500" y="306082"/>
                </a:lnTo>
                <a:lnTo>
                  <a:pt x="116629" y="318089"/>
                </a:lnTo>
                <a:lnTo>
                  <a:pt x="122404" y="329915"/>
                </a:lnTo>
                <a:lnTo>
                  <a:pt x="128792" y="341516"/>
                </a:lnTo>
                <a:lnTo>
                  <a:pt x="133027" y="249809"/>
                </a:lnTo>
                <a:lnTo>
                  <a:pt x="140120" y="260392"/>
                </a:lnTo>
                <a:lnTo>
                  <a:pt x="147342" y="270838"/>
                </a:lnTo>
                <a:lnTo>
                  <a:pt x="154694" y="281157"/>
                </a:lnTo>
                <a:lnTo>
                  <a:pt x="156776" y="239014"/>
                </a:lnTo>
                <a:lnTo>
                  <a:pt x="162110" y="242697"/>
                </a:lnTo>
                <a:lnTo>
                  <a:pt x="166936" y="246253"/>
                </a:lnTo>
                <a:lnTo>
                  <a:pt x="171889" y="249936"/>
                </a:lnTo>
                <a:lnTo>
                  <a:pt x="177614" y="262081"/>
                </a:lnTo>
                <a:lnTo>
                  <a:pt x="183971" y="274095"/>
                </a:lnTo>
                <a:lnTo>
                  <a:pt x="190895" y="285865"/>
                </a:lnTo>
                <a:lnTo>
                  <a:pt x="198321" y="297279"/>
                </a:lnTo>
                <a:lnTo>
                  <a:pt x="199702" y="181102"/>
                </a:lnTo>
                <a:lnTo>
                  <a:pt x="209088" y="189723"/>
                </a:lnTo>
                <a:lnTo>
                  <a:pt x="218275" y="198485"/>
                </a:lnTo>
                <a:lnTo>
                  <a:pt x="227269" y="207410"/>
                </a:lnTo>
                <a:lnTo>
                  <a:pt x="236079" y="216523"/>
                </a:lnTo>
                <a:lnTo>
                  <a:pt x="244714" y="225849"/>
                </a:lnTo>
                <a:lnTo>
                  <a:pt x="251010" y="232918"/>
                </a:lnTo>
                <a:lnTo>
                  <a:pt x="265341" y="242239"/>
                </a:lnTo>
                <a:lnTo>
                  <a:pt x="255075" y="203777"/>
                </a:lnTo>
                <a:lnTo>
                  <a:pt x="246467" y="195057"/>
                </a:lnTo>
                <a:lnTo>
                  <a:pt x="238721" y="186900"/>
                </a:lnTo>
                <a:lnTo>
                  <a:pt x="233103" y="180594"/>
                </a:lnTo>
                <a:lnTo>
                  <a:pt x="243351" y="186700"/>
                </a:lnTo>
                <a:lnTo>
                  <a:pt x="254103" y="126101"/>
                </a:lnTo>
                <a:lnTo>
                  <a:pt x="242822" y="120590"/>
                </a:lnTo>
                <a:lnTo>
                  <a:pt x="231545" y="115995"/>
                </a:lnTo>
                <a:lnTo>
                  <a:pt x="225483" y="113919"/>
                </a:lnTo>
                <a:lnTo>
                  <a:pt x="232562" y="72467"/>
                </a:lnTo>
                <a:lnTo>
                  <a:pt x="220930" y="67010"/>
                </a:lnTo>
                <a:lnTo>
                  <a:pt x="209195" y="62467"/>
                </a:lnTo>
                <a:lnTo>
                  <a:pt x="201861" y="60198"/>
                </a:lnTo>
                <a:lnTo>
                  <a:pt x="214367" y="58225"/>
                </a:lnTo>
                <a:lnTo>
                  <a:pt x="227038" y="57049"/>
                </a:lnTo>
                <a:lnTo>
                  <a:pt x="239794" y="56642"/>
                </a:lnTo>
                <a:lnTo>
                  <a:pt x="240342" y="56642"/>
                </a:lnTo>
                <a:lnTo>
                  <a:pt x="252868" y="57010"/>
                </a:lnTo>
                <a:lnTo>
                  <a:pt x="265423" y="58114"/>
                </a:lnTo>
                <a:lnTo>
                  <a:pt x="277968" y="59954"/>
                </a:lnTo>
                <a:lnTo>
                  <a:pt x="290463" y="62530"/>
                </a:lnTo>
                <a:lnTo>
                  <a:pt x="302869" y="65842"/>
                </a:lnTo>
                <a:lnTo>
                  <a:pt x="315146" y="69891"/>
                </a:lnTo>
                <a:lnTo>
                  <a:pt x="327255" y="74675"/>
                </a:lnTo>
                <a:lnTo>
                  <a:pt x="339156" y="80196"/>
                </a:lnTo>
                <a:lnTo>
                  <a:pt x="340799" y="81026"/>
                </a:lnTo>
                <a:lnTo>
                  <a:pt x="328375" y="78025"/>
                </a:lnTo>
                <a:lnTo>
                  <a:pt x="315821" y="75822"/>
                </a:lnTo>
                <a:lnTo>
                  <a:pt x="303179" y="74419"/>
                </a:lnTo>
                <a:lnTo>
                  <a:pt x="290487" y="73813"/>
                </a:lnTo>
                <a:lnTo>
                  <a:pt x="287205" y="73787"/>
                </a:lnTo>
                <a:lnTo>
                  <a:pt x="282506" y="101346"/>
                </a:lnTo>
                <a:lnTo>
                  <a:pt x="286189" y="101727"/>
                </a:lnTo>
                <a:lnTo>
                  <a:pt x="289872" y="102362"/>
                </a:lnTo>
                <a:lnTo>
                  <a:pt x="303716" y="103694"/>
                </a:lnTo>
                <a:lnTo>
                  <a:pt x="317125" y="106008"/>
                </a:lnTo>
                <a:lnTo>
                  <a:pt x="330090" y="109263"/>
                </a:lnTo>
                <a:lnTo>
                  <a:pt x="342604" y="113416"/>
                </a:lnTo>
                <a:lnTo>
                  <a:pt x="354657" y="118424"/>
                </a:lnTo>
                <a:lnTo>
                  <a:pt x="366242" y="124246"/>
                </a:lnTo>
                <a:lnTo>
                  <a:pt x="377350" y="130840"/>
                </a:lnTo>
                <a:lnTo>
                  <a:pt x="387973" y="138163"/>
                </a:lnTo>
                <a:lnTo>
                  <a:pt x="398103" y="146173"/>
                </a:lnTo>
                <a:lnTo>
                  <a:pt x="407732" y="154828"/>
                </a:lnTo>
                <a:lnTo>
                  <a:pt x="416850" y="164086"/>
                </a:lnTo>
                <a:lnTo>
                  <a:pt x="425450" y="173904"/>
                </a:lnTo>
                <a:lnTo>
                  <a:pt x="433523" y="184241"/>
                </a:lnTo>
                <a:lnTo>
                  <a:pt x="436303" y="188087"/>
                </a:lnTo>
                <a:lnTo>
                  <a:pt x="426701" y="179652"/>
                </a:lnTo>
                <a:lnTo>
                  <a:pt x="416677" y="171560"/>
                </a:lnTo>
                <a:lnTo>
                  <a:pt x="406278" y="163821"/>
                </a:lnTo>
                <a:lnTo>
                  <a:pt x="395548" y="156446"/>
                </a:lnTo>
                <a:lnTo>
                  <a:pt x="384532" y="149444"/>
                </a:lnTo>
                <a:lnTo>
                  <a:pt x="373276" y="142827"/>
                </a:lnTo>
                <a:lnTo>
                  <a:pt x="361825" y="136605"/>
                </a:lnTo>
                <a:lnTo>
                  <a:pt x="350223" y="130788"/>
                </a:lnTo>
                <a:lnTo>
                  <a:pt x="351015" y="259456"/>
                </a:lnTo>
                <a:lnTo>
                  <a:pt x="355403" y="271112"/>
                </a:lnTo>
                <a:lnTo>
                  <a:pt x="358784" y="282996"/>
                </a:lnTo>
                <a:lnTo>
                  <a:pt x="361156" y="295110"/>
                </a:lnTo>
                <a:lnTo>
                  <a:pt x="362512" y="307454"/>
                </a:lnTo>
                <a:lnTo>
                  <a:pt x="362850" y="320026"/>
                </a:lnTo>
                <a:lnTo>
                  <a:pt x="368866" y="168021"/>
                </a:lnTo>
                <a:lnTo>
                  <a:pt x="379835" y="174304"/>
                </a:lnTo>
                <a:lnTo>
                  <a:pt x="390454" y="181100"/>
                </a:lnTo>
                <a:lnTo>
                  <a:pt x="400689" y="188469"/>
                </a:lnTo>
                <a:lnTo>
                  <a:pt x="410508" y="196473"/>
                </a:lnTo>
                <a:lnTo>
                  <a:pt x="419875" y="205173"/>
                </a:lnTo>
                <a:lnTo>
                  <a:pt x="428758" y="214631"/>
                </a:lnTo>
                <a:lnTo>
                  <a:pt x="437123" y="224907"/>
                </a:lnTo>
                <a:lnTo>
                  <a:pt x="445832" y="236781"/>
                </a:lnTo>
                <a:lnTo>
                  <a:pt x="452841" y="247581"/>
                </a:lnTo>
                <a:lnTo>
                  <a:pt x="459013" y="258673"/>
                </a:lnTo>
                <a:lnTo>
                  <a:pt x="464252" y="270145"/>
                </a:lnTo>
                <a:lnTo>
                  <a:pt x="468463" y="282085"/>
                </a:lnTo>
                <a:lnTo>
                  <a:pt x="471550" y="294580"/>
                </a:lnTo>
                <a:lnTo>
                  <a:pt x="473417" y="307717"/>
                </a:lnTo>
                <a:lnTo>
                  <a:pt x="474238" y="321035"/>
                </a:lnTo>
                <a:lnTo>
                  <a:pt x="474284" y="334496"/>
                </a:lnTo>
                <a:lnTo>
                  <a:pt x="473410" y="348442"/>
                </a:lnTo>
                <a:lnTo>
                  <a:pt x="472371" y="355600"/>
                </a:lnTo>
                <a:lnTo>
                  <a:pt x="468183" y="344035"/>
                </a:lnTo>
                <a:lnTo>
                  <a:pt x="463507" y="332501"/>
                </a:lnTo>
                <a:lnTo>
                  <a:pt x="458365" y="321016"/>
                </a:lnTo>
                <a:lnTo>
                  <a:pt x="452780" y="309597"/>
                </a:lnTo>
                <a:lnTo>
                  <a:pt x="446771" y="298264"/>
                </a:lnTo>
                <a:lnTo>
                  <a:pt x="456242" y="493522"/>
                </a:lnTo>
                <a:lnTo>
                  <a:pt x="456566" y="480786"/>
                </a:lnTo>
                <a:lnTo>
                  <a:pt x="456708" y="468037"/>
                </a:lnTo>
                <a:lnTo>
                  <a:pt x="456669" y="455292"/>
                </a:lnTo>
                <a:lnTo>
                  <a:pt x="456452" y="442564"/>
                </a:lnTo>
                <a:lnTo>
                  <a:pt x="456059" y="429869"/>
                </a:lnTo>
                <a:lnTo>
                  <a:pt x="455491" y="417224"/>
                </a:lnTo>
                <a:lnTo>
                  <a:pt x="454751" y="404642"/>
                </a:lnTo>
                <a:lnTo>
                  <a:pt x="454464" y="400431"/>
                </a:lnTo>
                <a:lnTo>
                  <a:pt x="455988" y="403479"/>
                </a:lnTo>
                <a:lnTo>
                  <a:pt x="456623" y="405130"/>
                </a:lnTo>
                <a:lnTo>
                  <a:pt x="458020" y="408051"/>
                </a:lnTo>
                <a:lnTo>
                  <a:pt x="460687" y="409575"/>
                </a:lnTo>
                <a:lnTo>
                  <a:pt x="464243" y="409575"/>
                </a:lnTo>
                <a:lnTo>
                  <a:pt x="465437" y="422087"/>
                </a:lnTo>
                <a:lnTo>
                  <a:pt x="465878" y="434622"/>
                </a:lnTo>
                <a:lnTo>
                  <a:pt x="465516" y="447179"/>
                </a:lnTo>
                <a:lnTo>
                  <a:pt x="464304" y="459758"/>
                </a:lnTo>
                <a:lnTo>
                  <a:pt x="462192" y="472359"/>
                </a:lnTo>
                <a:lnTo>
                  <a:pt x="461620" y="639888"/>
                </a:lnTo>
                <a:lnTo>
                  <a:pt x="486618" y="583040"/>
                </a:lnTo>
                <a:lnTo>
                  <a:pt x="507051" y="524499"/>
                </a:lnTo>
                <a:lnTo>
                  <a:pt x="522489" y="465105"/>
                </a:lnTo>
                <a:lnTo>
                  <a:pt x="532502" y="405698"/>
                </a:lnTo>
                <a:lnTo>
                  <a:pt x="536661" y="347117"/>
                </a:lnTo>
                <a:lnTo>
                  <a:pt x="534536" y="290203"/>
                </a:lnTo>
                <a:lnTo>
                  <a:pt x="525699" y="235795"/>
                </a:lnTo>
                <a:lnTo>
                  <a:pt x="509719" y="184733"/>
                </a:lnTo>
                <a:lnTo>
                  <a:pt x="486167" y="137857"/>
                </a:lnTo>
                <a:lnTo>
                  <a:pt x="454614" y="96008"/>
                </a:lnTo>
                <a:lnTo>
                  <a:pt x="414630" y="60025"/>
                </a:lnTo>
                <a:lnTo>
                  <a:pt x="365786" y="30748"/>
                </a:lnTo>
                <a:lnTo>
                  <a:pt x="307652" y="9017"/>
                </a:lnTo>
                <a:lnTo>
                  <a:pt x="282239" y="3302"/>
                </a:lnTo>
                <a:lnTo>
                  <a:pt x="257126" y="415"/>
                </a:lnTo>
                <a:lnTo>
                  <a:pt x="243390" y="0"/>
                </a:lnTo>
                <a:lnTo>
                  <a:pt x="225292" y="711"/>
                </a:lnTo>
                <a:lnTo>
                  <a:pt x="207497" y="2811"/>
                </a:lnTo>
                <a:lnTo>
                  <a:pt x="190060" y="6252"/>
                </a:lnTo>
                <a:lnTo>
                  <a:pt x="173035" y="10986"/>
                </a:lnTo>
                <a:lnTo>
                  <a:pt x="180652" y="97790"/>
                </a:lnTo>
                <a:lnTo>
                  <a:pt x="186494" y="97790"/>
                </a:lnTo>
                <a:lnTo>
                  <a:pt x="189669" y="98044"/>
                </a:lnTo>
                <a:lnTo>
                  <a:pt x="178821" y="104325"/>
                </a:lnTo>
                <a:lnTo>
                  <a:pt x="168137" y="111434"/>
                </a:lnTo>
                <a:lnTo>
                  <a:pt x="166428" y="112649"/>
                </a:lnTo>
                <a:lnTo>
                  <a:pt x="159951" y="114808"/>
                </a:lnTo>
                <a:lnTo>
                  <a:pt x="153601" y="117729"/>
                </a:lnTo>
                <a:lnTo>
                  <a:pt x="147378" y="121793"/>
                </a:lnTo>
                <a:lnTo>
                  <a:pt x="135895" y="116653"/>
                </a:lnTo>
                <a:lnTo>
                  <a:pt x="123248" y="113792"/>
                </a:lnTo>
                <a:lnTo>
                  <a:pt x="133627" y="107899"/>
                </a:lnTo>
                <a:lnTo>
                  <a:pt x="124989" y="32449"/>
                </a:lnTo>
                <a:lnTo>
                  <a:pt x="110166" y="41863"/>
                </a:lnTo>
                <a:lnTo>
                  <a:pt x="96031" y="52324"/>
                </a:lnTo>
                <a:lnTo>
                  <a:pt x="82640" y="63785"/>
                </a:lnTo>
                <a:lnTo>
                  <a:pt x="79666" y="207597"/>
                </a:lnTo>
                <a:lnTo>
                  <a:pt x="79687" y="207137"/>
                </a:lnTo>
                <a:lnTo>
                  <a:pt x="84132" y="205105"/>
                </a:lnTo>
                <a:lnTo>
                  <a:pt x="89339" y="202946"/>
                </a:lnTo>
                <a:lnTo>
                  <a:pt x="95054" y="200279"/>
                </a:lnTo>
                <a:lnTo>
                  <a:pt x="94546" y="205613"/>
                </a:lnTo>
                <a:lnTo>
                  <a:pt x="93911" y="210566"/>
                </a:lnTo>
                <a:close/>
              </a:path>
              <a:path w="402261" h="921258">
                <a:moveTo>
                  <a:pt x="198178" y="382016"/>
                </a:moveTo>
                <a:lnTo>
                  <a:pt x="189509" y="373850"/>
                </a:lnTo>
                <a:lnTo>
                  <a:pt x="180943" y="364832"/>
                </a:lnTo>
                <a:lnTo>
                  <a:pt x="172584" y="355041"/>
                </a:lnTo>
                <a:lnTo>
                  <a:pt x="179594" y="414075"/>
                </a:lnTo>
                <a:lnTo>
                  <a:pt x="191597" y="417973"/>
                </a:lnTo>
                <a:lnTo>
                  <a:pt x="196019" y="419227"/>
                </a:lnTo>
                <a:lnTo>
                  <a:pt x="206336" y="427081"/>
                </a:lnTo>
                <a:lnTo>
                  <a:pt x="198178" y="382016"/>
                </a:lnTo>
                <a:close/>
              </a:path>
              <a:path w="402261" h="921258">
                <a:moveTo>
                  <a:pt x="172584" y="355041"/>
                </a:moveTo>
                <a:lnTo>
                  <a:pt x="164534" y="344560"/>
                </a:lnTo>
                <a:lnTo>
                  <a:pt x="159189" y="336931"/>
                </a:lnTo>
                <a:lnTo>
                  <a:pt x="168456" y="345976"/>
                </a:lnTo>
                <a:lnTo>
                  <a:pt x="178011" y="354594"/>
                </a:lnTo>
                <a:lnTo>
                  <a:pt x="187811" y="362770"/>
                </a:lnTo>
                <a:lnTo>
                  <a:pt x="197816" y="370487"/>
                </a:lnTo>
                <a:lnTo>
                  <a:pt x="207983" y="377730"/>
                </a:lnTo>
                <a:lnTo>
                  <a:pt x="210751" y="379603"/>
                </a:lnTo>
                <a:lnTo>
                  <a:pt x="206941" y="380746"/>
                </a:lnTo>
                <a:lnTo>
                  <a:pt x="202496" y="381635"/>
                </a:lnTo>
                <a:lnTo>
                  <a:pt x="198178" y="382016"/>
                </a:lnTo>
                <a:lnTo>
                  <a:pt x="206336" y="427081"/>
                </a:lnTo>
                <a:lnTo>
                  <a:pt x="216949" y="434317"/>
                </a:lnTo>
                <a:lnTo>
                  <a:pt x="227834" y="440925"/>
                </a:lnTo>
                <a:lnTo>
                  <a:pt x="238970" y="446892"/>
                </a:lnTo>
                <a:lnTo>
                  <a:pt x="238818" y="367792"/>
                </a:lnTo>
                <a:lnTo>
                  <a:pt x="234881" y="366268"/>
                </a:lnTo>
                <a:lnTo>
                  <a:pt x="233357" y="365379"/>
                </a:lnTo>
                <a:lnTo>
                  <a:pt x="237675" y="362077"/>
                </a:lnTo>
                <a:lnTo>
                  <a:pt x="240088" y="355600"/>
                </a:lnTo>
                <a:lnTo>
                  <a:pt x="235516" y="350139"/>
                </a:lnTo>
                <a:lnTo>
                  <a:pt x="227378" y="340069"/>
                </a:lnTo>
                <a:lnTo>
                  <a:pt x="219439" y="329965"/>
                </a:lnTo>
                <a:lnTo>
                  <a:pt x="211687" y="319817"/>
                </a:lnTo>
                <a:lnTo>
                  <a:pt x="204111" y="309616"/>
                </a:lnTo>
                <a:lnTo>
                  <a:pt x="196697" y="299355"/>
                </a:lnTo>
                <a:lnTo>
                  <a:pt x="189433" y="289023"/>
                </a:lnTo>
                <a:lnTo>
                  <a:pt x="182307" y="278614"/>
                </a:lnTo>
                <a:lnTo>
                  <a:pt x="175307" y="268117"/>
                </a:lnTo>
                <a:lnTo>
                  <a:pt x="168419" y="257524"/>
                </a:lnTo>
                <a:lnTo>
                  <a:pt x="161633" y="246827"/>
                </a:lnTo>
                <a:lnTo>
                  <a:pt x="156776" y="239014"/>
                </a:lnTo>
                <a:lnTo>
                  <a:pt x="154694" y="281157"/>
                </a:lnTo>
                <a:lnTo>
                  <a:pt x="162178" y="291362"/>
                </a:lnTo>
                <a:lnTo>
                  <a:pt x="169795" y="301465"/>
                </a:lnTo>
                <a:lnTo>
                  <a:pt x="177547" y="311477"/>
                </a:lnTo>
                <a:lnTo>
                  <a:pt x="185436" y="321411"/>
                </a:lnTo>
                <a:lnTo>
                  <a:pt x="193462" y="331278"/>
                </a:lnTo>
                <a:lnTo>
                  <a:pt x="201628" y="341091"/>
                </a:lnTo>
                <a:lnTo>
                  <a:pt x="209934" y="350860"/>
                </a:lnTo>
                <a:lnTo>
                  <a:pt x="210624" y="351663"/>
                </a:lnTo>
                <a:lnTo>
                  <a:pt x="201323" y="343801"/>
                </a:lnTo>
                <a:lnTo>
                  <a:pt x="192023" y="334781"/>
                </a:lnTo>
                <a:lnTo>
                  <a:pt x="188907" y="331470"/>
                </a:lnTo>
                <a:lnTo>
                  <a:pt x="179801" y="322193"/>
                </a:lnTo>
                <a:lnTo>
                  <a:pt x="171261" y="312555"/>
                </a:lnTo>
                <a:lnTo>
                  <a:pt x="163290" y="302559"/>
                </a:lnTo>
                <a:lnTo>
                  <a:pt x="155888" y="292210"/>
                </a:lnTo>
                <a:lnTo>
                  <a:pt x="149057" y="281509"/>
                </a:lnTo>
                <a:lnTo>
                  <a:pt x="142799" y="270460"/>
                </a:lnTo>
                <a:lnTo>
                  <a:pt x="137116" y="259067"/>
                </a:lnTo>
                <a:lnTo>
                  <a:pt x="133027" y="249809"/>
                </a:lnTo>
                <a:lnTo>
                  <a:pt x="128792" y="341516"/>
                </a:lnTo>
                <a:lnTo>
                  <a:pt x="135763" y="352851"/>
                </a:lnTo>
                <a:lnTo>
                  <a:pt x="143285" y="363879"/>
                </a:lnTo>
                <a:lnTo>
                  <a:pt x="151325" y="374558"/>
                </a:lnTo>
                <a:lnTo>
                  <a:pt x="152204" y="375666"/>
                </a:lnTo>
                <a:lnTo>
                  <a:pt x="144838" y="372364"/>
                </a:lnTo>
                <a:lnTo>
                  <a:pt x="137853" y="368046"/>
                </a:lnTo>
                <a:lnTo>
                  <a:pt x="130614" y="362966"/>
                </a:lnTo>
                <a:lnTo>
                  <a:pt x="126731" y="355921"/>
                </a:lnTo>
                <a:lnTo>
                  <a:pt x="122209" y="347315"/>
                </a:lnTo>
                <a:lnTo>
                  <a:pt x="117220" y="337348"/>
                </a:lnTo>
                <a:lnTo>
                  <a:pt x="111938" y="326225"/>
                </a:lnTo>
                <a:lnTo>
                  <a:pt x="112961" y="382016"/>
                </a:lnTo>
                <a:lnTo>
                  <a:pt x="119692" y="384429"/>
                </a:lnTo>
                <a:lnTo>
                  <a:pt x="122740" y="385064"/>
                </a:lnTo>
                <a:lnTo>
                  <a:pt x="133522" y="392037"/>
                </a:lnTo>
                <a:lnTo>
                  <a:pt x="144649" y="398454"/>
                </a:lnTo>
                <a:lnTo>
                  <a:pt x="156070" y="404286"/>
                </a:lnTo>
                <a:lnTo>
                  <a:pt x="167735" y="409503"/>
                </a:lnTo>
                <a:lnTo>
                  <a:pt x="179594" y="414075"/>
                </a:lnTo>
                <a:lnTo>
                  <a:pt x="172584" y="355041"/>
                </a:lnTo>
                <a:close/>
              </a:path>
              <a:path w="402261" h="921258">
                <a:moveTo>
                  <a:pt x="348046" y="286943"/>
                </a:moveTo>
                <a:lnTo>
                  <a:pt x="344623" y="274973"/>
                </a:lnTo>
                <a:lnTo>
                  <a:pt x="340194" y="262803"/>
                </a:lnTo>
                <a:lnTo>
                  <a:pt x="334830" y="250538"/>
                </a:lnTo>
                <a:lnTo>
                  <a:pt x="337309" y="413620"/>
                </a:lnTo>
                <a:lnTo>
                  <a:pt x="349227" y="408985"/>
                </a:lnTo>
                <a:lnTo>
                  <a:pt x="359994" y="402092"/>
                </a:lnTo>
                <a:lnTo>
                  <a:pt x="360103" y="347853"/>
                </a:lnTo>
                <a:lnTo>
                  <a:pt x="355658" y="350266"/>
                </a:lnTo>
                <a:lnTo>
                  <a:pt x="351594" y="352298"/>
                </a:lnTo>
                <a:lnTo>
                  <a:pt x="347403" y="354457"/>
                </a:lnTo>
                <a:lnTo>
                  <a:pt x="349769" y="343054"/>
                </a:lnTo>
                <a:lnTo>
                  <a:pt x="351231" y="330755"/>
                </a:lnTo>
                <a:lnTo>
                  <a:pt x="351735" y="317458"/>
                </a:lnTo>
                <a:lnTo>
                  <a:pt x="351594" y="309880"/>
                </a:lnTo>
                <a:lnTo>
                  <a:pt x="350394" y="298613"/>
                </a:lnTo>
                <a:lnTo>
                  <a:pt x="348046" y="286943"/>
                </a:lnTo>
                <a:close/>
              </a:path>
              <a:path w="402261" h="921258">
                <a:moveTo>
                  <a:pt x="336014" y="611393"/>
                </a:moveTo>
                <a:lnTo>
                  <a:pt x="338005" y="711962"/>
                </a:lnTo>
                <a:lnTo>
                  <a:pt x="341729" y="697779"/>
                </a:lnTo>
                <a:lnTo>
                  <a:pt x="345499" y="683652"/>
                </a:lnTo>
                <a:lnTo>
                  <a:pt x="349295" y="669579"/>
                </a:lnTo>
                <a:lnTo>
                  <a:pt x="353102" y="655560"/>
                </a:lnTo>
                <a:lnTo>
                  <a:pt x="352483" y="550164"/>
                </a:lnTo>
                <a:lnTo>
                  <a:pt x="349338" y="562355"/>
                </a:lnTo>
                <a:lnTo>
                  <a:pt x="346115" y="574580"/>
                </a:lnTo>
                <a:lnTo>
                  <a:pt x="342818" y="586832"/>
                </a:lnTo>
                <a:lnTo>
                  <a:pt x="339450" y="599105"/>
                </a:lnTo>
                <a:lnTo>
                  <a:pt x="336014" y="611393"/>
                </a:lnTo>
                <a:close/>
              </a:path>
              <a:path w="402261" h="921258">
                <a:moveTo>
                  <a:pt x="332204" y="586947"/>
                </a:moveTo>
                <a:lnTo>
                  <a:pt x="331945" y="574157"/>
                </a:lnTo>
                <a:lnTo>
                  <a:pt x="331512" y="561387"/>
                </a:lnTo>
                <a:lnTo>
                  <a:pt x="330897" y="548644"/>
                </a:lnTo>
                <a:lnTo>
                  <a:pt x="330089" y="535938"/>
                </a:lnTo>
                <a:lnTo>
                  <a:pt x="329079" y="523276"/>
                </a:lnTo>
                <a:lnTo>
                  <a:pt x="327857" y="510667"/>
                </a:lnTo>
                <a:lnTo>
                  <a:pt x="326414" y="498120"/>
                </a:lnTo>
                <a:lnTo>
                  <a:pt x="324739" y="485643"/>
                </a:lnTo>
                <a:lnTo>
                  <a:pt x="322825" y="473244"/>
                </a:lnTo>
                <a:lnTo>
                  <a:pt x="321622" y="466217"/>
                </a:lnTo>
                <a:lnTo>
                  <a:pt x="325051" y="465963"/>
                </a:lnTo>
                <a:lnTo>
                  <a:pt x="329634" y="477663"/>
                </a:lnTo>
                <a:lnTo>
                  <a:pt x="333988" y="489490"/>
                </a:lnTo>
                <a:lnTo>
                  <a:pt x="338121" y="501441"/>
                </a:lnTo>
                <a:lnTo>
                  <a:pt x="342038" y="513518"/>
                </a:lnTo>
                <a:lnTo>
                  <a:pt x="342831" y="463550"/>
                </a:lnTo>
                <a:lnTo>
                  <a:pt x="354995" y="460574"/>
                </a:lnTo>
                <a:lnTo>
                  <a:pt x="367082" y="456408"/>
                </a:lnTo>
                <a:lnTo>
                  <a:pt x="371914" y="454406"/>
                </a:lnTo>
                <a:lnTo>
                  <a:pt x="370016" y="466832"/>
                </a:lnTo>
                <a:lnTo>
                  <a:pt x="367848" y="479299"/>
                </a:lnTo>
                <a:lnTo>
                  <a:pt x="365447" y="491789"/>
                </a:lnTo>
                <a:lnTo>
                  <a:pt x="362852" y="504287"/>
                </a:lnTo>
                <a:lnTo>
                  <a:pt x="360099" y="516777"/>
                </a:lnTo>
                <a:lnTo>
                  <a:pt x="359468" y="519557"/>
                </a:lnTo>
                <a:lnTo>
                  <a:pt x="356279" y="507072"/>
                </a:lnTo>
                <a:lnTo>
                  <a:pt x="352846" y="494781"/>
                </a:lnTo>
                <a:lnTo>
                  <a:pt x="349256" y="538048"/>
                </a:lnTo>
                <a:lnTo>
                  <a:pt x="352483" y="550164"/>
                </a:lnTo>
                <a:lnTo>
                  <a:pt x="353102" y="655560"/>
                </a:lnTo>
                <a:lnTo>
                  <a:pt x="360673" y="627678"/>
                </a:lnTo>
                <a:lnTo>
                  <a:pt x="368071" y="599994"/>
                </a:lnTo>
                <a:lnTo>
                  <a:pt x="375153" y="572500"/>
                </a:lnTo>
                <a:lnTo>
                  <a:pt x="381777" y="545184"/>
                </a:lnTo>
                <a:lnTo>
                  <a:pt x="387803" y="518038"/>
                </a:lnTo>
                <a:lnTo>
                  <a:pt x="384879" y="187633"/>
                </a:lnTo>
                <a:lnTo>
                  <a:pt x="376909" y="177416"/>
                </a:lnTo>
                <a:lnTo>
                  <a:pt x="368866" y="168021"/>
                </a:lnTo>
                <a:lnTo>
                  <a:pt x="362850" y="320026"/>
                </a:lnTo>
                <a:lnTo>
                  <a:pt x="362165" y="332828"/>
                </a:lnTo>
                <a:lnTo>
                  <a:pt x="360452" y="345860"/>
                </a:lnTo>
                <a:lnTo>
                  <a:pt x="360103" y="347853"/>
                </a:lnTo>
                <a:lnTo>
                  <a:pt x="359994" y="402092"/>
                </a:lnTo>
                <a:lnTo>
                  <a:pt x="369435" y="392758"/>
                </a:lnTo>
                <a:lnTo>
                  <a:pt x="374200" y="386207"/>
                </a:lnTo>
                <a:lnTo>
                  <a:pt x="368357" y="401284"/>
                </a:lnTo>
                <a:lnTo>
                  <a:pt x="361182" y="413509"/>
                </a:lnTo>
                <a:lnTo>
                  <a:pt x="352681" y="422918"/>
                </a:lnTo>
                <a:lnTo>
                  <a:pt x="342861" y="429548"/>
                </a:lnTo>
                <a:lnTo>
                  <a:pt x="331655" y="433451"/>
                </a:lnTo>
                <a:lnTo>
                  <a:pt x="329496" y="427736"/>
                </a:lnTo>
                <a:lnTo>
                  <a:pt x="326575" y="422021"/>
                </a:lnTo>
                <a:lnTo>
                  <a:pt x="324416" y="416179"/>
                </a:lnTo>
                <a:lnTo>
                  <a:pt x="337309" y="413620"/>
                </a:lnTo>
                <a:lnTo>
                  <a:pt x="334830" y="250538"/>
                </a:lnTo>
                <a:lnTo>
                  <a:pt x="328602" y="238279"/>
                </a:lnTo>
                <a:lnTo>
                  <a:pt x="322003" y="226822"/>
                </a:lnTo>
                <a:lnTo>
                  <a:pt x="331819" y="235111"/>
                </a:lnTo>
                <a:lnTo>
                  <a:pt x="341147" y="243693"/>
                </a:lnTo>
                <a:lnTo>
                  <a:pt x="345625" y="248031"/>
                </a:lnTo>
                <a:lnTo>
                  <a:pt x="351015" y="259456"/>
                </a:lnTo>
                <a:lnTo>
                  <a:pt x="350223" y="130788"/>
                </a:lnTo>
                <a:lnTo>
                  <a:pt x="338517" y="125386"/>
                </a:lnTo>
                <a:lnTo>
                  <a:pt x="326751" y="120411"/>
                </a:lnTo>
                <a:lnTo>
                  <a:pt x="314971" y="115872"/>
                </a:lnTo>
                <a:lnTo>
                  <a:pt x="303220" y="111779"/>
                </a:lnTo>
                <a:lnTo>
                  <a:pt x="291546" y="108144"/>
                </a:lnTo>
                <a:lnTo>
                  <a:pt x="288221" y="107188"/>
                </a:lnTo>
                <a:lnTo>
                  <a:pt x="286189" y="106807"/>
                </a:lnTo>
                <a:lnTo>
                  <a:pt x="278950" y="101092"/>
                </a:lnTo>
                <a:lnTo>
                  <a:pt x="282506" y="101346"/>
                </a:lnTo>
                <a:lnTo>
                  <a:pt x="287205" y="73787"/>
                </a:lnTo>
                <a:lnTo>
                  <a:pt x="274516" y="74183"/>
                </a:lnTo>
                <a:lnTo>
                  <a:pt x="261865" y="75400"/>
                </a:lnTo>
                <a:lnTo>
                  <a:pt x="249289" y="77473"/>
                </a:lnTo>
                <a:lnTo>
                  <a:pt x="244025" y="78613"/>
                </a:lnTo>
                <a:lnTo>
                  <a:pt x="232562" y="72467"/>
                </a:lnTo>
                <a:lnTo>
                  <a:pt x="225483" y="113919"/>
                </a:lnTo>
                <a:lnTo>
                  <a:pt x="228277" y="111760"/>
                </a:lnTo>
                <a:lnTo>
                  <a:pt x="231579" y="110236"/>
                </a:lnTo>
                <a:lnTo>
                  <a:pt x="234881" y="108458"/>
                </a:lnTo>
                <a:lnTo>
                  <a:pt x="245800" y="114216"/>
                </a:lnTo>
                <a:lnTo>
                  <a:pt x="256445" y="121109"/>
                </a:lnTo>
                <a:lnTo>
                  <a:pt x="266742" y="128891"/>
                </a:lnTo>
                <a:lnTo>
                  <a:pt x="276621" y="137317"/>
                </a:lnTo>
                <a:lnTo>
                  <a:pt x="286007" y="146139"/>
                </a:lnTo>
                <a:lnTo>
                  <a:pt x="287332" y="147447"/>
                </a:lnTo>
                <a:lnTo>
                  <a:pt x="276420" y="139596"/>
                </a:lnTo>
                <a:lnTo>
                  <a:pt x="265323" y="132458"/>
                </a:lnTo>
                <a:lnTo>
                  <a:pt x="254103" y="126101"/>
                </a:lnTo>
                <a:lnTo>
                  <a:pt x="243351" y="186700"/>
                </a:lnTo>
                <a:lnTo>
                  <a:pt x="253060" y="195724"/>
                </a:lnTo>
                <a:lnTo>
                  <a:pt x="255328" y="198374"/>
                </a:lnTo>
                <a:lnTo>
                  <a:pt x="267194" y="206768"/>
                </a:lnTo>
                <a:lnTo>
                  <a:pt x="276961" y="216001"/>
                </a:lnTo>
                <a:lnTo>
                  <a:pt x="284743" y="225910"/>
                </a:lnTo>
                <a:lnTo>
                  <a:pt x="290658" y="236331"/>
                </a:lnTo>
                <a:lnTo>
                  <a:pt x="293428" y="242951"/>
                </a:lnTo>
                <a:lnTo>
                  <a:pt x="283720" y="232647"/>
                </a:lnTo>
                <a:lnTo>
                  <a:pt x="273935" y="222639"/>
                </a:lnTo>
                <a:lnTo>
                  <a:pt x="264309" y="212993"/>
                </a:lnTo>
                <a:lnTo>
                  <a:pt x="255075" y="203777"/>
                </a:lnTo>
                <a:lnTo>
                  <a:pt x="265341" y="242239"/>
                </a:lnTo>
                <a:lnTo>
                  <a:pt x="276480" y="251458"/>
                </a:lnTo>
                <a:lnTo>
                  <a:pt x="284442" y="260561"/>
                </a:lnTo>
                <a:lnTo>
                  <a:pt x="289242" y="269532"/>
                </a:lnTo>
                <a:lnTo>
                  <a:pt x="290893" y="278358"/>
                </a:lnTo>
                <a:lnTo>
                  <a:pt x="289409" y="287024"/>
                </a:lnTo>
                <a:lnTo>
                  <a:pt x="284806" y="295516"/>
                </a:lnTo>
                <a:lnTo>
                  <a:pt x="283522" y="297180"/>
                </a:lnTo>
                <a:lnTo>
                  <a:pt x="277750" y="285636"/>
                </a:lnTo>
                <a:lnTo>
                  <a:pt x="271562" y="274342"/>
                </a:lnTo>
                <a:lnTo>
                  <a:pt x="264965" y="263315"/>
                </a:lnTo>
                <a:lnTo>
                  <a:pt x="257962" y="252577"/>
                </a:lnTo>
                <a:lnTo>
                  <a:pt x="250558" y="242147"/>
                </a:lnTo>
                <a:lnTo>
                  <a:pt x="242758" y="232044"/>
                </a:lnTo>
                <a:lnTo>
                  <a:pt x="234566" y="222290"/>
                </a:lnTo>
                <a:lnTo>
                  <a:pt x="225987" y="212902"/>
                </a:lnTo>
                <a:lnTo>
                  <a:pt x="217025" y="203902"/>
                </a:lnTo>
                <a:lnTo>
                  <a:pt x="207703" y="195326"/>
                </a:lnTo>
                <a:lnTo>
                  <a:pt x="205163" y="190754"/>
                </a:lnTo>
                <a:lnTo>
                  <a:pt x="202496" y="185928"/>
                </a:lnTo>
                <a:lnTo>
                  <a:pt x="199702" y="181102"/>
                </a:lnTo>
                <a:lnTo>
                  <a:pt x="198321" y="297279"/>
                </a:lnTo>
                <a:lnTo>
                  <a:pt x="206184" y="308227"/>
                </a:lnTo>
                <a:lnTo>
                  <a:pt x="214419" y="318596"/>
                </a:lnTo>
                <a:lnTo>
                  <a:pt x="222961" y="328274"/>
                </a:lnTo>
                <a:lnTo>
                  <a:pt x="231744" y="337151"/>
                </a:lnTo>
                <a:lnTo>
                  <a:pt x="240704" y="345113"/>
                </a:lnTo>
                <a:lnTo>
                  <a:pt x="249775" y="352051"/>
                </a:lnTo>
                <a:lnTo>
                  <a:pt x="255328" y="355727"/>
                </a:lnTo>
                <a:lnTo>
                  <a:pt x="250121" y="360426"/>
                </a:lnTo>
                <a:lnTo>
                  <a:pt x="244406" y="364236"/>
                </a:lnTo>
                <a:lnTo>
                  <a:pt x="238818" y="367792"/>
                </a:lnTo>
                <a:lnTo>
                  <a:pt x="238970" y="446892"/>
                </a:lnTo>
                <a:lnTo>
                  <a:pt x="250333" y="452208"/>
                </a:lnTo>
                <a:lnTo>
                  <a:pt x="251899" y="452882"/>
                </a:lnTo>
                <a:lnTo>
                  <a:pt x="238789" y="450863"/>
                </a:lnTo>
                <a:lnTo>
                  <a:pt x="225839" y="448159"/>
                </a:lnTo>
                <a:lnTo>
                  <a:pt x="213085" y="444787"/>
                </a:lnTo>
                <a:lnTo>
                  <a:pt x="200562" y="440767"/>
                </a:lnTo>
                <a:lnTo>
                  <a:pt x="188304" y="436117"/>
                </a:lnTo>
                <a:lnTo>
                  <a:pt x="176347" y="430857"/>
                </a:lnTo>
                <a:lnTo>
                  <a:pt x="164725" y="425006"/>
                </a:lnTo>
                <a:lnTo>
                  <a:pt x="153474" y="418582"/>
                </a:lnTo>
                <a:lnTo>
                  <a:pt x="142628" y="411605"/>
                </a:lnTo>
                <a:lnTo>
                  <a:pt x="132222" y="404094"/>
                </a:lnTo>
                <a:lnTo>
                  <a:pt x="122291" y="396068"/>
                </a:lnTo>
                <a:lnTo>
                  <a:pt x="112870" y="387545"/>
                </a:lnTo>
                <a:lnTo>
                  <a:pt x="103993" y="378545"/>
                </a:lnTo>
                <a:lnTo>
                  <a:pt x="100007" y="374142"/>
                </a:lnTo>
                <a:lnTo>
                  <a:pt x="106357" y="378460"/>
                </a:lnTo>
                <a:lnTo>
                  <a:pt x="112961" y="382016"/>
                </a:lnTo>
                <a:lnTo>
                  <a:pt x="111938" y="326225"/>
                </a:lnTo>
                <a:lnTo>
                  <a:pt x="106535" y="314148"/>
                </a:lnTo>
                <a:lnTo>
                  <a:pt x="101184" y="301322"/>
                </a:lnTo>
                <a:lnTo>
                  <a:pt x="96057" y="287948"/>
                </a:lnTo>
                <a:lnTo>
                  <a:pt x="91327" y="274230"/>
                </a:lnTo>
                <a:lnTo>
                  <a:pt x="87165" y="260372"/>
                </a:lnTo>
                <a:lnTo>
                  <a:pt x="83746" y="246577"/>
                </a:lnTo>
                <a:lnTo>
                  <a:pt x="81242" y="233047"/>
                </a:lnTo>
                <a:lnTo>
                  <a:pt x="79824" y="219986"/>
                </a:lnTo>
                <a:lnTo>
                  <a:pt x="79666" y="207597"/>
                </a:lnTo>
                <a:lnTo>
                  <a:pt x="82640" y="63785"/>
                </a:lnTo>
                <a:lnTo>
                  <a:pt x="70047" y="76197"/>
                </a:lnTo>
                <a:lnTo>
                  <a:pt x="58306" y="89510"/>
                </a:lnTo>
                <a:lnTo>
                  <a:pt x="47475" y="103677"/>
                </a:lnTo>
                <a:lnTo>
                  <a:pt x="37606" y="118647"/>
                </a:lnTo>
                <a:lnTo>
                  <a:pt x="28756" y="134373"/>
                </a:lnTo>
                <a:lnTo>
                  <a:pt x="20980" y="150806"/>
                </a:lnTo>
                <a:lnTo>
                  <a:pt x="14332" y="167897"/>
                </a:lnTo>
                <a:lnTo>
                  <a:pt x="8867" y="185598"/>
                </a:lnTo>
                <a:lnTo>
                  <a:pt x="4641" y="203858"/>
                </a:lnTo>
                <a:lnTo>
                  <a:pt x="1709" y="222631"/>
                </a:lnTo>
                <a:lnTo>
                  <a:pt x="0" y="246779"/>
                </a:lnTo>
                <a:lnTo>
                  <a:pt x="658" y="270227"/>
                </a:lnTo>
                <a:lnTo>
                  <a:pt x="3567" y="292917"/>
                </a:lnTo>
                <a:lnTo>
                  <a:pt x="8605" y="314791"/>
                </a:lnTo>
                <a:lnTo>
                  <a:pt x="15653" y="335789"/>
                </a:lnTo>
                <a:lnTo>
                  <a:pt x="24593" y="355855"/>
                </a:lnTo>
                <a:lnTo>
                  <a:pt x="35305" y="374930"/>
                </a:lnTo>
                <a:lnTo>
                  <a:pt x="47669" y="392955"/>
                </a:lnTo>
                <a:lnTo>
                  <a:pt x="61566" y="409872"/>
                </a:lnTo>
                <a:lnTo>
                  <a:pt x="76877" y="425624"/>
                </a:lnTo>
                <a:lnTo>
                  <a:pt x="93483" y="440152"/>
                </a:lnTo>
                <a:lnTo>
                  <a:pt x="111263" y="453398"/>
                </a:lnTo>
                <a:lnTo>
                  <a:pt x="130100" y="465303"/>
                </a:lnTo>
                <a:lnTo>
                  <a:pt x="149873" y="475810"/>
                </a:lnTo>
                <a:lnTo>
                  <a:pt x="170462" y="484860"/>
                </a:lnTo>
                <a:lnTo>
                  <a:pt x="191750" y="492395"/>
                </a:lnTo>
                <a:lnTo>
                  <a:pt x="213616" y="498357"/>
                </a:lnTo>
                <a:lnTo>
                  <a:pt x="235941" y="502687"/>
                </a:lnTo>
                <a:lnTo>
                  <a:pt x="258605" y="505328"/>
                </a:lnTo>
                <a:lnTo>
                  <a:pt x="281490" y="506222"/>
                </a:lnTo>
                <a:lnTo>
                  <a:pt x="283522" y="506222"/>
                </a:lnTo>
                <a:lnTo>
                  <a:pt x="284655" y="526226"/>
                </a:lnTo>
                <a:lnTo>
                  <a:pt x="285017" y="545798"/>
                </a:lnTo>
                <a:lnTo>
                  <a:pt x="284626" y="564970"/>
                </a:lnTo>
                <a:lnTo>
                  <a:pt x="283501" y="583776"/>
                </a:lnTo>
                <a:lnTo>
                  <a:pt x="281659" y="602247"/>
                </a:lnTo>
                <a:lnTo>
                  <a:pt x="279118" y="620417"/>
                </a:lnTo>
                <a:lnTo>
                  <a:pt x="275897" y="638319"/>
                </a:lnTo>
                <a:lnTo>
                  <a:pt x="272013" y="655984"/>
                </a:lnTo>
                <a:lnTo>
                  <a:pt x="267484" y="673446"/>
                </a:lnTo>
                <a:lnTo>
                  <a:pt x="262329" y="690737"/>
                </a:lnTo>
                <a:lnTo>
                  <a:pt x="265234" y="816864"/>
                </a:lnTo>
                <a:lnTo>
                  <a:pt x="271489" y="805831"/>
                </a:lnTo>
                <a:lnTo>
                  <a:pt x="277340" y="794551"/>
                </a:lnTo>
                <a:lnTo>
                  <a:pt x="282824" y="783065"/>
                </a:lnTo>
                <a:lnTo>
                  <a:pt x="287973" y="771418"/>
                </a:lnTo>
                <a:lnTo>
                  <a:pt x="292824" y="759652"/>
                </a:lnTo>
                <a:lnTo>
                  <a:pt x="295587" y="752602"/>
                </a:lnTo>
                <a:lnTo>
                  <a:pt x="294952" y="759206"/>
                </a:lnTo>
                <a:lnTo>
                  <a:pt x="294317" y="765683"/>
                </a:lnTo>
                <a:lnTo>
                  <a:pt x="293682" y="772287"/>
                </a:lnTo>
                <a:lnTo>
                  <a:pt x="293174" y="777240"/>
                </a:lnTo>
                <a:lnTo>
                  <a:pt x="295333" y="780796"/>
                </a:lnTo>
                <a:lnTo>
                  <a:pt x="298635" y="783209"/>
                </a:lnTo>
                <a:lnTo>
                  <a:pt x="289787" y="792565"/>
                </a:lnTo>
                <a:lnTo>
                  <a:pt x="283179" y="869332"/>
                </a:lnTo>
                <a:lnTo>
                  <a:pt x="324563" y="833549"/>
                </a:lnTo>
                <a:lnTo>
                  <a:pt x="338005" y="711962"/>
                </a:lnTo>
                <a:lnTo>
                  <a:pt x="336014" y="611393"/>
                </a:lnTo>
                <a:lnTo>
                  <a:pt x="332514" y="623687"/>
                </a:lnTo>
                <a:lnTo>
                  <a:pt x="332036" y="625348"/>
                </a:lnTo>
                <a:lnTo>
                  <a:pt x="332240" y="612551"/>
                </a:lnTo>
                <a:lnTo>
                  <a:pt x="332204" y="586947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05085" y="4639736"/>
            <a:ext cx="2246645" cy="59103"/>
          </a:xfrm>
          <a:custGeom>
            <a:avLst/>
            <a:gdLst/>
            <a:ahLst/>
            <a:cxnLst/>
            <a:rect l="l" t="t" r="r" b="b"/>
            <a:pathLst>
              <a:path w="2246645" h="59103">
                <a:moveTo>
                  <a:pt x="327479" y="27702"/>
                </a:moveTo>
                <a:lnTo>
                  <a:pt x="333136" y="28021"/>
                </a:lnTo>
                <a:lnTo>
                  <a:pt x="345819" y="28814"/>
                </a:lnTo>
                <a:lnTo>
                  <a:pt x="358503" y="29500"/>
                </a:lnTo>
                <a:lnTo>
                  <a:pt x="371186" y="30110"/>
                </a:lnTo>
                <a:lnTo>
                  <a:pt x="383870" y="30677"/>
                </a:lnTo>
                <a:lnTo>
                  <a:pt x="396553" y="31231"/>
                </a:lnTo>
                <a:lnTo>
                  <a:pt x="409237" y="31804"/>
                </a:lnTo>
                <a:lnTo>
                  <a:pt x="421920" y="32428"/>
                </a:lnTo>
                <a:lnTo>
                  <a:pt x="434604" y="33135"/>
                </a:lnTo>
                <a:lnTo>
                  <a:pt x="440197" y="33482"/>
                </a:lnTo>
                <a:lnTo>
                  <a:pt x="452735" y="34547"/>
                </a:lnTo>
                <a:lnTo>
                  <a:pt x="465290" y="35746"/>
                </a:lnTo>
                <a:lnTo>
                  <a:pt x="477867" y="37023"/>
                </a:lnTo>
                <a:lnTo>
                  <a:pt x="490473" y="38323"/>
                </a:lnTo>
                <a:lnTo>
                  <a:pt x="503115" y="39591"/>
                </a:lnTo>
                <a:lnTo>
                  <a:pt x="515797" y="40771"/>
                </a:lnTo>
                <a:lnTo>
                  <a:pt x="528526" y="41810"/>
                </a:lnTo>
                <a:lnTo>
                  <a:pt x="541308" y="42652"/>
                </a:lnTo>
                <a:lnTo>
                  <a:pt x="548274" y="43007"/>
                </a:lnTo>
                <a:lnTo>
                  <a:pt x="560886" y="43548"/>
                </a:lnTo>
                <a:lnTo>
                  <a:pt x="573497" y="44117"/>
                </a:lnTo>
                <a:lnTo>
                  <a:pt x="586117" y="44701"/>
                </a:lnTo>
                <a:lnTo>
                  <a:pt x="598755" y="45288"/>
                </a:lnTo>
                <a:lnTo>
                  <a:pt x="611419" y="45863"/>
                </a:lnTo>
                <a:lnTo>
                  <a:pt x="624119" y="46416"/>
                </a:lnTo>
                <a:lnTo>
                  <a:pt x="636863" y="46933"/>
                </a:lnTo>
                <a:lnTo>
                  <a:pt x="649663" y="47402"/>
                </a:lnTo>
                <a:lnTo>
                  <a:pt x="659018" y="47706"/>
                </a:lnTo>
                <a:lnTo>
                  <a:pt x="671765" y="48031"/>
                </a:lnTo>
                <a:lnTo>
                  <a:pt x="711129" y="47911"/>
                </a:lnTo>
                <a:lnTo>
                  <a:pt x="723816" y="47763"/>
                </a:lnTo>
                <a:lnTo>
                  <a:pt x="749307" y="47579"/>
                </a:lnTo>
                <a:lnTo>
                  <a:pt x="769889" y="47706"/>
                </a:lnTo>
                <a:lnTo>
                  <a:pt x="782565" y="47885"/>
                </a:lnTo>
                <a:lnTo>
                  <a:pt x="795256" y="48146"/>
                </a:lnTo>
                <a:lnTo>
                  <a:pt x="807959" y="48469"/>
                </a:lnTo>
                <a:lnTo>
                  <a:pt x="820667" y="48833"/>
                </a:lnTo>
                <a:lnTo>
                  <a:pt x="833378" y="49219"/>
                </a:lnTo>
                <a:lnTo>
                  <a:pt x="846085" y="49608"/>
                </a:lnTo>
                <a:lnTo>
                  <a:pt x="858784" y="49978"/>
                </a:lnTo>
                <a:lnTo>
                  <a:pt x="871471" y="50310"/>
                </a:lnTo>
                <a:lnTo>
                  <a:pt x="879871" y="50500"/>
                </a:lnTo>
                <a:lnTo>
                  <a:pt x="892742" y="50708"/>
                </a:lnTo>
                <a:lnTo>
                  <a:pt x="918100" y="50870"/>
                </a:lnTo>
                <a:lnTo>
                  <a:pt x="972665" y="51015"/>
                </a:lnTo>
                <a:lnTo>
                  <a:pt x="985485" y="51198"/>
                </a:lnTo>
                <a:lnTo>
                  <a:pt x="988710" y="51262"/>
                </a:lnTo>
                <a:lnTo>
                  <a:pt x="1001267" y="51574"/>
                </a:lnTo>
                <a:lnTo>
                  <a:pt x="1013850" y="52184"/>
                </a:lnTo>
                <a:lnTo>
                  <a:pt x="1026461" y="53003"/>
                </a:lnTo>
                <a:lnTo>
                  <a:pt x="1039103" y="53940"/>
                </a:lnTo>
                <a:lnTo>
                  <a:pt x="1051782" y="54906"/>
                </a:lnTo>
                <a:lnTo>
                  <a:pt x="1064499" y="55812"/>
                </a:lnTo>
                <a:lnTo>
                  <a:pt x="1077260" y="56568"/>
                </a:lnTo>
                <a:lnTo>
                  <a:pt x="1090067" y="57084"/>
                </a:lnTo>
                <a:lnTo>
                  <a:pt x="1096914" y="57231"/>
                </a:lnTo>
                <a:lnTo>
                  <a:pt x="1119365" y="57159"/>
                </a:lnTo>
                <a:lnTo>
                  <a:pt x="1132079" y="56976"/>
                </a:lnTo>
                <a:lnTo>
                  <a:pt x="1144816" y="56726"/>
                </a:lnTo>
                <a:lnTo>
                  <a:pt x="1157555" y="56454"/>
                </a:lnTo>
                <a:lnTo>
                  <a:pt x="1170275" y="56206"/>
                </a:lnTo>
                <a:lnTo>
                  <a:pt x="1182957" y="56026"/>
                </a:lnTo>
                <a:lnTo>
                  <a:pt x="1204864" y="55961"/>
                </a:lnTo>
                <a:lnTo>
                  <a:pt x="1217563" y="56144"/>
                </a:lnTo>
                <a:lnTo>
                  <a:pt x="1292114" y="56015"/>
                </a:lnTo>
                <a:lnTo>
                  <a:pt x="1326581" y="56082"/>
                </a:lnTo>
                <a:lnTo>
                  <a:pt x="1339261" y="56405"/>
                </a:lnTo>
                <a:lnTo>
                  <a:pt x="1351980" y="56867"/>
                </a:lnTo>
                <a:lnTo>
                  <a:pt x="1364721" y="57407"/>
                </a:lnTo>
                <a:lnTo>
                  <a:pt x="1377467" y="57963"/>
                </a:lnTo>
                <a:lnTo>
                  <a:pt x="1390200" y="58472"/>
                </a:lnTo>
                <a:lnTo>
                  <a:pt x="1402902" y="58873"/>
                </a:lnTo>
                <a:lnTo>
                  <a:pt x="1415556" y="59103"/>
                </a:lnTo>
                <a:lnTo>
                  <a:pt x="1434584" y="59077"/>
                </a:lnTo>
                <a:lnTo>
                  <a:pt x="1447300" y="58923"/>
                </a:lnTo>
                <a:lnTo>
                  <a:pt x="1460038" y="58702"/>
                </a:lnTo>
                <a:lnTo>
                  <a:pt x="1472785" y="58443"/>
                </a:lnTo>
                <a:lnTo>
                  <a:pt x="1485525" y="58177"/>
                </a:lnTo>
                <a:lnTo>
                  <a:pt x="1498243" y="57933"/>
                </a:lnTo>
                <a:lnTo>
                  <a:pt x="1510925" y="57740"/>
                </a:lnTo>
                <a:lnTo>
                  <a:pt x="1530111" y="57612"/>
                </a:lnTo>
                <a:lnTo>
                  <a:pt x="1542848" y="57374"/>
                </a:lnTo>
                <a:lnTo>
                  <a:pt x="1555539" y="56962"/>
                </a:lnTo>
                <a:lnTo>
                  <a:pt x="1568199" y="56429"/>
                </a:lnTo>
                <a:lnTo>
                  <a:pt x="1580844" y="55828"/>
                </a:lnTo>
                <a:lnTo>
                  <a:pt x="1593490" y="55210"/>
                </a:lnTo>
                <a:lnTo>
                  <a:pt x="1606152" y="54630"/>
                </a:lnTo>
                <a:lnTo>
                  <a:pt x="1618845" y="54140"/>
                </a:lnTo>
                <a:lnTo>
                  <a:pt x="1631586" y="53792"/>
                </a:lnTo>
                <a:lnTo>
                  <a:pt x="1642760" y="53548"/>
                </a:lnTo>
                <a:lnTo>
                  <a:pt x="1662582" y="53673"/>
                </a:lnTo>
                <a:lnTo>
                  <a:pt x="1675310" y="53997"/>
                </a:lnTo>
                <a:lnTo>
                  <a:pt x="1688042" y="54435"/>
                </a:lnTo>
                <a:lnTo>
                  <a:pt x="1700764" y="54907"/>
                </a:lnTo>
                <a:lnTo>
                  <a:pt x="1713461" y="55329"/>
                </a:lnTo>
                <a:lnTo>
                  <a:pt x="1726118" y="55622"/>
                </a:lnTo>
                <a:lnTo>
                  <a:pt x="1747281" y="55580"/>
                </a:lnTo>
                <a:lnTo>
                  <a:pt x="1760177" y="55227"/>
                </a:lnTo>
                <a:lnTo>
                  <a:pt x="1772990" y="54673"/>
                </a:lnTo>
                <a:lnTo>
                  <a:pt x="1785732" y="53964"/>
                </a:lnTo>
                <a:lnTo>
                  <a:pt x="1798417" y="53150"/>
                </a:lnTo>
                <a:lnTo>
                  <a:pt x="1811059" y="52278"/>
                </a:lnTo>
                <a:lnTo>
                  <a:pt x="1823671" y="51398"/>
                </a:lnTo>
                <a:lnTo>
                  <a:pt x="1836265" y="50556"/>
                </a:lnTo>
                <a:lnTo>
                  <a:pt x="1848855" y="49801"/>
                </a:lnTo>
                <a:lnTo>
                  <a:pt x="1861455" y="49181"/>
                </a:lnTo>
                <a:lnTo>
                  <a:pt x="1870471" y="48849"/>
                </a:lnTo>
                <a:lnTo>
                  <a:pt x="1883279" y="48469"/>
                </a:lnTo>
                <a:lnTo>
                  <a:pt x="1896079" y="48048"/>
                </a:lnTo>
                <a:lnTo>
                  <a:pt x="1908864" y="47590"/>
                </a:lnTo>
                <a:lnTo>
                  <a:pt x="1921626" y="47104"/>
                </a:lnTo>
                <a:lnTo>
                  <a:pt x="1934357" y="46596"/>
                </a:lnTo>
                <a:lnTo>
                  <a:pt x="1947050" y="46073"/>
                </a:lnTo>
                <a:lnTo>
                  <a:pt x="1959697" y="45541"/>
                </a:lnTo>
                <a:lnTo>
                  <a:pt x="1972291" y="45008"/>
                </a:lnTo>
                <a:lnTo>
                  <a:pt x="1984823" y="44480"/>
                </a:lnTo>
                <a:lnTo>
                  <a:pt x="1992772" y="44150"/>
                </a:lnTo>
                <a:lnTo>
                  <a:pt x="2005398" y="43644"/>
                </a:lnTo>
                <a:lnTo>
                  <a:pt x="2018068" y="43270"/>
                </a:lnTo>
                <a:lnTo>
                  <a:pt x="2030771" y="42993"/>
                </a:lnTo>
                <a:lnTo>
                  <a:pt x="2043496" y="42778"/>
                </a:lnTo>
                <a:lnTo>
                  <a:pt x="2056231" y="42591"/>
                </a:lnTo>
                <a:lnTo>
                  <a:pt x="2068965" y="42396"/>
                </a:lnTo>
                <a:lnTo>
                  <a:pt x="2081686" y="42159"/>
                </a:lnTo>
                <a:lnTo>
                  <a:pt x="2094383" y="41844"/>
                </a:lnTo>
                <a:lnTo>
                  <a:pt x="2107046" y="41418"/>
                </a:lnTo>
                <a:lnTo>
                  <a:pt x="2117105" y="40975"/>
                </a:lnTo>
                <a:lnTo>
                  <a:pt x="2129851" y="40238"/>
                </a:lnTo>
                <a:lnTo>
                  <a:pt x="2142545" y="39452"/>
                </a:lnTo>
                <a:lnTo>
                  <a:pt x="2155201" y="38626"/>
                </a:lnTo>
                <a:lnTo>
                  <a:pt x="2167832" y="37768"/>
                </a:lnTo>
                <a:lnTo>
                  <a:pt x="2180452" y="36887"/>
                </a:lnTo>
                <a:lnTo>
                  <a:pt x="2193074" y="35991"/>
                </a:lnTo>
                <a:lnTo>
                  <a:pt x="2205712" y="35089"/>
                </a:lnTo>
                <a:lnTo>
                  <a:pt x="2218379" y="34189"/>
                </a:lnTo>
                <a:lnTo>
                  <a:pt x="2231090" y="33299"/>
                </a:lnTo>
                <a:lnTo>
                  <a:pt x="2239533" y="32720"/>
                </a:lnTo>
                <a:lnTo>
                  <a:pt x="2245756" y="32339"/>
                </a:lnTo>
                <a:lnTo>
                  <a:pt x="2246645" y="25608"/>
                </a:lnTo>
                <a:lnTo>
                  <a:pt x="2239533" y="25608"/>
                </a:lnTo>
                <a:lnTo>
                  <a:pt x="2226752" y="25760"/>
                </a:lnTo>
                <a:lnTo>
                  <a:pt x="2213964" y="25943"/>
                </a:lnTo>
                <a:lnTo>
                  <a:pt x="2201182" y="26149"/>
                </a:lnTo>
                <a:lnTo>
                  <a:pt x="2188419" y="26368"/>
                </a:lnTo>
                <a:lnTo>
                  <a:pt x="2175688" y="26589"/>
                </a:lnTo>
                <a:lnTo>
                  <a:pt x="2163002" y="26803"/>
                </a:lnTo>
                <a:lnTo>
                  <a:pt x="2150375" y="27001"/>
                </a:lnTo>
                <a:lnTo>
                  <a:pt x="2137820" y="27173"/>
                </a:lnTo>
                <a:lnTo>
                  <a:pt x="2130440" y="27259"/>
                </a:lnTo>
                <a:lnTo>
                  <a:pt x="2117641" y="27449"/>
                </a:lnTo>
                <a:lnTo>
                  <a:pt x="2104851" y="27735"/>
                </a:lnTo>
                <a:lnTo>
                  <a:pt x="2092078" y="28088"/>
                </a:lnTo>
                <a:lnTo>
                  <a:pt x="2079330" y="28478"/>
                </a:lnTo>
                <a:lnTo>
                  <a:pt x="2066617" y="28876"/>
                </a:lnTo>
                <a:lnTo>
                  <a:pt x="2053945" y="29253"/>
                </a:lnTo>
                <a:lnTo>
                  <a:pt x="2041324" y="29581"/>
                </a:lnTo>
                <a:lnTo>
                  <a:pt x="2028763" y="29830"/>
                </a:lnTo>
                <a:lnTo>
                  <a:pt x="2021601" y="29926"/>
                </a:lnTo>
                <a:lnTo>
                  <a:pt x="2008783" y="30112"/>
                </a:lnTo>
                <a:lnTo>
                  <a:pt x="1996038" y="30314"/>
                </a:lnTo>
                <a:lnTo>
                  <a:pt x="1983349" y="30524"/>
                </a:lnTo>
                <a:lnTo>
                  <a:pt x="1970694" y="30736"/>
                </a:lnTo>
                <a:lnTo>
                  <a:pt x="1958056" y="30945"/>
                </a:lnTo>
                <a:lnTo>
                  <a:pt x="1945414" y="31145"/>
                </a:lnTo>
                <a:lnTo>
                  <a:pt x="1932750" y="31330"/>
                </a:lnTo>
                <a:lnTo>
                  <a:pt x="1920044" y="31493"/>
                </a:lnTo>
                <a:lnTo>
                  <a:pt x="1912508" y="31577"/>
                </a:lnTo>
                <a:lnTo>
                  <a:pt x="1899739" y="31739"/>
                </a:lnTo>
                <a:lnTo>
                  <a:pt x="1887027" y="31948"/>
                </a:lnTo>
                <a:lnTo>
                  <a:pt x="1874353" y="32191"/>
                </a:lnTo>
                <a:lnTo>
                  <a:pt x="1861701" y="32453"/>
                </a:lnTo>
                <a:lnTo>
                  <a:pt x="1849053" y="32719"/>
                </a:lnTo>
                <a:lnTo>
                  <a:pt x="1836394" y="32974"/>
                </a:lnTo>
                <a:lnTo>
                  <a:pt x="1823705" y="33205"/>
                </a:lnTo>
                <a:lnTo>
                  <a:pt x="1810971" y="33396"/>
                </a:lnTo>
                <a:lnTo>
                  <a:pt x="1800748" y="33609"/>
                </a:lnTo>
                <a:lnTo>
                  <a:pt x="1782394" y="33520"/>
                </a:lnTo>
                <a:lnTo>
                  <a:pt x="1769675" y="33285"/>
                </a:lnTo>
                <a:lnTo>
                  <a:pt x="1756990" y="32955"/>
                </a:lnTo>
                <a:lnTo>
                  <a:pt x="1744324" y="32577"/>
                </a:lnTo>
                <a:lnTo>
                  <a:pt x="1731663" y="32202"/>
                </a:lnTo>
                <a:lnTo>
                  <a:pt x="1718994" y="31877"/>
                </a:lnTo>
                <a:lnTo>
                  <a:pt x="1706303" y="31653"/>
                </a:lnTo>
                <a:lnTo>
                  <a:pt x="1694576" y="31577"/>
                </a:lnTo>
                <a:lnTo>
                  <a:pt x="1681850" y="31871"/>
                </a:lnTo>
                <a:lnTo>
                  <a:pt x="1669178" y="32434"/>
                </a:lnTo>
                <a:lnTo>
                  <a:pt x="1656540" y="33185"/>
                </a:lnTo>
                <a:lnTo>
                  <a:pt x="1643916" y="34041"/>
                </a:lnTo>
                <a:lnTo>
                  <a:pt x="1631288" y="34922"/>
                </a:lnTo>
                <a:lnTo>
                  <a:pt x="1618636" y="35746"/>
                </a:lnTo>
                <a:lnTo>
                  <a:pt x="1605941" y="36432"/>
                </a:lnTo>
                <a:lnTo>
                  <a:pt x="1593184" y="36897"/>
                </a:lnTo>
                <a:lnTo>
                  <a:pt x="1585483" y="37038"/>
                </a:lnTo>
                <a:lnTo>
                  <a:pt x="1580657" y="37165"/>
                </a:lnTo>
                <a:lnTo>
                  <a:pt x="1567929" y="36999"/>
                </a:lnTo>
                <a:lnTo>
                  <a:pt x="1555245" y="36566"/>
                </a:lnTo>
                <a:lnTo>
                  <a:pt x="1542589" y="35956"/>
                </a:lnTo>
                <a:lnTo>
                  <a:pt x="1529943" y="35261"/>
                </a:lnTo>
                <a:lnTo>
                  <a:pt x="1517289" y="34575"/>
                </a:lnTo>
                <a:lnTo>
                  <a:pt x="1504610" y="33989"/>
                </a:lnTo>
                <a:lnTo>
                  <a:pt x="1491888" y="33596"/>
                </a:lnTo>
                <a:lnTo>
                  <a:pt x="1354960" y="33542"/>
                </a:lnTo>
                <a:lnTo>
                  <a:pt x="1342324" y="33699"/>
                </a:lnTo>
                <a:lnTo>
                  <a:pt x="1329649" y="33918"/>
                </a:lnTo>
                <a:lnTo>
                  <a:pt x="1316942" y="34165"/>
                </a:lnTo>
                <a:lnTo>
                  <a:pt x="1304210" y="34406"/>
                </a:lnTo>
                <a:lnTo>
                  <a:pt x="1291460" y="34605"/>
                </a:lnTo>
                <a:lnTo>
                  <a:pt x="1270904" y="34752"/>
                </a:lnTo>
                <a:lnTo>
                  <a:pt x="1111327" y="34888"/>
                </a:lnTo>
                <a:lnTo>
                  <a:pt x="1051702" y="34920"/>
                </a:lnTo>
                <a:lnTo>
                  <a:pt x="1040526" y="34752"/>
                </a:lnTo>
                <a:lnTo>
                  <a:pt x="1027764" y="34423"/>
                </a:lnTo>
                <a:lnTo>
                  <a:pt x="1015057" y="33991"/>
                </a:lnTo>
                <a:lnTo>
                  <a:pt x="1002390" y="33487"/>
                </a:lnTo>
                <a:lnTo>
                  <a:pt x="989744" y="32943"/>
                </a:lnTo>
                <a:lnTo>
                  <a:pt x="977103" y="32389"/>
                </a:lnTo>
                <a:lnTo>
                  <a:pt x="964450" y="31858"/>
                </a:lnTo>
                <a:lnTo>
                  <a:pt x="951768" y="31381"/>
                </a:lnTo>
                <a:lnTo>
                  <a:pt x="939040" y="30989"/>
                </a:lnTo>
                <a:lnTo>
                  <a:pt x="931687" y="30815"/>
                </a:lnTo>
                <a:lnTo>
                  <a:pt x="918975" y="30606"/>
                </a:lnTo>
                <a:lnTo>
                  <a:pt x="893598" y="30444"/>
                </a:lnTo>
                <a:lnTo>
                  <a:pt x="838942" y="30259"/>
                </a:lnTo>
                <a:lnTo>
                  <a:pt x="826182" y="30019"/>
                </a:lnTo>
                <a:lnTo>
                  <a:pt x="822594" y="29926"/>
                </a:lnTo>
                <a:lnTo>
                  <a:pt x="809756" y="29612"/>
                </a:lnTo>
                <a:lnTo>
                  <a:pt x="796982" y="28998"/>
                </a:lnTo>
                <a:lnTo>
                  <a:pt x="784262" y="28170"/>
                </a:lnTo>
                <a:lnTo>
                  <a:pt x="771585" y="27217"/>
                </a:lnTo>
                <a:lnTo>
                  <a:pt x="758943" y="26225"/>
                </a:lnTo>
                <a:lnTo>
                  <a:pt x="746325" y="25281"/>
                </a:lnTo>
                <a:lnTo>
                  <a:pt x="733721" y="24474"/>
                </a:lnTo>
                <a:lnTo>
                  <a:pt x="721121" y="23890"/>
                </a:lnTo>
                <a:lnTo>
                  <a:pt x="714517" y="23703"/>
                </a:lnTo>
                <a:lnTo>
                  <a:pt x="701741" y="23431"/>
                </a:lnTo>
                <a:lnTo>
                  <a:pt x="689028" y="23148"/>
                </a:lnTo>
                <a:lnTo>
                  <a:pt x="676359" y="22853"/>
                </a:lnTo>
                <a:lnTo>
                  <a:pt x="663716" y="22543"/>
                </a:lnTo>
                <a:lnTo>
                  <a:pt x="651078" y="22218"/>
                </a:lnTo>
                <a:lnTo>
                  <a:pt x="638426" y="21877"/>
                </a:lnTo>
                <a:lnTo>
                  <a:pt x="625742" y="21519"/>
                </a:lnTo>
                <a:lnTo>
                  <a:pt x="613006" y="21142"/>
                </a:lnTo>
                <a:lnTo>
                  <a:pt x="605424" y="20909"/>
                </a:lnTo>
                <a:lnTo>
                  <a:pt x="592673" y="20627"/>
                </a:lnTo>
                <a:lnTo>
                  <a:pt x="579977" y="20317"/>
                </a:lnTo>
                <a:lnTo>
                  <a:pt x="567318" y="19981"/>
                </a:lnTo>
                <a:lnTo>
                  <a:pt x="554676" y="19621"/>
                </a:lnTo>
                <a:lnTo>
                  <a:pt x="542035" y="19239"/>
                </a:lnTo>
                <a:lnTo>
                  <a:pt x="529376" y="18839"/>
                </a:lnTo>
                <a:lnTo>
                  <a:pt x="516680" y="18422"/>
                </a:lnTo>
                <a:lnTo>
                  <a:pt x="503931" y="17991"/>
                </a:lnTo>
                <a:lnTo>
                  <a:pt x="496458" y="17734"/>
                </a:lnTo>
                <a:lnTo>
                  <a:pt x="483925" y="17417"/>
                </a:lnTo>
                <a:lnTo>
                  <a:pt x="471337" y="17152"/>
                </a:lnTo>
                <a:lnTo>
                  <a:pt x="458700" y="16917"/>
                </a:lnTo>
                <a:lnTo>
                  <a:pt x="446021" y="16693"/>
                </a:lnTo>
                <a:lnTo>
                  <a:pt x="433309" y="16460"/>
                </a:lnTo>
                <a:lnTo>
                  <a:pt x="420570" y="16198"/>
                </a:lnTo>
                <a:lnTo>
                  <a:pt x="407811" y="15887"/>
                </a:lnTo>
                <a:lnTo>
                  <a:pt x="395039" y="15507"/>
                </a:lnTo>
                <a:lnTo>
                  <a:pt x="382262" y="15038"/>
                </a:lnTo>
                <a:lnTo>
                  <a:pt x="371490" y="14559"/>
                </a:lnTo>
                <a:lnTo>
                  <a:pt x="358801" y="14061"/>
                </a:lnTo>
                <a:lnTo>
                  <a:pt x="346118" y="13508"/>
                </a:lnTo>
                <a:lnTo>
                  <a:pt x="333440" y="12902"/>
                </a:lnTo>
                <a:lnTo>
                  <a:pt x="320765" y="12245"/>
                </a:lnTo>
                <a:lnTo>
                  <a:pt x="308092" y="11538"/>
                </a:lnTo>
                <a:lnTo>
                  <a:pt x="295419" y="10782"/>
                </a:lnTo>
                <a:lnTo>
                  <a:pt x="282743" y="9981"/>
                </a:lnTo>
                <a:lnTo>
                  <a:pt x="270064" y="9135"/>
                </a:lnTo>
                <a:lnTo>
                  <a:pt x="257380" y="8245"/>
                </a:lnTo>
                <a:lnTo>
                  <a:pt x="248173" y="7574"/>
                </a:lnTo>
                <a:lnTo>
                  <a:pt x="235484" y="6675"/>
                </a:lnTo>
                <a:lnTo>
                  <a:pt x="222802" y="5788"/>
                </a:lnTo>
                <a:lnTo>
                  <a:pt x="210125" y="4926"/>
                </a:lnTo>
                <a:lnTo>
                  <a:pt x="197451" y="4101"/>
                </a:lnTo>
                <a:lnTo>
                  <a:pt x="184778" y="3326"/>
                </a:lnTo>
                <a:lnTo>
                  <a:pt x="172105" y="2611"/>
                </a:lnTo>
                <a:lnTo>
                  <a:pt x="159429" y="1971"/>
                </a:lnTo>
                <a:lnTo>
                  <a:pt x="146749" y="1416"/>
                </a:lnTo>
                <a:lnTo>
                  <a:pt x="134062" y="960"/>
                </a:lnTo>
                <a:lnTo>
                  <a:pt x="117523" y="513"/>
                </a:lnTo>
                <a:lnTo>
                  <a:pt x="104881" y="244"/>
                </a:lnTo>
                <a:lnTo>
                  <a:pt x="92207" y="53"/>
                </a:lnTo>
                <a:lnTo>
                  <a:pt x="62749" y="0"/>
                </a:lnTo>
                <a:lnTo>
                  <a:pt x="50113" y="141"/>
                </a:lnTo>
                <a:lnTo>
                  <a:pt x="37417" y="385"/>
                </a:lnTo>
                <a:lnTo>
                  <a:pt x="24660" y="737"/>
                </a:lnTo>
                <a:lnTo>
                  <a:pt x="11844" y="1202"/>
                </a:lnTo>
                <a:lnTo>
                  <a:pt x="0" y="4616"/>
                </a:lnTo>
                <a:lnTo>
                  <a:pt x="1636" y="10494"/>
                </a:lnTo>
                <a:lnTo>
                  <a:pt x="11572" y="12654"/>
                </a:lnTo>
                <a:lnTo>
                  <a:pt x="12207" y="12654"/>
                </a:lnTo>
                <a:lnTo>
                  <a:pt x="24940" y="13032"/>
                </a:lnTo>
                <a:lnTo>
                  <a:pt x="37655" y="13593"/>
                </a:lnTo>
                <a:lnTo>
                  <a:pt x="50353" y="14286"/>
                </a:lnTo>
                <a:lnTo>
                  <a:pt x="63038" y="15057"/>
                </a:lnTo>
                <a:lnTo>
                  <a:pt x="75711" y="15857"/>
                </a:lnTo>
                <a:lnTo>
                  <a:pt x="88376" y="16633"/>
                </a:lnTo>
                <a:lnTo>
                  <a:pt x="101034" y="17333"/>
                </a:lnTo>
                <a:lnTo>
                  <a:pt x="113689" y="17907"/>
                </a:lnTo>
                <a:lnTo>
                  <a:pt x="119522" y="18115"/>
                </a:lnTo>
                <a:lnTo>
                  <a:pt x="132294" y="18716"/>
                </a:lnTo>
                <a:lnTo>
                  <a:pt x="145058" y="19338"/>
                </a:lnTo>
                <a:lnTo>
                  <a:pt x="157807" y="19979"/>
                </a:lnTo>
                <a:lnTo>
                  <a:pt x="170532" y="20638"/>
                </a:lnTo>
                <a:lnTo>
                  <a:pt x="183227" y="21313"/>
                </a:lnTo>
                <a:lnTo>
                  <a:pt x="195882" y="22004"/>
                </a:lnTo>
                <a:lnTo>
                  <a:pt x="208491" y="22709"/>
                </a:lnTo>
                <a:lnTo>
                  <a:pt x="221046" y="23426"/>
                </a:lnTo>
                <a:lnTo>
                  <a:pt x="225821" y="23703"/>
                </a:lnTo>
                <a:lnTo>
                  <a:pt x="238523" y="24215"/>
                </a:lnTo>
                <a:lnTo>
                  <a:pt x="251290" y="24683"/>
                </a:lnTo>
                <a:lnTo>
                  <a:pt x="264089" y="25127"/>
                </a:lnTo>
                <a:lnTo>
                  <a:pt x="276891" y="25569"/>
                </a:lnTo>
                <a:lnTo>
                  <a:pt x="289662" y="26027"/>
                </a:lnTo>
                <a:lnTo>
                  <a:pt x="302371" y="26521"/>
                </a:lnTo>
                <a:lnTo>
                  <a:pt x="314987" y="27073"/>
                </a:lnTo>
                <a:lnTo>
                  <a:pt x="327479" y="27702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05085" y="4604176"/>
            <a:ext cx="2246645" cy="59103"/>
          </a:xfrm>
          <a:custGeom>
            <a:avLst/>
            <a:gdLst/>
            <a:ahLst/>
            <a:cxnLst/>
            <a:rect l="l" t="t" r="r" b="b"/>
            <a:pathLst>
              <a:path w="2246645" h="59103">
                <a:moveTo>
                  <a:pt x="327479" y="27702"/>
                </a:moveTo>
                <a:lnTo>
                  <a:pt x="333136" y="28021"/>
                </a:lnTo>
                <a:lnTo>
                  <a:pt x="345819" y="28814"/>
                </a:lnTo>
                <a:lnTo>
                  <a:pt x="358503" y="29500"/>
                </a:lnTo>
                <a:lnTo>
                  <a:pt x="371186" y="30110"/>
                </a:lnTo>
                <a:lnTo>
                  <a:pt x="383870" y="30677"/>
                </a:lnTo>
                <a:lnTo>
                  <a:pt x="396553" y="31231"/>
                </a:lnTo>
                <a:lnTo>
                  <a:pt x="409237" y="31804"/>
                </a:lnTo>
                <a:lnTo>
                  <a:pt x="421920" y="32428"/>
                </a:lnTo>
                <a:lnTo>
                  <a:pt x="434604" y="33135"/>
                </a:lnTo>
                <a:lnTo>
                  <a:pt x="440197" y="33482"/>
                </a:lnTo>
                <a:lnTo>
                  <a:pt x="452735" y="34547"/>
                </a:lnTo>
                <a:lnTo>
                  <a:pt x="465290" y="35746"/>
                </a:lnTo>
                <a:lnTo>
                  <a:pt x="477867" y="37023"/>
                </a:lnTo>
                <a:lnTo>
                  <a:pt x="490473" y="38323"/>
                </a:lnTo>
                <a:lnTo>
                  <a:pt x="503115" y="39591"/>
                </a:lnTo>
                <a:lnTo>
                  <a:pt x="515797" y="40771"/>
                </a:lnTo>
                <a:lnTo>
                  <a:pt x="528526" y="41810"/>
                </a:lnTo>
                <a:lnTo>
                  <a:pt x="541308" y="42652"/>
                </a:lnTo>
                <a:lnTo>
                  <a:pt x="548274" y="43007"/>
                </a:lnTo>
                <a:lnTo>
                  <a:pt x="560886" y="43548"/>
                </a:lnTo>
                <a:lnTo>
                  <a:pt x="573497" y="44117"/>
                </a:lnTo>
                <a:lnTo>
                  <a:pt x="586117" y="44701"/>
                </a:lnTo>
                <a:lnTo>
                  <a:pt x="598755" y="45288"/>
                </a:lnTo>
                <a:lnTo>
                  <a:pt x="611419" y="45863"/>
                </a:lnTo>
                <a:lnTo>
                  <a:pt x="624119" y="46416"/>
                </a:lnTo>
                <a:lnTo>
                  <a:pt x="636863" y="46933"/>
                </a:lnTo>
                <a:lnTo>
                  <a:pt x="649663" y="47402"/>
                </a:lnTo>
                <a:lnTo>
                  <a:pt x="659018" y="47706"/>
                </a:lnTo>
                <a:lnTo>
                  <a:pt x="671765" y="48031"/>
                </a:lnTo>
                <a:lnTo>
                  <a:pt x="711129" y="47911"/>
                </a:lnTo>
                <a:lnTo>
                  <a:pt x="723816" y="47763"/>
                </a:lnTo>
                <a:lnTo>
                  <a:pt x="749307" y="47579"/>
                </a:lnTo>
                <a:lnTo>
                  <a:pt x="769889" y="47706"/>
                </a:lnTo>
                <a:lnTo>
                  <a:pt x="782565" y="47885"/>
                </a:lnTo>
                <a:lnTo>
                  <a:pt x="795256" y="48146"/>
                </a:lnTo>
                <a:lnTo>
                  <a:pt x="807959" y="48469"/>
                </a:lnTo>
                <a:lnTo>
                  <a:pt x="820667" y="48833"/>
                </a:lnTo>
                <a:lnTo>
                  <a:pt x="833378" y="49219"/>
                </a:lnTo>
                <a:lnTo>
                  <a:pt x="846085" y="49608"/>
                </a:lnTo>
                <a:lnTo>
                  <a:pt x="858784" y="49978"/>
                </a:lnTo>
                <a:lnTo>
                  <a:pt x="871471" y="50310"/>
                </a:lnTo>
                <a:lnTo>
                  <a:pt x="879871" y="50500"/>
                </a:lnTo>
                <a:lnTo>
                  <a:pt x="892742" y="50708"/>
                </a:lnTo>
                <a:lnTo>
                  <a:pt x="918100" y="50870"/>
                </a:lnTo>
                <a:lnTo>
                  <a:pt x="972665" y="51015"/>
                </a:lnTo>
                <a:lnTo>
                  <a:pt x="985485" y="51198"/>
                </a:lnTo>
                <a:lnTo>
                  <a:pt x="988710" y="51262"/>
                </a:lnTo>
                <a:lnTo>
                  <a:pt x="1001267" y="51574"/>
                </a:lnTo>
                <a:lnTo>
                  <a:pt x="1013850" y="52184"/>
                </a:lnTo>
                <a:lnTo>
                  <a:pt x="1026461" y="53003"/>
                </a:lnTo>
                <a:lnTo>
                  <a:pt x="1039103" y="53940"/>
                </a:lnTo>
                <a:lnTo>
                  <a:pt x="1051782" y="54906"/>
                </a:lnTo>
                <a:lnTo>
                  <a:pt x="1064499" y="55812"/>
                </a:lnTo>
                <a:lnTo>
                  <a:pt x="1077260" y="56568"/>
                </a:lnTo>
                <a:lnTo>
                  <a:pt x="1090067" y="57084"/>
                </a:lnTo>
                <a:lnTo>
                  <a:pt x="1096914" y="57231"/>
                </a:lnTo>
                <a:lnTo>
                  <a:pt x="1119365" y="57159"/>
                </a:lnTo>
                <a:lnTo>
                  <a:pt x="1132079" y="56976"/>
                </a:lnTo>
                <a:lnTo>
                  <a:pt x="1144816" y="56726"/>
                </a:lnTo>
                <a:lnTo>
                  <a:pt x="1157555" y="56454"/>
                </a:lnTo>
                <a:lnTo>
                  <a:pt x="1170275" y="56206"/>
                </a:lnTo>
                <a:lnTo>
                  <a:pt x="1182957" y="56026"/>
                </a:lnTo>
                <a:lnTo>
                  <a:pt x="1204864" y="55961"/>
                </a:lnTo>
                <a:lnTo>
                  <a:pt x="1217563" y="56144"/>
                </a:lnTo>
                <a:lnTo>
                  <a:pt x="1292114" y="56015"/>
                </a:lnTo>
                <a:lnTo>
                  <a:pt x="1326581" y="56082"/>
                </a:lnTo>
                <a:lnTo>
                  <a:pt x="1339261" y="56405"/>
                </a:lnTo>
                <a:lnTo>
                  <a:pt x="1351980" y="56867"/>
                </a:lnTo>
                <a:lnTo>
                  <a:pt x="1364721" y="57407"/>
                </a:lnTo>
                <a:lnTo>
                  <a:pt x="1377467" y="57963"/>
                </a:lnTo>
                <a:lnTo>
                  <a:pt x="1390200" y="58472"/>
                </a:lnTo>
                <a:lnTo>
                  <a:pt x="1402902" y="58873"/>
                </a:lnTo>
                <a:lnTo>
                  <a:pt x="1415556" y="59103"/>
                </a:lnTo>
                <a:lnTo>
                  <a:pt x="1434584" y="59077"/>
                </a:lnTo>
                <a:lnTo>
                  <a:pt x="1447300" y="58923"/>
                </a:lnTo>
                <a:lnTo>
                  <a:pt x="1460038" y="58702"/>
                </a:lnTo>
                <a:lnTo>
                  <a:pt x="1472785" y="58443"/>
                </a:lnTo>
                <a:lnTo>
                  <a:pt x="1485525" y="58177"/>
                </a:lnTo>
                <a:lnTo>
                  <a:pt x="1498243" y="57933"/>
                </a:lnTo>
                <a:lnTo>
                  <a:pt x="1510925" y="57740"/>
                </a:lnTo>
                <a:lnTo>
                  <a:pt x="1530111" y="57612"/>
                </a:lnTo>
                <a:lnTo>
                  <a:pt x="1542848" y="57374"/>
                </a:lnTo>
                <a:lnTo>
                  <a:pt x="1555539" y="56962"/>
                </a:lnTo>
                <a:lnTo>
                  <a:pt x="1568199" y="56429"/>
                </a:lnTo>
                <a:lnTo>
                  <a:pt x="1580844" y="55828"/>
                </a:lnTo>
                <a:lnTo>
                  <a:pt x="1593490" y="55210"/>
                </a:lnTo>
                <a:lnTo>
                  <a:pt x="1606152" y="54630"/>
                </a:lnTo>
                <a:lnTo>
                  <a:pt x="1618845" y="54140"/>
                </a:lnTo>
                <a:lnTo>
                  <a:pt x="1631586" y="53792"/>
                </a:lnTo>
                <a:lnTo>
                  <a:pt x="1642760" y="53548"/>
                </a:lnTo>
                <a:lnTo>
                  <a:pt x="1662582" y="53673"/>
                </a:lnTo>
                <a:lnTo>
                  <a:pt x="1675310" y="53997"/>
                </a:lnTo>
                <a:lnTo>
                  <a:pt x="1688042" y="54435"/>
                </a:lnTo>
                <a:lnTo>
                  <a:pt x="1700764" y="54907"/>
                </a:lnTo>
                <a:lnTo>
                  <a:pt x="1713461" y="55329"/>
                </a:lnTo>
                <a:lnTo>
                  <a:pt x="1726118" y="55622"/>
                </a:lnTo>
                <a:lnTo>
                  <a:pt x="1747281" y="55580"/>
                </a:lnTo>
                <a:lnTo>
                  <a:pt x="1760177" y="55227"/>
                </a:lnTo>
                <a:lnTo>
                  <a:pt x="1772990" y="54673"/>
                </a:lnTo>
                <a:lnTo>
                  <a:pt x="1785732" y="53964"/>
                </a:lnTo>
                <a:lnTo>
                  <a:pt x="1798417" y="53150"/>
                </a:lnTo>
                <a:lnTo>
                  <a:pt x="1811059" y="52278"/>
                </a:lnTo>
                <a:lnTo>
                  <a:pt x="1823671" y="51398"/>
                </a:lnTo>
                <a:lnTo>
                  <a:pt x="1836265" y="50556"/>
                </a:lnTo>
                <a:lnTo>
                  <a:pt x="1848855" y="49801"/>
                </a:lnTo>
                <a:lnTo>
                  <a:pt x="1861455" y="49181"/>
                </a:lnTo>
                <a:lnTo>
                  <a:pt x="1870471" y="48849"/>
                </a:lnTo>
                <a:lnTo>
                  <a:pt x="1883279" y="48469"/>
                </a:lnTo>
                <a:lnTo>
                  <a:pt x="1896079" y="48048"/>
                </a:lnTo>
                <a:lnTo>
                  <a:pt x="1908864" y="47590"/>
                </a:lnTo>
                <a:lnTo>
                  <a:pt x="1921626" y="47104"/>
                </a:lnTo>
                <a:lnTo>
                  <a:pt x="1934357" y="46596"/>
                </a:lnTo>
                <a:lnTo>
                  <a:pt x="1947050" y="46073"/>
                </a:lnTo>
                <a:lnTo>
                  <a:pt x="1959697" y="45541"/>
                </a:lnTo>
                <a:lnTo>
                  <a:pt x="1972291" y="45008"/>
                </a:lnTo>
                <a:lnTo>
                  <a:pt x="1984823" y="44480"/>
                </a:lnTo>
                <a:lnTo>
                  <a:pt x="1992772" y="44150"/>
                </a:lnTo>
                <a:lnTo>
                  <a:pt x="2005398" y="43644"/>
                </a:lnTo>
                <a:lnTo>
                  <a:pt x="2018068" y="43270"/>
                </a:lnTo>
                <a:lnTo>
                  <a:pt x="2030771" y="42993"/>
                </a:lnTo>
                <a:lnTo>
                  <a:pt x="2043496" y="42778"/>
                </a:lnTo>
                <a:lnTo>
                  <a:pt x="2056231" y="42591"/>
                </a:lnTo>
                <a:lnTo>
                  <a:pt x="2068965" y="42396"/>
                </a:lnTo>
                <a:lnTo>
                  <a:pt x="2081686" y="42159"/>
                </a:lnTo>
                <a:lnTo>
                  <a:pt x="2094383" y="41844"/>
                </a:lnTo>
                <a:lnTo>
                  <a:pt x="2107046" y="41418"/>
                </a:lnTo>
                <a:lnTo>
                  <a:pt x="2117105" y="40975"/>
                </a:lnTo>
                <a:lnTo>
                  <a:pt x="2129851" y="40238"/>
                </a:lnTo>
                <a:lnTo>
                  <a:pt x="2142545" y="39452"/>
                </a:lnTo>
                <a:lnTo>
                  <a:pt x="2155201" y="38626"/>
                </a:lnTo>
                <a:lnTo>
                  <a:pt x="2167832" y="37768"/>
                </a:lnTo>
                <a:lnTo>
                  <a:pt x="2180452" y="36887"/>
                </a:lnTo>
                <a:lnTo>
                  <a:pt x="2193074" y="35991"/>
                </a:lnTo>
                <a:lnTo>
                  <a:pt x="2205712" y="35089"/>
                </a:lnTo>
                <a:lnTo>
                  <a:pt x="2218379" y="34189"/>
                </a:lnTo>
                <a:lnTo>
                  <a:pt x="2231090" y="33299"/>
                </a:lnTo>
                <a:lnTo>
                  <a:pt x="2239533" y="32720"/>
                </a:lnTo>
                <a:lnTo>
                  <a:pt x="2245756" y="32339"/>
                </a:lnTo>
                <a:lnTo>
                  <a:pt x="2246645" y="25608"/>
                </a:lnTo>
                <a:lnTo>
                  <a:pt x="2239533" y="25608"/>
                </a:lnTo>
                <a:lnTo>
                  <a:pt x="2226752" y="25760"/>
                </a:lnTo>
                <a:lnTo>
                  <a:pt x="2213964" y="25943"/>
                </a:lnTo>
                <a:lnTo>
                  <a:pt x="2201182" y="26149"/>
                </a:lnTo>
                <a:lnTo>
                  <a:pt x="2188419" y="26368"/>
                </a:lnTo>
                <a:lnTo>
                  <a:pt x="2175688" y="26589"/>
                </a:lnTo>
                <a:lnTo>
                  <a:pt x="2163002" y="26803"/>
                </a:lnTo>
                <a:lnTo>
                  <a:pt x="2150375" y="27001"/>
                </a:lnTo>
                <a:lnTo>
                  <a:pt x="2137820" y="27173"/>
                </a:lnTo>
                <a:lnTo>
                  <a:pt x="2130440" y="27259"/>
                </a:lnTo>
                <a:lnTo>
                  <a:pt x="2117641" y="27449"/>
                </a:lnTo>
                <a:lnTo>
                  <a:pt x="2104851" y="27735"/>
                </a:lnTo>
                <a:lnTo>
                  <a:pt x="2092078" y="28088"/>
                </a:lnTo>
                <a:lnTo>
                  <a:pt x="2079330" y="28478"/>
                </a:lnTo>
                <a:lnTo>
                  <a:pt x="2066617" y="28876"/>
                </a:lnTo>
                <a:lnTo>
                  <a:pt x="2053945" y="29253"/>
                </a:lnTo>
                <a:lnTo>
                  <a:pt x="2041324" y="29581"/>
                </a:lnTo>
                <a:lnTo>
                  <a:pt x="2028763" y="29830"/>
                </a:lnTo>
                <a:lnTo>
                  <a:pt x="2021601" y="29926"/>
                </a:lnTo>
                <a:lnTo>
                  <a:pt x="2008783" y="30112"/>
                </a:lnTo>
                <a:lnTo>
                  <a:pt x="1996038" y="30314"/>
                </a:lnTo>
                <a:lnTo>
                  <a:pt x="1983349" y="30524"/>
                </a:lnTo>
                <a:lnTo>
                  <a:pt x="1970694" y="30736"/>
                </a:lnTo>
                <a:lnTo>
                  <a:pt x="1958056" y="30945"/>
                </a:lnTo>
                <a:lnTo>
                  <a:pt x="1945414" y="31145"/>
                </a:lnTo>
                <a:lnTo>
                  <a:pt x="1932750" y="31330"/>
                </a:lnTo>
                <a:lnTo>
                  <a:pt x="1920044" y="31493"/>
                </a:lnTo>
                <a:lnTo>
                  <a:pt x="1912508" y="31577"/>
                </a:lnTo>
                <a:lnTo>
                  <a:pt x="1899739" y="31739"/>
                </a:lnTo>
                <a:lnTo>
                  <a:pt x="1887027" y="31948"/>
                </a:lnTo>
                <a:lnTo>
                  <a:pt x="1874353" y="32191"/>
                </a:lnTo>
                <a:lnTo>
                  <a:pt x="1861701" y="32453"/>
                </a:lnTo>
                <a:lnTo>
                  <a:pt x="1849053" y="32719"/>
                </a:lnTo>
                <a:lnTo>
                  <a:pt x="1836394" y="32974"/>
                </a:lnTo>
                <a:lnTo>
                  <a:pt x="1823705" y="33205"/>
                </a:lnTo>
                <a:lnTo>
                  <a:pt x="1810971" y="33396"/>
                </a:lnTo>
                <a:lnTo>
                  <a:pt x="1803669" y="33482"/>
                </a:lnTo>
                <a:lnTo>
                  <a:pt x="1800748" y="33609"/>
                </a:lnTo>
                <a:lnTo>
                  <a:pt x="1782394" y="33520"/>
                </a:lnTo>
                <a:lnTo>
                  <a:pt x="1769675" y="33285"/>
                </a:lnTo>
                <a:lnTo>
                  <a:pt x="1756990" y="32955"/>
                </a:lnTo>
                <a:lnTo>
                  <a:pt x="1744324" y="32577"/>
                </a:lnTo>
                <a:lnTo>
                  <a:pt x="1731663" y="32202"/>
                </a:lnTo>
                <a:lnTo>
                  <a:pt x="1718994" y="31877"/>
                </a:lnTo>
                <a:lnTo>
                  <a:pt x="1706303" y="31653"/>
                </a:lnTo>
                <a:lnTo>
                  <a:pt x="1694576" y="31577"/>
                </a:lnTo>
                <a:lnTo>
                  <a:pt x="1681850" y="31871"/>
                </a:lnTo>
                <a:lnTo>
                  <a:pt x="1669178" y="32434"/>
                </a:lnTo>
                <a:lnTo>
                  <a:pt x="1656540" y="33185"/>
                </a:lnTo>
                <a:lnTo>
                  <a:pt x="1643916" y="34041"/>
                </a:lnTo>
                <a:lnTo>
                  <a:pt x="1631288" y="34922"/>
                </a:lnTo>
                <a:lnTo>
                  <a:pt x="1618636" y="35746"/>
                </a:lnTo>
                <a:lnTo>
                  <a:pt x="1605941" y="36432"/>
                </a:lnTo>
                <a:lnTo>
                  <a:pt x="1593184" y="36897"/>
                </a:lnTo>
                <a:lnTo>
                  <a:pt x="1585483" y="37038"/>
                </a:lnTo>
                <a:lnTo>
                  <a:pt x="1582435" y="37165"/>
                </a:lnTo>
                <a:lnTo>
                  <a:pt x="1580657" y="37165"/>
                </a:lnTo>
                <a:lnTo>
                  <a:pt x="1567929" y="36999"/>
                </a:lnTo>
                <a:lnTo>
                  <a:pt x="1555245" y="36566"/>
                </a:lnTo>
                <a:lnTo>
                  <a:pt x="1542589" y="35956"/>
                </a:lnTo>
                <a:lnTo>
                  <a:pt x="1529943" y="35261"/>
                </a:lnTo>
                <a:lnTo>
                  <a:pt x="1517289" y="34575"/>
                </a:lnTo>
                <a:lnTo>
                  <a:pt x="1504610" y="33989"/>
                </a:lnTo>
                <a:lnTo>
                  <a:pt x="1491888" y="33596"/>
                </a:lnTo>
                <a:lnTo>
                  <a:pt x="1354960" y="33542"/>
                </a:lnTo>
                <a:lnTo>
                  <a:pt x="1342324" y="33699"/>
                </a:lnTo>
                <a:lnTo>
                  <a:pt x="1329649" y="33918"/>
                </a:lnTo>
                <a:lnTo>
                  <a:pt x="1316942" y="34165"/>
                </a:lnTo>
                <a:lnTo>
                  <a:pt x="1304210" y="34406"/>
                </a:lnTo>
                <a:lnTo>
                  <a:pt x="1291460" y="34605"/>
                </a:lnTo>
                <a:lnTo>
                  <a:pt x="1270904" y="34752"/>
                </a:lnTo>
                <a:lnTo>
                  <a:pt x="1222517" y="34625"/>
                </a:lnTo>
                <a:lnTo>
                  <a:pt x="1149619" y="34752"/>
                </a:lnTo>
                <a:lnTo>
                  <a:pt x="1111327" y="34888"/>
                </a:lnTo>
                <a:lnTo>
                  <a:pt x="1051702" y="34920"/>
                </a:lnTo>
                <a:lnTo>
                  <a:pt x="1040526" y="34752"/>
                </a:lnTo>
                <a:lnTo>
                  <a:pt x="1027764" y="34423"/>
                </a:lnTo>
                <a:lnTo>
                  <a:pt x="1015057" y="33991"/>
                </a:lnTo>
                <a:lnTo>
                  <a:pt x="1002390" y="33487"/>
                </a:lnTo>
                <a:lnTo>
                  <a:pt x="989744" y="32943"/>
                </a:lnTo>
                <a:lnTo>
                  <a:pt x="977103" y="32389"/>
                </a:lnTo>
                <a:lnTo>
                  <a:pt x="964450" y="31858"/>
                </a:lnTo>
                <a:lnTo>
                  <a:pt x="951768" y="31381"/>
                </a:lnTo>
                <a:lnTo>
                  <a:pt x="939040" y="30989"/>
                </a:lnTo>
                <a:lnTo>
                  <a:pt x="931687" y="30815"/>
                </a:lnTo>
                <a:lnTo>
                  <a:pt x="918975" y="30606"/>
                </a:lnTo>
                <a:lnTo>
                  <a:pt x="893598" y="30444"/>
                </a:lnTo>
                <a:lnTo>
                  <a:pt x="838942" y="30259"/>
                </a:lnTo>
                <a:lnTo>
                  <a:pt x="826182" y="30019"/>
                </a:lnTo>
                <a:lnTo>
                  <a:pt x="822594" y="29926"/>
                </a:lnTo>
                <a:lnTo>
                  <a:pt x="809756" y="29612"/>
                </a:lnTo>
                <a:lnTo>
                  <a:pt x="796982" y="28998"/>
                </a:lnTo>
                <a:lnTo>
                  <a:pt x="784262" y="28170"/>
                </a:lnTo>
                <a:lnTo>
                  <a:pt x="771585" y="27217"/>
                </a:lnTo>
                <a:lnTo>
                  <a:pt x="758943" y="26225"/>
                </a:lnTo>
                <a:lnTo>
                  <a:pt x="746325" y="25281"/>
                </a:lnTo>
                <a:lnTo>
                  <a:pt x="733721" y="24474"/>
                </a:lnTo>
                <a:lnTo>
                  <a:pt x="721121" y="23890"/>
                </a:lnTo>
                <a:lnTo>
                  <a:pt x="714517" y="23703"/>
                </a:lnTo>
                <a:lnTo>
                  <a:pt x="701741" y="23431"/>
                </a:lnTo>
                <a:lnTo>
                  <a:pt x="689028" y="23148"/>
                </a:lnTo>
                <a:lnTo>
                  <a:pt x="676359" y="22853"/>
                </a:lnTo>
                <a:lnTo>
                  <a:pt x="663716" y="22543"/>
                </a:lnTo>
                <a:lnTo>
                  <a:pt x="651078" y="22218"/>
                </a:lnTo>
                <a:lnTo>
                  <a:pt x="638426" y="21877"/>
                </a:lnTo>
                <a:lnTo>
                  <a:pt x="625742" y="21519"/>
                </a:lnTo>
                <a:lnTo>
                  <a:pt x="613006" y="21142"/>
                </a:lnTo>
                <a:lnTo>
                  <a:pt x="605424" y="20909"/>
                </a:lnTo>
                <a:lnTo>
                  <a:pt x="592673" y="20627"/>
                </a:lnTo>
                <a:lnTo>
                  <a:pt x="579977" y="20317"/>
                </a:lnTo>
                <a:lnTo>
                  <a:pt x="567318" y="19981"/>
                </a:lnTo>
                <a:lnTo>
                  <a:pt x="554676" y="19621"/>
                </a:lnTo>
                <a:lnTo>
                  <a:pt x="542035" y="19239"/>
                </a:lnTo>
                <a:lnTo>
                  <a:pt x="529376" y="18839"/>
                </a:lnTo>
                <a:lnTo>
                  <a:pt x="516680" y="18422"/>
                </a:lnTo>
                <a:lnTo>
                  <a:pt x="503931" y="17991"/>
                </a:lnTo>
                <a:lnTo>
                  <a:pt x="496458" y="17734"/>
                </a:lnTo>
                <a:lnTo>
                  <a:pt x="483925" y="17417"/>
                </a:lnTo>
                <a:lnTo>
                  <a:pt x="471337" y="17152"/>
                </a:lnTo>
                <a:lnTo>
                  <a:pt x="458700" y="16917"/>
                </a:lnTo>
                <a:lnTo>
                  <a:pt x="446021" y="16693"/>
                </a:lnTo>
                <a:lnTo>
                  <a:pt x="433309" y="16460"/>
                </a:lnTo>
                <a:lnTo>
                  <a:pt x="420570" y="16198"/>
                </a:lnTo>
                <a:lnTo>
                  <a:pt x="407811" y="15887"/>
                </a:lnTo>
                <a:lnTo>
                  <a:pt x="395039" y="15507"/>
                </a:lnTo>
                <a:lnTo>
                  <a:pt x="382262" y="15038"/>
                </a:lnTo>
                <a:lnTo>
                  <a:pt x="371490" y="14559"/>
                </a:lnTo>
                <a:lnTo>
                  <a:pt x="358801" y="14061"/>
                </a:lnTo>
                <a:lnTo>
                  <a:pt x="346118" y="13508"/>
                </a:lnTo>
                <a:lnTo>
                  <a:pt x="333440" y="12902"/>
                </a:lnTo>
                <a:lnTo>
                  <a:pt x="320765" y="12245"/>
                </a:lnTo>
                <a:lnTo>
                  <a:pt x="308092" y="11538"/>
                </a:lnTo>
                <a:lnTo>
                  <a:pt x="295419" y="10782"/>
                </a:lnTo>
                <a:lnTo>
                  <a:pt x="282743" y="9981"/>
                </a:lnTo>
                <a:lnTo>
                  <a:pt x="270064" y="9135"/>
                </a:lnTo>
                <a:lnTo>
                  <a:pt x="257380" y="8245"/>
                </a:lnTo>
                <a:lnTo>
                  <a:pt x="248173" y="7574"/>
                </a:lnTo>
                <a:lnTo>
                  <a:pt x="235484" y="6675"/>
                </a:lnTo>
                <a:lnTo>
                  <a:pt x="222802" y="5788"/>
                </a:lnTo>
                <a:lnTo>
                  <a:pt x="210125" y="4926"/>
                </a:lnTo>
                <a:lnTo>
                  <a:pt x="197451" y="4101"/>
                </a:lnTo>
                <a:lnTo>
                  <a:pt x="184778" y="3326"/>
                </a:lnTo>
                <a:lnTo>
                  <a:pt x="172105" y="2611"/>
                </a:lnTo>
                <a:lnTo>
                  <a:pt x="159429" y="1971"/>
                </a:lnTo>
                <a:lnTo>
                  <a:pt x="146749" y="1416"/>
                </a:lnTo>
                <a:lnTo>
                  <a:pt x="134062" y="960"/>
                </a:lnTo>
                <a:lnTo>
                  <a:pt x="117523" y="513"/>
                </a:lnTo>
                <a:lnTo>
                  <a:pt x="104881" y="244"/>
                </a:lnTo>
                <a:lnTo>
                  <a:pt x="92207" y="53"/>
                </a:lnTo>
                <a:lnTo>
                  <a:pt x="62749" y="0"/>
                </a:lnTo>
                <a:lnTo>
                  <a:pt x="50113" y="141"/>
                </a:lnTo>
                <a:lnTo>
                  <a:pt x="37417" y="385"/>
                </a:lnTo>
                <a:lnTo>
                  <a:pt x="24660" y="737"/>
                </a:lnTo>
                <a:lnTo>
                  <a:pt x="11844" y="1202"/>
                </a:lnTo>
                <a:lnTo>
                  <a:pt x="0" y="4616"/>
                </a:lnTo>
                <a:lnTo>
                  <a:pt x="1636" y="10494"/>
                </a:lnTo>
                <a:lnTo>
                  <a:pt x="11572" y="12654"/>
                </a:lnTo>
                <a:lnTo>
                  <a:pt x="12207" y="12654"/>
                </a:lnTo>
                <a:lnTo>
                  <a:pt x="24940" y="13032"/>
                </a:lnTo>
                <a:lnTo>
                  <a:pt x="37655" y="13593"/>
                </a:lnTo>
                <a:lnTo>
                  <a:pt x="50353" y="14286"/>
                </a:lnTo>
                <a:lnTo>
                  <a:pt x="63038" y="15057"/>
                </a:lnTo>
                <a:lnTo>
                  <a:pt x="75711" y="15857"/>
                </a:lnTo>
                <a:lnTo>
                  <a:pt x="88376" y="16633"/>
                </a:lnTo>
                <a:lnTo>
                  <a:pt x="101034" y="17333"/>
                </a:lnTo>
                <a:lnTo>
                  <a:pt x="113689" y="17907"/>
                </a:lnTo>
                <a:lnTo>
                  <a:pt x="119522" y="18115"/>
                </a:lnTo>
                <a:lnTo>
                  <a:pt x="132294" y="18716"/>
                </a:lnTo>
                <a:lnTo>
                  <a:pt x="145058" y="19338"/>
                </a:lnTo>
                <a:lnTo>
                  <a:pt x="157807" y="19979"/>
                </a:lnTo>
                <a:lnTo>
                  <a:pt x="170532" y="20638"/>
                </a:lnTo>
                <a:lnTo>
                  <a:pt x="183227" y="21313"/>
                </a:lnTo>
                <a:lnTo>
                  <a:pt x="195882" y="22004"/>
                </a:lnTo>
                <a:lnTo>
                  <a:pt x="208491" y="22709"/>
                </a:lnTo>
                <a:lnTo>
                  <a:pt x="221046" y="23426"/>
                </a:lnTo>
                <a:lnTo>
                  <a:pt x="225821" y="23703"/>
                </a:lnTo>
                <a:lnTo>
                  <a:pt x="238523" y="24215"/>
                </a:lnTo>
                <a:lnTo>
                  <a:pt x="251290" y="24683"/>
                </a:lnTo>
                <a:lnTo>
                  <a:pt x="264089" y="25127"/>
                </a:lnTo>
                <a:lnTo>
                  <a:pt x="276891" y="25569"/>
                </a:lnTo>
                <a:lnTo>
                  <a:pt x="289662" y="26027"/>
                </a:lnTo>
                <a:lnTo>
                  <a:pt x="302371" y="26521"/>
                </a:lnTo>
                <a:lnTo>
                  <a:pt x="314987" y="27073"/>
                </a:lnTo>
                <a:lnTo>
                  <a:pt x="327479" y="27702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92672" y="3549269"/>
            <a:ext cx="5141956" cy="2299288"/>
          </a:xfrm>
          <a:custGeom>
            <a:avLst/>
            <a:gdLst/>
            <a:ahLst/>
            <a:cxnLst/>
            <a:rect l="l" t="t" r="r" b="b"/>
            <a:pathLst>
              <a:path w="5141956" h="2299288">
                <a:moveTo>
                  <a:pt x="15366" y="1299336"/>
                </a:moveTo>
                <a:lnTo>
                  <a:pt x="15526" y="1559091"/>
                </a:lnTo>
                <a:lnTo>
                  <a:pt x="15671" y="1571971"/>
                </a:lnTo>
                <a:lnTo>
                  <a:pt x="15811" y="1584773"/>
                </a:lnTo>
                <a:lnTo>
                  <a:pt x="15828" y="1622586"/>
                </a:lnTo>
                <a:lnTo>
                  <a:pt x="15579" y="1634952"/>
                </a:lnTo>
                <a:lnTo>
                  <a:pt x="15366" y="1641601"/>
                </a:lnTo>
                <a:lnTo>
                  <a:pt x="15316" y="1654552"/>
                </a:lnTo>
                <a:lnTo>
                  <a:pt x="15185" y="1667358"/>
                </a:lnTo>
                <a:lnTo>
                  <a:pt x="14999" y="1680055"/>
                </a:lnTo>
                <a:lnTo>
                  <a:pt x="14786" y="1692680"/>
                </a:lnTo>
                <a:lnTo>
                  <a:pt x="14575" y="1705270"/>
                </a:lnTo>
                <a:lnTo>
                  <a:pt x="14393" y="1717862"/>
                </a:lnTo>
                <a:lnTo>
                  <a:pt x="14224" y="1742185"/>
                </a:lnTo>
                <a:lnTo>
                  <a:pt x="13786" y="1754939"/>
                </a:lnTo>
                <a:lnTo>
                  <a:pt x="13346" y="1767686"/>
                </a:lnTo>
                <a:lnTo>
                  <a:pt x="12904" y="1780426"/>
                </a:lnTo>
                <a:lnTo>
                  <a:pt x="12460" y="1793159"/>
                </a:lnTo>
                <a:lnTo>
                  <a:pt x="12015" y="1805884"/>
                </a:lnTo>
                <a:lnTo>
                  <a:pt x="11568" y="1818601"/>
                </a:lnTo>
                <a:lnTo>
                  <a:pt x="11120" y="1831310"/>
                </a:lnTo>
                <a:lnTo>
                  <a:pt x="10673" y="1844010"/>
                </a:lnTo>
                <a:lnTo>
                  <a:pt x="10225" y="1856700"/>
                </a:lnTo>
                <a:lnTo>
                  <a:pt x="9778" y="1869381"/>
                </a:lnTo>
                <a:lnTo>
                  <a:pt x="9331" y="1882051"/>
                </a:lnTo>
                <a:lnTo>
                  <a:pt x="8886" y="1894712"/>
                </a:lnTo>
                <a:lnTo>
                  <a:pt x="8442" y="1907361"/>
                </a:lnTo>
                <a:lnTo>
                  <a:pt x="8001" y="1919999"/>
                </a:lnTo>
                <a:lnTo>
                  <a:pt x="7562" y="1932625"/>
                </a:lnTo>
                <a:lnTo>
                  <a:pt x="7238" y="1941956"/>
                </a:lnTo>
                <a:lnTo>
                  <a:pt x="6706" y="1954654"/>
                </a:lnTo>
                <a:lnTo>
                  <a:pt x="6187" y="1967375"/>
                </a:lnTo>
                <a:lnTo>
                  <a:pt x="5679" y="1980108"/>
                </a:lnTo>
                <a:lnTo>
                  <a:pt x="5185" y="1992837"/>
                </a:lnTo>
                <a:lnTo>
                  <a:pt x="4703" y="2005549"/>
                </a:lnTo>
                <a:lnTo>
                  <a:pt x="4234" y="2018232"/>
                </a:lnTo>
                <a:lnTo>
                  <a:pt x="3777" y="2030870"/>
                </a:lnTo>
                <a:lnTo>
                  <a:pt x="3428" y="2040712"/>
                </a:lnTo>
                <a:lnTo>
                  <a:pt x="3238" y="2053516"/>
                </a:lnTo>
                <a:lnTo>
                  <a:pt x="2827" y="2066273"/>
                </a:lnTo>
                <a:lnTo>
                  <a:pt x="2431" y="2078938"/>
                </a:lnTo>
                <a:lnTo>
                  <a:pt x="2286" y="2089759"/>
                </a:lnTo>
                <a:lnTo>
                  <a:pt x="2286" y="2134438"/>
                </a:lnTo>
                <a:lnTo>
                  <a:pt x="0" y="2293975"/>
                </a:lnTo>
                <a:lnTo>
                  <a:pt x="89915" y="2293975"/>
                </a:lnTo>
                <a:lnTo>
                  <a:pt x="963041" y="2295397"/>
                </a:lnTo>
                <a:lnTo>
                  <a:pt x="1511427" y="2295753"/>
                </a:lnTo>
                <a:lnTo>
                  <a:pt x="2274570" y="2297277"/>
                </a:lnTo>
                <a:lnTo>
                  <a:pt x="2421276" y="2297409"/>
                </a:lnTo>
                <a:lnTo>
                  <a:pt x="2985609" y="2297278"/>
                </a:lnTo>
                <a:lnTo>
                  <a:pt x="3007486" y="2297277"/>
                </a:lnTo>
                <a:lnTo>
                  <a:pt x="3588511" y="2296921"/>
                </a:lnTo>
                <a:lnTo>
                  <a:pt x="3739841" y="2297085"/>
                </a:lnTo>
                <a:lnTo>
                  <a:pt x="3814600" y="2297256"/>
                </a:lnTo>
                <a:lnTo>
                  <a:pt x="3863926" y="2297389"/>
                </a:lnTo>
                <a:lnTo>
                  <a:pt x="3912754" y="2297530"/>
                </a:lnTo>
                <a:lnTo>
                  <a:pt x="3961004" y="2297672"/>
                </a:lnTo>
                <a:lnTo>
                  <a:pt x="4008602" y="2297808"/>
                </a:lnTo>
                <a:lnTo>
                  <a:pt x="4078604" y="2297988"/>
                </a:lnTo>
                <a:lnTo>
                  <a:pt x="4169428" y="2298201"/>
                </a:lnTo>
                <a:lnTo>
                  <a:pt x="4257225" y="2298409"/>
                </a:lnTo>
                <a:lnTo>
                  <a:pt x="4341819" y="2298609"/>
                </a:lnTo>
                <a:lnTo>
                  <a:pt x="4423033" y="2298796"/>
                </a:lnTo>
                <a:lnTo>
                  <a:pt x="4500689" y="2298966"/>
                </a:lnTo>
                <a:lnTo>
                  <a:pt x="4574612" y="2299115"/>
                </a:lnTo>
                <a:lnTo>
                  <a:pt x="4678108" y="2299288"/>
                </a:lnTo>
                <a:lnTo>
                  <a:pt x="4929671" y="2299112"/>
                </a:lnTo>
                <a:lnTo>
                  <a:pt x="4972397" y="2298898"/>
                </a:lnTo>
                <a:lnTo>
                  <a:pt x="5010096" y="2298642"/>
                </a:lnTo>
                <a:lnTo>
                  <a:pt x="5042693" y="2298342"/>
                </a:lnTo>
                <a:lnTo>
                  <a:pt x="5081866" y="2297812"/>
                </a:lnTo>
                <a:lnTo>
                  <a:pt x="5115560" y="2296955"/>
                </a:lnTo>
                <a:lnTo>
                  <a:pt x="5127359" y="2295907"/>
                </a:lnTo>
                <a:lnTo>
                  <a:pt x="5124581" y="2295307"/>
                </a:lnTo>
                <a:lnTo>
                  <a:pt x="5093308" y="2293713"/>
                </a:lnTo>
                <a:lnTo>
                  <a:pt x="5058401" y="2292695"/>
                </a:lnTo>
                <a:lnTo>
                  <a:pt x="5028629" y="2291992"/>
                </a:lnTo>
                <a:lnTo>
                  <a:pt x="4993782" y="2291270"/>
                </a:lnTo>
                <a:lnTo>
                  <a:pt x="4953967" y="2290530"/>
                </a:lnTo>
                <a:lnTo>
                  <a:pt x="4909293" y="2289774"/>
                </a:lnTo>
                <a:lnTo>
                  <a:pt x="4898898" y="2289606"/>
                </a:lnTo>
                <a:lnTo>
                  <a:pt x="4874847" y="2289212"/>
                </a:lnTo>
                <a:lnTo>
                  <a:pt x="4849738" y="2288808"/>
                </a:lnTo>
                <a:lnTo>
                  <a:pt x="4823560" y="2288395"/>
                </a:lnTo>
                <a:lnTo>
                  <a:pt x="4796297" y="2287972"/>
                </a:lnTo>
                <a:lnTo>
                  <a:pt x="4767937" y="2287541"/>
                </a:lnTo>
                <a:lnTo>
                  <a:pt x="4738466" y="2287102"/>
                </a:lnTo>
                <a:lnTo>
                  <a:pt x="4707871" y="2286656"/>
                </a:lnTo>
                <a:lnTo>
                  <a:pt x="4676140" y="2286202"/>
                </a:lnTo>
                <a:lnTo>
                  <a:pt x="4643257" y="2285743"/>
                </a:lnTo>
                <a:lnTo>
                  <a:pt x="4609210" y="2285277"/>
                </a:lnTo>
                <a:lnTo>
                  <a:pt x="4573987" y="2284807"/>
                </a:lnTo>
                <a:lnTo>
                  <a:pt x="4537572" y="2284331"/>
                </a:lnTo>
                <a:lnTo>
                  <a:pt x="4499954" y="2283852"/>
                </a:lnTo>
                <a:lnTo>
                  <a:pt x="4461118" y="2283368"/>
                </a:lnTo>
                <a:lnTo>
                  <a:pt x="4421052" y="2282882"/>
                </a:lnTo>
                <a:lnTo>
                  <a:pt x="4379742" y="2282394"/>
                </a:lnTo>
                <a:lnTo>
                  <a:pt x="4337174" y="2281903"/>
                </a:lnTo>
                <a:lnTo>
                  <a:pt x="4293336" y="2281411"/>
                </a:lnTo>
                <a:lnTo>
                  <a:pt x="4248214" y="2280918"/>
                </a:lnTo>
                <a:lnTo>
                  <a:pt x="4201795" y="2280424"/>
                </a:lnTo>
                <a:lnTo>
                  <a:pt x="4178087" y="2280158"/>
                </a:lnTo>
                <a:lnTo>
                  <a:pt x="4129578" y="2279638"/>
                </a:lnTo>
                <a:lnTo>
                  <a:pt x="4079603" y="2279136"/>
                </a:lnTo>
                <a:lnTo>
                  <a:pt x="4028147" y="2278654"/>
                </a:lnTo>
                <a:lnTo>
                  <a:pt x="3975198" y="2278192"/>
                </a:lnTo>
                <a:lnTo>
                  <a:pt x="3920743" y="2277751"/>
                </a:lnTo>
                <a:lnTo>
                  <a:pt x="3864769" y="2277332"/>
                </a:lnTo>
                <a:lnTo>
                  <a:pt x="3807263" y="2276936"/>
                </a:lnTo>
                <a:lnTo>
                  <a:pt x="3748212" y="2276565"/>
                </a:lnTo>
                <a:lnTo>
                  <a:pt x="3687603" y="2276219"/>
                </a:lnTo>
                <a:lnTo>
                  <a:pt x="3625361" y="2275896"/>
                </a:lnTo>
                <a:lnTo>
                  <a:pt x="3562158" y="2275589"/>
                </a:lnTo>
                <a:lnTo>
                  <a:pt x="3498334" y="2275301"/>
                </a:lnTo>
                <a:lnTo>
                  <a:pt x="3433953" y="2275032"/>
                </a:lnTo>
                <a:lnTo>
                  <a:pt x="3336480" y="2274666"/>
                </a:lnTo>
                <a:lnTo>
                  <a:pt x="3270989" y="2274450"/>
                </a:lnTo>
                <a:lnTo>
                  <a:pt x="3205166" y="2274256"/>
                </a:lnTo>
                <a:lnTo>
                  <a:pt x="3139075" y="2274086"/>
                </a:lnTo>
                <a:lnTo>
                  <a:pt x="3072779" y="2273940"/>
                </a:lnTo>
                <a:lnTo>
                  <a:pt x="2973104" y="2273769"/>
                </a:lnTo>
                <a:lnTo>
                  <a:pt x="2873245" y="2273641"/>
                </a:lnTo>
                <a:lnTo>
                  <a:pt x="2740074" y="2273496"/>
                </a:lnTo>
                <a:lnTo>
                  <a:pt x="2607336" y="2273334"/>
                </a:lnTo>
                <a:lnTo>
                  <a:pt x="2508371" y="2273170"/>
                </a:lnTo>
                <a:lnTo>
                  <a:pt x="2442792" y="2273029"/>
                </a:lnTo>
                <a:lnTo>
                  <a:pt x="2377607" y="2272855"/>
                </a:lnTo>
                <a:lnTo>
                  <a:pt x="2345181" y="2272753"/>
                </a:lnTo>
                <a:lnTo>
                  <a:pt x="1577467" y="2270518"/>
                </a:lnTo>
                <a:lnTo>
                  <a:pt x="1015873" y="2269451"/>
                </a:lnTo>
                <a:lnTo>
                  <a:pt x="122300" y="2268740"/>
                </a:lnTo>
                <a:lnTo>
                  <a:pt x="80263" y="2268740"/>
                </a:lnTo>
                <a:lnTo>
                  <a:pt x="81406" y="2139162"/>
                </a:lnTo>
                <a:lnTo>
                  <a:pt x="81833" y="2126054"/>
                </a:lnTo>
                <a:lnTo>
                  <a:pt x="82137" y="2113191"/>
                </a:lnTo>
                <a:lnTo>
                  <a:pt x="82340" y="2100509"/>
                </a:lnTo>
                <a:lnTo>
                  <a:pt x="82524" y="2075422"/>
                </a:lnTo>
                <a:lnTo>
                  <a:pt x="82609" y="2038660"/>
                </a:lnTo>
                <a:lnTo>
                  <a:pt x="82762" y="2026234"/>
                </a:lnTo>
                <a:lnTo>
                  <a:pt x="82973" y="2013680"/>
                </a:lnTo>
                <a:lnTo>
                  <a:pt x="83208" y="2000999"/>
                </a:lnTo>
                <a:lnTo>
                  <a:pt x="83429" y="1988190"/>
                </a:lnTo>
                <a:lnTo>
                  <a:pt x="83601" y="1975253"/>
                </a:lnTo>
                <a:lnTo>
                  <a:pt x="83692" y="1958720"/>
                </a:lnTo>
                <a:lnTo>
                  <a:pt x="84123" y="1946887"/>
                </a:lnTo>
                <a:lnTo>
                  <a:pt x="84534" y="1934948"/>
                </a:lnTo>
                <a:lnTo>
                  <a:pt x="84927" y="1922902"/>
                </a:lnTo>
                <a:lnTo>
                  <a:pt x="85307" y="1910747"/>
                </a:lnTo>
                <a:lnTo>
                  <a:pt x="85674" y="1898483"/>
                </a:lnTo>
                <a:lnTo>
                  <a:pt x="86033" y="1886107"/>
                </a:lnTo>
                <a:lnTo>
                  <a:pt x="86385" y="1873619"/>
                </a:lnTo>
                <a:lnTo>
                  <a:pt x="86735" y="1861019"/>
                </a:lnTo>
                <a:lnTo>
                  <a:pt x="87084" y="1848303"/>
                </a:lnTo>
                <a:lnTo>
                  <a:pt x="87435" y="1835472"/>
                </a:lnTo>
                <a:lnTo>
                  <a:pt x="87790" y="1822524"/>
                </a:lnTo>
                <a:lnTo>
                  <a:pt x="88154" y="1809457"/>
                </a:lnTo>
                <a:lnTo>
                  <a:pt x="88528" y="1796272"/>
                </a:lnTo>
                <a:lnTo>
                  <a:pt x="88916" y="1782965"/>
                </a:lnTo>
                <a:lnTo>
                  <a:pt x="89319" y="1769537"/>
                </a:lnTo>
                <a:lnTo>
                  <a:pt x="89742" y="1755986"/>
                </a:lnTo>
                <a:lnTo>
                  <a:pt x="89915" y="1750567"/>
                </a:lnTo>
                <a:lnTo>
                  <a:pt x="90084" y="1737998"/>
                </a:lnTo>
                <a:lnTo>
                  <a:pt x="90214" y="1725397"/>
                </a:lnTo>
                <a:lnTo>
                  <a:pt x="90374" y="1700113"/>
                </a:lnTo>
                <a:lnTo>
                  <a:pt x="90239" y="1611071"/>
                </a:lnTo>
                <a:lnTo>
                  <a:pt x="90055" y="1572833"/>
                </a:lnTo>
                <a:lnTo>
                  <a:pt x="89916" y="1521975"/>
                </a:lnTo>
                <a:lnTo>
                  <a:pt x="89915" y="1519681"/>
                </a:lnTo>
                <a:lnTo>
                  <a:pt x="89711" y="1507306"/>
                </a:lnTo>
                <a:lnTo>
                  <a:pt x="89509" y="1494891"/>
                </a:lnTo>
                <a:lnTo>
                  <a:pt x="89311" y="1482436"/>
                </a:lnTo>
                <a:lnTo>
                  <a:pt x="89119" y="1469943"/>
                </a:lnTo>
                <a:lnTo>
                  <a:pt x="88932" y="1457411"/>
                </a:lnTo>
                <a:lnTo>
                  <a:pt x="88753" y="1444842"/>
                </a:lnTo>
                <a:lnTo>
                  <a:pt x="88582" y="1432235"/>
                </a:lnTo>
                <a:lnTo>
                  <a:pt x="88419" y="1419592"/>
                </a:lnTo>
                <a:lnTo>
                  <a:pt x="88267" y="1406912"/>
                </a:lnTo>
                <a:lnTo>
                  <a:pt x="88126" y="1394197"/>
                </a:lnTo>
                <a:lnTo>
                  <a:pt x="87996" y="1381446"/>
                </a:lnTo>
                <a:lnTo>
                  <a:pt x="87777" y="1355839"/>
                </a:lnTo>
                <a:lnTo>
                  <a:pt x="87617" y="1330098"/>
                </a:lnTo>
                <a:lnTo>
                  <a:pt x="87502" y="1285112"/>
                </a:lnTo>
                <a:lnTo>
                  <a:pt x="87292" y="1272453"/>
                </a:lnTo>
                <a:lnTo>
                  <a:pt x="87106" y="1259862"/>
                </a:lnTo>
                <a:lnTo>
                  <a:pt x="86946" y="1247326"/>
                </a:lnTo>
                <a:lnTo>
                  <a:pt x="86813" y="1234833"/>
                </a:lnTo>
                <a:lnTo>
                  <a:pt x="86630" y="1209923"/>
                </a:lnTo>
                <a:lnTo>
                  <a:pt x="86828" y="1134866"/>
                </a:lnTo>
                <a:lnTo>
                  <a:pt x="86981" y="1122172"/>
                </a:lnTo>
                <a:lnTo>
                  <a:pt x="87171" y="1109391"/>
                </a:lnTo>
                <a:lnTo>
                  <a:pt x="87399" y="1096509"/>
                </a:lnTo>
                <a:lnTo>
                  <a:pt x="87665" y="1083515"/>
                </a:lnTo>
                <a:lnTo>
                  <a:pt x="87972" y="1070394"/>
                </a:lnTo>
                <a:lnTo>
                  <a:pt x="88320" y="1057134"/>
                </a:lnTo>
                <a:lnTo>
                  <a:pt x="88645" y="1045844"/>
                </a:lnTo>
                <a:lnTo>
                  <a:pt x="88835" y="1033292"/>
                </a:lnTo>
                <a:lnTo>
                  <a:pt x="89205" y="1007972"/>
                </a:lnTo>
                <a:lnTo>
                  <a:pt x="89558" y="982364"/>
                </a:lnTo>
                <a:lnTo>
                  <a:pt x="89889" y="956471"/>
                </a:lnTo>
                <a:lnTo>
                  <a:pt x="90190" y="930293"/>
                </a:lnTo>
                <a:lnTo>
                  <a:pt x="90457" y="903833"/>
                </a:lnTo>
                <a:lnTo>
                  <a:pt x="90682" y="877091"/>
                </a:lnTo>
                <a:lnTo>
                  <a:pt x="90860" y="850070"/>
                </a:lnTo>
                <a:lnTo>
                  <a:pt x="91025" y="809017"/>
                </a:lnTo>
                <a:lnTo>
                  <a:pt x="90880" y="715418"/>
                </a:lnTo>
                <a:lnTo>
                  <a:pt x="90736" y="688923"/>
                </a:lnTo>
                <a:lnTo>
                  <a:pt x="90572" y="662349"/>
                </a:lnTo>
                <a:lnTo>
                  <a:pt x="90402" y="635698"/>
                </a:lnTo>
                <a:lnTo>
                  <a:pt x="90238" y="608972"/>
                </a:lnTo>
                <a:lnTo>
                  <a:pt x="90094" y="582171"/>
                </a:lnTo>
                <a:lnTo>
                  <a:pt x="89948" y="541836"/>
                </a:lnTo>
                <a:lnTo>
                  <a:pt x="89774" y="417620"/>
                </a:lnTo>
                <a:lnTo>
                  <a:pt x="89610" y="368653"/>
                </a:lnTo>
                <a:lnTo>
                  <a:pt x="89395" y="319401"/>
                </a:lnTo>
                <a:lnTo>
                  <a:pt x="89271" y="294657"/>
                </a:lnTo>
                <a:lnTo>
                  <a:pt x="89138" y="269827"/>
                </a:lnTo>
                <a:lnTo>
                  <a:pt x="88995" y="244906"/>
                </a:lnTo>
                <a:lnTo>
                  <a:pt x="88846" y="219890"/>
                </a:lnTo>
                <a:lnTo>
                  <a:pt x="88689" y="194774"/>
                </a:lnTo>
                <a:lnTo>
                  <a:pt x="88528" y="169553"/>
                </a:lnTo>
                <a:lnTo>
                  <a:pt x="88362" y="144222"/>
                </a:lnTo>
                <a:lnTo>
                  <a:pt x="88192" y="118776"/>
                </a:lnTo>
                <a:lnTo>
                  <a:pt x="88021" y="93210"/>
                </a:lnTo>
                <a:lnTo>
                  <a:pt x="87848" y="67520"/>
                </a:lnTo>
                <a:lnTo>
                  <a:pt x="87675" y="41701"/>
                </a:lnTo>
                <a:lnTo>
                  <a:pt x="87502" y="15747"/>
                </a:lnTo>
                <a:lnTo>
                  <a:pt x="2001647" y="14731"/>
                </a:lnTo>
                <a:lnTo>
                  <a:pt x="3012567" y="13461"/>
                </a:lnTo>
                <a:lnTo>
                  <a:pt x="3352004" y="13616"/>
                </a:lnTo>
                <a:lnTo>
                  <a:pt x="3436603" y="13756"/>
                </a:lnTo>
                <a:lnTo>
                  <a:pt x="3521541" y="13932"/>
                </a:lnTo>
                <a:lnTo>
                  <a:pt x="3606838" y="14141"/>
                </a:lnTo>
                <a:lnTo>
                  <a:pt x="3692515" y="14379"/>
                </a:lnTo>
                <a:lnTo>
                  <a:pt x="3735503" y="14507"/>
                </a:lnTo>
                <a:lnTo>
                  <a:pt x="3778593" y="14640"/>
                </a:lnTo>
                <a:lnTo>
                  <a:pt x="3821788" y="14778"/>
                </a:lnTo>
                <a:lnTo>
                  <a:pt x="3865091" y="14920"/>
                </a:lnTo>
                <a:lnTo>
                  <a:pt x="3908505" y="15066"/>
                </a:lnTo>
                <a:lnTo>
                  <a:pt x="3952031" y="15215"/>
                </a:lnTo>
                <a:lnTo>
                  <a:pt x="3995674" y="15366"/>
                </a:lnTo>
                <a:lnTo>
                  <a:pt x="4071768" y="15514"/>
                </a:lnTo>
                <a:lnTo>
                  <a:pt x="4173511" y="15643"/>
                </a:lnTo>
                <a:lnTo>
                  <a:pt x="4770818" y="15478"/>
                </a:lnTo>
                <a:lnTo>
                  <a:pt x="4846640" y="15299"/>
                </a:lnTo>
                <a:lnTo>
                  <a:pt x="4896675" y="15158"/>
                </a:lnTo>
                <a:lnTo>
                  <a:pt x="4946314" y="15000"/>
                </a:lnTo>
                <a:lnTo>
                  <a:pt x="4995568" y="14825"/>
                </a:lnTo>
                <a:lnTo>
                  <a:pt x="5081016" y="14731"/>
                </a:lnTo>
                <a:lnTo>
                  <a:pt x="5081016" y="32892"/>
                </a:lnTo>
                <a:lnTo>
                  <a:pt x="5081423" y="45756"/>
                </a:lnTo>
                <a:lnTo>
                  <a:pt x="5082046" y="58419"/>
                </a:lnTo>
                <a:lnTo>
                  <a:pt x="5082283" y="77261"/>
                </a:lnTo>
                <a:lnTo>
                  <a:pt x="5082578" y="90055"/>
                </a:lnTo>
                <a:lnTo>
                  <a:pt x="5082925" y="102759"/>
                </a:lnTo>
                <a:lnTo>
                  <a:pt x="5083205" y="115360"/>
                </a:lnTo>
                <a:lnTo>
                  <a:pt x="5083339" y="139071"/>
                </a:lnTo>
                <a:lnTo>
                  <a:pt x="5083562" y="164606"/>
                </a:lnTo>
                <a:lnTo>
                  <a:pt x="5083693" y="177319"/>
                </a:lnTo>
                <a:lnTo>
                  <a:pt x="5083862" y="202663"/>
                </a:lnTo>
                <a:lnTo>
                  <a:pt x="5083725" y="227931"/>
                </a:lnTo>
                <a:lnTo>
                  <a:pt x="5083476" y="240551"/>
                </a:lnTo>
                <a:lnTo>
                  <a:pt x="5083302" y="246633"/>
                </a:lnTo>
                <a:lnTo>
                  <a:pt x="5082959" y="260358"/>
                </a:lnTo>
                <a:lnTo>
                  <a:pt x="5082616" y="274100"/>
                </a:lnTo>
                <a:lnTo>
                  <a:pt x="5082272" y="287860"/>
                </a:lnTo>
                <a:lnTo>
                  <a:pt x="5081929" y="301638"/>
                </a:lnTo>
                <a:lnTo>
                  <a:pt x="5081585" y="315434"/>
                </a:lnTo>
                <a:lnTo>
                  <a:pt x="5081241" y="329248"/>
                </a:lnTo>
                <a:lnTo>
                  <a:pt x="5080896" y="343082"/>
                </a:lnTo>
                <a:lnTo>
                  <a:pt x="5080550" y="356935"/>
                </a:lnTo>
                <a:lnTo>
                  <a:pt x="5080204" y="370807"/>
                </a:lnTo>
                <a:lnTo>
                  <a:pt x="5079857" y="384698"/>
                </a:lnTo>
                <a:lnTo>
                  <a:pt x="5079508" y="398610"/>
                </a:lnTo>
                <a:lnTo>
                  <a:pt x="5079159" y="412542"/>
                </a:lnTo>
                <a:lnTo>
                  <a:pt x="5078809" y="426495"/>
                </a:lnTo>
                <a:lnTo>
                  <a:pt x="5078457" y="440468"/>
                </a:lnTo>
                <a:lnTo>
                  <a:pt x="5078104" y="454463"/>
                </a:lnTo>
                <a:lnTo>
                  <a:pt x="5077750" y="468479"/>
                </a:lnTo>
                <a:lnTo>
                  <a:pt x="5077394" y="482517"/>
                </a:lnTo>
                <a:lnTo>
                  <a:pt x="5077037" y="496577"/>
                </a:lnTo>
                <a:lnTo>
                  <a:pt x="5076678" y="510659"/>
                </a:lnTo>
                <a:lnTo>
                  <a:pt x="5076317" y="524763"/>
                </a:lnTo>
                <a:lnTo>
                  <a:pt x="5076127" y="539018"/>
                </a:lnTo>
                <a:lnTo>
                  <a:pt x="5075977" y="553242"/>
                </a:lnTo>
                <a:lnTo>
                  <a:pt x="5075780" y="581584"/>
                </a:lnTo>
                <a:lnTo>
                  <a:pt x="5075914" y="692995"/>
                </a:lnTo>
                <a:lnTo>
                  <a:pt x="5076052" y="720209"/>
                </a:lnTo>
                <a:lnTo>
                  <a:pt x="5076182" y="747109"/>
                </a:lnTo>
                <a:lnTo>
                  <a:pt x="5076317" y="799845"/>
                </a:lnTo>
                <a:lnTo>
                  <a:pt x="5076482" y="813226"/>
                </a:lnTo>
                <a:lnTo>
                  <a:pt x="5076631" y="826507"/>
                </a:lnTo>
                <a:lnTo>
                  <a:pt x="5076765" y="839695"/>
                </a:lnTo>
                <a:lnTo>
                  <a:pt x="5076986" y="865805"/>
                </a:lnTo>
                <a:lnTo>
                  <a:pt x="5077155" y="891590"/>
                </a:lnTo>
                <a:lnTo>
                  <a:pt x="5077325" y="929735"/>
                </a:lnTo>
                <a:lnTo>
                  <a:pt x="5077452" y="1004536"/>
                </a:lnTo>
                <a:lnTo>
                  <a:pt x="5077459" y="1049146"/>
                </a:lnTo>
                <a:lnTo>
                  <a:pt x="5077652" y="1062579"/>
                </a:lnTo>
                <a:lnTo>
                  <a:pt x="5077824" y="1075936"/>
                </a:lnTo>
                <a:lnTo>
                  <a:pt x="5077980" y="1089218"/>
                </a:lnTo>
                <a:lnTo>
                  <a:pt x="5078121" y="1102422"/>
                </a:lnTo>
                <a:lnTo>
                  <a:pt x="5078248" y="1115548"/>
                </a:lnTo>
                <a:lnTo>
                  <a:pt x="5078474" y="1141557"/>
                </a:lnTo>
                <a:lnTo>
                  <a:pt x="5078675" y="1167235"/>
                </a:lnTo>
                <a:lnTo>
                  <a:pt x="5078867" y="1192571"/>
                </a:lnTo>
                <a:lnTo>
                  <a:pt x="5079069" y="1217554"/>
                </a:lnTo>
                <a:lnTo>
                  <a:pt x="5079298" y="1242172"/>
                </a:lnTo>
                <a:lnTo>
                  <a:pt x="5079429" y="1254341"/>
                </a:lnTo>
                <a:lnTo>
                  <a:pt x="5079572" y="1266415"/>
                </a:lnTo>
                <a:lnTo>
                  <a:pt x="5079731" y="1278392"/>
                </a:lnTo>
                <a:lnTo>
                  <a:pt x="5079873" y="1288033"/>
                </a:lnTo>
                <a:lnTo>
                  <a:pt x="5080069" y="1301565"/>
                </a:lnTo>
                <a:lnTo>
                  <a:pt x="5080241" y="1315025"/>
                </a:lnTo>
                <a:lnTo>
                  <a:pt x="5080391" y="1328405"/>
                </a:lnTo>
                <a:lnTo>
                  <a:pt x="5080521" y="1341697"/>
                </a:lnTo>
                <a:lnTo>
                  <a:pt x="5080723" y="1367992"/>
                </a:lnTo>
                <a:lnTo>
                  <a:pt x="5080861" y="1393850"/>
                </a:lnTo>
                <a:lnTo>
                  <a:pt x="5080993" y="1444018"/>
                </a:lnTo>
                <a:lnTo>
                  <a:pt x="5081016" y="1496694"/>
                </a:lnTo>
                <a:lnTo>
                  <a:pt x="5080786" y="1509628"/>
                </a:lnTo>
                <a:lnTo>
                  <a:pt x="5080325" y="1535424"/>
                </a:lnTo>
                <a:lnTo>
                  <a:pt x="5079862" y="1561108"/>
                </a:lnTo>
                <a:lnTo>
                  <a:pt x="5079394" y="1586659"/>
                </a:lnTo>
                <a:lnTo>
                  <a:pt x="5078920" y="1612058"/>
                </a:lnTo>
                <a:lnTo>
                  <a:pt x="5078437" y="1637283"/>
                </a:lnTo>
                <a:lnTo>
                  <a:pt x="5077944" y="1662315"/>
                </a:lnTo>
                <a:lnTo>
                  <a:pt x="5077459" y="1686178"/>
                </a:lnTo>
                <a:lnTo>
                  <a:pt x="5076952" y="1699355"/>
                </a:lnTo>
                <a:lnTo>
                  <a:pt x="5076517" y="1712482"/>
                </a:lnTo>
                <a:lnTo>
                  <a:pt x="5076149" y="1725554"/>
                </a:lnTo>
                <a:lnTo>
                  <a:pt x="5075843" y="1738564"/>
                </a:lnTo>
                <a:lnTo>
                  <a:pt x="5075592" y="1751507"/>
                </a:lnTo>
                <a:lnTo>
                  <a:pt x="5075391" y="1764376"/>
                </a:lnTo>
                <a:lnTo>
                  <a:pt x="5075235" y="1777166"/>
                </a:lnTo>
                <a:lnTo>
                  <a:pt x="5075034" y="1802480"/>
                </a:lnTo>
                <a:lnTo>
                  <a:pt x="5074920" y="1863597"/>
                </a:lnTo>
                <a:lnTo>
                  <a:pt x="5075558" y="1877523"/>
                </a:lnTo>
                <a:lnTo>
                  <a:pt x="5076138" y="1891196"/>
                </a:lnTo>
                <a:lnTo>
                  <a:pt x="5076659" y="1904622"/>
                </a:lnTo>
                <a:lnTo>
                  <a:pt x="5077122" y="1917806"/>
                </a:lnTo>
                <a:lnTo>
                  <a:pt x="5077526" y="1930753"/>
                </a:lnTo>
                <a:lnTo>
                  <a:pt x="5077872" y="1943468"/>
                </a:lnTo>
                <a:lnTo>
                  <a:pt x="5078160" y="1955957"/>
                </a:lnTo>
                <a:lnTo>
                  <a:pt x="5078389" y="1968224"/>
                </a:lnTo>
                <a:lnTo>
                  <a:pt x="5078559" y="1980275"/>
                </a:lnTo>
                <a:lnTo>
                  <a:pt x="5078724" y="2003748"/>
                </a:lnTo>
                <a:lnTo>
                  <a:pt x="5078730" y="2008504"/>
                </a:lnTo>
                <a:lnTo>
                  <a:pt x="5079376" y="2024719"/>
                </a:lnTo>
                <a:lnTo>
                  <a:pt x="5080027" y="2040473"/>
                </a:lnTo>
                <a:lnTo>
                  <a:pt x="5080685" y="2055764"/>
                </a:lnTo>
                <a:lnTo>
                  <a:pt x="5081351" y="2070588"/>
                </a:lnTo>
                <a:lnTo>
                  <a:pt x="5082028" y="2084945"/>
                </a:lnTo>
                <a:lnTo>
                  <a:pt x="5082718" y="2098831"/>
                </a:lnTo>
                <a:lnTo>
                  <a:pt x="5083421" y="2112242"/>
                </a:lnTo>
                <a:lnTo>
                  <a:pt x="5084141" y="2125178"/>
                </a:lnTo>
                <a:lnTo>
                  <a:pt x="5084879" y="2137635"/>
                </a:lnTo>
                <a:lnTo>
                  <a:pt x="5085636" y="2149610"/>
                </a:lnTo>
                <a:lnTo>
                  <a:pt x="5086415" y="2161101"/>
                </a:lnTo>
                <a:lnTo>
                  <a:pt x="5087218" y="2172106"/>
                </a:lnTo>
                <a:lnTo>
                  <a:pt x="5088047" y="2182621"/>
                </a:lnTo>
                <a:lnTo>
                  <a:pt x="5088902" y="2192644"/>
                </a:lnTo>
                <a:lnTo>
                  <a:pt x="5089787" y="2202172"/>
                </a:lnTo>
                <a:lnTo>
                  <a:pt x="5093197" y="2232850"/>
                </a:lnTo>
                <a:lnTo>
                  <a:pt x="5095957" y="2250990"/>
                </a:lnTo>
                <a:lnTo>
                  <a:pt x="5098930" y="2265180"/>
                </a:lnTo>
                <a:lnTo>
                  <a:pt x="5102104" y="2275314"/>
                </a:lnTo>
                <a:lnTo>
                  <a:pt x="5108448" y="2283002"/>
                </a:lnTo>
                <a:lnTo>
                  <a:pt x="5112057" y="2280814"/>
                </a:lnTo>
                <a:lnTo>
                  <a:pt x="5118153" y="2263449"/>
                </a:lnTo>
                <a:lnTo>
                  <a:pt x="5120842" y="2248369"/>
                </a:lnTo>
                <a:lnTo>
                  <a:pt x="5123424" y="2229089"/>
                </a:lnTo>
                <a:lnTo>
                  <a:pt x="5125338" y="2212022"/>
                </a:lnTo>
                <a:lnTo>
                  <a:pt x="5126608" y="2193500"/>
                </a:lnTo>
                <a:lnTo>
                  <a:pt x="5127199" y="2183472"/>
                </a:lnTo>
                <a:lnTo>
                  <a:pt x="5127762" y="2172940"/>
                </a:lnTo>
                <a:lnTo>
                  <a:pt x="5128297" y="2161909"/>
                </a:lnTo>
                <a:lnTo>
                  <a:pt x="5128805" y="2150385"/>
                </a:lnTo>
                <a:lnTo>
                  <a:pt x="5129285" y="2138373"/>
                </a:lnTo>
                <a:lnTo>
                  <a:pt x="5129738" y="2125878"/>
                </a:lnTo>
                <a:lnTo>
                  <a:pt x="5130164" y="2112905"/>
                </a:lnTo>
                <a:lnTo>
                  <a:pt x="5130564" y="2099461"/>
                </a:lnTo>
                <a:lnTo>
                  <a:pt x="5130938" y="2085550"/>
                </a:lnTo>
                <a:lnTo>
                  <a:pt x="5131287" y="2071178"/>
                </a:lnTo>
                <a:lnTo>
                  <a:pt x="5131611" y="2056350"/>
                </a:lnTo>
                <a:lnTo>
                  <a:pt x="5131910" y="2041072"/>
                </a:lnTo>
                <a:lnTo>
                  <a:pt x="5132185" y="2025349"/>
                </a:lnTo>
                <a:lnTo>
                  <a:pt x="5132435" y="2009185"/>
                </a:lnTo>
                <a:lnTo>
                  <a:pt x="5132451" y="2008123"/>
                </a:lnTo>
                <a:lnTo>
                  <a:pt x="5132786" y="1996516"/>
                </a:lnTo>
                <a:lnTo>
                  <a:pt x="5133063" y="1984677"/>
                </a:lnTo>
                <a:lnTo>
                  <a:pt x="5133286" y="1972613"/>
                </a:lnTo>
                <a:lnTo>
                  <a:pt x="5133463" y="1960332"/>
                </a:lnTo>
                <a:lnTo>
                  <a:pt x="5133598" y="1947841"/>
                </a:lnTo>
                <a:lnTo>
                  <a:pt x="5133766" y="1922257"/>
                </a:lnTo>
                <a:lnTo>
                  <a:pt x="5133848" y="1862835"/>
                </a:lnTo>
                <a:lnTo>
                  <a:pt x="5134115" y="1851381"/>
                </a:lnTo>
                <a:lnTo>
                  <a:pt x="5134383" y="1839718"/>
                </a:lnTo>
                <a:lnTo>
                  <a:pt x="5134651" y="1827845"/>
                </a:lnTo>
                <a:lnTo>
                  <a:pt x="5134921" y="1815763"/>
                </a:lnTo>
                <a:lnTo>
                  <a:pt x="5135192" y="1803471"/>
                </a:lnTo>
                <a:lnTo>
                  <a:pt x="5135465" y="1790969"/>
                </a:lnTo>
                <a:lnTo>
                  <a:pt x="5135740" y="1778256"/>
                </a:lnTo>
                <a:lnTo>
                  <a:pt x="5136018" y="1765331"/>
                </a:lnTo>
                <a:lnTo>
                  <a:pt x="5136298" y="1752196"/>
                </a:lnTo>
                <a:lnTo>
                  <a:pt x="5136582" y="1738848"/>
                </a:lnTo>
                <a:lnTo>
                  <a:pt x="5136869" y="1725289"/>
                </a:lnTo>
                <a:lnTo>
                  <a:pt x="5137160" y="1711516"/>
                </a:lnTo>
                <a:lnTo>
                  <a:pt x="5137404" y="1700021"/>
                </a:lnTo>
                <a:lnTo>
                  <a:pt x="5137836" y="1688523"/>
                </a:lnTo>
                <a:lnTo>
                  <a:pt x="5138687" y="1665064"/>
                </a:lnTo>
                <a:lnTo>
                  <a:pt x="5139496" y="1640977"/>
                </a:lnTo>
                <a:lnTo>
                  <a:pt x="5140236" y="1616249"/>
                </a:lnTo>
                <a:lnTo>
                  <a:pt x="5140880" y="1590865"/>
                </a:lnTo>
                <a:lnTo>
                  <a:pt x="5141400" y="1564812"/>
                </a:lnTo>
                <a:lnTo>
                  <a:pt x="5141768" y="1538076"/>
                </a:lnTo>
                <a:lnTo>
                  <a:pt x="5141956" y="1510644"/>
                </a:lnTo>
                <a:lnTo>
                  <a:pt x="5141816" y="1448107"/>
                </a:lnTo>
                <a:lnTo>
                  <a:pt x="5141631" y="1422869"/>
                </a:lnTo>
                <a:lnTo>
                  <a:pt x="5141388" y="1397656"/>
                </a:lnTo>
                <a:lnTo>
                  <a:pt x="5141099" y="1372417"/>
                </a:lnTo>
                <a:lnTo>
                  <a:pt x="5140771" y="1347103"/>
                </a:lnTo>
                <a:lnTo>
                  <a:pt x="5140415" y="1321665"/>
                </a:lnTo>
                <a:lnTo>
                  <a:pt x="5140040" y="1296053"/>
                </a:lnTo>
                <a:lnTo>
                  <a:pt x="5139689" y="1272412"/>
                </a:lnTo>
                <a:lnTo>
                  <a:pt x="5139324" y="1259852"/>
                </a:lnTo>
                <a:lnTo>
                  <a:pt x="5138975" y="1247273"/>
                </a:lnTo>
                <a:lnTo>
                  <a:pt x="5138643" y="1234677"/>
                </a:lnTo>
                <a:lnTo>
                  <a:pt x="5138327" y="1222064"/>
                </a:lnTo>
                <a:lnTo>
                  <a:pt x="5138025" y="1209434"/>
                </a:lnTo>
                <a:lnTo>
                  <a:pt x="5137738" y="1196788"/>
                </a:lnTo>
                <a:lnTo>
                  <a:pt x="5137463" y="1184126"/>
                </a:lnTo>
                <a:lnTo>
                  <a:pt x="5137200" y="1171448"/>
                </a:lnTo>
                <a:lnTo>
                  <a:pt x="5136949" y="1158756"/>
                </a:lnTo>
                <a:lnTo>
                  <a:pt x="5136708" y="1146048"/>
                </a:lnTo>
                <a:lnTo>
                  <a:pt x="5136476" y="1133326"/>
                </a:lnTo>
                <a:lnTo>
                  <a:pt x="5136253" y="1120589"/>
                </a:lnTo>
                <a:lnTo>
                  <a:pt x="5136038" y="1107839"/>
                </a:lnTo>
                <a:lnTo>
                  <a:pt x="5135829" y="1095076"/>
                </a:lnTo>
                <a:lnTo>
                  <a:pt x="5135627" y="1082300"/>
                </a:lnTo>
                <a:lnTo>
                  <a:pt x="5135430" y="1069511"/>
                </a:lnTo>
                <a:lnTo>
                  <a:pt x="5135237" y="1056710"/>
                </a:lnTo>
                <a:lnTo>
                  <a:pt x="5135048" y="1043897"/>
                </a:lnTo>
                <a:lnTo>
                  <a:pt x="5134808" y="1027188"/>
                </a:lnTo>
                <a:lnTo>
                  <a:pt x="5134605" y="1014349"/>
                </a:lnTo>
                <a:lnTo>
                  <a:pt x="5134384" y="1001487"/>
                </a:lnTo>
                <a:lnTo>
                  <a:pt x="5134146" y="988604"/>
                </a:lnTo>
                <a:lnTo>
                  <a:pt x="5133895" y="975703"/>
                </a:lnTo>
                <a:lnTo>
                  <a:pt x="5133633" y="962785"/>
                </a:lnTo>
                <a:lnTo>
                  <a:pt x="5133361" y="949852"/>
                </a:lnTo>
                <a:lnTo>
                  <a:pt x="5133082" y="936907"/>
                </a:lnTo>
                <a:lnTo>
                  <a:pt x="5132799" y="923951"/>
                </a:lnTo>
                <a:lnTo>
                  <a:pt x="5132514" y="910986"/>
                </a:lnTo>
                <a:lnTo>
                  <a:pt x="5132229" y="898015"/>
                </a:lnTo>
                <a:lnTo>
                  <a:pt x="5131946" y="885039"/>
                </a:lnTo>
                <a:lnTo>
                  <a:pt x="5131667" y="872061"/>
                </a:lnTo>
                <a:lnTo>
                  <a:pt x="5131395" y="859081"/>
                </a:lnTo>
                <a:lnTo>
                  <a:pt x="5131133" y="846103"/>
                </a:lnTo>
                <a:lnTo>
                  <a:pt x="5130882" y="833129"/>
                </a:lnTo>
                <a:lnTo>
                  <a:pt x="5130644" y="820159"/>
                </a:lnTo>
                <a:lnTo>
                  <a:pt x="5130423" y="807197"/>
                </a:lnTo>
                <a:lnTo>
                  <a:pt x="5130220" y="794245"/>
                </a:lnTo>
                <a:lnTo>
                  <a:pt x="5130037" y="781303"/>
                </a:lnTo>
                <a:lnTo>
                  <a:pt x="5129703" y="768196"/>
                </a:lnTo>
                <a:lnTo>
                  <a:pt x="5129387" y="755123"/>
                </a:lnTo>
                <a:lnTo>
                  <a:pt x="5129090" y="742081"/>
                </a:lnTo>
                <a:lnTo>
                  <a:pt x="5128812" y="729064"/>
                </a:lnTo>
                <a:lnTo>
                  <a:pt x="5128555" y="716069"/>
                </a:lnTo>
                <a:lnTo>
                  <a:pt x="5128320" y="703093"/>
                </a:lnTo>
                <a:lnTo>
                  <a:pt x="5128106" y="690130"/>
                </a:lnTo>
                <a:lnTo>
                  <a:pt x="5127916" y="677178"/>
                </a:lnTo>
                <a:lnTo>
                  <a:pt x="5127750" y="664231"/>
                </a:lnTo>
                <a:lnTo>
                  <a:pt x="5127609" y="651287"/>
                </a:lnTo>
                <a:lnTo>
                  <a:pt x="5127404" y="625389"/>
                </a:lnTo>
                <a:lnTo>
                  <a:pt x="5127597" y="534224"/>
                </a:lnTo>
                <a:lnTo>
                  <a:pt x="5127752" y="521080"/>
                </a:lnTo>
                <a:lnTo>
                  <a:pt x="5127923" y="507682"/>
                </a:lnTo>
                <a:lnTo>
                  <a:pt x="5128094" y="494193"/>
                </a:lnTo>
                <a:lnTo>
                  <a:pt x="5128266" y="480614"/>
                </a:lnTo>
                <a:lnTo>
                  <a:pt x="5128437" y="466945"/>
                </a:lnTo>
                <a:lnTo>
                  <a:pt x="5128609" y="453185"/>
                </a:lnTo>
                <a:lnTo>
                  <a:pt x="5128780" y="439334"/>
                </a:lnTo>
                <a:lnTo>
                  <a:pt x="5128952" y="425392"/>
                </a:lnTo>
                <a:lnTo>
                  <a:pt x="5129123" y="411359"/>
                </a:lnTo>
                <a:lnTo>
                  <a:pt x="5129295" y="397233"/>
                </a:lnTo>
                <a:lnTo>
                  <a:pt x="5129466" y="383016"/>
                </a:lnTo>
                <a:lnTo>
                  <a:pt x="5129637" y="368706"/>
                </a:lnTo>
                <a:lnTo>
                  <a:pt x="5129809" y="354303"/>
                </a:lnTo>
                <a:lnTo>
                  <a:pt x="5129980" y="339808"/>
                </a:lnTo>
                <a:lnTo>
                  <a:pt x="5130152" y="325219"/>
                </a:lnTo>
                <a:lnTo>
                  <a:pt x="5130323" y="310536"/>
                </a:lnTo>
                <a:lnTo>
                  <a:pt x="5130495" y="295760"/>
                </a:lnTo>
                <a:lnTo>
                  <a:pt x="5130666" y="280890"/>
                </a:lnTo>
                <a:lnTo>
                  <a:pt x="5130838" y="265925"/>
                </a:lnTo>
                <a:lnTo>
                  <a:pt x="5131009" y="250866"/>
                </a:lnTo>
                <a:lnTo>
                  <a:pt x="5131181" y="235711"/>
                </a:lnTo>
                <a:lnTo>
                  <a:pt x="5131345" y="222691"/>
                </a:lnTo>
                <a:lnTo>
                  <a:pt x="5131376" y="183758"/>
                </a:lnTo>
                <a:lnTo>
                  <a:pt x="5131247" y="170834"/>
                </a:lnTo>
                <a:lnTo>
                  <a:pt x="5131057" y="157943"/>
                </a:lnTo>
                <a:lnTo>
                  <a:pt x="5130809" y="145087"/>
                </a:lnTo>
                <a:lnTo>
                  <a:pt x="5130508" y="132271"/>
                </a:lnTo>
                <a:lnTo>
                  <a:pt x="5130160" y="119497"/>
                </a:lnTo>
                <a:lnTo>
                  <a:pt x="5129768" y="106769"/>
                </a:lnTo>
                <a:lnTo>
                  <a:pt x="5129337" y="94091"/>
                </a:lnTo>
                <a:lnTo>
                  <a:pt x="5128872" y="81466"/>
                </a:lnTo>
                <a:lnTo>
                  <a:pt x="5128377" y="68897"/>
                </a:lnTo>
                <a:lnTo>
                  <a:pt x="5127857" y="56387"/>
                </a:lnTo>
                <a:lnTo>
                  <a:pt x="5127316" y="43940"/>
                </a:lnTo>
                <a:lnTo>
                  <a:pt x="5126759" y="31560"/>
                </a:lnTo>
                <a:lnTo>
                  <a:pt x="5126191" y="19249"/>
                </a:lnTo>
                <a:lnTo>
                  <a:pt x="5125617" y="7011"/>
                </a:lnTo>
                <a:lnTo>
                  <a:pt x="5125338" y="1142"/>
                </a:lnTo>
                <a:lnTo>
                  <a:pt x="4900041" y="1777"/>
                </a:lnTo>
                <a:lnTo>
                  <a:pt x="4853472" y="2005"/>
                </a:lnTo>
                <a:lnTo>
                  <a:pt x="4807117" y="2229"/>
                </a:lnTo>
                <a:lnTo>
                  <a:pt x="4760983" y="2443"/>
                </a:lnTo>
                <a:lnTo>
                  <a:pt x="4715078" y="2643"/>
                </a:lnTo>
                <a:lnTo>
                  <a:pt x="4669408" y="2825"/>
                </a:lnTo>
                <a:lnTo>
                  <a:pt x="4623983" y="2985"/>
                </a:lnTo>
                <a:lnTo>
                  <a:pt x="4578809" y="3116"/>
                </a:lnTo>
                <a:lnTo>
                  <a:pt x="4511537" y="3253"/>
                </a:lnTo>
                <a:lnTo>
                  <a:pt x="4234671" y="3105"/>
                </a:lnTo>
                <a:lnTo>
                  <a:pt x="4163283" y="2972"/>
                </a:lnTo>
                <a:lnTo>
                  <a:pt x="4091364" y="2819"/>
                </a:lnTo>
                <a:lnTo>
                  <a:pt x="4018991" y="2653"/>
                </a:lnTo>
                <a:lnTo>
                  <a:pt x="3922028" y="2423"/>
                </a:lnTo>
                <a:lnTo>
                  <a:pt x="3823842" y="2184"/>
                </a:lnTo>
                <a:lnTo>
                  <a:pt x="3724195" y="1940"/>
                </a:lnTo>
                <a:lnTo>
                  <a:pt x="3623238" y="1701"/>
                </a:lnTo>
                <a:lnTo>
                  <a:pt x="3521119" y="1472"/>
                </a:lnTo>
                <a:lnTo>
                  <a:pt x="3417989" y="1263"/>
                </a:lnTo>
                <a:lnTo>
                  <a:pt x="3313996" y="1080"/>
                </a:lnTo>
                <a:lnTo>
                  <a:pt x="3209289" y="932"/>
                </a:lnTo>
                <a:lnTo>
                  <a:pt x="3051219" y="791"/>
                </a:lnTo>
                <a:lnTo>
                  <a:pt x="2945383" y="761"/>
                </a:lnTo>
                <a:lnTo>
                  <a:pt x="1927225" y="1142"/>
                </a:lnTo>
                <a:lnTo>
                  <a:pt x="31241" y="0"/>
                </a:lnTo>
                <a:lnTo>
                  <a:pt x="27431" y="531748"/>
                </a:lnTo>
                <a:lnTo>
                  <a:pt x="27299" y="585324"/>
                </a:lnTo>
                <a:lnTo>
                  <a:pt x="27157" y="611954"/>
                </a:lnTo>
                <a:lnTo>
                  <a:pt x="26984" y="638485"/>
                </a:lnTo>
                <a:lnTo>
                  <a:pt x="26796" y="664924"/>
                </a:lnTo>
                <a:lnTo>
                  <a:pt x="26609" y="691275"/>
                </a:lnTo>
                <a:lnTo>
                  <a:pt x="26436" y="717543"/>
                </a:lnTo>
                <a:lnTo>
                  <a:pt x="26294" y="743735"/>
                </a:lnTo>
                <a:lnTo>
                  <a:pt x="26162" y="795908"/>
                </a:lnTo>
                <a:lnTo>
                  <a:pt x="25978" y="808333"/>
                </a:lnTo>
                <a:lnTo>
                  <a:pt x="25778" y="820793"/>
                </a:lnTo>
                <a:lnTo>
                  <a:pt x="25561" y="833289"/>
                </a:lnTo>
                <a:lnTo>
                  <a:pt x="25330" y="845818"/>
                </a:lnTo>
                <a:lnTo>
                  <a:pt x="25084" y="858380"/>
                </a:lnTo>
                <a:lnTo>
                  <a:pt x="24825" y="870974"/>
                </a:lnTo>
                <a:lnTo>
                  <a:pt x="24554" y="883598"/>
                </a:lnTo>
                <a:lnTo>
                  <a:pt x="24271" y="896252"/>
                </a:lnTo>
                <a:lnTo>
                  <a:pt x="23978" y="908933"/>
                </a:lnTo>
                <a:lnTo>
                  <a:pt x="23675" y="921641"/>
                </a:lnTo>
                <a:lnTo>
                  <a:pt x="23364" y="934374"/>
                </a:lnTo>
                <a:lnTo>
                  <a:pt x="23044" y="947132"/>
                </a:lnTo>
                <a:lnTo>
                  <a:pt x="22718" y="959913"/>
                </a:lnTo>
                <a:lnTo>
                  <a:pt x="22385" y="972715"/>
                </a:lnTo>
                <a:lnTo>
                  <a:pt x="22048" y="985539"/>
                </a:lnTo>
                <a:lnTo>
                  <a:pt x="21706" y="998382"/>
                </a:lnTo>
                <a:lnTo>
                  <a:pt x="21361" y="1011242"/>
                </a:lnTo>
                <a:lnTo>
                  <a:pt x="21014" y="1024120"/>
                </a:lnTo>
                <a:lnTo>
                  <a:pt x="20665" y="1037014"/>
                </a:lnTo>
                <a:lnTo>
                  <a:pt x="19894" y="1057645"/>
                </a:lnTo>
                <a:lnTo>
                  <a:pt x="19378" y="1070293"/>
                </a:lnTo>
                <a:lnTo>
                  <a:pt x="18899" y="1083015"/>
                </a:lnTo>
                <a:lnTo>
                  <a:pt x="18455" y="1095799"/>
                </a:lnTo>
                <a:lnTo>
                  <a:pt x="18045" y="1108634"/>
                </a:lnTo>
                <a:lnTo>
                  <a:pt x="17669" y="1121508"/>
                </a:lnTo>
                <a:lnTo>
                  <a:pt x="17325" y="1134409"/>
                </a:lnTo>
                <a:lnTo>
                  <a:pt x="17012" y="1147327"/>
                </a:lnTo>
                <a:lnTo>
                  <a:pt x="16730" y="1160248"/>
                </a:lnTo>
                <a:lnTo>
                  <a:pt x="16478" y="1173162"/>
                </a:lnTo>
                <a:lnTo>
                  <a:pt x="16254" y="1186057"/>
                </a:lnTo>
                <a:lnTo>
                  <a:pt x="16057" y="1198921"/>
                </a:lnTo>
                <a:lnTo>
                  <a:pt x="15888" y="1211743"/>
                </a:lnTo>
                <a:lnTo>
                  <a:pt x="15744" y="1224511"/>
                </a:lnTo>
                <a:lnTo>
                  <a:pt x="15529" y="1249839"/>
                </a:lnTo>
                <a:lnTo>
                  <a:pt x="15376" y="1287136"/>
                </a:lnTo>
                <a:lnTo>
                  <a:pt x="15366" y="1299336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68628" y="1515689"/>
            <a:ext cx="4130986" cy="1900174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0032" marR="19565" algn="ctr">
              <a:lnSpc>
                <a:spcPts val="1930"/>
              </a:lnSpc>
            </a:pPr>
            <a:r>
              <a:rPr sz="1800" spc="91" dirty="0">
                <a:solidFill>
                  <a:srgbClr val="3E3742"/>
                </a:solidFill>
                <a:latin typeface="Times New Roman"/>
                <a:cs typeface="Times New Roman"/>
              </a:rPr>
              <a:t>Barang siapa menempuh jalan  mencari</a:t>
            </a:r>
            <a:endParaRPr sz="1800">
              <a:latin typeface="Times New Roman"/>
              <a:cs typeface="Times New Roman"/>
            </a:endParaRPr>
          </a:p>
          <a:p>
            <a:pPr indent="-3939" algn="ctr">
              <a:lnSpc>
                <a:spcPct val="100041"/>
              </a:lnSpc>
            </a:pPr>
            <a:r>
              <a:rPr sz="1800" spc="18" dirty="0">
                <a:solidFill>
                  <a:srgbClr val="3E3742"/>
                </a:solidFill>
                <a:latin typeface="Times New Roman"/>
                <a:cs typeface="Times New Roman"/>
              </a:rPr>
              <a:t>il</a:t>
            </a:r>
            <a:r>
              <a:rPr sz="1800" spc="59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12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r>
              <a:rPr sz="1800" spc="-3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h</a:t>
            </a:r>
            <a:r>
              <a:rPr sz="1800" spc="14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akan </a:t>
            </a:r>
            <a:r>
              <a:rPr sz="1800" spc="2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78" dirty="0">
                <a:solidFill>
                  <a:srgbClr val="3E3742"/>
                </a:solidFill>
                <a:latin typeface="Times New Roman"/>
                <a:cs typeface="Times New Roman"/>
              </a:rPr>
              <a:t>mem</a:t>
            </a:r>
            <a:r>
              <a:rPr sz="1800" spc="140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d</a:t>
            </a:r>
            <a:r>
              <a:rPr sz="1800" spc="124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30" dirty="0">
                <a:solidFill>
                  <a:srgbClr val="3E3742"/>
                </a:solidFill>
                <a:latin typeface="Times New Roman"/>
                <a:cs typeface="Times New Roman"/>
              </a:rPr>
              <a:t>hkan</a:t>
            </a:r>
            <a:r>
              <a:rPr sz="1800" spc="6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97" dirty="0">
                <a:solidFill>
                  <a:srgbClr val="3E3742"/>
                </a:solidFill>
                <a:latin typeface="Times New Roman"/>
                <a:cs typeface="Times New Roman"/>
              </a:rPr>
              <a:t>b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67" dirty="0">
                <a:solidFill>
                  <a:srgbClr val="3E3742"/>
                </a:solidFill>
                <a:latin typeface="Times New Roman"/>
                <a:cs typeface="Times New Roman"/>
              </a:rPr>
              <a:t>gin</a:t>
            </a:r>
            <a:r>
              <a:rPr sz="1800" spc="70" dirty="0">
                <a:solidFill>
                  <a:srgbClr val="3E3742"/>
                </a:solidFill>
                <a:latin typeface="Times New Roman"/>
                <a:cs typeface="Times New Roman"/>
              </a:rPr>
              <a:t>y</a:t>
            </a:r>
            <a:r>
              <a:rPr sz="1800" spc="238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ja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an </a:t>
            </a:r>
            <a:r>
              <a:rPr sz="1800" spc="5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-4" dirty="0">
                <a:solidFill>
                  <a:srgbClr val="3E3742"/>
                </a:solidFill>
                <a:latin typeface="Times New Roman"/>
                <a:cs typeface="Times New Roman"/>
              </a:rPr>
              <a:t>k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e</a:t>
            </a:r>
            <a:r>
              <a:rPr sz="1800" spc="4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03" dirty="0">
                <a:solidFill>
                  <a:srgbClr val="3E3742"/>
                </a:solidFill>
                <a:latin typeface="Times New Roman"/>
                <a:cs typeface="Times New Roman"/>
              </a:rPr>
              <a:t>su</a:t>
            </a:r>
            <a:r>
              <a:rPr sz="1800" spc="81" dirty="0">
                <a:solidFill>
                  <a:srgbClr val="3E3742"/>
                </a:solidFill>
                <a:latin typeface="Times New Roman"/>
                <a:cs typeface="Times New Roman"/>
              </a:rPr>
              <a:t>r</a:t>
            </a:r>
            <a:r>
              <a:rPr sz="1800" spc="197" dirty="0">
                <a:solidFill>
                  <a:srgbClr val="3E3742"/>
                </a:solidFill>
                <a:latin typeface="Times New Roman"/>
                <a:cs typeface="Times New Roman"/>
              </a:rPr>
              <a:t>g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r>
              <a:rPr sz="1800" spc="-3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S</a:t>
            </a:r>
            <a:r>
              <a:rPr sz="1800" spc="116" dirty="0">
                <a:solidFill>
                  <a:srgbClr val="3E3742"/>
                </a:solidFill>
                <a:latin typeface="Times New Roman"/>
                <a:cs typeface="Times New Roman"/>
              </a:rPr>
              <a:t>esung</a:t>
            </a:r>
            <a:r>
              <a:rPr sz="1800" spc="114" dirty="0">
                <a:solidFill>
                  <a:srgbClr val="3E3742"/>
                </a:solidFill>
                <a:latin typeface="Times New Roman"/>
                <a:cs typeface="Times New Roman"/>
              </a:rPr>
              <a:t>g</a:t>
            </a:r>
            <a:r>
              <a:rPr sz="1800" spc="122" dirty="0">
                <a:solidFill>
                  <a:srgbClr val="3E3742"/>
                </a:solidFill>
                <a:latin typeface="Times New Roman"/>
                <a:cs typeface="Times New Roman"/>
              </a:rPr>
              <a:t>uhnya</a:t>
            </a:r>
            <a:r>
              <a:rPr sz="1800" spc="15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74" dirty="0">
                <a:solidFill>
                  <a:srgbClr val="3E3742"/>
                </a:solidFill>
                <a:latin typeface="Times New Roman"/>
                <a:cs typeface="Times New Roman"/>
              </a:rPr>
              <a:t>para</a:t>
            </a:r>
            <a:r>
              <a:rPr sz="1800" spc="103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52" dirty="0">
                <a:solidFill>
                  <a:srgbClr val="3E3742"/>
                </a:solidFill>
                <a:latin typeface="Times New Roman"/>
                <a:cs typeface="Times New Roman"/>
              </a:rPr>
              <a:t>ma</a:t>
            </a:r>
            <a:r>
              <a:rPr sz="1800" spc="74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96" dirty="0">
                <a:solidFill>
                  <a:srgbClr val="3E3742"/>
                </a:solidFill>
                <a:latin typeface="Times New Roman"/>
                <a:cs typeface="Times New Roman"/>
              </a:rPr>
              <a:t>aikat</a:t>
            </a:r>
            <a:r>
              <a:rPr sz="1800" spc="-1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1" dirty="0">
                <a:solidFill>
                  <a:srgbClr val="3E3742"/>
                </a:solidFill>
                <a:latin typeface="Times New Roman"/>
                <a:cs typeface="Times New Roman"/>
              </a:rPr>
              <a:t>menaun</a:t>
            </a:r>
            <a:r>
              <a:rPr sz="1800" spc="114" dirty="0">
                <a:solidFill>
                  <a:srgbClr val="3E3742"/>
                </a:solidFill>
                <a:latin typeface="Times New Roman"/>
                <a:cs typeface="Times New Roman"/>
              </a:rPr>
              <a:t>g</a:t>
            </a:r>
            <a:r>
              <a:rPr sz="1800" spc="120" dirty="0">
                <a:solidFill>
                  <a:srgbClr val="3E3742"/>
                </a:solidFill>
                <a:latin typeface="Times New Roman"/>
                <a:cs typeface="Times New Roman"/>
              </a:rPr>
              <a:t>kan</a:t>
            </a:r>
            <a:r>
              <a:rPr sz="1800" spc="81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41" dirty="0">
                <a:solidFill>
                  <a:srgbClr val="3E3742"/>
                </a:solidFill>
                <a:latin typeface="Times New Roman"/>
                <a:cs typeface="Times New Roman"/>
              </a:rPr>
              <a:t>sa</a:t>
            </a:r>
            <a:r>
              <a:rPr sz="1800" spc="166" dirty="0">
                <a:solidFill>
                  <a:srgbClr val="3E3742"/>
                </a:solidFill>
                <a:latin typeface="Times New Roman"/>
                <a:cs typeface="Times New Roman"/>
              </a:rPr>
              <a:t>y</a:t>
            </a:r>
            <a:r>
              <a:rPr sz="1800" spc="175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202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06" dirty="0">
                <a:solidFill>
                  <a:srgbClr val="3E3742"/>
                </a:solidFill>
                <a:latin typeface="Times New Roman"/>
                <a:cs typeface="Times New Roman"/>
              </a:rPr>
              <a:t>-</a:t>
            </a:r>
            <a:r>
              <a:rPr sz="1800" spc="158" dirty="0">
                <a:solidFill>
                  <a:srgbClr val="3E3742"/>
                </a:solidFill>
                <a:latin typeface="Times New Roman"/>
                <a:cs typeface="Times New Roman"/>
              </a:rPr>
              <a:t>saya</a:t>
            </a:r>
            <a:r>
              <a:rPr sz="1800" spc="184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54" dirty="0">
                <a:solidFill>
                  <a:srgbClr val="3E3742"/>
                </a:solidFill>
                <a:latin typeface="Times New Roman"/>
                <a:cs typeface="Times New Roman"/>
              </a:rPr>
              <a:t>nya</a:t>
            </a:r>
            <a:r>
              <a:rPr sz="1800" spc="8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43" dirty="0">
                <a:solidFill>
                  <a:srgbClr val="3E3742"/>
                </a:solidFill>
                <a:latin typeface="Times New Roman"/>
                <a:cs typeface="Times New Roman"/>
              </a:rPr>
              <a:t>k</a:t>
            </a:r>
            <a:r>
              <a:rPr sz="1800" spc="121" dirty="0">
                <a:solidFill>
                  <a:srgbClr val="3E3742"/>
                </a:solidFill>
                <a:latin typeface="Times New Roman"/>
                <a:cs typeface="Times New Roman"/>
              </a:rPr>
              <a:t>e</a:t>
            </a:r>
            <a:r>
              <a:rPr sz="1800" spc="143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da</a:t>
            </a:r>
            <a:r>
              <a:rPr sz="1800" spc="-2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49" dirty="0">
                <a:solidFill>
                  <a:srgbClr val="3E3742"/>
                </a:solidFill>
                <a:latin typeface="Times New Roman"/>
                <a:cs typeface="Times New Roman"/>
              </a:rPr>
              <a:t>o</a:t>
            </a:r>
            <a:r>
              <a:rPr sz="1800" spc="94" dirty="0">
                <a:solidFill>
                  <a:srgbClr val="3E3742"/>
                </a:solidFill>
                <a:latin typeface="Times New Roman"/>
                <a:cs typeface="Times New Roman"/>
              </a:rPr>
              <a:t>r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43" dirty="0">
                <a:solidFill>
                  <a:srgbClr val="3E3742"/>
                </a:solidFill>
                <a:latin typeface="Times New Roman"/>
                <a:cs typeface="Times New Roman"/>
              </a:rPr>
              <a:t>ng</a:t>
            </a:r>
            <a:r>
              <a:rPr sz="1800" spc="-2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8" dirty="0">
                <a:solidFill>
                  <a:srgbClr val="3E3742"/>
                </a:solidFill>
                <a:latin typeface="Times New Roman"/>
                <a:cs typeface="Times New Roman"/>
              </a:rPr>
              <a:t>y</a:t>
            </a:r>
            <a:r>
              <a:rPr sz="1800" spc="137" dirty="0">
                <a:solidFill>
                  <a:srgbClr val="3E3742"/>
                </a:solidFill>
                <a:latin typeface="Times New Roman"/>
                <a:cs typeface="Times New Roman"/>
              </a:rPr>
              <a:t>ang</a:t>
            </a:r>
            <a:r>
              <a:rPr sz="1800" spc="31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55" dirty="0">
                <a:solidFill>
                  <a:srgbClr val="3E3742"/>
                </a:solidFill>
                <a:latin typeface="Times New Roman"/>
                <a:cs typeface="Times New Roman"/>
              </a:rPr>
              <a:t>menun</a:t>
            </a:r>
            <a:r>
              <a:rPr sz="1800" spc="84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110" dirty="0">
                <a:solidFill>
                  <a:srgbClr val="3E3742"/>
                </a:solidFill>
                <a:latin typeface="Times New Roman"/>
                <a:cs typeface="Times New Roman"/>
              </a:rPr>
              <a:t>ut</a:t>
            </a:r>
            <a:r>
              <a:rPr sz="1800" spc="55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8" dirty="0">
                <a:solidFill>
                  <a:srgbClr val="3E3742"/>
                </a:solidFill>
                <a:latin typeface="Times New Roman"/>
                <a:cs typeface="Times New Roman"/>
              </a:rPr>
              <a:t>il</a:t>
            </a:r>
            <a:r>
              <a:rPr sz="1800" spc="59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07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53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karena</a:t>
            </a:r>
            <a:r>
              <a:rPr sz="1800" spc="-98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40" dirty="0">
                <a:solidFill>
                  <a:srgbClr val="3E3742"/>
                </a:solidFill>
                <a:latin typeface="Times New Roman"/>
                <a:cs typeface="Times New Roman"/>
              </a:rPr>
              <a:t>senang</a:t>
            </a:r>
            <a:r>
              <a:rPr sz="1800" spc="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-82" dirty="0">
                <a:solidFill>
                  <a:srgbClr val="3E3742"/>
                </a:solidFill>
                <a:latin typeface="Times New Roman"/>
                <a:cs typeface="Times New Roman"/>
              </a:rPr>
              <a:t>(</a:t>
            </a:r>
            <a:r>
              <a:rPr sz="1800" spc="145" dirty="0">
                <a:solidFill>
                  <a:srgbClr val="3E3742"/>
                </a:solidFill>
                <a:latin typeface="Times New Roman"/>
                <a:cs typeface="Times New Roman"/>
              </a:rPr>
              <a:t>terh</a:t>
            </a:r>
            <a:r>
              <a:rPr sz="1800" spc="171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97" dirty="0">
                <a:solidFill>
                  <a:srgbClr val="3E3742"/>
                </a:solidFill>
                <a:latin typeface="Times New Roman"/>
                <a:cs typeface="Times New Roman"/>
              </a:rPr>
              <a:t>d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-4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200" dirty="0">
                <a:solidFill>
                  <a:srgbClr val="3E3742"/>
                </a:solidFill>
                <a:latin typeface="Times New Roman"/>
                <a:cs typeface="Times New Roman"/>
              </a:rPr>
              <a:t>ap</a:t>
            </a:r>
            <a:r>
              <a:rPr sz="1800" spc="18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-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12" dirty="0">
                <a:solidFill>
                  <a:srgbClr val="3E3742"/>
                </a:solidFill>
                <a:latin typeface="Times New Roman"/>
                <a:cs typeface="Times New Roman"/>
              </a:rPr>
              <a:t>y</a:t>
            </a:r>
            <a:r>
              <a:rPr sz="1800" spc="163" dirty="0">
                <a:solidFill>
                  <a:srgbClr val="3E3742"/>
                </a:solidFill>
                <a:latin typeface="Times New Roman"/>
                <a:cs typeface="Times New Roman"/>
              </a:rPr>
              <a:t>ang</a:t>
            </a:r>
            <a:r>
              <a:rPr sz="1800" spc="8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47" dirty="0">
                <a:solidFill>
                  <a:srgbClr val="3E3742"/>
                </a:solidFill>
                <a:latin typeface="Times New Roman"/>
                <a:cs typeface="Times New Roman"/>
              </a:rPr>
              <a:t>di</a:t>
            </a:r>
            <a:r>
              <a:rPr sz="1800" spc="67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13" dirty="0">
                <a:solidFill>
                  <a:srgbClr val="3E3742"/>
                </a:solidFill>
                <a:latin typeface="Times New Roman"/>
                <a:cs typeface="Times New Roman"/>
              </a:rPr>
              <a:t>erb</a:t>
            </a:r>
            <a:r>
              <a:rPr sz="1800" spc="139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246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63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-109" dirty="0">
                <a:solidFill>
                  <a:srgbClr val="3E3742"/>
                </a:solidFill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8092" y="3875603"/>
            <a:ext cx="1531416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07" dirty="0">
                <a:latin typeface="Times New Roman"/>
                <a:cs typeface="Times New Roman"/>
              </a:rPr>
              <a:t>Subhaanallah,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10677" y="3875603"/>
            <a:ext cx="793496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77" dirty="0">
                <a:latin typeface="Times New Roman"/>
                <a:cs typeface="Times New Roman"/>
              </a:rPr>
              <a:t>betapa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06408" y="3875603"/>
            <a:ext cx="619074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76" dirty="0">
                <a:latin typeface="Times New Roman"/>
                <a:cs typeface="Times New Roman"/>
              </a:rPr>
              <a:t>Islam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28149" y="3875603"/>
            <a:ext cx="771778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65" dirty="0">
                <a:latin typeface="Times New Roman"/>
                <a:cs typeface="Times New Roman"/>
              </a:rPr>
              <a:t>sangat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01909" y="3875603"/>
            <a:ext cx="685596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66" dirty="0">
                <a:latin typeface="Times New Roman"/>
                <a:cs typeface="Times New Roman"/>
              </a:rPr>
              <a:t>peduli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2080" y="3942253"/>
            <a:ext cx="4486173" cy="279400"/>
          </a:xfrm>
          <a:prstGeom prst="rect">
            <a:avLst/>
          </a:prstGeom>
        </p:spPr>
        <p:txBody>
          <a:bodyPr wrap="square" lIns="0" tIns="13970" rIns="0" bIns="0" rtlCol="0">
            <a:noAutofit/>
          </a:bodyPr>
          <a:lstStyle/>
          <a:p>
            <a:pPr marL="12700">
              <a:lnSpc>
                <a:spcPts val="2200"/>
              </a:lnSpc>
            </a:pPr>
            <a:r>
              <a:rPr sz="2000" b="1" spc="-308" dirty="0">
                <a:solidFill>
                  <a:srgbClr val="3E3742"/>
                </a:solidFill>
                <a:latin typeface="Source Sans Pro Black"/>
                <a:cs typeface="Source Sans Pro Black"/>
              </a:rPr>
              <a:t>— </a:t>
            </a:r>
            <a:r>
              <a:rPr sz="2000" b="1" spc="91" dirty="0">
                <a:solidFill>
                  <a:srgbClr val="3E3742"/>
                </a:solidFill>
                <a:latin typeface="Times New Roman"/>
                <a:cs typeface="Times New Roman"/>
              </a:rPr>
              <a:t>HR. Tirmidzi dari Abi Dardak </a:t>
            </a:r>
            <a:r>
              <a:rPr sz="2000" b="1" spc="-308" dirty="0">
                <a:solidFill>
                  <a:srgbClr val="3E3742"/>
                </a:solidFill>
                <a:latin typeface="Source Sans Pro Black"/>
                <a:cs typeface="Source Sans Pro Black"/>
              </a:rPr>
              <a:t>—</a:t>
            </a:r>
            <a:endParaRPr sz="2000">
              <a:latin typeface="Source Sans Pro Black"/>
              <a:cs typeface="Source Sans Pro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8092" y="4149923"/>
            <a:ext cx="4808143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54" dirty="0">
                <a:latin typeface="Times New Roman"/>
                <a:cs typeface="Times New Roman"/>
              </a:rPr>
              <a:t>dengan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0" dirty="0">
                <a:latin typeface="Times New Roman"/>
                <a:cs typeface="Times New Roman"/>
              </a:rPr>
              <a:t>il</a:t>
            </a:r>
            <a:r>
              <a:rPr sz="1800" spc="4" dirty="0">
                <a:latin typeface="Times New Roman"/>
                <a:cs typeface="Times New Roman"/>
              </a:rPr>
              <a:t>m</a:t>
            </a:r>
            <a:r>
              <a:rPr sz="1800" spc="0" dirty="0">
                <a:latin typeface="Times New Roman"/>
                <a:cs typeface="Times New Roman"/>
              </a:rPr>
              <a:t>u  </a:t>
            </a:r>
            <a:r>
              <a:rPr sz="1800" spc="48" dirty="0">
                <a:latin typeface="Times New Roman"/>
                <a:cs typeface="Times New Roman"/>
              </a:rPr>
              <a:t> </a:t>
            </a:r>
            <a:r>
              <a:rPr sz="1800" spc="125" dirty="0">
                <a:latin typeface="Times New Roman"/>
                <a:cs typeface="Times New Roman"/>
              </a:rPr>
              <a:t>p</a:t>
            </a:r>
            <a:r>
              <a:rPr sz="1800" spc="134" dirty="0">
                <a:latin typeface="Times New Roman"/>
                <a:cs typeface="Times New Roman"/>
              </a:rPr>
              <a:t>en</a:t>
            </a:r>
            <a:r>
              <a:rPr sz="1800" spc="133" dirty="0">
                <a:latin typeface="Times New Roman"/>
                <a:cs typeface="Times New Roman"/>
              </a:rPr>
              <a:t>g</a:t>
            </a:r>
            <a:r>
              <a:rPr sz="1800" spc="148" dirty="0">
                <a:latin typeface="Times New Roman"/>
                <a:cs typeface="Times New Roman"/>
              </a:rPr>
              <a:t>etah</a:t>
            </a:r>
            <a:r>
              <a:rPr sz="1800" spc="184" dirty="0">
                <a:latin typeface="Times New Roman"/>
                <a:cs typeface="Times New Roman"/>
              </a:rPr>
              <a:t>u</a:t>
            </a:r>
            <a:r>
              <a:rPr sz="1800" spc="166" dirty="0">
                <a:latin typeface="Times New Roman"/>
                <a:cs typeface="Times New Roman"/>
              </a:rPr>
              <a:t>a</a:t>
            </a:r>
            <a:r>
              <a:rPr sz="1800" spc="193" dirty="0">
                <a:latin typeface="Times New Roman"/>
                <a:cs typeface="Times New Roman"/>
              </a:rPr>
              <a:t>n</a:t>
            </a:r>
            <a:r>
              <a:rPr sz="1800" spc="-130" dirty="0">
                <a:latin typeface="Times New Roman"/>
                <a:cs typeface="Times New Roman"/>
              </a:rPr>
              <a:t>.</a:t>
            </a:r>
            <a:r>
              <a:rPr sz="1800" spc="0" dirty="0">
                <a:latin typeface="Times New Roman"/>
                <a:cs typeface="Times New Roman"/>
              </a:rPr>
              <a:t>  </a:t>
            </a:r>
            <a:r>
              <a:rPr sz="1800" spc="-164" dirty="0">
                <a:latin typeface="Times New Roman"/>
                <a:cs typeface="Times New Roman"/>
              </a:rPr>
              <a:t> </a:t>
            </a:r>
            <a:r>
              <a:rPr sz="1800" spc="190" dirty="0">
                <a:latin typeface="Times New Roman"/>
                <a:cs typeface="Times New Roman"/>
              </a:rPr>
              <a:t>B</a:t>
            </a:r>
            <a:r>
              <a:rPr sz="1800" spc="132" dirty="0">
                <a:latin typeface="Times New Roman"/>
                <a:cs typeface="Times New Roman"/>
              </a:rPr>
              <a:t>e</a:t>
            </a:r>
            <a:r>
              <a:rPr sz="1800" spc="84" dirty="0">
                <a:latin typeface="Times New Roman"/>
                <a:cs typeface="Times New Roman"/>
              </a:rPr>
              <a:t>t</a:t>
            </a:r>
            <a:r>
              <a:rPr sz="1800" spc="132" dirty="0">
                <a:latin typeface="Times New Roman"/>
                <a:cs typeface="Times New Roman"/>
              </a:rPr>
              <a:t>a</a:t>
            </a:r>
            <a:r>
              <a:rPr sz="1800" spc="149" dirty="0">
                <a:latin typeface="Times New Roman"/>
                <a:cs typeface="Times New Roman"/>
              </a:rPr>
              <a:t>p</a:t>
            </a:r>
            <a:r>
              <a:rPr sz="1800" spc="126" dirty="0">
                <a:latin typeface="Times New Roman"/>
                <a:cs typeface="Times New Roman"/>
              </a:rPr>
              <a:t>a</a:t>
            </a:r>
            <a:r>
              <a:rPr sz="1800" spc="71" dirty="0">
                <a:latin typeface="Times New Roman"/>
                <a:cs typeface="Times New Roman"/>
              </a:rPr>
              <a:t> </a:t>
            </a:r>
            <a:r>
              <a:rPr sz="1800" spc="244" dirty="0">
                <a:latin typeface="Times New Roman"/>
                <a:cs typeface="Times New Roman"/>
              </a:rPr>
              <a:t> </a:t>
            </a:r>
            <a:r>
              <a:rPr sz="1800" spc="197" dirty="0">
                <a:latin typeface="Times New Roman"/>
                <a:cs typeface="Times New Roman"/>
              </a:rPr>
              <a:t>b</a:t>
            </a:r>
            <a:r>
              <a:rPr sz="1800" spc="170" dirty="0">
                <a:latin typeface="Times New Roman"/>
                <a:cs typeface="Times New Roman"/>
              </a:rPr>
              <a:t>a</a:t>
            </a:r>
            <a:r>
              <a:rPr sz="1800" spc="116" dirty="0">
                <a:latin typeface="Times New Roman"/>
                <a:cs typeface="Times New Roman"/>
              </a:rPr>
              <a:t>n</a:t>
            </a:r>
            <a:r>
              <a:rPr sz="1800" spc="112" dirty="0">
                <a:latin typeface="Times New Roman"/>
                <a:cs typeface="Times New Roman"/>
              </a:rPr>
              <a:t>y</a:t>
            </a:r>
            <a:r>
              <a:rPr sz="1800" spc="75" dirty="0">
                <a:latin typeface="Times New Roman"/>
                <a:cs typeface="Times New Roman"/>
              </a:rPr>
              <a:t>ak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8092" y="4424243"/>
            <a:ext cx="1415237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12" dirty="0">
                <a:latin typeface="Times New Roman"/>
                <a:cs typeface="Times New Roman"/>
              </a:rPr>
              <a:t>hadist-hadist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9077" y="4424243"/>
            <a:ext cx="1925624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82" dirty="0">
                <a:latin typeface="Times New Roman"/>
                <a:cs typeface="Times New Roman"/>
              </a:rPr>
              <a:t>yang  membahas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1491" y="4424243"/>
            <a:ext cx="1232865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23" dirty="0">
                <a:latin typeface="Times New Roman"/>
                <a:cs typeface="Times New Roman"/>
              </a:rPr>
              <a:t>pentingnya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8092" y="4698340"/>
            <a:ext cx="507648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56" dirty="0">
                <a:latin typeface="Times New Roman"/>
                <a:cs typeface="Times New Roman"/>
              </a:rPr>
              <a:t>ilmu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4263" y="4698340"/>
            <a:ext cx="1475755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28" dirty="0">
                <a:latin typeface="Times New Roman"/>
                <a:cs typeface="Times New Roman"/>
              </a:rPr>
              <a:t>pengetahuan.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7666" y="4698340"/>
            <a:ext cx="1129971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70" dirty="0">
                <a:latin typeface="Times New Roman"/>
                <a:cs typeface="Times New Roman"/>
              </a:rPr>
              <a:t>Rasulullah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3851" y="4698340"/>
            <a:ext cx="486363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85" dirty="0">
                <a:latin typeface="Times New Roman"/>
                <a:cs typeface="Times New Roman"/>
              </a:rPr>
              <a:t>saw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8051" y="4698340"/>
            <a:ext cx="820984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28" dirty="0">
                <a:latin typeface="Times New Roman"/>
                <a:cs typeface="Times New Roman"/>
              </a:rPr>
              <a:t>banyak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578092" y="4973137"/>
            <a:ext cx="4809286" cy="52831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66" dirty="0">
                <a:latin typeface="Times New Roman"/>
                <a:cs typeface="Times New Roman"/>
              </a:rPr>
              <a:t>mem</a:t>
            </a:r>
            <a:r>
              <a:rPr sz="1800" spc="131" dirty="0">
                <a:latin typeface="Times New Roman"/>
                <a:cs typeface="Times New Roman"/>
              </a:rPr>
              <a:t>b</a:t>
            </a:r>
            <a:r>
              <a:rPr sz="1800" spc="87" dirty="0">
                <a:latin typeface="Times New Roman"/>
                <a:cs typeface="Times New Roman"/>
              </a:rPr>
              <a:t>eri</a:t>
            </a:r>
            <a:r>
              <a:rPr sz="1800" spc="501" dirty="0">
                <a:latin typeface="Times New Roman"/>
                <a:cs typeface="Times New Roman"/>
              </a:rPr>
              <a:t> </a:t>
            </a:r>
            <a:r>
              <a:rPr sz="1800" spc="200" dirty="0">
                <a:latin typeface="Times New Roman"/>
                <a:cs typeface="Times New Roman"/>
              </a:rPr>
              <a:t>m</a:t>
            </a:r>
            <a:r>
              <a:rPr sz="1800" spc="131" dirty="0">
                <a:latin typeface="Times New Roman"/>
                <a:cs typeface="Times New Roman"/>
              </a:rPr>
              <a:t>o</a:t>
            </a:r>
            <a:r>
              <a:rPr sz="1800" spc="89" dirty="0">
                <a:latin typeface="Times New Roman"/>
                <a:cs typeface="Times New Roman"/>
              </a:rPr>
              <a:t>tivasi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1800" spc="125" dirty="0">
                <a:latin typeface="Times New Roman"/>
                <a:cs typeface="Times New Roman"/>
              </a:rPr>
              <a:t>k</a:t>
            </a:r>
            <a:r>
              <a:rPr sz="1800" spc="105" dirty="0">
                <a:latin typeface="Times New Roman"/>
                <a:cs typeface="Times New Roman"/>
              </a:rPr>
              <a:t>e</a:t>
            </a:r>
            <a:r>
              <a:rPr sz="1800" spc="125" dirty="0">
                <a:latin typeface="Times New Roman"/>
                <a:cs typeface="Times New Roman"/>
              </a:rPr>
              <a:t>p</a:t>
            </a:r>
            <a:r>
              <a:rPr sz="1800" spc="116" dirty="0">
                <a:latin typeface="Times New Roman"/>
                <a:cs typeface="Times New Roman"/>
              </a:rPr>
              <a:t>a</a:t>
            </a:r>
            <a:r>
              <a:rPr sz="1800" spc="117" dirty="0">
                <a:latin typeface="Times New Roman"/>
                <a:cs typeface="Times New Roman"/>
              </a:rPr>
              <a:t>da</a:t>
            </a:r>
            <a:r>
              <a:rPr sz="1800" spc="62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125" dirty="0">
                <a:latin typeface="Times New Roman"/>
                <a:cs typeface="Times New Roman"/>
              </a:rPr>
              <a:t>u</a:t>
            </a:r>
            <a:r>
              <a:rPr sz="1800" spc="200" dirty="0">
                <a:latin typeface="Times New Roman"/>
                <a:cs typeface="Times New Roman"/>
              </a:rPr>
              <a:t>m</a:t>
            </a:r>
            <a:r>
              <a:rPr sz="1800" spc="89" dirty="0">
                <a:latin typeface="Times New Roman"/>
                <a:cs typeface="Times New Roman"/>
              </a:rPr>
              <a:t>at</a:t>
            </a:r>
            <a:r>
              <a:rPr sz="1800" spc="62" dirty="0">
                <a:latin typeface="Times New Roman"/>
                <a:cs typeface="Times New Roman"/>
              </a:rPr>
              <a:t> </a:t>
            </a:r>
            <a:r>
              <a:rPr sz="1800" spc="234" dirty="0">
                <a:latin typeface="Times New Roman"/>
                <a:cs typeface="Times New Roman"/>
              </a:rPr>
              <a:t> </a:t>
            </a:r>
            <a:r>
              <a:rPr sz="1800" spc="0" dirty="0">
                <a:latin typeface="Times New Roman"/>
                <a:cs typeface="Times New Roman"/>
              </a:rPr>
              <a:t>isl</a:t>
            </a:r>
            <a:r>
              <a:rPr sz="1800" spc="4" dirty="0">
                <a:latin typeface="Times New Roman"/>
                <a:cs typeface="Times New Roman"/>
              </a:rPr>
              <a:t>a</a:t>
            </a:r>
            <a:r>
              <a:rPr sz="1800" spc="0" dirty="0">
                <a:latin typeface="Times New Roman"/>
                <a:cs typeface="Times New Roman"/>
              </a:rPr>
              <a:t>m  </a:t>
            </a:r>
            <a:r>
              <a:rPr sz="1800" spc="48" dirty="0">
                <a:latin typeface="Times New Roman"/>
                <a:cs typeface="Times New Roman"/>
              </a:rPr>
              <a:t> </a:t>
            </a:r>
            <a:r>
              <a:rPr sz="1800" spc="169" dirty="0">
                <a:latin typeface="Times New Roman"/>
                <a:cs typeface="Times New Roman"/>
              </a:rPr>
              <a:t>agar</a:t>
            </a:r>
            <a:endParaRPr sz="1800">
              <a:latin typeface="Times New Roman"/>
              <a:cs typeface="Times New Roman"/>
            </a:endParaRPr>
          </a:p>
          <a:p>
            <a:pPr marL="12700" marR="34290">
              <a:lnSpc>
                <a:spcPct val="95825"/>
              </a:lnSpc>
            </a:pPr>
            <a:r>
              <a:rPr sz="1800" spc="91" dirty="0">
                <a:latin typeface="Times New Roman"/>
                <a:cs typeface="Times New Roman"/>
              </a:rPr>
              <a:t>senantiasa mencari ilmu.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0"/>
            <a:ext cx="3740530" cy="2716022"/>
          </a:xfrm>
          <a:custGeom>
            <a:avLst/>
            <a:gdLst/>
            <a:ahLst/>
            <a:cxnLst/>
            <a:rect l="l" t="t" r="r" b="b"/>
            <a:pathLst>
              <a:path w="3740530" h="2716022">
                <a:moveTo>
                  <a:pt x="3740530" y="0"/>
                </a:moveTo>
                <a:lnTo>
                  <a:pt x="0" y="0"/>
                </a:lnTo>
                <a:lnTo>
                  <a:pt x="0" y="1691766"/>
                </a:lnTo>
                <a:lnTo>
                  <a:pt x="1024331" y="2716022"/>
                </a:lnTo>
                <a:lnTo>
                  <a:pt x="3740530" y="0"/>
                </a:lnTo>
                <a:close/>
              </a:path>
            </a:pathLst>
          </a:custGeom>
          <a:solidFill>
            <a:srgbClr val="04317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17800" y="0"/>
            <a:ext cx="2883408" cy="1442465"/>
          </a:xfrm>
          <a:custGeom>
            <a:avLst/>
            <a:gdLst/>
            <a:ahLst/>
            <a:cxnLst/>
            <a:rect l="l" t="t" r="r" b="b"/>
            <a:pathLst>
              <a:path w="2883408" h="1442465">
                <a:moveTo>
                  <a:pt x="2883408" y="0"/>
                </a:moveTo>
                <a:lnTo>
                  <a:pt x="0" y="1143"/>
                </a:lnTo>
                <a:lnTo>
                  <a:pt x="1441069" y="1442465"/>
                </a:lnTo>
                <a:lnTo>
                  <a:pt x="2883408" y="0"/>
                </a:lnTo>
                <a:close/>
              </a:path>
            </a:pathLst>
          </a:custGeom>
          <a:solidFill>
            <a:srgbClr val="44B87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022840" y="252260"/>
            <a:ext cx="1884679" cy="61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75336" y="1718736"/>
            <a:ext cx="2246772" cy="59102"/>
          </a:xfrm>
          <a:custGeom>
            <a:avLst/>
            <a:gdLst/>
            <a:ahLst/>
            <a:cxnLst/>
            <a:rect l="l" t="t" r="r" b="b"/>
            <a:pathLst>
              <a:path w="2246772" h="59102">
                <a:moveTo>
                  <a:pt x="327479" y="27702"/>
                </a:moveTo>
                <a:lnTo>
                  <a:pt x="333136" y="28021"/>
                </a:lnTo>
                <a:lnTo>
                  <a:pt x="345804" y="28813"/>
                </a:lnTo>
                <a:lnTo>
                  <a:pt x="358474" y="29498"/>
                </a:lnTo>
                <a:lnTo>
                  <a:pt x="371147" y="30108"/>
                </a:lnTo>
                <a:lnTo>
                  <a:pt x="383823" y="30674"/>
                </a:lnTo>
                <a:lnTo>
                  <a:pt x="396504" y="31227"/>
                </a:lnTo>
                <a:lnTo>
                  <a:pt x="409192" y="31800"/>
                </a:lnTo>
                <a:lnTo>
                  <a:pt x="421887" y="32423"/>
                </a:lnTo>
                <a:lnTo>
                  <a:pt x="434591" y="33128"/>
                </a:lnTo>
                <a:lnTo>
                  <a:pt x="440324" y="33482"/>
                </a:lnTo>
                <a:lnTo>
                  <a:pt x="452872" y="34549"/>
                </a:lnTo>
                <a:lnTo>
                  <a:pt x="465428" y="35749"/>
                </a:lnTo>
                <a:lnTo>
                  <a:pt x="478002" y="37028"/>
                </a:lnTo>
                <a:lnTo>
                  <a:pt x="490602" y="38329"/>
                </a:lnTo>
                <a:lnTo>
                  <a:pt x="503236" y="39598"/>
                </a:lnTo>
                <a:lnTo>
                  <a:pt x="515913" y="40779"/>
                </a:lnTo>
                <a:lnTo>
                  <a:pt x="528641" y="41818"/>
                </a:lnTo>
                <a:lnTo>
                  <a:pt x="541429" y="42658"/>
                </a:lnTo>
                <a:lnTo>
                  <a:pt x="548274" y="43007"/>
                </a:lnTo>
                <a:lnTo>
                  <a:pt x="560910" y="43548"/>
                </a:lnTo>
                <a:lnTo>
                  <a:pt x="573537" y="44116"/>
                </a:lnTo>
                <a:lnTo>
                  <a:pt x="586165" y="44699"/>
                </a:lnTo>
                <a:lnTo>
                  <a:pt x="598804" y="45285"/>
                </a:lnTo>
                <a:lnTo>
                  <a:pt x="611463" y="45860"/>
                </a:lnTo>
                <a:lnTo>
                  <a:pt x="624154" y="46412"/>
                </a:lnTo>
                <a:lnTo>
                  <a:pt x="636887" y="46929"/>
                </a:lnTo>
                <a:lnTo>
                  <a:pt x="649672" y="47398"/>
                </a:lnTo>
                <a:lnTo>
                  <a:pt x="659145" y="47706"/>
                </a:lnTo>
                <a:lnTo>
                  <a:pt x="671843" y="48032"/>
                </a:lnTo>
                <a:lnTo>
                  <a:pt x="711129" y="47911"/>
                </a:lnTo>
                <a:lnTo>
                  <a:pt x="723816" y="47763"/>
                </a:lnTo>
                <a:lnTo>
                  <a:pt x="749307" y="47579"/>
                </a:lnTo>
                <a:lnTo>
                  <a:pt x="769889" y="47706"/>
                </a:lnTo>
                <a:lnTo>
                  <a:pt x="782565" y="47885"/>
                </a:lnTo>
                <a:lnTo>
                  <a:pt x="795256" y="48146"/>
                </a:lnTo>
                <a:lnTo>
                  <a:pt x="807959" y="48469"/>
                </a:lnTo>
                <a:lnTo>
                  <a:pt x="820667" y="48833"/>
                </a:lnTo>
                <a:lnTo>
                  <a:pt x="833378" y="49219"/>
                </a:lnTo>
                <a:lnTo>
                  <a:pt x="846085" y="49608"/>
                </a:lnTo>
                <a:lnTo>
                  <a:pt x="858784" y="49978"/>
                </a:lnTo>
                <a:lnTo>
                  <a:pt x="871471" y="50310"/>
                </a:lnTo>
                <a:lnTo>
                  <a:pt x="879871" y="50500"/>
                </a:lnTo>
                <a:lnTo>
                  <a:pt x="892758" y="50708"/>
                </a:lnTo>
                <a:lnTo>
                  <a:pt x="918156" y="50870"/>
                </a:lnTo>
                <a:lnTo>
                  <a:pt x="972688" y="51015"/>
                </a:lnTo>
                <a:lnTo>
                  <a:pt x="985486" y="51198"/>
                </a:lnTo>
                <a:lnTo>
                  <a:pt x="988710" y="51262"/>
                </a:lnTo>
                <a:lnTo>
                  <a:pt x="1001267" y="51574"/>
                </a:lnTo>
                <a:lnTo>
                  <a:pt x="1013850" y="52184"/>
                </a:lnTo>
                <a:lnTo>
                  <a:pt x="1026461" y="53003"/>
                </a:lnTo>
                <a:lnTo>
                  <a:pt x="1039103" y="53940"/>
                </a:lnTo>
                <a:lnTo>
                  <a:pt x="1051782" y="54906"/>
                </a:lnTo>
                <a:lnTo>
                  <a:pt x="1064499" y="55812"/>
                </a:lnTo>
                <a:lnTo>
                  <a:pt x="1077260" y="56568"/>
                </a:lnTo>
                <a:lnTo>
                  <a:pt x="1090067" y="57084"/>
                </a:lnTo>
                <a:lnTo>
                  <a:pt x="1096914" y="57231"/>
                </a:lnTo>
                <a:lnTo>
                  <a:pt x="1119411" y="57159"/>
                </a:lnTo>
                <a:lnTo>
                  <a:pt x="1132157" y="56976"/>
                </a:lnTo>
                <a:lnTo>
                  <a:pt x="1144909" y="56726"/>
                </a:lnTo>
                <a:lnTo>
                  <a:pt x="1157648" y="56454"/>
                </a:lnTo>
                <a:lnTo>
                  <a:pt x="1170352" y="56206"/>
                </a:lnTo>
                <a:lnTo>
                  <a:pt x="1183002" y="56026"/>
                </a:lnTo>
                <a:lnTo>
                  <a:pt x="1204864" y="55961"/>
                </a:lnTo>
                <a:lnTo>
                  <a:pt x="1217563" y="56144"/>
                </a:lnTo>
                <a:lnTo>
                  <a:pt x="1292114" y="56015"/>
                </a:lnTo>
                <a:lnTo>
                  <a:pt x="1326605" y="56082"/>
                </a:lnTo>
                <a:lnTo>
                  <a:pt x="1339301" y="56404"/>
                </a:lnTo>
                <a:lnTo>
                  <a:pt x="1352028" y="56865"/>
                </a:lnTo>
                <a:lnTo>
                  <a:pt x="1364770" y="57405"/>
                </a:lnTo>
                <a:lnTo>
                  <a:pt x="1377510" y="57960"/>
                </a:lnTo>
                <a:lnTo>
                  <a:pt x="1390234" y="58469"/>
                </a:lnTo>
                <a:lnTo>
                  <a:pt x="1402924" y="58870"/>
                </a:lnTo>
                <a:lnTo>
                  <a:pt x="1415565" y="59102"/>
                </a:lnTo>
                <a:lnTo>
                  <a:pt x="1434711" y="59077"/>
                </a:lnTo>
                <a:lnTo>
                  <a:pt x="1447427" y="58923"/>
                </a:lnTo>
                <a:lnTo>
                  <a:pt x="1460165" y="58702"/>
                </a:lnTo>
                <a:lnTo>
                  <a:pt x="1472912" y="58443"/>
                </a:lnTo>
                <a:lnTo>
                  <a:pt x="1485652" y="58177"/>
                </a:lnTo>
                <a:lnTo>
                  <a:pt x="1498370" y="57933"/>
                </a:lnTo>
                <a:lnTo>
                  <a:pt x="1511052" y="57740"/>
                </a:lnTo>
                <a:lnTo>
                  <a:pt x="1530238" y="57612"/>
                </a:lnTo>
                <a:lnTo>
                  <a:pt x="1542970" y="57374"/>
                </a:lnTo>
                <a:lnTo>
                  <a:pt x="1555650" y="56962"/>
                </a:lnTo>
                <a:lnTo>
                  <a:pt x="1568296" y="56429"/>
                </a:lnTo>
                <a:lnTo>
                  <a:pt x="1580927" y="55828"/>
                </a:lnTo>
                <a:lnTo>
                  <a:pt x="1593563" y="55210"/>
                </a:lnTo>
                <a:lnTo>
                  <a:pt x="1606223" y="54630"/>
                </a:lnTo>
                <a:lnTo>
                  <a:pt x="1618926" y="54140"/>
                </a:lnTo>
                <a:lnTo>
                  <a:pt x="1631690" y="53792"/>
                </a:lnTo>
                <a:lnTo>
                  <a:pt x="1642760" y="53548"/>
                </a:lnTo>
                <a:lnTo>
                  <a:pt x="1662686" y="53674"/>
                </a:lnTo>
                <a:lnTo>
                  <a:pt x="1675415" y="53998"/>
                </a:lnTo>
                <a:lnTo>
                  <a:pt x="1688162" y="54437"/>
                </a:lnTo>
                <a:lnTo>
                  <a:pt x="1700902" y="54909"/>
                </a:lnTo>
                <a:lnTo>
                  <a:pt x="1713611" y="55332"/>
                </a:lnTo>
                <a:lnTo>
                  <a:pt x="1726265" y="55624"/>
                </a:lnTo>
                <a:lnTo>
                  <a:pt x="1743598" y="55707"/>
                </a:lnTo>
                <a:lnTo>
                  <a:pt x="1747281" y="55580"/>
                </a:lnTo>
                <a:lnTo>
                  <a:pt x="1760208" y="55227"/>
                </a:lnTo>
                <a:lnTo>
                  <a:pt x="1773039" y="54673"/>
                </a:lnTo>
                <a:lnTo>
                  <a:pt x="1785788" y="53964"/>
                </a:lnTo>
                <a:lnTo>
                  <a:pt x="1798472" y="53150"/>
                </a:lnTo>
                <a:lnTo>
                  <a:pt x="1811105" y="52278"/>
                </a:lnTo>
                <a:lnTo>
                  <a:pt x="1823705" y="51398"/>
                </a:lnTo>
                <a:lnTo>
                  <a:pt x="1836286" y="50556"/>
                </a:lnTo>
                <a:lnTo>
                  <a:pt x="1848865" y="49801"/>
                </a:lnTo>
                <a:lnTo>
                  <a:pt x="1861457" y="49181"/>
                </a:lnTo>
                <a:lnTo>
                  <a:pt x="1870471" y="48849"/>
                </a:lnTo>
                <a:lnTo>
                  <a:pt x="1883265" y="48470"/>
                </a:lnTo>
                <a:lnTo>
                  <a:pt x="1896053" y="48048"/>
                </a:lnTo>
                <a:lnTo>
                  <a:pt x="1908828" y="47592"/>
                </a:lnTo>
                <a:lnTo>
                  <a:pt x="1921582" y="47106"/>
                </a:lnTo>
                <a:lnTo>
                  <a:pt x="1934309" y="46599"/>
                </a:lnTo>
                <a:lnTo>
                  <a:pt x="1947002" y="46076"/>
                </a:lnTo>
                <a:lnTo>
                  <a:pt x="1959654" y="45545"/>
                </a:lnTo>
                <a:lnTo>
                  <a:pt x="1972259" y="45012"/>
                </a:lnTo>
                <a:lnTo>
                  <a:pt x="1984809" y="44485"/>
                </a:lnTo>
                <a:lnTo>
                  <a:pt x="1992899" y="44150"/>
                </a:lnTo>
                <a:lnTo>
                  <a:pt x="2005525" y="43644"/>
                </a:lnTo>
                <a:lnTo>
                  <a:pt x="2018195" y="43270"/>
                </a:lnTo>
                <a:lnTo>
                  <a:pt x="2030898" y="42993"/>
                </a:lnTo>
                <a:lnTo>
                  <a:pt x="2043623" y="42778"/>
                </a:lnTo>
                <a:lnTo>
                  <a:pt x="2056358" y="42591"/>
                </a:lnTo>
                <a:lnTo>
                  <a:pt x="2069092" y="42396"/>
                </a:lnTo>
                <a:lnTo>
                  <a:pt x="2081813" y="42159"/>
                </a:lnTo>
                <a:lnTo>
                  <a:pt x="2094510" y="41844"/>
                </a:lnTo>
                <a:lnTo>
                  <a:pt x="2107173" y="41418"/>
                </a:lnTo>
                <a:lnTo>
                  <a:pt x="2117232" y="40975"/>
                </a:lnTo>
                <a:lnTo>
                  <a:pt x="2129987" y="40237"/>
                </a:lnTo>
                <a:lnTo>
                  <a:pt x="2142684" y="39450"/>
                </a:lnTo>
                <a:lnTo>
                  <a:pt x="2155338" y="38623"/>
                </a:lnTo>
                <a:lnTo>
                  <a:pt x="2167964" y="37765"/>
                </a:lnTo>
                <a:lnTo>
                  <a:pt x="2180577" y="36883"/>
                </a:lnTo>
                <a:lnTo>
                  <a:pt x="2193193" y="35986"/>
                </a:lnTo>
                <a:lnTo>
                  <a:pt x="2205827" y="35082"/>
                </a:lnTo>
                <a:lnTo>
                  <a:pt x="2218494" y="34181"/>
                </a:lnTo>
                <a:lnTo>
                  <a:pt x="2231210" y="33290"/>
                </a:lnTo>
                <a:lnTo>
                  <a:pt x="2239533" y="32720"/>
                </a:lnTo>
                <a:lnTo>
                  <a:pt x="2245883" y="32339"/>
                </a:lnTo>
                <a:lnTo>
                  <a:pt x="2246772" y="25608"/>
                </a:lnTo>
                <a:lnTo>
                  <a:pt x="2239533" y="25608"/>
                </a:lnTo>
                <a:lnTo>
                  <a:pt x="2226752" y="25760"/>
                </a:lnTo>
                <a:lnTo>
                  <a:pt x="2213964" y="25943"/>
                </a:lnTo>
                <a:lnTo>
                  <a:pt x="2201182" y="26149"/>
                </a:lnTo>
                <a:lnTo>
                  <a:pt x="2188419" y="26368"/>
                </a:lnTo>
                <a:lnTo>
                  <a:pt x="2175688" y="26589"/>
                </a:lnTo>
                <a:lnTo>
                  <a:pt x="2163002" y="26803"/>
                </a:lnTo>
                <a:lnTo>
                  <a:pt x="2150375" y="27001"/>
                </a:lnTo>
                <a:lnTo>
                  <a:pt x="2137820" y="27173"/>
                </a:lnTo>
                <a:lnTo>
                  <a:pt x="2130440" y="27259"/>
                </a:lnTo>
                <a:lnTo>
                  <a:pt x="2117641" y="27449"/>
                </a:lnTo>
                <a:lnTo>
                  <a:pt x="2104851" y="27735"/>
                </a:lnTo>
                <a:lnTo>
                  <a:pt x="2092078" y="28088"/>
                </a:lnTo>
                <a:lnTo>
                  <a:pt x="2079330" y="28478"/>
                </a:lnTo>
                <a:lnTo>
                  <a:pt x="2066617" y="28876"/>
                </a:lnTo>
                <a:lnTo>
                  <a:pt x="2053945" y="29253"/>
                </a:lnTo>
                <a:lnTo>
                  <a:pt x="2041324" y="29581"/>
                </a:lnTo>
                <a:lnTo>
                  <a:pt x="2028763" y="29830"/>
                </a:lnTo>
                <a:lnTo>
                  <a:pt x="2021601" y="29926"/>
                </a:lnTo>
                <a:lnTo>
                  <a:pt x="2008783" y="30112"/>
                </a:lnTo>
                <a:lnTo>
                  <a:pt x="1996038" y="30314"/>
                </a:lnTo>
                <a:lnTo>
                  <a:pt x="1983349" y="30524"/>
                </a:lnTo>
                <a:lnTo>
                  <a:pt x="1970694" y="30736"/>
                </a:lnTo>
                <a:lnTo>
                  <a:pt x="1958056" y="30945"/>
                </a:lnTo>
                <a:lnTo>
                  <a:pt x="1945414" y="31145"/>
                </a:lnTo>
                <a:lnTo>
                  <a:pt x="1932750" y="31330"/>
                </a:lnTo>
                <a:lnTo>
                  <a:pt x="1920044" y="31493"/>
                </a:lnTo>
                <a:lnTo>
                  <a:pt x="1912508" y="31577"/>
                </a:lnTo>
                <a:lnTo>
                  <a:pt x="1899739" y="31739"/>
                </a:lnTo>
                <a:lnTo>
                  <a:pt x="1887027" y="31948"/>
                </a:lnTo>
                <a:lnTo>
                  <a:pt x="1874353" y="32191"/>
                </a:lnTo>
                <a:lnTo>
                  <a:pt x="1861701" y="32453"/>
                </a:lnTo>
                <a:lnTo>
                  <a:pt x="1849053" y="32719"/>
                </a:lnTo>
                <a:lnTo>
                  <a:pt x="1836394" y="32974"/>
                </a:lnTo>
                <a:lnTo>
                  <a:pt x="1823705" y="33205"/>
                </a:lnTo>
                <a:lnTo>
                  <a:pt x="1810971" y="33396"/>
                </a:lnTo>
                <a:lnTo>
                  <a:pt x="1800875" y="33609"/>
                </a:lnTo>
                <a:lnTo>
                  <a:pt x="1782399" y="33520"/>
                </a:lnTo>
                <a:lnTo>
                  <a:pt x="1769694" y="33285"/>
                </a:lnTo>
                <a:lnTo>
                  <a:pt x="1757024" y="32955"/>
                </a:lnTo>
                <a:lnTo>
                  <a:pt x="1744372" y="32577"/>
                </a:lnTo>
                <a:lnTo>
                  <a:pt x="1731719" y="32202"/>
                </a:lnTo>
                <a:lnTo>
                  <a:pt x="1719047" y="31877"/>
                </a:lnTo>
                <a:lnTo>
                  <a:pt x="1706338" y="31653"/>
                </a:lnTo>
                <a:lnTo>
                  <a:pt x="1694576" y="31577"/>
                </a:lnTo>
                <a:lnTo>
                  <a:pt x="1681850" y="31871"/>
                </a:lnTo>
                <a:lnTo>
                  <a:pt x="1669178" y="32434"/>
                </a:lnTo>
                <a:lnTo>
                  <a:pt x="1656540" y="33185"/>
                </a:lnTo>
                <a:lnTo>
                  <a:pt x="1643916" y="34041"/>
                </a:lnTo>
                <a:lnTo>
                  <a:pt x="1631288" y="34922"/>
                </a:lnTo>
                <a:lnTo>
                  <a:pt x="1618636" y="35746"/>
                </a:lnTo>
                <a:lnTo>
                  <a:pt x="1605941" y="36432"/>
                </a:lnTo>
                <a:lnTo>
                  <a:pt x="1593184" y="36897"/>
                </a:lnTo>
                <a:lnTo>
                  <a:pt x="1585483" y="37038"/>
                </a:lnTo>
                <a:lnTo>
                  <a:pt x="1580657" y="37165"/>
                </a:lnTo>
                <a:lnTo>
                  <a:pt x="1567913" y="36999"/>
                </a:lnTo>
                <a:lnTo>
                  <a:pt x="1555215" y="36564"/>
                </a:lnTo>
                <a:lnTo>
                  <a:pt x="1542548" y="35953"/>
                </a:lnTo>
                <a:lnTo>
                  <a:pt x="1529895" y="35258"/>
                </a:lnTo>
                <a:lnTo>
                  <a:pt x="1517241" y="34571"/>
                </a:lnTo>
                <a:lnTo>
                  <a:pt x="1504570" y="33985"/>
                </a:lnTo>
                <a:lnTo>
                  <a:pt x="1491865" y="33593"/>
                </a:lnTo>
                <a:lnTo>
                  <a:pt x="1354998" y="33542"/>
                </a:lnTo>
                <a:lnTo>
                  <a:pt x="1342378" y="33699"/>
                </a:lnTo>
                <a:lnTo>
                  <a:pt x="1329704" y="33918"/>
                </a:lnTo>
                <a:lnTo>
                  <a:pt x="1316987" y="34165"/>
                </a:lnTo>
                <a:lnTo>
                  <a:pt x="1304239" y="34406"/>
                </a:lnTo>
                <a:lnTo>
                  <a:pt x="1291473" y="34605"/>
                </a:lnTo>
                <a:lnTo>
                  <a:pt x="1270904" y="34752"/>
                </a:lnTo>
                <a:lnTo>
                  <a:pt x="1111377" y="34888"/>
                </a:lnTo>
                <a:lnTo>
                  <a:pt x="1051702" y="34920"/>
                </a:lnTo>
                <a:lnTo>
                  <a:pt x="1040526" y="34752"/>
                </a:lnTo>
                <a:lnTo>
                  <a:pt x="1027764" y="34423"/>
                </a:lnTo>
                <a:lnTo>
                  <a:pt x="1015057" y="33991"/>
                </a:lnTo>
                <a:lnTo>
                  <a:pt x="1002390" y="33487"/>
                </a:lnTo>
                <a:lnTo>
                  <a:pt x="989744" y="32943"/>
                </a:lnTo>
                <a:lnTo>
                  <a:pt x="977103" y="32389"/>
                </a:lnTo>
                <a:lnTo>
                  <a:pt x="964450" y="31858"/>
                </a:lnTo>
                <a:lnTo>
                  <a:pt x="951768" y="31381"/>
                </a:lnTo>
                <a:lnTo>
                  <a:pt x="939040" y="30989"/>
                </a:lnTo>
                <a:lnTo>
                  <a:pt x="931687" y="30815"/>
                </a:lnTo>
                <a:lnTo>
                  <a:pt x="918963" y="30606"/>
                </a:lnTo>
                <a:lnTo>
                  <a:pt x="893609" y="30444"/>
                </a:lnTo>
                <a:lnTo>
                  <a:pt x="839034" y="30260"/>
                </a:lnTo>
                <a:lnTo>
                  <a:pt x="826301" y="30022"/>
                </a:lnTo>
                <a:lnTo>
                  <a:pt x="822594" y="29926"/>
                </a:lnTo>
                <a:lnTo>
                  <a:pt x="809741" y="29611"/>
                </a:lnTo>
                <a:lnTo>
                  <a:pt x="796954" y="28996"/>
                </a:lnTo>
                <a:lnTo>
                  <a:pt x="784222" y="28167"/>
                </a:lnTo>
                <a:lnTo>
                  <a:pt x="771539" y="27212"/>
                </a:lnTo>
                <a:lnTo>
                  <a:pt x="758894" y="26219"/>
                </a:lnTo>
                <a:lnTo>
                  <a:pt x="746280" y="25275"/>
                </a:lnTo>
                <a:lnTo>
                  <a:pt x="733688" y="24468"/>
                </a:lnTo>
                <a:lnTo>
                  <a:pt x="721108" y="23886"/>
                </a:lnTo>
                <a:lnTo>
                  <a:pt x="714644" y="23703"/>
                </a:lnTo>
                <a:lnTo>
                  <a:pt x="701828" y="23431"/>
                </a:lnTo>
                <a:lnTo>
                  <a:pt x="689087" y="23148"/>
                </a:lnTo>
                <a:lnTo>
                  <a:pt x="676400" y="22853"/>
                </a:lnTo>
                <a:lnTo>
                  <a:pt x="663748" y="22543"/>
                </a:lnTo>
                <a:lnTo>
                  <a:pt x="651112" y="22218"/>
                </a:lnTo>
                <a:lnTo>
                  <a:pt x="638473" y="21877"/>
                </a:lnTo>
                <a:lnTo>
                  <a:pt x="625812" y="21519"/>
                </a:lnTo>
                <a:lnTo>
                  <a:pt x="613109" y="21142"/>
                </a:lnTo>
                <a:lnTo>
                  <a:pt x="605551" y="20909"/>
                </a:lnTo>
                <a:lnTo>
                  <a:pt x="592815" y="20627"/>
                </a:lnTo>
                <a:lnTo>
                  <a:pt x="580132" y="20318"/>
                </a:lnTo>
                <a:lnTo>
                  <a:pt x="567484" y="19982"/>
                </a:lnTo>
                <a:lnTo>
                  <a:pt x="554849" y="19622"/>
                </a:lnTo>
                <a:lnTo>
                  <a:pt x="542211" y="19242"/>
                </a:lnTo>
                <a:lnTo>
                  <a:pt x="529548" y="18842"/>
                </a:lnTo>
                <a:lnTo>
                  <a:pt x="516842" y="18425"/>
                </a:lnTo>
                <a:lnTo>
                  <a:pt x="504074" y="17995"/>
                </a:lnTo>
                <a:lnTo>
                  <a:pt x="496458" y="17734"/>
                </a:lnTo>
                <a:lnTo>
                  <a:pt x="483960" y="17417"/>
                </a:lnTo>
                <a:lnTo>
                  <a:pt x="471398" y="17152"/>
                </a:lnTo>
                <a:lnTo>
                  <a:pt x="458780" y="16917"/>
                </a:lnTo>
                <a:lnTo>
                  <a:pt x="446113" y="16693"/>
                </a:lnTo>
                <a:lnTo>
                  <a:pt x="433404" y="16460"/>
                </a:lnTo>
                <a:lnTo>
                  <a:pt x="420660" y="16198"/>
                </a:lnTo>
                <a:lnTo>
                  <a:pt x="407889" y="15887"/>
                </a:lnTo>
                <a:lnTo>
                  <a:pt x="395097" y="15507"/>
                </a:lnTo>
                <a:lnTo>
                  <a:pt x="382292" y="15038"/>
                </a:lnTo>
                <a:lnTo>
                  <a:pt x="371490" y="14559"/>
                </a:lnTo>
                <a:lnTo>
                  <a:pt x="358791" y="14060"/>
                </a:lnTo>
                <a:lnTo>
                  <a:pt x="346106" y="13507"/>
                </a:lnTo>
                <a:lnTo>
                  <a:pt x="333430" y="12900"/>
                </a:lnTo>
                <a:lnTo>
                  <a:pt x="320760" y="12242"/>
                </a:lnTo>
                <a:lnTo>
                  <a:pt x="308093" y="11534"/>
                </a:lnTo>
                <a:lnTo>
                  <a:pt x="295426" y="10778"/>
                </a:lnTo>
                <a:lnTo>
                  <a:pt x="282755" y="9975"/>
                </a:lnTo>
                <a:lnTo>
                  <a:pt x="270076" y="9127"/>
                </a:lnTo>
                <a:lnTo>
                  <a:pt x="257388" y="8237"/>
                </a:lnTo>
                <a:lnTo>
                  <a:pt x="248300" y="7574"/>
                </a:lnTo>
                <a:lnTo>
                  <a:pt x="235591" y="6676"/>
                </a:lnTo>
                <a:lnTo>
                  <a:pt x="222904" y="5790"/>
                </a:lnTo>
                <a:lnTo>
                  <a:pt x="210232" y="4929"/>
                </a:lnTo>
                <a:lnTo>
                  <a:pt x="197569" y="4105"/>
                </a:lnTo>
                <a:lnTo>
                  <a:pt x="184909" y="3330"/>
                </a:lnTo>
                <a:lnTo>
                  <a:pt x="172248" y="2616"/>
                </a:lnTo>
                <a:lnTo>
                  <a:pt x="159579" y="1975"/>
                </a:lnTo>
                <a:lnTo>
                  <a:pt x="146897" y="1421"/>
                </a:lnTo>
                <a:lnTo>
                  <a:pt x="134196" y="964"/>
                </a:lnTo>
                <a:lnTo>
                  <a:pt x="117523" y="513"/>
                </a:lnTo>
                <a:lnTo>
                  <a:pt x="104881" y="244"/>
                </a:lnTo>
                <a:lnTo>
                  <a:pt x="92207" y="53"/>
                </a:lnTo>
                <a:lnTo>
                  <a:pt x="62749" y="0"/>
                </a:lnTo>
                <a:lnTo>
                  <a:pt x="50113" y="141"/>
                </a:lnTo>
                <a:lnTo>
                  <a:pt x="37417" y="385"/>
                </a:lnTo>
                <a:lnTo>
                  <a:pt x="24660" y="737"/>
                </a:lnTo>
                <a:lnTo>
                  <a:pt x="11844" y="1202"/>
                </a:lnTo>
                <a:lnTo>
                  <a:pt x="0" y="4616"/>
                </a:lnTo>
                <a:lnTo>
                  <a:pt x="1636" y="10494"/>
                </a:lnTo>
                <a:lnTo>
                  <a:pt x="11572" y="12654"/>
                </a:lnTo>
                <a:lnTo>
                  <a:pt x="12207" y="12654"/>
                </a:lnTo>
                <a:lnTo>
                  <a:pt x="24940" y="13032"/>
                </a:lnTo>
                <a:lnTo>
                  <a:pt x="37655" y="13593"/>
                </a:lnTo>
                <a:lnTo>
                  <a:pt x="50353" y="14286"/>
                </a:lnTo>
                <a:lnTo>
                  <a:pt x="63038" y="15057"/>
                </a:lnTo>
                <a:lnTo>
                  <a:pt x="75711" y="15857"/>
                </a:lnTo>
                <a:lnTo>
                  <a:pt x="88376" y="16633"/>
                </a:lnTo>
                <a:lnTo>
                  <a:pt x="101034" y="17333"/>
                </a:lnTo>
                <a:lnTo>
                  <a:pt x="113689" y="17907"/>
                </a:lnTo>
                <a:lnTo>
                  <a:pt x="119522" y="18115"/>
                </a:lnTo>
                <a:lnTo>
                  <a:pt x="132334" y="18716"/>
                </a:lnTo>
                <a:lnTo>
                  <a:pt x="145127" y="19338"/>
                </a:lnTo>
                <a:lnTo>
                  <a:pt x="157894" y="19979"/>
                </a:lnTo>
                <a:lnTo>
                  <a:pt x="170627" y="20638"/>
                </a:lnTo>
                <a:lnTo>
                  <a:pt x="183319" y="21313"/>
                </a:lnTo>
                <a:lnTo>
                  <a:pt x="195960" y="22004"/>
                </a:lnTo>
                <a:lnTo>
                  <a:pt x="208544" y="22709"/>
                </a:lnTo>
                <a:lnTo>
                  <a:pt x="221063" y="23426"/>
                </a:lnTo>
                <a:lnTo>
                  <a:pt x="225821" y="23703"/>
                </a:lnTo>
                <a:lnTo>
                  <a:pt x="238523" y="24215"/>
                </a:lnTo>
                <a:lnTo>
                  <a:pt x="251290" y="24683"/>
                </a:lnTo>
                <a:lnTo>
                  <a:pt x="264089" y="25127"/>
                </a:lnTo>
                <a:lnTo>
                  <a:pt x="276891" y="25569"/>
                </a:lnTo>
                <a:lnTo>
                  <a:pt x="289662" y="26027"/>
                </a:lnTo>
                <a:lnTo>
                  <a:pt x="302371" y="26521"/>
                </a:lnTo>
                <a:lnTo>
                  <a:pt x="314987" y="27073"/>
                </a:lnTo>
                <a:lnTo>
                  <a:pt x="327479" y="27702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85032" y="1044932"/>
            <a:ext cx="4860798" cy="5842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algn="ctr">
              <a:lnSpc>
                <a:spcPts val="2190"/>
              </a:lnSpc>
            </a:pPr>
            <a:r>
              <a:rPr sz="2000" b="1" spc="-1" dirty="0">
                <a:latin typeface="Montserrat"/>
                <a:cs typeface="Montserrat"/>
              </a:rPr>
              <a:t>Dimensi Sains Dan Teknologi Dalam</a:t>
            </a:r>
            <a:endParaRPr sz="2000" dirty="0">
              <a:latin typeface="Montserrat"/>
              <a:cs typeface="Montserrat"/>
            </a:endParaRPr>
          </a:p>
          <a:p>
            <a:pPr marL="758443" marR="783717" algn="ctr">
              <a:lnSpc>
                <a:spcPts val="2400"/>
              </a:lnSpc>
              <a:spcBef>
                <a:spcPts val="10"/>
              </a:spcBef>
            </a:pPr>
            <a:r>
              <a:rPr sz="2000" b="1" spc="-1" dirty="0">
                <a:latin typeface="Montserrat"/>
                <a:cs typeface="Montserrat"/>
              </a:rPr>
              <a:t>Agama Islam (Al-Qur’an)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600" y="2038684"/>
            <a:ext cx="1110178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9" dirty="0">
                <a:latin typeface="Montserrat"/>
                <a:cs typeface="Montserrat"/>
              </a:rPr>
              <a:t>Sains, menurut Baiquni, adalah himpunan pengetahuan manusia tentang alam yang diperoleh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3600" y="2450418"/>
            <a:ext cx="743511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5" dirty="0">
                <a:latin typeface="Montserrat"/>
                <a:cs typeface="Montserrat"/>
              </a:rPr>
              <a:t>sebagai  konsensus  para  pakar,  melalui  penyimpulan  secara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91551" y="2450418"/>
            <a:ext cx="357527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6" dirty="0">
                <a:latin typeface="Montserrat"/>
                <a:cs typeface="Montserrat"/>
              </a:rPr>
              <a:t>rasional  mengenai  hasil-hasil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600" y="2861898"/>
            <a:ext cx="11101273" cy="665537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5" dirty="0">
                <a:latin typeface="Montserrat"/>
                <a:cs typeface="Montserrat"/>
              </a:rPr>
              <a:t>analisis yang kritis terhadap data pengukuran yang diperoleh dari observasi pada gejala-gejala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ct val="101583"/>
              </a:lnSpc>
              <a:spcBef>
                <a:spcPts val="946"/>
              </a:spcBef>
            </a:pPr>
            <a:r>
              <a:rPr sz="1800" spc="0" dirty="0">
                <a:latin typeface="Montserrat"/>
                <a:cs typeface="Montserrat"/>
              </a:rPr>
              <a:t>alam.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600" y="3685239"/>
            <a:ext cx="136842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Sedangkan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8040" y="3685239"/>
            <a:ext cx="114851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teknologi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12109" y="3685239"/>
            <a:ext cx="83670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adalah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4774" y="3685239"/>
            <a:ext cx="127058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-1" dirty="0">
                <a:latin typeface="Montserrat"/>
                <a:cs typeface="Montserrat"/>
              </a:rPr>
              <a:t>himpunan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1017" y="3685239"/>
            <a:ext cx="162742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pengetahuan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4510" y="3685239"/>
            <a:ext cx="105318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manusia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3711" y="3685239"/>
            <a:ext cx="280083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t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nt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ng  </a:t>
            </a:r>
            <a:r>
              <a:rPr sz="1800" spc="361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p</a:t>
            </a:r>
            <a:r>
              <a:rPr sz="1800" spc="0" dirty="0">
                <a:latin typeface="Montserrat"/>
                <a:cs typeface="Montserrat"/>
              </a:rPr>
              <a:t>roses</a:t>
            </a:r>
            <a:r>
              <a:rPr sz="1800" spc="4" dirty="0">
                <a:latin typeface="Montserrat"/>
                <a:cs typeface="Montserrat"/>
              </a:rPr>
              <a:t>-p</a:t>
            </a:r>
            <a:r>
              <a:rPr sz="1800" spc="0" dirty="0">
                <a:latin typeface="Montserrat"/>
                <a:cs typeface="Montserrat"/>
              </a:rPr>
              <a:t>r</a:t>
            </a:r>
            <a:r>
              <a:rPr sz="1800" spc="-9" dirty="0">
                <a:latin typeface="Montserrat"/>
                <a:cs typeface="Montserrat"/>
              </a:rPr>
              <a:t>o</a:t>
            </a:r>
            <a:r>
              <a:rPr sz="1800" spc="0" dirty="0">
                <a:latin typeface="Montserrat"/>
                <a:cs typeface="Montserrat"/>
              </a:rPr>
              <a:t>s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s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3600" y="4096719"/>
            <a:ext cx="4909845" cy="665733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5" dirty="0">
                <a:latin typeface="Montserrat"/>
                <a:cs typeface="Montserrat"/>
              </a:rPr>
              <a:t>pemanfaatan  alam  yang  diperoleh  dari</a:t>
            </a:r>
            <a:endParaRPr sz="1800">
              <a:latin typeface="Montserrat"/>
              <a:cs typeface="Montserrat"/>
            </a:endParaRPr>
          </a:p>
          <a:p>
            <a:pPr marL="12700" marR="34289">
              <a:lnSpc>
                <a:spcPct val="101583"/>
              </a:lnSpc>
              <a:spcBef>
                <a:spcPts val="948"/>
              </a:spcBef>
            </a:pPr>
            <a:r>
              <a:rPr sz="1800" spc="0" dirty="0">
                <a:latin typeface="Montserrat"/>
                <a:cs typeface="Montserrat"/>
              </a:rPr>
              <a:t>produktif ekonomis.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6537" y="4096719"/>
            <a:ext cx="297192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1" dirty="0">
                <a:latin typeface="Montserrat"/>
                <a:cs typeface="Montserrat"/>
              </a:rPr>
              <a:t>penerapan  sains,  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1809" y="4096719"/>
            <a:ext cx="303382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1" dirty="0">
                <a:latin typeface="Montserrat"/>
                <a:cs typeface="Montserrat"/>
              </a:rPr>
              <a:t>kerangka  kegiatan  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63600" y="4919933"/>
            <a:ext cx="11107030" cy="1077226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7509">
              <a:lnSpc>
                <a:spcPts val="1980"/>
              </a:lnSpc>
            </a:pPr>
            <a:r>
              <a:rPr sz="1800" spc="42" dirty="0">
                <a:latin typeface="Montserrat"/>
                <a:cs typeface="Montserrat"/>
              </a:rPr>
              <a:t>Al-Qur’an, sebagai kalam Allah, diturunkan bukan untuk tujuan-tujuan yang bersifat praktis.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946"/>
              </a:spcBef>
            </a:pPr>
            <a:r>
              <a:rPr sz="1800" spc="25" dirty="0">
                <a:latin typeface="Montserrat"/>
                <a:cs typeface="Montserrat"/>
              </a:rPr>
              <a:t>Oleh sebab itu, secara obyektif, al-Qur’an bukanlah ensiklopedi sains dan teknologi apalagi al-</a:t>
            </a:r>
            <a:endParaRPr sz="1800">
              <a:latin typeface="Montserrat"/>
              <a:cs typeface="Montserrat"/>
            </a:endParaRPr>
          </a:p>
          <a:p>
            <a:pPr marL="12700" marR="41799">
              <a:lnSpc>
                <a:spcPct val="101583"/>
              </a:lnSpc>
              <a:spcBef>
                <a:spcPts val="1047"/>
              </a:spcBef>
            </a:pPr>
            <a:r>
              <a:rPr sz="1800" spc="0" dirty="0">
                <a:latin typeface="Montserrat"/>
                <a:cs typeface="Montserrat"/>
              </a:rPr>
              <a:t>Qur’an tidak menyatakan hal itu secara gamblang.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0722" y="1914437"/>
            <a:ext cx="429545" cy="908509"/>
          </a:xfrm>
          <a:custGeom>
            <a:avLst/>
            <a:gdLst/>
            <a:ahLst/>
            <a:cxnLst/>
            <a:rect l="l" t="t" r="r" b="b"/>
            <a:pathLst>
              <a:path w="429545" h="908509">
                <a:moveTo>
                  <a:pt x="137035" y="123982"/>
                </a:moveTo>
                <a:lnTo>
                  <a:pt x="104193" y="174835"/>
                </a:lnTo>
                <a:lnTo>
                  <a:pt x="110594" y="272756"/>
                </a:lnTo>
                <a:lnTo>
                  <a:pt x="116292" y="261394"/>
                </a:lnTo>
                <a:lnTo>
                  <a:pt x="122170" y="250115"/>
                </a:lnTo>
                <a:lnTo>
                  <a:pt x="128227" y="238926"/>
                </a:lnTo>
                <a:lnTo>
                  <a:pt x="134460" y="227834"/>
                </a:lnTo>
                <a:lnTo>
                  <a:pt x="140869" y="216845"/>
                </a:lnTo>
                <a:lnTo>
                  <a:pt x="137035" y="123982"/>
                </a:lnTo>
                <a:close/>
              </a:path>
              <a:path w="429545" h="908509">
                <a:moveTo>
                  <a:pt x="257660" y="766913"/>
                </a:moveTo>
                <a:lnTo>
                  <a:pt x="254155" y="766659"/>
                </a:lnTo>
                <a:lnTo>
                  <a:pt x="250447" y="766151"/>
                </a:lnTo>
                <a:lnTo>
                  <a:pt x="246738" y="765516"/>
                </a:lnTo>
                <a:lnTo>
                  <a:pt x="246143" y="794064"/>
                </a:lnTo>
                <a:lnTo>
                  <a:pt x="249456" y="794091"/>
                </a:lnTo>
                <a:lnTo>
                  <a:pt x="262119" y="793697"/>
                </a:lnTo>
                <a:lnTo>
                  <a:pt x="257660" y="766913"/>
                </a:lnTo>
                <a:close/>
              </a:path>
              <a:path w="429545" h="908509">
                <a:moveTo>
                  <a:pt x="259678" y="652117"/>
                </a:moveTo>
                <a:lnTo>
                  <a:pt x="251912" y="642201"/>
                </a:lnTo>
                <a:lnTo>
                  <a:pt x="245999" y="631771"/>
                </a:lnTo>
                <a:lnTo>
                  <a:pt x="249367" y="720558"/>
                </a:lnTo>
                <a:lnTo>
                  <a:pt x="260261" y="728416"/>
                </a:lnTo>
                <a:lnTo>
                  <a:pt x="271351" y="735554"/>
                </a:lnTo>
                <a:lnTo>
                  <a:pt x="282577" y="741902"/>
                </a:lnTo>
                <a:lnTo>
                  <a:pt x="293874" y="747387"/>
                </a:lnTo>
                <a:lnTo>
                  <a:pt x="293272" y="681400"/>
                </a:lnTo>
                <a:lnTo>
                  <a:pt x="283513" y="672379"/>
                </a:lnTo>
                <a:lnTo>
                  <a:pt x="281269" y="669758"/>
                </a:lnTo>
                <a:lnTo>
                  <a:pt x="269423" y="661357"/>
                </a:lnTo>
                <a:lnTo>
                  <a:pt x="259678" y="652117"/>
                </a:lnTo>
                <a:close/>
              </a:path>
              <a:path w="429545" h="908509">
                <a:moveTo>
                  <a:pt x="78641" y="460462"/>
                </a:moveTo>
                <a:lnTo>
                  <a:pt x="75910" y="458811"/>
                </a:lnTo>
                <a:lnTo>
                  <a:pt x="72354" y="458938"/>
                </a:lnTo>
                <a:lnTo>
                  <a:pt x="71164" y="446452"/>
                </a:lnTo>
                <a:lnTo>
                  <a:pt x="70738" y="433915"/>
                </a:lnTo>
                <a:lnTo>
                  <a:pt x="68492" y="524360"/>
                </a:lnTo>
                <a:lnTo>
                  <a:pt x="73189" y="535893"/>
                </a:lnTo>
                <a:lnTo>
                  <a:pt x="78346" y="547372"/>
                </a:lnTo>
                <a:lnTo>
                  <a:pt x="78641" y="460462"/>
                </a:lnTo>
                <a:close/>
              </a:path>
              <a:path w="429545" h="908509">
                <a:moveTo>
                  <a:pt x="347174" y="494619"/>
                </a:moveTo>
                <a:lnTo>
                  <a:pt x="355739" y="503624"/>
                </a:lnTo>
                <a:lnTo>
                  <a:pt x="364100" y="513425"/>
                </a:lnTo>
                <a:lnTo>
                  <a:pt x="372155" y="523932"/>
                </a:lnTo>
                <a:lnTo>
                  <a:pt x="377421" y="531455"/>
                </a:lnTo>
                <a:lnTo>
                  <a:pt x="368173" y="522411"/>
                </a:lnTo>
                <a:lnTo>
                  <a:pt x="358637" y="513794"/>
                </a:lnTo>
                <a:lnTo>
                  <a:pt x="348847" y="505619"/>
                </a:lnTo>
                <a:lnTo>
                  <a:pt x="356830" y="546158"/>
                </a:lnTo>
                <a:lnTo>
                  <a:pt x="365388" y="555771"/>
                </a:lnTo>
                <a:lnTo>
                  <a:pt x="373367" y="565752"/>
                </a:lnTo>
                <a:lnTo>
                  <a:pt x="380771" y="576096"/>
                </a:lnTo>
                <a:lnTo>
                  <a:pt x="387601" y="586798"/>
                </a:lnTo>
                <a:lnTo>
                  <a:pt x="393860" y="597852"/>
                </a:lnTo>
                <a:lnTo>
                  <a:pt x="399550" y="609254"/>
                </a:lnTo>
                <a:lnTo>
                  <a:pt x="403621" y="618450"/>
                </a:lnTo>
                <a:lnTo>
                  <a:pt x="396529" y="607860"/>
                </a:lnTo>
                <a:lnTo>
                  <a:pt x="389306" y="597414"/>
                </a:lnTo>
                <a:lnTo>
                  <a:pt x="389219" y="746085"/>
                </a:lnTo>
                <a:lnTo>
                  <a:pt x="400679" y="751265"/>
                </a:lnTo>
                <a:lnTo>
                  <a:pt x="413289" y="754190"/>
                </a:lnTo>
                <a:lnTo>
                  <a:pt x="413464" y="754213"/>
                </a:lnTo>
                <a:lnTo>
                  <a:pt x="403082" y="760053"/>
                </a:lnTo>
                <a:lnTo>
                  <a:pt x="391732" y="764677"/>
                </a:lnTo>
                <a:lnTo>
                  <a:pt x="379376" y="767972"/>
                </a:lnTo>
                <a:lnTo>
                  <a:pt x="365974" y="769830"/>
                </a:lnTo>
                <a:lnTo>
                  <a:pt x="356034" y="770215"/>
                </a:lnTo>
                <a:lnTo>
                  <a:pt x="353101" y="770215"/>
                </a:lnTo>
                <a:lnTo>
                  <a:pt x="363651" y="856780"/>
                </a:lnTo>
                <a:lnTo>
                  <a:pt x="380204" y="850813"/>
                </a:lnTo>
                <a:lnTo>
                  <a:pt x="396236" y="843652"/>
                </a:lnTo>
                <a:lnTo>
                  <a:pt x="411690" y="835348"/>
                </a:lnTo>
                <a:lnTo>
                  <a:pt x="426512" y="825949"/>
                </a:lnTo>
                <a:lnTo>
                  <a:pt x="429545" y="574328"/>
                </a:lnTo>
                <a:lnTo>
                  <a:pt x="425086" y="562186"/>
                </a:lnTo>
                <a:lnTo>
                  <a:pt x="419949" y="550186"/>
                </a:lnTo>
                <a:lnTo>
                  <a:pt x="414166" y="538368"/>
                </a:lnTo>
                <a:lnTo>
                  <a:pt x="407768" y="526773"/>
                </a:lnTo>
                <a:lnTo>
                  <a:pt x="400789" y="515442"/>
                </a:lnTo>
                <a:lnTo>
                  <a:pt x="393259" y="504415"/>
                </a:lnTo>
                <a:lnTo>
                  <a:pt x="385212" y="493734"/>
                </a:lnTo>
                <a:lnTo>
                  <a:pt x="384406" y="492720"/>
                </a:lnTo>
                <a:lnTo>
                  <a:pt x="391823" y="496022"/>
                </a:lnTo>
                <a:lnTo>
                  <a:pt x="391969" y="470050"/>
                </a:lnTo>
                <a:lnTo>
                  <a:pt x="380542" y="464215"/>
                </a:lnTo>
                <a:lnTo>
                  <a:pt x="368878" y="458996"/>
                </a:lnTo>
                <a:lnTo>
                  <a:pt x="357030" y="454422"/>
                </a:lnTo>
                <a:lnTo>
                  <a:pt x="345049" y="450524"/>
                </a:lnTo>
                <a:lnTo>
                  <a:pt x="340693" y="449286"/>
                </a:lnTo>
                <a:lnTo>
                  <a:pt x="334140" y="486878"/>
                </a:lnTo>
                <a:lnTo>
                  <a:pt x="338508" y="486497"/>
                </a:lnTo>
                <a:lnTo>
                  <a:pt x="347174" y="494619"/>
                </a:lnTo>
                <a:close/>
              </a:path>
              <a:path w="429545" h="908509">
                <a:moveTo>
                  <a:pt x="308804" y="427610"/>
                </a:moveTo>
                <a:lnTo>
                  <a:pt x="297665" y="421677"/>
                </a:lnTo>
                <a:lnTo>
                  <a:pt x="286305" y="416418"/>
                </a:lnTo>
                <a:lnTo>
                  <a:pt x="286515" y="508087"/>
                </a:lnTo>
                <a:lnTo>
                  <a:pt x="292179" y="504150"/>
                </a:lnTo>
                <a:lnTo>
                  <a:pt x="297868" y="500594"/>
                </a:lnTo>
                <a:lnTo>
                  <a:pt x="301805" y="502118"/>
                </a:lnTo>
                <a:lnTo>
                  <a:pt x="303329" y="503007"/>
                </a:lnTo>
                <a:lnTo>
                  <a:pt x="298961" y="506309"/>
                </a:lnTo>
                <a:lnTo>
                  <a:pt x="296548" y="512786"/>
                </a:lnTo>
                <a:lnTo>
                  <a:pt x="301145" y="518247"/>
                </a:lnTo>
                <a:lnTo>
                  <a:pt x="309306" y="528302"/>
                </a:lnTo>
                <a:lnTo>
                  <a:pt x="317263" y="538397"/>
                </a:lnTo>
                <a:lnTo>
                  <a:pt x="325028" y="548541"/>
                </a:lnTo>
                <a:lnTo>
                  <a:pt x="326062" y="516723"/>
                </a:lnTo>
                <a:lnTo>
                  <a:pt x="335346" y="524603"/>
                </a:lnTo>
                <a:lnTo>
                  <a:pt x="344627" y="533647"/>
                </a:lnTo>
                <a:lnTo>
                  <a:pt x="347690" y="536916"/>
                </a:lnTo>
                <a:lnTo>
                  <a:pt x="356830" y="546158"/>
                </a:lnTo>
                <a:lnTo>
                  <a:pt x="348847" y="505619"/>
                </a:lnTo>
                <a:lnTo>
                  <a:pt x="338835" y="497903"/>
                </a:lnTo>
                <a:lnTo>
                  <a:pt x="328636" y="490661"/>
                </a:lnTo>
                <a:lnTo>
                  <a:pt x="325846" y="488783"/>
                </a:lnTo>
                <a:lnTo>
                  <a:pt x="329771" y="487767"/>
                </a:lnTo>
                <a:lnTo>
                  <a:pt x="334140" y="486878"/>
                </a:lnTo>
                <a:lnTo>
                  <a:pt x="340693" y="449286"/>
                </a:lnTo>
                <a:lnTo>
                  <a:pt x="330337" y="441432"/>
                </a:lnTo>
                <a:lnTo>
                  <a:pt x="319701" y="434201"/>
                </a:lnTo>
                <a:lnTo>
                  <a:pt x="308804" y="427610"/>
                </a:lnTo>
                <a:close/>
              </a:path>
              <a:path w="429545" h="908509">
                <a:moveTo>
                  <a:pt x="187345" y="199455"/>
                </a:moveTo>
                <a:lnTo>
                  <a:pt x="183533" y="213436"/>
                </a:lnTo>
                <a:lnTo>
                  <a:pt x="184229" y="318603"/>
                </a:lnTo>
                <a:lnTo>
                  <a:pt x="187374" y="306397"/>
                </a:lnTo>
                <a:lnTo>
                  <a:pt x="191148" y="185420"/>
                </a:lnTo>
                <a:lnTo>
                  <a:pt x="187345" y="199455"/>
                </a:lnTo>
                <a:close/>
              </a:path>
              <a:path w="429545" h="908509">
                <a:moveTo>
                  <a:pt x="168855" y="389301"/>
                </a:moveTo>
                <a:lnTo>
                  <a:pt x="171252" y="376804"/>
                </a:lnTo>
                <a:lnTo>
                  <a:pt x="173854" y="364316"/>
                </a:lnTo>
                <a:lnTo>
                  <a:pt x="176632" y="351857"/>
                </a:lnTo>
                <a:lnTo>
                  <a:pt x="177244" y="349210"/>
                </a:lnTo>
                <a:lnTo>
                  <a:pt x="180393" y="361656"/>
                </a:lnTo>
                <a:lnTo>
                  <a:pt x="183827" y="373937"/>
                </a:lnTo>
                <a:lnTo>
                  <a:pt x="187518" y="386069"/>
                </a:lnTo>
                <a:lnTo>
                  <a:pt x="191436" y="398067"/>
                </a:lnTo>
                <a:lnTo>
                  <a:pt x="193843" y="405090"/>
                </a:lnTo>
                <a:lnTo>
                  <a:pt x="181651" y="408070"/>
                </a:lnTo>
                <a:lnTo>
                  <a:pt x="169582" y="412243"/>
                </a:lnTo>
                <a:lnTo>
                  <a:pt x="164798" y="414234"/>
                </a:lnTo>
                <a:lnTo>
                  <a:pt x="164953" y="282593"/>
                </a:lnTo>
                <a:lnTo>
                  <a:pt x="161458" y="296283"/>
                </a:lnTo>
                <a:lnTo>
                  <a:pt x="158077" y="309930"/>
                </a:lnTo>
                <a:lnTo>
                  <a:pt x="154828" y="323534"/>
                </a:lnTo>
                <a:lnTo>
                  <a:pt x="148798" y="350620"/>
                </a:lnTo>
                <a:lnTo>
                  <a:pt x="143511" y="377553"/>
                </a:lnTo>
                <a:lnTo>
                  <a:pt x="139107" y="404342"/>
                </a:lnTo>
                <a:lnTo>
                  <a:pt x="135727" y="430998"/>
                </a:lnTo>
                <a:lnTo>
                  <a:pt x="137434" y="659316"/>
                </a:lnTo>
                <a:lnTo>
                  <a:pt x="144377" y="670053"/>
                </a:lnTo>
                <a:lnTo>
                  <a:pt x="151834" y="680541"/>
                </a:lnTo>
                <a:lnTo>
                  <a:pt x="159825" y="690761"/>
                </a:lnTo>
                <a:lnTo>
                  <a:pt x="167846" y="700111"/>
                </a:lnTo>
                <a:lnTo>
                  <a:pt x="167157" y="475779"/>
                </a:lnTo>
                <a:lnTo>
                  <a:pt x="162385" y="482306"/>
                </a:lnTo>
                <a:lnTo>
                  <a:pt x="168281" y="467221"/>
                </a:lnTo>
                <a:lnTo>
                  <a:pt x="175488" y="454998"/>
                </a:lnTo>
                <a:lnTo>
                  <a:pt x="184007" y="445606"/>
                </a:lnTo>
                <a:lnTo>
                  <a:pt x="193835" y="439015"/>
                </a:lnTo>
                <a:lnTo>
                  <a:pt x="205006" y="435189"/>
                </a:lnTo>
                <a:lnTo>
                  <a:pt x="207190" y="440777"/>
                </a:lnTo>
                <a:lnTo>
                  <a:pt x="210022" y="446492"/>
                </a:lnTo>
                <a:lnTo>
                  <a:pt x="212207" y="452461"/>
                </a:lnTo>
                <a:lnTo>
                  <a:pt x="199312" y="454956"/>
                </a:lnTo>
                <a:lnTo>
                  <a:pt x="187396" y="459557"/>
                </a:lnTo>
                <a:lnTo>
                  <a:pt x="176624" y="466439"/>
                </a:lnTo>
                <a:lnTo>
                  <a:pt x="180965" y="518120"/>
                </a:lnTo>
                <a:lnTo>
                  <a:pt x="185118" y="516088"/>
                </a:lnTo>
                <a:lnTo>
                  <a:pt x="189258" y="513929"/>
                </a:lnTo>
                <a:lnTo>
                  <a:pt x="186914" y="525277"/>
                </a:lnTo>
                <a:lnTo>
                  <a:pt x="185462" y="537590"/>
                </a:lnTo>
                <a:lnTo>
                  <a:pt x="184967" y="550921"/>
                </a:lnTo>
                <a:lnTo>
                  <a:pt x="185118" y="558506"/>
                </a:lnTo>
                <a:lnTo>
                  <a:pt x="186291" y="569786"/>
                </a:lnTo>
                <a:lnTo>
                  <a:pt x="188620" y="581458"/>
                </a:lnTo>
                <a:lnTo>
                  <a:pt x="192033" y="593426"/>
                </a:lnTo>
                <a:lnTo>
                  <a:pt x="196461" y="605590"/>
                </a:lnTo>
                <a:lnTo>
                  <a:pt x="201832" y="617852"/>
                </a:lnTo>
                <a:lnTo>
                  <a:pt x="208075" y="630114"/>
                </a:lnTo>
                <a:lnTo>
                  <a:pt x="214607" y="641437"/>
                </a:lnTo>
                <a:lnTo>
                  <a:pt x="204849" y="633085"/>
                </a:lnTo>
                <a:lnTo>
                  <a:pt x="195509" y="624538"/>
                </a:lnTo>
                <a:lnTo>
                  <a:pt x="191023" y="620228"/>
                </a:lnTo>
                <a:lnTo>
                  <a:pt x="185639" y="608792"/>
                </a:lnTo>
                <a:lnTo>
                  <a:pt x="181252" y="597127"/>
                </a:lnTo>
                <a:lnTo>
                  <a:pt x="177869" y="585236"/>
                </a:lnTo>
                <a:lnTo>
                  <a:pt x="175497" y="573118"/>
                </a:lnTo>
                <a:lnTo>
                  <a:pt x="174847" y="731405"/>
                </a:lnTo>
                <a:lnTo>
                  <a:pt x="186460" y="737209"/>
                </a:lnTo>
                <a:lnTo>
                  <a:pt x="198178" y="742595"/>
                </a:lnTo>
                <a:lnTo>
                  <a:pt x="209956" y="747554"/>
                </a:lnTo>
                <a:lnTo>
                  <a:pt x="221750" y="752074"/>
                </a:lnTo>
                <a:lnTo>
                  <a:pt x="233513" y="756144"/>
                </a:lnTo>
                <a:lnTo>
                  <a:pt x="245201" y="759754"/>
                </a:lnTo>
                <a:lnTo>
                  <a:pt x="243233" y="625181"/>
                </a:lnTo>
                <a:lnTo>
                  <a:pt x="252957" y="635537"/>
                </a:lnTo>
                <a:lnTo>
                  <a:pt x="252165" y="607565"/>
                </a:lnTo>
                <a:lnTo>
                  <a:pt x="247380" y="598604"/>
                </a:lnTo>
                <a:lnTo>
                  <a:pt x="245750" y="589787"/>
                </a:lnTo>
                <a:lnTo>
                  <a:pt x="247257" y="581124"/>
                </a:lnTo>
                <a:lnTo>
                  <a:pt x="251884" y="572627"/>
                </a:lnTo>
                <a:lnTo>
                  <a:pt x="248650" y="97824"/>
                </a:lnTo>
                <a:lnTo>
                  <a:pt x="243783" y="109586"/>
                </a:lnTo>
                <a:lnTo>
                  <a:pt x="241049" y="116546"/>
                </a:lnTo>
                <a:lnTo>
                  <a:pt x="241709" y="109942"/>
                </a:lnTo>
                <a:lnTo>
                  <a:pt x="242369" y="103465"/>
                </a:lnTo>
                <a:lnTo>
                  <a:pt x="243017" y="96861"/>
                </a:lnTo>
                <a:lnTo>
                  <a:pt x="243462" y="91908"/>
                </a:lnTo>
                <a:lnTo>
                  <a:pt x="241277" y="88352"/>
                </a:lnTo>
                <a:lnTo>
                  <a:pt x="237988" y="85939"/>
                </a:lnTo>
                <a:lnTo>
                  <a:pt x="253502" y="0"/>
                </a:lnTo>
                <a:lnTo>
                  <a:pt x="212120" y="35726"/>
                </a:lnTo>
                <a:lnTo>
                  <a:pt x="198656" y="157186"/>
                </a:lnTo>
                <a:lnTo>
                  <a:pt x="194924" y="171331"/>
                </a:lnTo>
                <a:lnTo>
                  <a:pt x="191148" y="185420"/>
                </a:lnTo>
                <a:lnTo>
                  <a:pt x="187374" y="306397"/>
                </a:lnTo>
                <a:lnTo>
                  <a:pt x="190586" y="294171"/>
                </a:lnTo>
                <a:lnTo>
                  <a:pt x="193867" y="281924"/>
                </a:lnTo>
                <a:lnTo>
                  <a:pt x="197217" y="269657"/>
                </a:lnTo>
                <a:lnTo>
                  <a:pt x="200637" y="257369"/>
                </a:lnTo>
                <a:lnTo>
                  <a:pt x="204127" y="245062"/>
                </a:lnTo>
                <a:lnTo>
                  <a:pt x="204561" y="243546"/>
                </a:lnTo>
                <a:lnTo>
                  <a:pt x="204369" y="256333"/>
                </a:lnTo>
                <a:lnTo>
                  <a:pt x="204422" y="281919"/>
                </a:lnTo>
                <a:lnTo>
                  <a:pt x="204688" y="294701"/>
                </a:lnTo>
                <a:lnTo>
                  <a:pt x="205127" y="307465"/>
                </a:lnTo>
                <a:lnTo>
                  <a:pt x="205749" y="320203"/>
                </a:lnTo>
                <a:lnTo>
                  <a:pt x="206564" y="332908"/>
                </a:lnTo>
                <a:lnTo>
                  <a:pt x="207582" y="345570"/>
                </a:lnTo>
                <a:lnTo>
                  <a:pt x="208813" y="358181"/>
                </a:lnTo>
                <a:lnTo>
                  <a:pt x="210267" y="370735"/>
                </a:lnTo>
                <a:lnTo>
                  <a:pt x="211954" y="383222"/>
                </a:lnTo>
                <a:lnTo>
                  <a:pt x="213884" y="395634"/>
                </a:lnTo>
                <a:lnTo>
                  <a:pt x="215052" y="402423"/>
                </a:lnTo>
                <a:lnTo>
                  <a:pt x="211559" y="402677"/>
                </a:lnTo>
                <a:lnTo>
                  <a:pt x="206967" y="390963"/>
                </a:lnTo>
                <a:lnTo>
                  <a:pt x="202611" y="379135"/>
                </a:lnTo>
                <a:lnTo>
                  <a:pt x="198484" y="367187"/>
                </a:lnTo>
                <a:lnTo>
                  <a:pt x="194577" y="355115"/>
                </a:lnTo>
                <a:lnTo>
                  <a:pt x="190883" y="342916"/>
                </a:lnTo>
                <a:lnTo>
                  <a:pt x="187395" y="330584"/>
                </a:lnTo>
                <a:lnTo>
                  <a:pt x="184229" y="318603"/>
                </a:lnTo>
                <a:lnTo>
                  <a:pt x="183533" y="213436"/>
                </a:lnTo>
                <a:lnTo>
                  <a:pt x="179729" y="227366"/>
                </a:lnTo>
                <a:lnTo>
                  <a:pt x="175952" y="241245"/>
                </a:lnTo>
                <a:lnTo>
                  <a:pt x="172218" y="255075"/>
                </a:lnTo>
                <a:lnTo>
                  <a:pt x="168855" y="389301"/>
                </a:lnTo>
                <a:close/>
              </a:path>
              <a:path w="429545" h="908509">
                <a:moveTo>
                  <a:pt x="168546" y="268857"/>
                </a:moveTo>
                <a:lnTo>
                  <a:pt x="164953" y="282593"/>
                </a:lnTo>
                <a:lnTo>
                  <a:pt x="164798" y="414234"/>
                </a:lnTo>
                <a:lnTo>
                  <a:pt x="166694" y="401785"/>
                </a:lnTo>
                <a:lnTo>
                  <a:pt x="168855" y="389301"/>
                </a:lnTo>
                <a:lnTo>
                  <a:pt x="172218" y="255075"/>
                </a:lnTo>
                <a:lnTo>
                  <a:pt x="168546" y="268857"/>
                </a:lnTo>
                <a:close/>
              </a:path>
              <a:path w="429545" h="908509">
                <a:moveTo>
                  <a:pt x="326490" y="59474"/>
                </a:moveTo>
                <a:lnTo>
                  <a:pt x="336014" y="42397"/>
                </a:lnTo>
                <a:lnTo>
                  <a:pt x="346004" y="25194"/>
                </a:lnTo>
                <a:lnTo>
                  <a:pt x="356441" y="7834"/>
                </a:lnTo>
                <a:lnTo>
                  <a:pt x="361025" y="214"/>
                </a:lnTo>
                <a:lnTo>
                  <a:pt x="359705" y="-7405"/>
                </a:lnTo>
                <a:lnTo>
                  <a:pt x="355564" y="-13120"/>
                </a:lnTo>
                <a:lnTo>
                  <a:pt x="357076" y="-14136"/>
                </a:lnTo>
                <a:lnTo>
                  <a:pt x="364697" y="-23143"/>
                </a:lnTo>
                <a:lnTo>
                  <a:pt x="365881" y="-34462"/>
                </a:lnTo>
                <a:lnTo>
                  <a:pt x="361635" y="-44862"/>
                </a:lnTo>
                <a:lnTo>
                  <a:pt x="352968" y="-51112"/>
                </a:lnTo>
                <a:lnTo>
                  <a:pt x="348643" y="-51728"/>
                </a:lnTo>
                <a:lnTo>
                  <a:pt x="344198" y="-51347"/>
                </a:lnTo>
                <a:lnTo>
                  <a:pt x="341798" y="-50458"/>
                </a:lnTo>
                <a:lnTo>
                  <a:pt x="296871" y="-29007"/>
                </a:lnTo>
                <a:lnTo>
                  <a:pt x="253502" y="0"/>
                </a:lnTo>
                <a:lnTo>
                  <a:pt x="237988" y="85939"/>
                </a:lnTo>
                <a:lnTo>
                  <a:pt x="246866" y="76648"/>
                </a:lnTo>
                <a:lnTo>
                  <a:pt x="255855" y="67576"/>
                </a:lnTo>
                <a:lnTo>
                  <a:pt x="264877" y="58723"/>
                </a:lnTo>
                <a:lnTo>
                  <a:pt x="271427" y="52411"/>
                </a:lnTo>
                <a:lnTo>
                  <a:pt x="265176" y="63449"/>
                </a:lnTo>
                <a:lnTo>
                  <a:pt x="259317" y="74720"/>
                </a:lnTo>
                <a:lnTo>
                  <a:pt x="253818" y="86190"/>
                </a:lnTo>
                <a:lnTo>
                  <a:pt x="248650" y="97824"/>
                </a:lnTo>
                <a:lnTo>
                  <a:pt x="251884" y="572627"/>
                </a:lnTo>
                <a:lnTo>
                  <a:pt x="253075" y="571079"/>
                </a:lnTo>
                <a:lnTo>
                  <a:pt x="258861" y="582628"/>
                </a:lnTo>
                <a:lnTo>
                  <a:pt x="265061" y="593922"/>
                </a:lnTo>
                <a:lnTo>
                  <a:pt x="271672" y="604942"/>
                </a:lnTo>
                <a:lnTo>
                  <a:pt x="278688" y="615671"/>
                </a:lnTo>
                <a:lnTo>
                  <a:pt x="286103" y="626090"/>
                </a:lnTo>
                <a:lnTo>
                  <a:pt x="293913" y="636180"/>
                </a:lnTo>
                <a:lnTo>
                  <a:pt x="302112" y="645923"/>
                </a:lnTo>
                <a:lnTo>
                  <a:pt x="310694" y="655302"/>
                </a:lnTo>
                <a:lnTo>
                  <a:pt x="319655" y="664297"/>
                </a:lnTo>
                <a:lnTo>
                  <a:pt x="328894" y="672806"/>
                </a:lnTo>
                <a:lnTo>
                  <a:pt x="331511" y="677378"/>
                </a:lnTo>
                <a:lnTo>
                  <a:pt x="334140" y="682204"/>
                </a:lnTo>
                <a:lnTo>
                  <a:pt x="336984" y="687030"/>
                </a:lnTo>
                <a:lnTo>
                  <a:pt x="327610" y="678412"/>
                </a:lnTo>
                <a:lnTo>
                  <a:pt x="318428" y="669654"/>
                </a:lnTo>
                <a:lnTo>
                  <a:pt x="309431" y="660732"/>
                </a:lnTo>
                <a:lnTo>
                  <a:pt x="300612" y="651622"/>
                </a:lnTo>
                <a:lnTo>
                  <a:pt x="291964" y="642300"/>
                </a:lnTo>
                <a:lnTo>
                  <a:pt x="285638" y="635214"/>
                </a:lnTo>
                <a:lnTo>
                  <a:pt x="271276" y="625881"/>
                </a:lnTo>
                <a:lnTo>
                  <a:pt x="260125" y="616661"/>
                </a:lnTo>
                <a:lnTo>
                  <a:pt x="252165" y="607565"/>
                </a:lnTo>
                <a:lnTo>
                  <a:pt x="252957" y="635537"/>
                </a:lnTo>
                <a:lnTo>
                  <a:pt x="262754" y="645568"/>
                </a:lnTo>
                <a:lnTo>
                  <a:pt x="272389" y="655213"/>
                </a:lnTo>
                <a:lnTo>
                  <a:pt x="281629" y="664409"/>
                </a:lnTo>
                <a:lnTo>
                  <a:pt x="290238" y="673094"/>
                </a:lnTo>
                <a:lnTo>
                  <a:pt x="297982" y="681205"/>
                </a:lnTo>
                <a:lnTo>
                  <a:pt x="303545" y="687411"/>
                </a:lnTo>
                <a:lnTo>
                  <a:pt x="293272" y="681400"/>
                </a:lnTo>
                <a:lnTo>
                  <a:pt x="293874" y="747387"/>
                </a:lnTo>
                <a:lnTo>
                  <a:pt x="305183" y="751937"/>
                </a:lnTo>
                <a:lnTo>
                  <a:pt x="311203" y="753959"/>
                </a:lnTo>
                <a:lnTo>
                  <a:pt x="308359" y="756118"/>
                </a:lnTo>
                <a:lnTo>
                  <a:pt x="305082" y="757642"/>
                </a:lnTo>
                <a:lnTo>
                  <a:pt x="301805" y="759420"/>
                </a:lnTo>
                <a:lnTo>
                  <a:pt x="290841" y="753666"/>
                </a:lnTo>
                <a:lnTo>
                  <a:pt x="280183" y="746792"/>
                </a:lnTo>
                <a:lnTo>
                  <a:pt x="269891" y="739033"/>
                </a:lnTo>
                <a:lnTo>
                  <a:pt x="260021" y="730626"/>
                </a:lnTo>
                <a:lnTo>
                  <a:pt x="250633" y="721806"/>
                </a:lnTo>
                <a:lnTo>
                  <a:pt x="245999" y="631771"/>
                </a:lnTo>
                <a:lnTo>
                  <a:pt x="243233" y="625181"/>
                </a:lnTo>
                <a:lnTo>
                  <a:pt x="245201" y="759754"/>
                </a:lnTo>
                <a:lnTo>
                  <a:pt x="248491" y="760690"/>
                </a:lnTo>
                <a:lnTo>
                  <a:pt x="250447" y="761198"/>
                </a:lnTo>
                <a:lnTo>
                  <a:pt x="257660" y="766913"/>
                </a:lnTo>
                <a:lnTo>
                  <a:pt x="262119" y="793697"/>
                </a:lnTo>
                <a:lnTo>
                  <a:pt x="274767" y="792501"/>
                </a:lnTo>
                <a:lnTo>
                  <a:pt x="287366" y="790486"/>
                </a:lnTo>
                <a:lnTo>
                  <a:pt x="292623" y="789392"/>
                </a:lnTo>
                <a:lnTo>
                  <a:pt x="304125" y="795464"/>
                </a:lnTo>
                <a:lnTo>
                  <a:pt x="315773" y="800887"/>
                </a:lnTo>
                <a:lnTo>
                  <a:pt x="327508" y="805422"/>
                </a:lnTo>
                <a:lnTo>
                  <a:pt x="334800" y="807680"/>
                </a:lnTo>
                <a:lnTo>
                  <a:pt x="322275" y="809654"/>
                </a:lnTo>
                <a:lnTo>
                  <a:pt x="309617" y="810830"/>
                </a:lnTo>
                <a:lnTo>
                  <a:pt x="296867" y="811236"/>
                </a:lnTo>
                <a:lnTo>
                  <a:pt x="296357" y="811236"/>
                </a:lnTo>
                <a:lnTo>
                  <a:pt x="283813" y="810869"/>
                </a:lnTo>
                <a:lnTo>
                  <a:pt x="271253" y="809768"/>
                </a:lnTo>
                <a:lnTo>
                  <a:pt x="258712" y="807934"/>
                </a:lnTo>
                <a:lnTo>
                  <a:pt x="246224" y="805369"/>
                </a:lnTo>
                <a:lnTo>
                  <a:pt x="233825" y="802075"/>
                </a:lnTo>
                <a:lnTo>
                  <a:pt x="221550" y="798052"/>
                </a:lnTo>
                <a:lnTo>
                  <a:pt x="209433" y="793303"/>
                </a:lnTo>
                <a:lnTo>
                  <a:pt x="197511" y="787828"/>
                </a:lnTo>
                <a:lnTo>
                  <a:pt x="195811" y="786979"/>
                </a:lnTo>
                <a:lnTo>
                  <a:pt x="208266" y="789908"/>
                </a:lnTo>
                <a:lnTo>
                  <a:pt x="220827" y="792072"/>
                </a:lnTo>
                <a:lnTo>
                  <a:pt x="233462" y="793461"/>
                </a:lnTo>
                <a:lnTo>
                  <a:pt x="246143" y="794064"/>
                </a:lnTo>
                <a:lnTo>
                  <a:pt x="246738" y="765516"/>
                </a:lnTo>
                <a:lnTo>
                  <a:pt x="232902" y="764185"/>
                </a:lnTo>
                <a:lnTo>
                  <a:pt x="219496" y="761873"/>
                </a:lnTo>
                <a:lnTo>
                  <a:pt x="206529" y="758623"/>
                </a:lnTo>
                <a:lnTo>
                  <a:pt x="194009" y="754478"/>
                </a:lnTo>
                <a:lnTo>
                  <a:pt x="181947" y="749478"/>
                </a:lnTo>
                <a:lnTo>
                  <a:pt x="170351" y="743666"/>
                </a:lnTo>
                <a:lnTo>
                  <a:pt x="159231" y="737084"/>
                </a:lnTo>
                <a:lnTo>
                  <a:pt x="148595" y="729774"/>
                </a:lnTo>
                <a:lnTo>
                  <a:pt x="138454" y="721777"/>
                </a:lnTo>
                <a:lnTo>
                  <a:pt x="128816" y="713137"/>
                </a:lnTo>
                <a:lnTo>
                  <a:pt x="119691" y="703893"/>
                </a:lnTo>
                <a:lnTo>
                  <a:pt x="111087" y="694090"/>
                </a:lnTo>
                <a:lnTo>
                  <a:pt x="103015" y="683768"/>
                </a:lnTo>
                <a:lnTo>
                  <a:pt x="100320" y="680045"/>
                </a:lnTo>
                <a:lnTo>
                  <a:pt x="109926" y="688456"/>
                </a:lnTo>
                <a:lnTo>
                  <a:pt x="119954" y="696527"/>
                </a:lnTo>
                <a:lnTo>
                  <a:pt x="130359" y="704247"/>
                </a:lnTo>
                <a:lnTo>
                  <a:pt x="141096" y="711606"/>
                </a:lnTo>
                <a:lnTo>
                  <a:pt x="152120" y="718593"/>
                </a:lnTo>
                <a:lnTo>
                  <a:pt x="163386" y="725197"/>
                </a:lnTo>
                <a:lnTo>
                  <a:pt x="174847" y="731405"/>
                </a:lnTo>
                <a:lnTo>
                  <a:pt x="175497" y="573118"/>
                </a:lnTo>
                <a:lnTo>
                  <a:pt x="174143" y="560777"/>
                </a:lnTo>
                <a:lnTo>
                  <a:pt x="173815" y="548213"/>
                </a:lnTo>
                <a:lnTo>
                  <a:pt x="174518" y="535428"/>
                </a:lnTo>
                <a:lnTo>
                  <a:pt x="176260" y="522422"/>
                </a:lnTo>
                <a:lnTo>
                  <a:pt x="176596" y="520533"/>
                </a:lnTo>
                <a:lnTo>
                  <a:pt x="180965" y="518120"/>
                </a:lnTo>
                <a:lnTo>
                  <a:pt x="176624" y="466439"/>
                </a:lnTo>
                <a:lnTo>
                  <a:pt x="167157" y="475779"/>
                </a:lnTo>
                <a:lnTo>
                  <a:pt x="167846" y="700111"/>
                </a:lnTo>
                <a:lnTo>
                  <a:pt x="156863" y="693786"/>
                </a:lnTo>
                <a:lnTo>
                  <a:pt x="146227" y="686973"/>
                </a:lnTo>
                <a:lnTo>
                  <a:pt x="135972" y="679608"/>
                </a:lnTo>
                <a:lnTo>
                  <a:pt x="126136" y="671624"/>
                </a:lnTo>
                <a:lnTo>
                  <a:pt x="116756" y="662957"/>
                </a:lnTo>
                <a:lnTo>
                  <a:pt x="107868" y="653541"/>
                </a:lnTo>
                <a:lnTo>
                  <a:pt x="99510" y="643310"/>
                </a:lnTo>
                <a:lnTo>
                  <a:pt x="90830" y="631441"/>
                </a:lnTo>
                <a:lnTo>
                  <a:pt x="83825" y="620629"/>
                </a:lnTo>
                <a:lnTo>
                  <a:pt x="77658" y="609541"/>
                </a:lnTo>
                <a:lnTo>
                  <a:pt x="72420" y="598085"/>
                </a:lnTo>
                <a:lnTo>
                  <a:pt x="68202" y="586166"/>
                </a:lnTo>
                <a:lnTo>
                  <a:pt x="65096" y="573691"/>
                </a:lnTo>
                <a:lnTo>
                  <a:pt x="63193" y="560567"/>
                </a:lnTo>
                <a:lnTo>
                  <a:pt x="62386" y="547189"/>
                </a:lnTo>
                <a:lnTo>
                  <a:pt x="62370" y="533699"/>
                </a:lnTo>
                <a:lnTo>
                  <a:pt x="63262" y="519771"/>
                </a:lnTo>
                <a:lnTo>
                  <a:pt x="64277" y="512786"/>
                </a:lnTo>
                <a:lnTo>
                  <a:pt x="68492" y="524360"/>
                </a:lnTo>
                <a:lnTo>
                  <a:pt x="70738" y="433915"/>
                </a:lnTo>
                <a:lnTo>
                  <a:pt x="71123" y="421341"/>
                </a:lnTo>
                <a:lnTo>
                  <a:pt x="72364" y="408746"/>
                </a:lnTo>
                <a:lnTo>
                  <a:pt x="74508" y="396145"/>
                </a:lnTo>
                <a:lnTo>
                  <a:pt x="77155" y="385151"/>
                </a:lnTo>
                <a:lnTo>
                  <a:pt x="78260" y="381849"/>
                </a:lnTo>
                <a:lnTo>
                  <a:pt x="79339" y="378420"/>
                </a:lnTo>
                <a:lnTo>
                  <a:pt x="80444" y="375118"/>
                </a:lnTo>
                <a:lnTo>
                  <a:pt x="80090" y="387831"/>
                </a:lnTo>
                <a:lnTo>
                  <a:pt x="79929" y="400578"/>
                </a:lnTo>
                <a:lnTo>
                  <a:pt x="79958" y="413335"/>
                </a:lnTo>
                <a:lnTo>
                  <a:pt x="80174" y="426079"/>
                </a:lnTo>
                <a:lnTo>
                  <a:pt x="80572" y="438786"/>
                </a:lnTo>
                <a:lnTo>
                  <a:pt x="81149" y="451435"/>
                </a:lnTo>
                <a:lnTo>
                  <a:pt x="81901" y="464000"/>
                </a:lnTo>
                <a:lnTo>
                  <a:pt x="82184" y="468082"/>
                </a:lnTo>
                <a:lnTo>
                  <a:pt x="80660" y="465034"/>
                </a:lnTo>
                <a:lnTo>
                  <a:pt x="80000" y="463256"/>
                </a:lnTo>
                <a:lnTo>
                  <a:pt x="78641" y="460462"/>
                </a:lnTo>
                <a:lnTo>
                  <a:pt x="78346" y="547372"/>
                </a:lnTo>
                <a:lnTo>
                  <a:pt x="83942" y="558781"/>
                </a:lnTo>
                <a:lnTo>
                  <a:pt x="89954" y="570104"/>
                </a:lnTo>
                <a:lnTo>
                  <a:pt x="96361" y="581326"/>
                </a:lnTo>
                <a:lnTo>
                  <a:pt x="103141" y="592432"/>
                </a:lnTo>
                <a:lnTo>
                  <a:pt x="109718" y="602575"/>
                </a:lnTo>
                <a:lnTo>
                  <a:pt x="114396" y="614267"/>
                </a:lnTo>
                <a:lnTo>
                  <a:pt x="119486" y="625806"/>
                </a:lnTo>
                <a:lnTo>
                  <a:pt x="125009" y="637174"/>
                </a:lnTo>
                <a:lnTo>
                  <a:pt x="130985" y="648350"/>
                </a:lnTo>
                <a:lnTo>
                  <a:pt x="137434" y="659316"/>
                </a:lnTo>
                <a:lnTo>
                  <a:pt x="135727" y="430998"/>
                </a:lnTo>
                <a:lnTo>
                  <a:pt x="131575" y="434554"/>
                </a:lnTo>
                <a:lnTo>
                  <a:pt x="129606" y="436205"/>
                </a:lnTo>
                <a:lnTo>
                  <a:pt x="129945" y="422053"/>
                </a:lnTo>
                <a:lnTo>
                  <a:pt x="130688" y="407874"/>
                </a:lnTo>
                <a:lnTo>
                  <a:pt x="131821" y="393674"/>
                </a:lnTo>
                <a:lnTo>
                  <a:pt x="133332" y="379463"/>
                </a:lnTo>
                <a:lnTo>
                  <a:pt x="135209" y="365248"/>
                </a:lnTo>
                <a:lnTo>
                  <a:pt x="137438" y="351038"/>
                </a:lnTo>
                <a:lnTo>
                  <a:pt x="140008" y="336841"/>
                </a:lnTo>
                <a:lnTo>
                  <a:pt x="142906" y="322665"/>
                </a:lnTo>
                <a:lnTo>
                  <a:pt x="146119" y="308519"/>
                </a:lnTo>
                <a:lnTo>
                  <a:pt x="149634" y="294410"/>
                </a:lnTo>
                <a:lnTo>
                  <a:pt x="153439" y="280347"/>
                </a:lnTo>
                <a:lnTo>
                  <a:pt x="157522" y="266337"/>
                </a:lnTo>
                <a:lnTo>
                  <a:pt x="161869" y="252390"/>
                </a:lnTo>
                <a:lnTo>
                  <a:pt x="166469" y="238513"/>
                </a:lnTo>
                <a:lnTo>
                  <a:pt x="171308" y="224715"/>
                </a:lnTo>
                <a:lnTo>
                  <a:pt x="176374" y="211003"/>
                </a:lnTo>
                <a:lnTo>
                  <a:pt x="181654" y="197386"/>
                </a:lnTo>
                <a:lnTo>
                  <a:pt x="187136" y="183872"/>
                </a:lnTo>
                <a:lnTo>
                  <a:pt x="192808" y="170469"/>
                </a:lnTo>
                <a:lnTo>
                  <a:pt x="198656" y="157186"/>
                </a:lnTo>
                <a:lnTo>
                  <a:pt x="212120" y="35726"/>
                </a:lnTo>
                <a:lnTo>
                  <a:pt x="173154" y="77333"/>
                </a:lnTo>
                <a:lnTo>
                  <a:pt x="137035" y="123982"/>
                </a:lnTo>
                <a:lnTo>
                  <a:pt x="140869" y="216845"/>
                </a:lnTo>
                <a:lnTo>
                  <a:pt x="147451" y="205965"/>
                </a:lnTo>
                <a:lnTo>
                  <a:pt x="154203" y="195202"/>
                </a:lnTo>
                <a:lnTo>
                  <a:pt x="161126" y="184562"/>
                </a:lnTo>
                <a:lnTo>
                  <a:pt x="167414" y="175220"/>
                </a:lnTo>
                <a:lnTo>
                  <a:pt x="162111" y="186826"/>
                </a:lnTo>
                <a:lnTo>
                  <a:pt x="156987" y="198508"/>
                </a:lnTo>
                <a:lnTo>
                  <a:pt x="152046" y="210262"/>
                </a:lnTo>
                <a:lnTo>
                  <a:pt x="147292" y="222083"/>
                </a:lnTo>
                <a:lnTo>
                  <a:pt x="142728" y="233968"/>
                </a:lnTo>
                <a:lnTo>
                  <a:pt x="138359" y="245912"/>
                </a:lnTo>
                <a:lnTo>
                  <a:pt x="134187" y="257910"/>
                </a:lnTo>
                <a:lnTo>
                  <a:pt x="130218" y="269958"/>
                </a:lnTo>
                <a:lnTo>
                  <a:pt x="126455" y="282052"/>
                </a:lnTo>
                <a:lnTo>
                  <a:pt x="122901" y="294189"/>
                </a:lnTo>
                <a:lnTo>
                  <a:pt x="122177" y="296759"/>
                </a:lnTo>
                <a:lnTo>
                  <a:pt x="118900" y="292695"/>
                </a:lnTo>
                <a:lnTo>
                  <a:pt x="116716" y="287869"/>
                </a:lnTo>
                <a:lnTo>
                  <a:pt x="117147" y="285710"/>
                </a:lnTo>
                <a:lnTo>
                  <a:pt x="117592" y="279995"/>
                </a:lnTo>
                <a:lnTo>
                  <a:pt x="114531" y="275677"/>
                </a:lnTo>
                <a:lnTo>
                  <a:pt x="110594" y="272756"/>
                </a:lnTo>
                <a:lnTo>
                  <a:pt x="104193" y="174835"/>
                </a:lnTo>
                <a:lnTo>
                  <a:pt x="75056" y="229053"/>
                </a:lnTo>
                <a:lnTo>
                  <a:pt x="50054" y="285799"/>
                </a:lnTo>
                <a:lnTo>
                  <a:pt x="29618" y="344233"/>
                </a:lnTo>
                <a:lnTo>
                  <a:pt x="14177" y="403519"/>
                </a:lnTo>
                <a:lnTo>
                  <a:pt x="4161" y="462816"/>
                </a:lnTo>
                <a:lnTo>
                  <a:pt x="0" y="521288"/>
                </a:lnTo>
                <a:lnTo>
                  <a:pt x="2122" y="578096"/>
                </a:lnTo>
                <a:lnTo>
                  <a:pt x="10959" y="632401"/>
                </a:lnTo>
                <a:lnTo>
                  <a:pt x="26939" y="683365"/>
                </a:lnTo>
                <a:lnTo>
                  <a:pt x="50492" y="730150"/>
                </a:lnTo>
                <a:lnTo>
                  <a:pt x="82049" y="771918"/>
                </a:lnTo>
                <a:lnTo>
                  <a:pt x="122038" y="807830"/>
                </a:lnTo>
                <a:lnTo>
                  <a:pt x="170890" y="837048"/>
                </a:lnTo>
                <a:lnTo>
                  <a:pt x="229034" y="858734"/>
                </a:lnTo>
                <a:lnTo>
                  <a:pt x="254399" y="864447"/>
                </a:lnTo>
                <a:lnTo>
                  <a:pt x="279522" y="867334"/>
                </a:lnTo>
                <a:lnTo>
                  <a:pt x="293322" y="867751"/>
                </a:lnTo>
                <a:lnTo>
                  <a:pt x="311411" y="867041"/>
                </a:lnTo>
                <a:lnTo>
                  <a:pt x="329199" y="864944"/>
                </a:lnTo>
                <a:lnTo>
                  <a:pt x="346631" y="861507"/>
                </a:lnTo>
                <a:lnTo>
                  <a:pt x="363651" y="856780"/>
                </a:lnTo>
                <a:lnTo>
                  <a:pt x="353101" y="770215"/>
                </a:lnTo>
                <a:lnTo>
                  <a:pt x="347043" y="769961"/>
                </a:lnTo>
                <a:lnTo>
                  <a:pt x="357864" y="763620"/>
                </a:lnTo>
                <a:lnTo>
                  <a:pt x="368543" y="756512"/>
                </a:lnTo>
                <a:lnTo>
                  <a:pt x="370208" y="755356"/>
                </a:lnTo>
                <a:lnTo>
                  <a:pt x="376761" y="753070"/>
                </a:lnTo>
                <a:lnTo>
                  <a:pt x="383085" y="750276"/>
                </a:lnTo>
                <a:lnTo>
                  <a:pt x="389219" y="746085"/>
                </a:lnTo>
                <a:lnTo>
                  <a:pt x="389306" y="597414"/>
                </a:lnTo>
                <a:lnTo>
                  <a:pt x="381953" y="587099"/>
                </a:lnTo>
                <a:lnTo>
                  <a:pt x="374466" y="576901"/>
                </a:lnTo>
                <a:lnTo>
                  <a:pt x="366845" y="566808"/>
                </a:lnTo>
                <a:lnTo>
                  <a:pt x="359088" y="556805"/>
                </a:lnTo>
                <a:lnTo>
                  <a:pt x="351193" y="546879"/>
                </a:lnTo>
                <a:lnTo>
                  <a:pt x="343160" y="537017"/>
                </a:lnTo>
                <a:lnTo>
                  <a:pt x="334986" y="527206"/>
                </a:lnTo>
                <a:lnTo>
                  <a:pt x="326671" y="517431"/>
                </a:lnTo>
                <a:lnTo>
                  <a:pt x="326062" y="516723"/>
                </a:lnTo>
                <a:lnTo>
                  <a:pt x="325028" y="548541"/>
                </a:lnTo>
                <a:lnTo>
                  <a:pt x="332614" y="558740"/>
                </a:lnTo>
                <a:lnTo>
                  <a:pt x="340035" y="569003"/>
                </a:lnTo>
                <a:lnTo>
                  <a:pt x="347302" y="579335"/>
                </a:lnTo>
                <a:lnTo>
                  <a:pt x="354428" y="589746"/>
                </a:lnTo>
                <a:lnTo>
                  <a:pt x="361428" y="600242"/>
                </a:lnTo>
                <a:lnTo>
                  <a:pt x="368312" y="610832"/>
                </a:lnTo>
                <a:lnTo>
                  <a:pt x="375095" y="621521"/>
                </a:lnTo>
                <a:lnTo>
                  <a:pt x="379821" y="629118"/>
                </a:lnTo>
                <a:lnTo>
                  <a:pt x="374576" y="625435"/>
                </a:lnTo>
                <a:lnTo>
                  <a:pt x="369763" y="622006"/>
                </a:lnTo>
                <a:lnTo>
                  <a:pt x="364734" y="618196"/>
                </a:lnTo>
                <a:lnTo>
                  <a:pt x="359011" y="606070"/>
                </a:lnTo>
                <a:lnTo>
                  <a:pt x="352653" y="594076"/>
                </a:lnTo>
                <a:lnTo>
                  <a:pt x="345724" y="582325"/>
                </a:lnTo>
                <a:lnTo>
                  <a:pt x="338289" y="570929"/>
                </a:lnTo>
                <a:lnTo>
                  <a:pt x="330414" y="559999"/>
                </a:lnTo>
                <a:lnTo>
                  <a:pt x="322164" y="549647"/>
                </a:lnTo>
                <a:lnTo>
                  <a:pt x="313604" y="539984"/>
                </a:lnTo>
                <a:lnTo>
                  <a:pt x="304798" y="531122"/>
                </a:lnTo>
                <a:lnTo>
                  <a:pt x="295811" y="523173"/>
                </a:lnTo>
                <a:lnTo>
                  <a:pt x="286710" y="516247"/>
                </a:lnTo>
                <a:lnTo>
                  <a:pt x="281269" y="512659"/>
                </a:lnTo>
                <a:lnTo>
                  <a:pt x="286515" y="508087"/>
                </a:lnTo>
                <a:lnTo>
                  <a:pt x="286305" y="416418"/>
                </a:lnTo>
                <a:lnTo>
                  <a:pt x="284749" y="415758"/>
                </a:lnTo>
                <a:lnTo>
                  <a:pt x="297878" y="417752"/>
                </a:lnTo>
                <a:lnTo>
                  <a:pt x="310842" y="420436"/>
                </a:lnTo>
                <a:lnTo>
                  <a:pt x="323606" y="423792"/>
                </a:lnTo>
                <a:lnTo>
                  <a:pt x="336136" y="427800"/>
                </a:lnTo>
                <a:lnTo>
                  <a:pt x="348398" y="432439"/>
                </a:lnTo>
                <a:lnTo>
                  <a:pt x="360357" y="437691"/>
                </a:lnTo>
                <a:lnTo>
                  <a:pt x="371980" y="443535"/>
                </a:lnTo>
                <a:lnTo>
                  <a:pt x="383231" y="449953"/>
                </a:lnTo>
                <a:lnTo>
                  <a:pt x="394077" y="456923"/>
                </a:lnTo>
                <a:lnTo>
                  <a:pt x="404484" y="464427"/>
                </a:lnTo>
                <a:lnTo>
                  <a:pt x="414416" y="472445"/>
                </a:lnTo>
                <a:lnTo>
                  <a:pt x="423841" y="480957"/>
                </a:lnTo>
                <a:lnTo>
                  <a:pt x="432723" y="489943"/>
                </a:lnTo>
                <a:lnTo>
                  <a:pt x="436629" y="494244"/>
                </a:lnTo>
                <a:lnTo>
                  <a:pt x="430291" y="489926"/>
                </a:lnTo>
                <a:lnTo>
                  <a:pt x="423738" y="486497"/>
                </a:lnTo>
                <a:lnTo>
                  <a:pt x="416969" y="484084"/>
                </a:lnTo>
                <a:lnTo>
                  <a:pt x="413908" y="483449"/>
                </a:lnTo>
                <a:lnTo>
                  <a:pt x="403109" y="476471"/>
                </a:lnTo>
                <a:lnTo>
                  <a:pt x="391969" y="470050"/>
                </a:lnTo>
                <a:lnTo>
                  <a:pt x="391823" y="496022"/>
                </a:lnTo>
                <a:lnTo>
                  <a:pt x="398821" y="500340"/>
                </a:lnTo>
                <a:lnTo>
                  <a:pt x="406034" y="505420"/>
                </a:lnTo>
                <a:lnTo>
                  <a:pt x="409936" y="512444"/>
                </a:lnTo>
                <a:lnTo>
                  <a:pt x="414475" y="521034"/>
                </a:lnTo>
                <a:lnTo>
                  <a:pt x="419479" y="530988"/>
                </a:lnTo>
                <a:lnTo>
                  <a:pt x="424774" y="542100"/>
                </a:lnTo>
                <a:lnTo>
                  <a:pt x="430187" y="554169"/>
                </a:lnTo>
                <a:lnTo>
                  <a:pt x="435545" y="566990"/>
                </a:lnTo>
                <a:lnTo>
                  <a:pt x="440674" y="580360"/>
                </a:lnTo>
                <a:lnTo>
                  <a:pt x="445402" y="594076"/>
                </a:lnTo>
                <a:lnTo>
                  <a:pt x="449554" y="607933"/>
                </a:lnTo>
                <a:lnTo>
                  <a:pt x="452958" y="621729"/>
                </a:lnTo>
                <a:lnTo>
                  <a:pt x="455441" y="635260"/>
                </a:lnTo>
                <a:lnTo>
                  <a:pt x="456829" y="648322"/>
                </a:lnTo>
                <a:lnTo>
                  <a:pt x="456936" y="660995"/>
                </a:lnTo>
                <a:lnTo>
                  <a:pt x="452580" y="663027"/>
                </a:lnTo>
                <a:lnTo>
                  <a:pt x="447347" y="665186"/>
                </a:lnTo>
                <a:lnTo>
                  <a:pt x="441658" y="667726"/>
                </a:lnTo>
                <a:lnTo>
                  <a:pt x="442090" y="662519"/>
                </a:lnTo>
                <a:lnTo>
                  <a:pt x="442750" y="657566"/>
                </a:lnTo>
                <a:lnTo>
                  <a:pt x="442750" y="651597"/>
                </a:lnTo>
                <a:lnTo>
                  <a:pt x="442318" y="646644"/>
                </a:lnTo>
                <a:lnTo>
                  <a:pt x="441658" y="641183"/>
                </a:lnTo>
                <a:lnTo>
                  <a:pt x="440553" y="635722"/>
                </a:lnTo>
                <a:lnTo>
                  <a:pt x="439963" y="623488"/>
                </a:lnTo>
                <a:lnTo>
                  <a:pt x="436301" y="598871"/>
                </a:lnTo>
                <a:lnTo>
                  <a:pt x="429545" y="574328"/>
                </a:lnTo>
                <a:lnTo>
                  <a:pt x="426512" y="825949"/>
                </a:lnTo>
                <a:lnTo>
                  <a:pt x="440647" y="815504"/>
                </a:lnTo>
                <a:lnTo>
                  <a:pt x="454039" y="804061"/>
                </a:lnTo>
                <a:lnTo>
                  <a:pt x="466633" y="791669"/>
                </a:lnTo>
                <a:lnTo>
                  <a:pt x="478373" y="778378"/>
                </a:lnTo>
                <a:lnTo>
                  <a:pt x="489206" y="764235"/>
                </a:lnTo>
                <a:lnTo>
                  <a:pt x="499075" y="749290"/>
                </a:lnTo>
                <a:lnTo>
                  <a:pt x="507925" y="733592"/>
                </a:lnTo>
                <a:lnTo>
                  <a:pt x="515702" y="717188"/>
                </a:lnTo>
                <a:lnTo>
                  <a:pt x="522349" y="700129"/>
                </a:lnTo>
                <a:lnTo>
                  <a:pt x="527812" y="682462"/>
                </a:lnTo>
                <a:lnTo>
                  <a:pt x="532036" y="664236"/>
                </a:lnTo>
                <a:lnTo>
                  <a:pt x="534965" y="645501"/>
                </a:lnTo>
                <a:lnTo>
                  <a:pt x="536678" y="621391"/>
                </a:lnTo>
                <a:lnTo>
                  <a:pt x="536022" y="597980"/>
                </a:lnTo>
                <a:lnTo>
                  <a:pt x="533116" y="575328"/>
                </a:lnTo>
                <a:lnTo>
                  <a:pt x="528080" y="553491"/>
                </a:lnTo>
                <a:lnTo>
                  <a:pt x="521032" y="532529"/>
                </a:lnTo>
                <a:lnTo>
                  <a:pt x="512093" y="512498"/>
                </a:lnTo>
                <a:lnTo>
                  <a:pt x="501382" y="493458"/>
                </a:lnTo>
                <a:lnTo>
                  <a:pt x="489017" y="475466"/>
                </a:lnTo>
                <a:lnTo>
                  <a:pt x="475119" y="458579"/>
                </a:lnTo>
                <a:lnTo>
                  <a:pt x="459806" y="442857"/>
                </a:lnTo>
                <a:lnTo>
                  <a:pt x="443198" y="428357"/>
                </a:lnTo>
                <a:lnTo>
                  <a:pt x="425415" y="415136"/>
                </a:lnTo>
                <a:lnTo>
                  <a:pt x="406575" y="403254"/>
                </a:lnTo>
                <a:lnTo>
                  <a:pt x="386799" y="392768"/>
                </a:lnTo>
                <a:lnTo>
                  <a:pt x="366204" y="383736"/>
                </a:lnTo>
                <a:lnTo>
                  <a:pt x="344912" y="376217"/>
                </a:lnTo>
                <a:lnTo>
                  <a:pt x="323040" y="370267"/>
                </a:lnTo>
                <a:lnTo>
                  <a:pt x="300709" y="365945"/>
                </a:lnTo>
                <a:lnTo>
                  <a:pt x="278038" y="363310"/>
                </a:lnTo>
                <a:lnTo>
                  <a:pt x="255146" y="362418"/>
                </a:lnTo>
                <a:lnTo>
                  <a:pt x="253075" y="362418"/>
                </a:lnTo>
                <a:lnTo>
                  <a:pt x="251957" y="342452"/>
                </a:lnTo>
                <a:lnTo>
                  <a:pt x="251608" y="322918"/>
                </a:lnTo>
                <a:lnTo>
                  <a:pt x="252009" y="303784"/>
                </a:lnTo>
                <a:lnTo>
                  <a:pt x="253144" y="285015"/>
                </a:lnTo>
                <a:lnTo>
                  <a:pt x="254994" y="266581"/>
                </a:lnTo>
                <a:lnTo>
                  <a:pt x="257542" y="248447"/>
                </a:lnTo>
                <a:lnTo>
                  <a:pt x="260769" y="230582"/>
                </a:lnTo>
                <a:lnTo>
                  <a:pt x="264658" y="212952"/>
                </a:lnTo>
                <a:lnTo>
                  <a:pt x="269191" y="195525"/>
                </a:lnTo>
                <a:lnTo>
                  <a:pt x="274350" y="178268"/>
                </a:lnTo>
                <a:lnTo>
                  <a:pt x="280117" y="161148"/>
                </a:lnTo>
                <a:lnTo>
                  <a:pt x="286474" y="144133"/>
                </a:lnTo>
                <a:lnTo>
                  <a:pt x="293404" y="127189"/>
                </a:lnTo>
                <a:lnTo>
                  <a:pt x="300888" y="110284"/>
                </a:lnTo>
                <a:lnTo>
                  <a:pt x="308909" y="93385"/>
                </a:lnTo>
                <a:lnTo>
                  <a:pt x="317449" y="76459"/>
                </a:lnTo>
                <a:lnTo>
                  <a:pt x="326490" y="59474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41357" y="2374011"/>
            <a:ext cx="402261" cy="921258"/>
          </a:xfrm>
          <a:custGeom>
            <a:avLst/>
            <a:gdLst/>
            <a:ahLst/>
            <a:cxnLst/>
            <a:rect l="l" t="t" r="r" b="b"/>
            <a:pathLst>
              <a:path w="402261" h="921258">
                <a:moveTo>
                  <a:pt x="349176" y="482658"/>
                </a:moveTo>
                <a:lnTo>
                  <a:pt x="345278" y="470681"/>
                </a:lnTo>
                <a:lnTo>
                  <a:pt x="342831" y="463550"/>
                </a:lnTo>
                <a:lnTo>
                  <a:pt x="342038" y="513518"/>
                </a:lnTo>
                <a:lnTo>
                  <a:pt x="345748" y="525721"/>
                </a:lnTo>
                <a:lnTo>
                  <a:pt x="349256" y="538048"/>
                </a:lnTo>
                <a:lnTo>
                  <a:pt x="352846" y="494781"/>
                </a:lnTo>
                <a:lnTo>
                  <a:pt x="349176" y="482658"/>
                </a:lnTo>
                <a:close/>
              </a:path>
              <a:path w="402261" h="921258">
                <a:moveTo>
                  <a:pt x="399646" y="745144"/>
                </a:moveTo>
                <a:lnTo>
                  <a:pt x="402261" y="640975"/>
                </a:lnTo>
                <a:lnTo>
                  <a:pt x="395865" y="651967"/>
                </a:lnTo>
                <a:lnTo>
                  <a:pt x="389294" y="662851"/>
                </a:lnTo>
                <a:lnTo>
                  <a:pt x="382550" y="673623"/>
                </a:lnTo>
                <a:lnTo>
                  <a:pt x="375636" y="684278"/>
                </a:lnTo>
                <a:lnTo>
                  <a:pt x="369247" y="693801"/>
                </a:lnTo>
                <a:lnTo>
                  <a:pt x="363528" y="791873"/>
                </a:lnTo>
                <a:lnTo>
                  <a:pt x="399646" y="745144"/>
                </a:lnTo>
                <a:close/>
              </a:path>
              <a:path w="402261" h="921258">
                <a:moveTo>
                  <a:pt x="363528" y="791873"/>
                </a:moveTo>
                <a:lnTo>
                  <a:pt x="369247" y="693801"/>
                </a:lnTo>
                <a:lnTo>
                  <a:pt x="374526" y="682212"/>
                </a:lnTo>
                <a:lnTo>
                  <a:pt x="379632" y="670540"/>
                </a:lnTo>
                <a:lnTo>
                  <a:pt x="384561" y="658791"/>
                </a:lnTo>
                <a:lnTo>
                  <a:pt x="389307" y="646970"/>
                </a:lnTo>
                <a:lnTo>
                  <a:pt x="393866" y="635082"/>
                </a:lnTo>
                <a:lnTo>
                  <a:pt x="398233" y="623131"/>
                </a:lnTo>
                <a:lnTo>
                  <a:pt x="402402" y="611122"/>
                </a:lnTo>
                <a:lnTo>
                  <a:pt x="406369" y="599061"/>
                </a:lnTo>
                <a:lnTo>
                  <a:pt x="410129" y="586952"/>
                </a:lnTo>
                <a:lnTo>
                  <a:pt x="413676" y="574801"/>
                </a:lnTo>
                <a:lnTo>
                  <a:pt x="414459" y="572008"/>
                </a:lnTo>
                <a:lnTo>
                  <a:pt x="417761" y="576199"/>
                </a:lnTo>
                <a:lnTo>
                  <a:pt x="419920" y="580898"/>
                </a:lnTo>
                <a:lnTo>
                  <a:pt x="419539" y="583184"/>
                </a:lnTo>
                <a:lnTo>
                  <a:pt x="419031" y="588899"/>
                </a:lnTo>
                <a:lnTo>
                  <a:pt x="422079" y="593216"/>
                </a:lnTo>
                <a:lnTo>
                  <a:pt x="426016" y="596011"/>
                </a:lnTo>
                <a:lnTo>
                  <a:pt x="420358" y="607392"/>
                </a:lnTo>
                <a:lnTo>
                  <a:pt x="414510" y="618683"/>
                </a:lnTo>
                <a:lnTo>
                  <a:pt x="408476" y="629879"/>
                </a:lnTo>
                <a:lnTo>
                  <a:pt x="402261" y="640975"/>
                </a:lnTo>
                <a:lnTo>
                  <a:pt x="399646" y="745144"/>
                </a:lnTo>
                <a:lnTo>
                  <a:pt x="432486" y="694203"/>
                </a:lnTo>
                <a:lnTo>
                  <a:pt x="461620" y="639888"/>
                </a:lnTo>
                <a:lnTo>
                  <a:pt x="462192" y="472359"/>
                </a:lnTo>
                <a:lnTo>
                  <a:pt x="459544" y="483488"/>
                </a:lnTo>
                <a:lnTo>
                  <a:pt x="458401" y="486790"/>
                </a:lnTo>
                <a:lnTo>
                  <a:pt x="457258" y="490219"/>
                </a:lnTo>
                <a:lnTo>
                  <a:pt x="456242" y="493522"/>
                </a:lnTo>
                <a:lnTo>
                  <a:pt x="446771" y="298264"/>
                </a:lnTo>
                <a:lnTo>
                  <a:pt x="440360" y="287035"/>
                </a:lnTo>
                <a:lnTo>
                  <a:pt x="433570" y="275928"/>
                </a:lnTo>
                <a:lnTo>
                  <a:pt x="426905" y="265684"/>
                </a:lnTo>
                <a:lnTo>
                  <a:pt x="422234" y="253960"/>
                </a:lnTo>
                <a:lnTo>
                  <a:pt x="417153" y="242398"/>
                </a:lnTo>
                <a:lnTo>
                  <a:pt x="411641" y="231014"/>
                </a:lnTo>
                <a:lnTo>
                  <a:pt x="405678" y="219828"/>
                </a:lnTo>
                <a:lnTo>
                  <a:pt x="399243" y="208857"/>
                </a:lnTo>
                <a:lnTo>
                  <a:pt x="392317" y="198119"/>
                </a:lnTo>
                <a:lnTo>
                  <a:pt x="384879" y="187633"/>
                </a:lnTo>
                <a:lnTo>
                  <a:pt x="387803" y="518038"/>
                </a:lnTo>
                <a:lnTo>
                  <a:pt x="390547" y="504525"/>
                </a:lnTo>
                <a:lnTo>
                  <a:pt x="393089" y="491051"/>
                </a:lnTo>
                <a:lnTo>
                  <a:pt x="395409" y="477614"/>
                </a:lnTo>
                <a:lnTo>
                  <a:pt x="397491" y="464213"/>
                </a:lnTo>
                <a:lnTo>
                  <a:pt x="399318" y="450847"/>
                </a:lnTo>
                <a:lnTo>
                  <a:pt x="400870" y="437514"/>
                </a:lnTo>
                <a:lnTo>
                  <a:pt x="405061" y="434086"/>
                </a:lnTo>
                <a:lnTo>
                  <a:pt x="407093" y="432308"/>
                </a:lnTo>
                <a:lnTo>
                  <a:pt x="406753" y="446497"/>
                </a:lnTo>
                <a:lnTo>
                  <a:pt x="406009" y="460712"/>
                </a:lnTo>
                <a:lnTo>
                  <a:pt x="404873" y="474945"/>
                </a:lnTo>
                <a:lnTo>
                  <a:pt x="403358" y="489189"/>
                </a:lnTo>
                <a:lnTo>
                  <a:pt x="401477" y="503435"/>
                </a:lnTo>
                <a:lnTo>
                  <a:pt x="399243" y="517676"/>
                </a:lnTo>
                <a:lnTo>
                  <a:pt x="396668" y="531903"/>
                </a:lnTo>
                <a:lnTo>
                  <a:pt x="393765" y="546108"/>
                </a:lnTo>
                <a:lnTo>
                  <a:pt x="390547" y="560283"/>
                </a:lnTo>
                <a:lnTo>
                  <a:pt x="387027" y="574421"/>
                </a:lnTo>
                <a:lnTo>
                  <a:pt x="383217" y="588512"/>
                </a:lnTo>
                <a:lnTo>
                  <a:pt x="379131" y="602550"/>
                </a:lnTo>
                <a:lnTo>
                  <a:pt x="374780" y="616527"/>
                </a:lnTo>
                <a:lnTo>
                  <a:pt x="370178" y="630434"/>
                </a:lnTo>
                <a:lnTo>
                  <a:pt x="365338" y="644263"/>
                </a:lnTo>
                <a:lnTo>
                  <a:pt x="360272" y="658006"/>
                </a:lnTo>
                <a:lnTo>
                  <a:pt x="354993" y="671655"/>
                </a:lnTo>
                <a:lnTo>
                  <a:pt x="349513" y="685203"/>
                </a:lnTo>
                <a:lnTo>
                  <a:pt x="343847" y="698641"/>
                </a:lnTo>
                <a:lnTo>
                  <a:pt x="338005" y="711962"/>
                </a:lnTo>
                <a:lnTo>
                  <a:pt x="324563" y="833549"/>
                </a:lnTo>
                <a:lnTo>
                  <a:pt x="363528" y="791873"/>
                </a:lnTo>
                <a:close/>
              </a:path>
              <a:path w="402261" h="921258">
                <a:moveTo>
                  <a:pt x="190703" y="844061"/>
                </a:moveTo>
                <a:lnTo>
                  <a:pt x="180271" y="861440"/>
                </a:lnTo>
                <a:lnTo>
                  <a:pt x="175572" y="869061"/>
                </a:lnTo>
                <a:lnTo>
                  <a:pt x="176969" y="876808"/>
                </a:lnTo>
                <a:lnTo>
                  <a:pt x="181033" y="882396"/>
                </a:lnTo>
                <a:lnTo>
                  <a:pt x="179509" y="883538"/>
                </a:lnTo>
                <a:lnTo>
                  <a:pt x="171930" y="892560"/>
                </a:lnTo>
                <a:lnTo>
                  <a:pt x="170760" y="903915"/>
                </a:lnTo>
                <a:lnTo>
                  <a:pt x="175006" y="914356"/>
                </a:lnTo>
                <a:lnTo>
                  <a:pt x="183676" y="920637"/>
                </a:lnTo>
                <a:lnTo>
                  <a:pt x="188018" y="921258"/>
                </a:lnTo>
                <a:lnTo>
                  <a:pt x="192463" y="920750"/>
                </a:lnTo>
                <a:lnTo>
                  <a:pt x="194876" y="919861"/>
                </a:lnTo>
                <a:lnTo>
                  <a:pt x="239807" y="898383"/>
                </a:lnTo>
                <a:lnTo>
                  <a:pt x="283179" y="869332"/>
                </a:lnTo>
                <a:lnTo>
                  <a:pt x="289787" y="792565"/>
                </a:lnTo>
                <a:lnTo>
                  <a:pt x="280833" y="801662"/>
                </a:lnTo>
                <a:lnTo>
                  <a:pt x="271832" y="810516"/>
                </a:lnTo>
                <a:lnTo>
                  <a:pt x="265234" y="816863"/>
                </a:lnTo>
                <a:lnTo>
                  <a:pt x="262329" y="690737"/>
                </a:lnTo>
                <a:lnTo>
                  <a:pt x="256565" y="707889"/>
                </a:lnTo>
                <a:lnTo>
                  <a:pt x="250211" y="724937"/>
                </a:lnTo>
                <a:lnTo>
                  <a:pt x="243283" y="741911"/>
                </a:lnTo>
                <a:lnTo>
                  <a:pt x="235801" y="758846"/>
                </a:lnTo>
                <a:lnTo>
                  <a:pt x="227783" y="775773"/>
                </a:lnTo>
                <a:lnTo>
                  <a:pt x="219246" y="792725"/>
                </a:lnTo>
                <a:lnTo>
                  <a:pt x="210208" y="809736"/>
                </a:lnTo>
                <a:lnTo>
                  <a:pt x="200688" y="826836"/>
                </a:lnTo>
                <a:lnTo>
                  <a:pt x="190703" y="844061"/>
                </a:lnTo>
                <a:close/>
              </a:path>
              <a:path w="402261" h="921258">
                <a:moveTo>
                  <a:pt x="124989" y="32449"/>
                </a:moveTo>
                <a:lnTo>
                  <a:pt x="133627" y="107899"/>
                </a:lnTo>
                <a:lnTo>
                  <a:pt x="144978" y="103271"/>
                </a:lnTo>
                <a:lnTo>
                  <a:pt x="157337" y="99998"/>
                </a:lnTo>
                <a:lnTo>
                  <a:pt x="170741" y="98166"/>
                </a:lnTo>
                <a:lnTo>
                  <a:pt x="180652" y="97789"/>
                </a:lnTo>
                <a:lnTo>
                  <a:pt x="173035" y="10986"/>
                </a:lnTo>
                <a:lnTo>
                  <a:pt x="156478" y="16962"/>
                </a:lnTo>
                <a:lnTo>
                  <a:pt x="140445" y="24133"/>
                </a:lnTo>
                <a:lnTo>
                  <a:pt x="124989" y="32449"/>
                </a:lnTo>
                <a:close/>
              </a:path>
              <a:path w="402261" h="921258">
                <a:moveTo>
                  <a:pt x="93911" y="210565"/>
                </a:moveTo>
                <a:lnTo>
                  <a:pt x="93911" y="216535"/>
                </a:lnTo>
                <a:lnTo>
                  <a:pt x="94292" y="221487"/>
                </a:lnTo>
                <a:lnTo>
                  <a:pt x="95054" y="226949"/>
                </a:lnTo>
                <a:lnTo>
                  <a:pt x="96070" y="232537"/>
                </a:lnTo>
                <a:lnTo>
                  <a:pt x="96656" y="244764"/>
                </a:lnTo>
                <a:lnTo>
                  <a:pt x="98079" y="257059"/>
                </a:lnTo>
                <a:lnTo>
                  <a:pt x="100307" y="269380"/>
                </a:lnTo>
                <a:lnTo>
                  <a:pt x="103307" y="281685"/>
                </a:lnTo>
                <a:lnTo>
                  <a:pt x="107049" y="293933"/>
                </a:lnTo>
                <a:lnTo>
                  <a:pt x="111500" y="306082"/>
                </a:lnTo>
                <a:lnTo>
                  <a:pt x="116629" y="318089"/>
                </a:lnTo>
                <a:lnTo>
                  <a:pt x="122404" y="329915"/>
                </a:lnTo>
                <a:lnTo>
                  <a:pt x="128792" y="341516"/>
                </a:lnTo>
                <a:lnTo>
                  <a:pt x="133027" y="249809"/>
                </a:lnTo>
                <a:lnTo>
                  <a:pt x="140120" y="260392"/>
                </a:lnTo>
                <a:lnTo>
                  <a:pt x="147342" y="270838"/>
                </a:lnTo>
                <a:lnTo>
                  <a:pt x="154694" y="281157"/>
                </a:lnTo>
                <a:lnTo>
                  <a:pt x="156776" y="239013"/>
                </a:lnTo>
                <a:lnTo>
                  <a:pt x="162110" y="242697"/>
                </a:lnTo>
                <a:lnTo>
                  <a:pt x="166936" y="246252"/>
                </a:lnTo>
                <a:lnTo>
                  <a:pt x="171889" y="249936"/>
                </a:lnTo>
                <a:lnTo>
                  <a:pt x="177614" y="262081"/>
                </a:lnTo>
                <a:lnTo>
                  <a:pt x="183971" y="274095"/>
                </a:lnTo>
                <a:lnTo>
                  <a:pt x="190895" y="285865"/>
                </a:lnTo>
                <a:lnTo>
                  <a:pt x="198321" y="297279"/>
                </a:lnTo>
                <a:lnTo>
                  <a:pt x="199702" y="181101"/>
                </a:lnTo>
                <a:lnTo>
                  <a:pt x="209088" y="189723"/>
                </a:lnTo>
                <a:lnTo>
                  <a:pt x="218275" y="198485"/>
                </a:lnTo>
                <a:lnTo>
                  <a:pt x="227269" y="207410"/>
                </a:lnTo>
                <a:lnTo>
                  <a:pt x="236079" y="216523"/>
                </a:lnTo>
                <a:lnTo>
                  <a:pt x="244714" y="225849"/>
                </a:lnTo>
                <a:lnTo>
                  <a:pt x="251010" y="232917"/>
                </a:lnTo>
                <a:lnTo>
                  <a:pt x="265341" y="242239"/>
                </a:lnTo>
                <a:lnTo>
                  <a:pt x="255075" y="203777"/>
                </a:lnTo>
                <a:lnTo>
                  <a:pt x="246467" y="195057"/>
                </a:lnTo>
                <a:lnTo>
                  <a:pt x="238721" y="186900"/>
                </a:lnTo>
                <a:lnTo>
                  <a:pt x="233103" y="180593"/>
                </a:lnTo>
                <a:lnTo>
                  <a:pt x="243351" y="186700"/>
                </a:lnTo>
                <a:lnTo>
                  <a:pt x="254103" y="126101"/>
                </a:lnTo>
                <a:lnTo>
                  <a:pt x="242822" y="120590"/>
                </a:lnTo>
                <a:lnTo>
                  <a:pt x="231545" y="115995"/>
                </a:lnTo>
                <a:lnTo>
                  <a:pt x="225483" y="113918"/>
                </a:lnTo>
                <a:lnTo>
                  <a:pt x="232562" y="72467"/>
                </a:lnTo>
                <a:lnTo>
                  <a:pt x="220930" y="67010"/>
                </a:lnTo>
                <a:lnTo>
                  <a:pt x="209195" y="62467"/>
                </a:lnTo>
                <a:lnTo>
                  <a:pt x="201861" y="60198"/>
                </a:lnTo>
                <a:lnTo>
                  <a:pt x="214367" y="58225"/>
                </a:lnTo>
                <a:lnTo>
                  <a:pt x="227038" y="57049"/>
                </a:lnTo>
                <a:lnTo>
                  <a:pt x="239794" y="56642"/>
                </a:lnTo>
                <a:lnTo>
                  <a:pt x="240342" y="56641"/>
                </a:lnTo>
                <a:lnTo>
                  <a:pt x="252868" y="57010"/>
                </a:lnTo>
                <a:lnTo>
                  <a:pt x="265423" y="58114"/>
                </a:lnTo>
                <a:lnTo>
                  <a:pt x="277968" y="59954"/>
                </a:lnTo>
                <a:lnTo>
                  <a:pt x="290463" y="62530"/>
                </a:lnTo>
                <a:lnTo>
                  <a:pt x="302869" y="65842"/>
                </a:lnTo>
                <a:lnTo>
                  <a:pt x="315146" y="69891"/>
                </a:lnTo>
                <a:lnTo>
                  <a:pt x="327255" y="74675"/>
                </a:lnTo>
                <a:lnTo>
                  <a:pt x="339156" y="80196"/>
                </a:lnTo>
                <a:lnTo>
                  <a:pt x="340799" y="81025"/>
                </a:lnTo>
                <a:lnTo>
                  <a:pt x="328375" y="78025"/>
                </a:lnTo>
                <a:lnTo>
                  <a:pt x="315821" y="75822"/>
                </a:lnTo>
                <a:lnTo>
                  <a:pt x="303179" y="74419"/>
                </a:lnTo>
                <a:lnTo>
                  <a:pt x="290487" y="73813"/>
                </a:lnTo>
                <a:lnTo>
                  <a:pt x="287205" y="73787"/>
                </a:lnTo>
                <a:lnTo>
                  <a:pt x="282506" y="101346"/>
                </a:lnTo>
                <a:lnTo>
                  <a:pt x="286189" y="101726"/>
                </a:lnTo>
                <a:lnTo>
                  <a:pt x="289872" y="102362"/>
                </a:lnTo>
                <a:lnTo>
                  <a:pt x="303716" y="103694"/>
                </a:lnTo>
                <a:lnTo>
                  <a:pt x="317125" y="106008"/>
                </a:lnTo>
                <a:lnTo>
                  <a:pt x="330090" y="109263"/>
                </a:lnTo>
                <a:lnTo>
                  <a:pt x="342604" y="113416"/>
                </a:lnTo>
                <a:lnTo>
                  <a:pt x="354657" y="118424"/>
                </a:lnTo>
                <a:lnTo>
                  <a:pt x="366242" y="124246"/>
                </a:lnTo>
                <a:lnTo>
                  <a:pt x="377350" y="130840"/>
                </a:lnTo>
                <a:lnTo>
                  <a:pt x="387973" y="138163"/>
                </a:lnTo>
                <a:lnTo>
                  <a:pt x="398103" y="146173"/>
                </a:lnTo>
                <a:lnTo>
                  <a:pt x="407732" y="154828"/>
                </a:lnTo>
                <a:lnTo>
                  <a:pt x="416850" y="164086"/>
                </a:lnTo>
                <a:lnTo>
                  <a:pt x="425450" y="173904"/>
                </a:lnTo>
                <a:lnTo>
                  <a:pt x="433523" y="184241"/>
                </a:lnTo>
                <a:lnTo>
                  <a:pt x="436303" y="188087"/>
                </a:lnTo>
                <a:lnTo>
                  <a:pt x="426701" y="179652"/>
                </a:lnTo>
                <a:lnTo>
                  <a:pt x="416677" y="171560"/>
                </a:lnTo>
                <a:lnTo>
                  <a:pt x="406278" y="163821"/>
                </a:lnTo>
                <a:lnTo>
                  <a:pt x="395548" y="156446"/>
                </a:lnTo>
                <a:lnTo>
                  <a:pt x="384532" y="149444"/>
                </a:lnTo>
                <a:lnTo>
                  <a:pt x="373276" y="142827"/>
                </a:lnTo>
                <a:lnTo>
                  <a:pt x="361825" y="136605"/>
                </a:lnTo>
                <a:lnTo>
                  <a:pt x="350223" y="130788"/>
                </a:lnTo>
                <a:lnTo>
                  <a:pt x="351015" y="259456"/>
                </a:lnTo>
                <a:lnTo>
                  <a:pt x="355403" y="271112"/>
                </a:lnTo>
                <a:lnTo>
                  <a:pt x="358784" y="282996"/>
                </a:lnTo>
                <a:lnTo>
                  <a:pt x="361156" y="295110"/>
                </a:lnTo>
                <a:lnTo>
                  <a:pt x="362512" y="307454"/>
                </a:lnTo>
                <a:lnTo>
                  <a:pt x="362850" y="320026"/>
                </a:lnTo>
                <a:lnTo>
                  <a:pt x="368866" y="168021"/>
                </a:lnTo>
                <a:lnTo>
                  <a:pt x="379835" y="174304"/>
                </a:lnTo>
                <a:lnTo>
                  <a:pt x="390454" y="181100"/>
                </a:lnTo>
                <a:lnTo>
                  <a:pt x="400689" y="188469"/>
                </a:lnTo>
                <a:lnTo>
                  <a:pt x="410508" y="196473"/>
                </a:lnTo>
                <a:lnTo>
                  <a:pt x="419875" y="205173"/>
                </a:lnTo>
                <a:lnTo>
                  <a:pt x="428758" y="214631"/>
                </a:lnTo>
                <a:lnTo>
                  <a:pt x="437123" y="224907"/>
                </a:lnTo>
                <a:lnTo>
                  <a:pt x="445832" y="236781"/>
                </a:lnTo>
                <a:lnTo>
                  <a:pt x="452841" y="247581"/>
                </a:lnTo>
                <a:lnTo>
                  <a:pt x="459013" y="258673"/>
                </a:lnTo>
                <a:lnTo>
                  <a:pt x="464252" y="270145"/>
                </a:lnTo>
                <a:lnTo>
                  <a:pt x="468463" y="282085"/>
                </a:lnTo>
                <a:lnTo>
                  <a:pt x="471550" y="294580"/>
                </a:lnTo>
                <a:lnTo>
                  <a:pt x="473417" y="307717"/>
                </a:lnTo>
                <a:lnTo>
                  <a:pt x="474238" y="321111"/>
                </a:lnTo>
                <a:lnTo>
                  <a:pt x="474284" y="334590"/>
                </a:lnTo>
                <a:lnTo>
                  <a:pt x="473410" y="348493"/>
                </a:lnTo>
                <a:lnTo>
                  <a:pt x="472371" y="355600"/>
                </a:lnTo>
                <a:lnTo>
                  <a:pt x="468183" y="344035"/>
                </a:lnTo>
                <a:lnTo>
                  <a:pt x="463507" y="332501"/>
                </a:lnTo>
                <a:lnTo>
                  <a:pt x="458365" y="321016"/>
                </a:lnTo>
                <a:lnTo>
                  <a:pt x="452780" y="309597"/>
                </a:lnTo>
                <a:lnTo>
                  <a:pt x="446771" y="298264"/>
                </a:lnTo>
                <a:lnTo>
                  <a:pt x="456242" y="493522"/>
                </a:lnTo>
                <a:lnTo>
                  <a:pt x="456566" y="480786"/>
                </a:lnTo>
                <a:lnTo>
                  <a:pt x="456708" y="468037"/>
                </a:lnTo>
                <a:lnTo>
                  <a:pt x="456669" y="455292"/>
                </a:lnTo>
                <a:lnTo>
                  <a:pt x="456452" y="442564"/>
                </a:lnTo>
                <a:lnTo>
                  <a:pt x="456059" y="429869"/>
                </a:lnTo>
                <a:lnTo>
                  <a:pt x="455491" y="417224"/>
                </a:lnTo>
                <a:lnTo>
                  <a:pt x="454751" y="404642"/>
                </a:lnTo>
                <a:lnTo>
                  <a:pt x="454464" y="400430"/>
                </a:lnTo>
                <a:lnTo>
                  <a:pt x="455988" y="403478"/>
                </a:lnTo>
                <a:lnTo>
                  <a:pt x="456623" y="405129"/>
                </a:lnTo>
                <a:lnTo>
                  <a:pt x="458020" y="408050"/>
                </a:lnTo>
                <a:lnTo>
                  <a:pt x="460687" y="409575"/>
                </a:lnTo>
                <a:lnTo>
                  <a:pt x="464243" y="409575"/>
                </a:lnTo>
                <a:lnTo>
                  <a:pt x="465437" y="422087"/>
                </a:lnTo>
                <a:lnTo>
                  <a:pt x="465878" y="434622"/>
                </a:lnTo>
                <a:lnTo>
                  <a:pt x="465516" y="447179"/>
                </a:lnTo>
                <a:lnTo>
                  <a:pt x="464304" y="459758"/>
                </a:lnTo>
                <a:lnTo>
                  <a:pt x="462192" y="472359"/>
                </a:lnTo>
                <a:lnTo>
                  <a:pt x="461620" y="639888"/>
                </a:lnTo>
                <a:lnTo>
                  <a:pt x="486618" y="583040"/>
                </a:lnTo>
                <a:lnTo>
                  <a:pt x="507051" y="524499"/>
                </a:lnTo>
                <a:lnTo>
                  <a:pt x="522489" y="465105"/>
                </a:lnTo>
                <a:lnTo>
                  <a:pt x="532502" y="405698"/>
                </a:lnTo>
                <a:lnTo>
                  <a:pt x="536661" y="347117"/>
                </a:lnTo>
                <a:lnTo>
                  <a:pt x="534536" y="290203"/>
                </a:lnTo>
                <a:lnTo>
                  <a:pt x="525699" y="235795"/>
                </a:lnTo>
                <a:lnTo>
                  <a:pt x="509719" y="184733"/>
                </a:lnTo>
                <a:lnTo>
                  <a:pt x="486167" y="137857"/>
                </a:lnTo>
                <a:lnTo>
                  <a:pt x="454614" y="96008"/>
                </a:lnTo>
                <a:lnTo>
                  <a:pt x="414630" y="60025"/>
                </a:lnTo>
                <a:lnTo>
                  <a:pt x="365786" y="30748"/>
                </a:lnTo>
                <a:lnTo>
                  <a:pt x="307652" y="9016"/>
                </a:lnTo>
                <a:lnTo>
                  <a:pt x="282239" y="3302"/>
                </a:lnTo>
                <a:lnTo>
                  <a:pt x="257126" y="415"/>
                </a:lnTo>
                <a:lnTo>
                  <a:pt x="243390" y="0"/>
                </a:lnTo>
                <a:lnTo>
                  <a:pt x="225292" y="711"/>
                </a:lnTo>
                <a:lnTo>
                  <a:pt x="207497" y="2811"/>
                </a:lnTo>
                <a:lnTo>
                  <a:pt x="190060" y="6252"/>
                </a:lnTo>
                <a:lnTo>
                  <a:pt x="173035" y="10986"/>
                </a:lnTo>
                <a:lnTo>
                  <a:pt x="180652" y="97789"/>
                </a:lnTo>
                <a:lnTo>
                  <a:pt x="186494" y="97789"/>
                </a:lnTo>
                <a:lnTo>
                  <a:pt x="189669" y="98043"/>
                </a:lnTo>
                <a:lnTo>
                  <a:pt x="178821" y="104325"/>
                </a:lnTo>
                <a:lnTo>
                  <a:pt x="168137" y="111434"/>
                </a:lnTo>
                <a:lnTo>
                  <a:pt x="166428" y="112649"/>
                </a:lnTo>
                <a:lnTo>
                  <a:pt x="159951" y="114808"/>
                </a:lnTo>
                <a:lnTo>
                  <a:pt x="153601" y="117728"/>
                </a:lnTo>
                <a:lnTo>
                  <a:pt x="147378" y="121792"/>
                </a:lnTo>
                <a:lnTo>
                  <a:pt x="135895" y="116653"/>
                </a:lnTo>
                <a:lnTo>
                  <a:pt x="123248" y="113791"/>
                </a:lnTo>
                <a:lnTo>
                  <a:pt x="133627" y="107899"/>
                </a:lnTo>
                <a:lnTo>
                  <a:pt x="124989" y="32449"/>
                </a:lnTo>
                <a:lnTo>
                  <a:pt x="110166" y="41863"/>
                </a:lnTo>
                <a:lnTo>
                  <a:pt x="96031" y="52324"/>
                </a:lnTo>
                <a:lnTo>
                  <a:pt x="82640" y="63785"/>
                </a:lnTo>
                <a:lnTo>
                  <a:pt x="79666" y="207597"/>
                </a:lnTo>
                <a:lnTo>
                  <a:pt x="79687" y="207137"/>
                </a:lnTo>
                <a:lnTo>
                  <a:pt x="84132" y="205104"/>
                </a:lnTo>
                <a:lnTo>
                  <a:pt x="89339" y="202946"/>
                </a:lnTo>
                <a:lnTo>
                  <a:pt x="95054" y="200278"/>
                </a:lnTo>
                <a:lnTo>
                  <a:pt x="94546" y="205612"/>
                </a:lnTo>
                <a:lnTo>
                  <a:pt x="93911" y="210565"/>
                </a:lnTo>
                <a:close/>
              </a:path>
              <a:path w="402261" h="921258">
                <a:moveTo>
                  <a:pt x="198178" y="382015"/>
                </a:moveTo>
                <a:lnTo>
                  <a:pt x="189509" y="373850"/>
                </a:lnTo>
                <a:lnTo>
                  <a:pt x="180943" y="364832"/>
                </a:lnTo>
                <a:lnTo>
                  <a:pt x="172584" y="355041"/>
                </a:lnTo>
                <a:lnTo>
                  <a:pt x="179594" y="414075"/>
                </a:lnTo>
                <a:lnTo>
                  <a:pt x="191597" y="417973"/>
                </a:lnTo>
                <a:lnTo>
                  <a:pt x="196019" y="419226"/>
                </a:lnTo>
                <a:lnTo>
                  <a:pt x="206336" y="427081"/>
                </a:lnTo>
                <a:lnTo>
                  <a:pt x="198178" y="382015"/>
                </a:lnTo>
                <a:close/>
              </a:path>
              <a:path w="402261" h="921258">
                <a:moveTo>
                  <a:pt x="172584" y="355041"/>
                </a:moveTo>
                <a:lnTo>
                  <a:pt x="164534" y="344560"/>
                </a:lnTo>
                <a:lnTo>
                  <a:pt x="159189" y="336930"/>
                </a:lnTo>
                <a:lnTo>
                  <a:pt x="168456" y="345976"/>
                </a:lnTo>
                <a:lnTo>
                  <a:pt x="178011" y="354594"/>
                </a:lnTo>
                <a:lnTo>
                  <a:pt x="187811" y="362770"/>
                </a:lnTo>
                <a:lnTo>
                  <a:pt x="197816" y="370487"/>
                </a:lnTo>
                <a:lnTo>
                  <a:pt x="207983" y="377730"/>
                </a:lnTo>
                <a:lnTo>
                  <a:pt x="210751" y="379602"/>
                </a:lnTo>
                <a:lnTo>
                  <a:pt x="206941" y="380746"/>
                </a:lnTo>
                <a:lnTo>
                  <a:pt x="202496" y="381635"/>
                </a:lnTo>
                <a:lnTo>
                  <a:pt x="198178" y="382015"/>
                </a:lnTo>
                <a:lnTo>
                  <a:pt x="206336" y="427081"/>
                </a:lnTo>
                <a:lnTo>
                  <a:pt x="216949" y="434317"/>
                </a:lnTo>
                <a:lnTo>
                  <a:pt x="227834" y="440925"/>
                </a:lnTo>
                <a:lnTo>
                  <a:pt x="238970" y="446892"/>
                </a:lnTo>
                <a:lnTo>
                  <a:pt x="238818" y="367791"/>
                </a:lnTo>
                <a:lnTo>
                  <a:pt x="234881" y="366267"/>
                </a:lnTo>
                <a:lnTo>
                  <a:pt x="233357" y="365378"/>
                </a:lnTo>
                <a:lnTo>
                  <a:pt x="237675" y="362076"/>
                </a:lnTo>
                <a:lnTo>
                  <a:pt x="240088" y="355600"/>
                </a:lnTo>
                <a:lnTo>
                  <a:pt x="235516" y="350138"/>
                </a:lnTo>
                <a:lnTo>
                  <a:pt x="227378" y="340069"/>
                </a:lnTo>
                <a:lnTo>
                  <a:pt x="219439" y="329965"/>
                </a:lnTo>
                <a:lnTo>
                  <a:pt x="211687" y="319817"/>
                </a:lnTo>
                <a:lnTo>
                  <a:pt x="204111" y="309616"/>
                </a:lnTo>
                <a:lnTo>
                  <a:pt x="196697" y="299355"/>
                </a:lnTo>
                <a:lnTo>
                  <a:pt x="189433" y="289023"/>
                </a:lnTo>
                <a:lnTo>
                  <a:pt x="182307" y="278614"/>
                </a:lnTo>
                <a:lnTo>
                  <a:pt x="175307" y="268117"/>
                </a:lnTo>
                <a:lnTo>
                  <a:pt x="168419" y="257524"/>
                </a:lnTo>
                <a:lnTo>
                  <a:pt x="161633" y="246827"/>
                </a:lnTo>
                <a:lnTo>
                  <a:pt x="156776" y="239013"/>
                </a:lnTo>
                <a:lnTo>
                  <a:pt x="154694" y="281157"/>
                </a:lnTo>
                <a:lnTo>
                  <a:pt x="162178" y="291362"/>
                </a:lnTo>
                <a:lnTo>
                  <a:pt x="169795" y="301465"/>
                </a:lnTo>
                <a:lnTo>
                  <a:pt x="177547" y="311477"/>
                </a:lnTo>
                <a:lnTo>
                  <a:pt x="185436" y="321411"/>
                </a:lnTo>
                <a:lnTo>
                  <a:pt x="193462" y="331278"/>
                </a:lnTo>
                <a:lnTo>
                  <a:pt x="201628" y="341091"/>
                </a:lnTo>
                <a:lnTo>
                  <a:pt x="209934" y="350860"/>
                </a:lnTo>
                <a:lnTo>
                  <a:pt x="210624" y="351663"/>
                </a:lnTo>
                <a:lnTo>
                  <a:pt x="201323" y="343801"/>
                </a:lnTo>
                <a:lnTo>
                  <a:pt x="192023" y="334781"/>
                </a:lnTo>
                <a:lnTo>
                  <a:pt x="188907" y="331469"/>
                </a:lnTo>
                <a:lnTo>
                  <a:pt x="179801" y="322193"/>
                </a:lnTo>
                <a:lnTo>
                  <a:pt x="171261" y="312555"/>
                </a:lnTo>
                <a:lnTo>
                  <a:pt x="163290" y="302559"/>
                </a:lnTo>
                <a:lnTo>
                  <a:pt x="155888" y="292210"/>
                </a:lnTo>
                <a:lnTo>
                  <a:pt x="149057" y="281509"/>
                </a:lnTo>
                <a:lnTo>
                  <a:pt x="142799" y="270460"/>
                </a:lnTo>
                <a:lnTo>
                  <a:pt x="137116" y="259067"/>
                </a:lnTo>
                <a:lnTo>
                  <a:pt x="133027" y="249809"/>
                </a:lnTo>
                <a:lnTo>
                  <a:pt x="128792" y="341516"/>
                </a:lnTo>
                <a:lnTo>
                  <a:pt x="135763" y="352851"/>
                </a:lnTo>
                <a:lnTo>
                  <a:pt x="143285" y="363879"/>
                </a:lnTo>
                <a:lnTo>
                  <a:pt x="151325" y="374558"/>
                </a:lnTo>
                <a:lnTo>
                  <a:pt x="152204" y="375665"/>
                </a:lnTo>
                <a:lnTo>
                  <a:pt x="144838" y="372363"/>
                </a:lnTo>
                <a:lnTo>
                  <a:pt x="137853" y="368046"/>
                </a:lnTo>
                <a:lnTo>
                  <a:pt x="130614" y="362965"/>
                </a:lnTo>
                <a:lnTo>
                  <a:pt x="126731" y="355921"/>
                </a:lnTo>
                <a:lnTo>
                  <a:pt x="122209" y="347315"/>
                </a:lnTo>
                <a:lnTo>
                  <a:pt x="117220" y="337348"/>
                </a:lnTo>
                <a:lnTo>
                  <a:pt x="111938" y="326225"/>
                </a:lnTo>
                <a:lnTo>
                  <a:pt x="112961" y="382015"/>
                </a:lnTo>
                <a:lnTo>
                  <a:pt x="119692" y="384428"/>
                </a:lnTo>
                <a:lnTo>
                  <a:pt x="122740" y="385063"/>
                </a:lnTo>
                <a:lnTo>
                  <a:pt x="133522" y="392037"/>
                </a:lnTo>
                <a:lnTo>
                  <a:pt x="144649" y="398454"/>
                </a:lnTo>
                <a:lnTo>
                  <a:pt x="156070" y="404286"/>
                </a:lnTo>
                <a:lnTo>
                  <a:pt x="167735" y="409503"/>
                </a:lnTo>
                <a:lnTo>
                  <a:pt x="179594" y="414075"/>
                </a:lnTo>
                <a:lnTo>
                  <a:pt x="172584" y="355041"/>
                </a:lnTo>
                <a:close/>
              </a:path>
              <a:path w="402261" h="921258">
                <a:moveTo>
                  <a:pt x="348046" y="286943"/>
                </a:moveTo>
                <a:lnTo>
                  <a:pt x="344623" y="274973"/>
                </a:lnTo>
                <a:lnTo>
                  <a:pt x="340194" y="262803"/>
                </a:lnTo>
                <a:lnTo>
                  <a:pt x="334830" y="250538"/>
                </a:lnTo>
                <a:lnTo>
                  <a:pt x="337309" y="413620"/>
                </a:lnTo>
                <a:lnTo>
                  <a:pt x="349227" y="408985"/>
                </a:lnTo>
                <a:lnTo>
                  <a:pt x="359994" y="402092"/>
                </a:lnTo>
                <a:lnTo>
                  <a:pt x="360103" y="347852"/>
                </a:lnTo>
                <a:lnTo>
                  <a:pt x="355658" y="350265"/>
                </a:lnTo>
                <a:lnTo>
                  <a:pt x="351594" y="352298"/>
                </a:lnTo>
                <a:lnTo>
                  <a:pt x="347403" y="354456"/>
                </a:lnTo>
                <a:lnTo>
                  <a:pt x="349769" y="343109"/>
                </a:lnTo>
                <a:lnTo>
                  <a:pt x="351231" y="330796"/>
                </a:lnTo>
                <a:lnTo>
                  <a:pt x="351735" y="317465"/>
                </a:lnTo>
                <a:lnTo>
                  <a:pt x="351594" y="309879"/>
                </a:lnTo>
                <a:lnTo>
                  <a:pt x="350394" y="298613"/>
                </a:lnTo>
                <a:lnTo>
                  <a:pt x="348046" y="286943"/>
                </a:lnTo>
                <a:close/>
              </a:path>
              <a:path w="402261" h="921258">
                <a:moveTo>
                  <a:pt x="336014" y="611393"/>
                </a:moveTo>
                <a:lnTo>
                  <a:pt x="338005" y="711962"/>
                </a:lnTo>
                <a:lnTo>
                  <a:pt x="341729" y="697779"/>
                </a:lnTo>
                <a:lnTo>
                  <a:pt x="345499" y="683652"/>
                </a:lnTo>
                <a:lnTo>
                  <a:pt x="349295" y="669579"/>
                </a:lnTo>
                <a:lnTo>
                  <a:pt x="353102" y="655560"/>
                </a:lnTo>
                <a:lnTo>
                  <a:pt x="352483" y="550163"/>
                </a:lnTo>
                <a:lnTo>
                  <a:pt x="349338" y="562355"/>
                </a:lnTo>
                <a:lnTo>
                  <a:pt x="346115" y="574580"/>
                </a:lnTo>
                <a:lnTo>
                  <a:pt x="342818" y="586832"/>
                </a:lnTo>
                <a:lnTo>
                  <a:pt x="339450" y="599105"/>
                </a:lnTo>
                <a:lnTo>
                  <a:pt x="336014" y="611393"/>
                </a:lnTo>
                <a:close/>
              </a:path>
              <a:path w="402261" h="921258">
                <a:moveTo>
                  <a:pt x="332204" y="586947"/>
                </a:moveTo>
                <a:lnTo>
                  <a:pt x="331945" y="574157"/>
                </a:lnTo>
                <a:lnTo>
                  <a:pt x="331512" y="561387"/>
                </a:lnTo>
                <a:lnTo>
                  <a:pt x="330897" y="548644"/>
                </a:lnTo>
                <a:lnTo>
                  <a:pt x="330089" y="535938"/>
                </a:lnTo>
                <a:lnTo>
                  <a:pt x="329079" y="523276"/>
                </a:lnTo>
                <a:lnTo>
                  <a:pt x="327857" y="510667"/>
                </a:lnTo>
                <a:lnTo>
                  <a:pt x="326414" y="498120"/>
                </a:lnTo>
                <a:lnTo>
                  <a:pt x="324739" y="485643"/>
                </a:lnTo>
                <a:lnTo>
                  <a:pt x="322825" y="473244"/>
                </a:lnTo>
                <a:lnTo>
                  <a:pt x="321622" y="466216"/>
                </a:lnTo>
                <a:lnTo>
                  <a:pt x="325051" y="465963"/>
                </a:lnTo>
                <a:lnTo>
                  <a:pt x="329634" y="477663"/>
                </a:lnTo>
                <a:lnTo>
                  <a:pt x="333988" y="489490"/>
                </a:lnTo>
                <a:lnTo>
                  <a:pt x="338121" y="501441"/>
                </a:lnTo>
                <a:lnTo>
                  <a:pt x="342038" y="513518"/>
                </a:lnTo>
                <a:lnTo>
                  <a:pt x="342831" y="463550"/>
                </a:lnTo>
                <a:lnTo>
                  <a:pt x="354995" y="460574"/>
                </a:lnTo>
                <a:lnTo>
                  <a:pt x="367082" y="456408"/>
                </a:lnTo>
                <a:lnTo>
                  <a:pt x="371914" y="454405"/>
                </a:lnTo>
                <a:lnTo>
                  <a:pt x="370016" y="466832"/>
                </a:lnTo>
                <a:lnTo>
                  <a:pt x="367848" y="479299"/>
                </a:lnTo>
                <a:lnTo>
                  <a:pt x="365447" y="491789"/>
                </a:lnTo>
                <a:lnTo>
                  <a:pt x="362852" y="504287"/>
                </a:lnTo>
                <a:lnTo>
                  <a:pt x="360099" y="516777"/>
                </a:lnTo>
                <a:lnTo>
                  <a:pt x="359468" y="519556"/>
                </a:lnTo>
                <a:lnTo>
                  <a:pt x="356279" y="507072"/>
                </a:lnTo>
                <a:lnTo>
                  <a:pt x="352846" y="494781"/>
                </a:lnTo>
                <a:lnTo>
                  <a:pt x="349256" y="538048"/>
                </a:lnTo>
                <a:lnTo>
                  <a:pt x="352483" y="550163"/>
                </a:lnTo>
                <a:lnTo>
                  <a:pt x="353102" y="655560"/>
                </a:lnTo>
                <a:lnTo>
                  <a:pt x="360673" y="627678"/>
                </a:lnTo>
                <a:lnTo>
                  <a:pt x="368071" y="599994"/>
                </a:lnTo>
                <a:lnTo>
                  <a:pt x="375153" y="572500"/>
                </a:lnTo>
                <a:lnTo>
                  <a:pt x="381777" y="545184"/>
                </a:lnTo>
                <a:lnTo>
                  <a:pt x="387803" y="518038"/>
                </a:lnTo>
                <a:lnTo>
                  <a:pt x="384879" y="187633"/>
                </a:lnTo>
                <a:lnTo>
                  <a:pt x="376909" y="177416"/>
                </a:lnTo>
                <a:lnTo>
                  <a:pt x="368866" y="168021"/>
                </a:lnTo>
                <a:lnTo>
                  <a:pt x="362850" y="320026"/>
                </a:lnTo>
                <a:lnTo>
                  <a:pt x="362165" y="332828"/>
                </a:lnTo>
                <a:lnTo>
                  <a:pt x="360452" y="345860"/>
                </a:lnTo>
                <a:lnTo>
                  <a:pt x="360103" y="347852"/>
                </a:lnTo>
                <a:lnTo>
                  <a:pt x="359994" y="402092"/>
                </a:lnTo>
                <a:lnTo>
                  <a:pt x="369435" y="392758"/>
                </a:lnTo>
                <a:lnTo>
                  <a:pt x="374200" y="386206"/>
                </a:lnTo>
                <a:lnTo>
                  <a:pt x="368357" y="401284"/>
                </a:lnTo>
                <a:lnTo>
                  <a:pt x="361182" y="413509"/>
                </a:lnTo>
                <a:lnTo>
                  <a:pt x="352681" y="422918"/>
                </a:lnTo>
                <a:lnTo>
                  <a:pt x="342861" y="429548"/>
                </a:lnTo>
                <a:lnTo>
                  <a:pt x="331655" y="433450"/>
                </a:lnTo>
                <a:lnTo>
                  <a:pt x="329496" y="427736"/>
                </a:lnTo>
                <a:lnTo>
                  <a:pt x="326575" y="422021"/>
                </a:lnTo>
                <a:lnTo>
                  <a:pt x="324416" y="416178"/>
                </a:lnTo>
                <a:lnTo>
                  <a:pt x="337309" y="413620"/>
                </a:lnTo>
                <a:lnTo>
                  <a:pt x="334830" y="250538"/>
                </a:lnTo>
                <a:lnTo>
                  <a:pt x="328602" y="238279"/>
                </a:lnTo>
                <a:lnTo>
                  <a:pt x="322003" y="226822"/>
                </a:lnTo>
                <a:lnTo>
                  <a:pt x="331819" y="235111"/>
                </a:lnTo>
                <a:lnTo>
                  <a:pt x="341147" y="243693"/>
                </a:lnTo>
                <a:lnTo>
                  <a:pt x="345625" y="248030"/>
                </a:lnTo>
                <a:lnTo>
                  <a:pt x="351015" y="259456"/>
                </a:lnTo>
                <a:lnTo>
                  <a:pt x="350223" y="130788"/>
                </a:lnTo>
                <a:lnTo>
                  <a:pt x="338517" y="125386"/>
                </a:lnTo>
                <a:lnTo>
                  <a:pt x="326751" y="120411"/>
                </a:lnTo>
                <a:lnTo>
                  <a:pt x="314971" y="115872"/>
                </a:lnTo>
                <a:lnTo>
                  <a:pt x="303220" y="111779"/>
                </a:lnTo>
                <a:lnTo>
                  <a:pt x="291546" y="108144"/>
                </a:lnTo>
                <a:lnTo>
                  <a:pt x="288221" y="107187"/>
                </a:lnTo>
                <a:lnTo>
                  <a:pt x="286189" y="106806"/>
                </a:lnTo>
                <a:lnTo>
                  <a:pt x="278950" y="101091"/>
                </a:lnTo>
                <a:lnTo>
                  <a:pt x="282506" y="101346"/>
                </a:lnTo>
                <a:lnTo>
                  <a:pt x="287205" y="73787"/>
                </a:lnTo>
                <a:lnTo>
                  <a:pt x="274516" y="74183"/>
                </a:lnTo>
                <a:lnTo>
                  <a:pt x="261865" y="75400"/>
                </a:lnTo>
                <a:lnTo>
                  <a:pt x="249289" y="77473"/>
                </a:lnTo>
                <a:lnTo>
                  <a:pt x="244025" y="78612"/>
                </a:lnTo>
                <a:lnTo>
                  <a:pt x="232562" y="72467"/>
                </a:lnTo>
                <a:lnTo>
                  <a:pt x="225483" y="113918"/>
                </a:lnTo>
                <a:lnTo>
                  <a:pt x="228277" y="111760"/>
                </a:lnTo>
                <a:lnTo>
                  <a:pt x="231579" y="110236"/>
                </a:lnTo>
                <a:lnTo>
                  <a:pt x="234881" y="108458"/>
                </a:lnTo>
                <a:lnTo>
                  <a:pt x="245800" y="114216"/>
                </a:lnTo>
                <a:lnTo>
                  <a:pt x="256445" y="121109"/>
                </a:lnTo>
                <a:lnTo>
                  <a:pt x="266742" y="128891"/>
                </a:lnTo>
                <a:lnTo>
                  <a:pt x="276621" y="137317"/>
                </a:lnTo>
                <a:lnTo>
                  <a:pt x="286007" y="146139"/>
                </a:lnTo>
                <a:lnTo>
                  <a:pt x="287332" y="147447"/>
                </a:lnTo>
                <a:lnTo>
                  <a:pt x="276420" y="139596"/>
                </a:lnTo>
                <a:lnTo>
                  <a:pt x="265323" y="132458"/>
                </a:lnTo>
                <a:lnTo>
                  <a:pt x="254103" y="126101"/>
                </a:lnTo>
                <a:lnTo>
                  <a:pt x="243351" y="186700"/>
                </a:lnTo>
                <a:lnTo>
                  <a:pt x="253060" y="195724"/>
                </a:lnTo>
                <a:lnTo>
                  <a:pt x="255328" y="198374"/>
                </a:lnTo>
                <a:lnTo>
                  <a:pt x="267194" y="206768"/>
                </a:lnTo>
                <a:lnTo>
                  <a:pt x="276961" y="216001"/>
                </a:lnTo>
                <a:lnTo>
                  <a:pt x="284743" y="225910"/>
                </a:lnTo>
                <a:lnTo>
                  <a:pt x="290658" y="236331"/>
                </a:lnTo>
                <a:lnTo>
                  <a:pt x="293428" y="242950"/>
                </a:lnTo>
                <a:lnTo>
                  <a:pt x="283720" y="232647"/>
                </a:lnTo>
                <a:lnTo>
                  <a:pt x="273935" y="222639"/>
                </a:lnTo>
                <a:lnTo>
                  <a:pt x="264309" y="212993"/>
                </a:lnTo>
                <a:lnTo>
                  <a:pt x="255075" y="203777"/>
                </a:lnTo>
                <a:lnTo>
                  <a:pt x="265341" y="242239"/>
                </a:lnTo>
                <a:lnTo>
                  <a:pt x="276480" y="251458"/>
                </a:lnTo>
                <a:lnTo>
                  <a:pt x="284442" y="260561"/>
                </a:lnTo>
                <a:lnTo>
                  <a:pt x="289242" y="269532"/>
                </a:lnTo>
                <a:lnTo>
                  <a:pt x="290893" y="278358"/>
                </a:lnTo>
                <a:lnTo>
                  <a:pt x="289409" y="287024"/>
                </a:lnTo>
                <a:lnTo>
                  <a:pt x="284806" y="295516"/>
                </a:lnTo>
                <a:lnTo>
                  <a:pt x="283522" y="297179"/>
                </a:lnTo>
                <a:lnTo>
                  <a:pt x="277750" y="285636"/>
                </a:lnTo>
                <a:lnTo>
                  <a:pt x="271562" y="274342"/>
                </a:lnTo>
                <a:lnTo>
                  <a:pt x="264965" y="263315"/>
                </a:lnTo>
                <a:lnTo>
                  <a:pt x="257962" y="252577"/>
                </a:lnTo>
                <a:lnTo>
                  <a:pt x="250558" y="242147"/>
                </a:lnTo>
                <a:lnTo>
                  <a:pt x="242758" y="232044"/>
                </a:lnTo>
                <a:lnTo>
                  <a:pt x="234566" y="222290"/>
                </a:lnTo>
                <a:lnTo>
                  <a:pt x="225987" y="212902"/>
                </a:lnTo>
                <a:lnTo>
                  <a:pt x="217025" y="203902"/>
                </a:lnTo>
                <a:lnTo>
                  <a:pt x="207703" y="195325"/>
                </a:lnTo>
                <a:lnTo>
                  <a:pt x="205163" y="190753"/>
                </a:lnTo>
                <a:lnTo>
                  <a:pt x="202496" y="185927"/>
                </a:lnTo>
                <a:lnTo>
                  <a:pt x="199702" y="181101"/>
                </a:lnTo>
                <a:lnTo>
                  <a:pt x="198321" y="297279"/>
                </a:lnTo>
                <a:lnTo>
                  <a:pt x="206184" y="308227"/>
                </a:lnTo>
                <a:lnTo>
                  <a:pt x="214419" y="318596"/>
                </a:lnTo>
                <a:lnTo>
                  <a:pt x="222961" y="328274"/>
                </a:lnTo>
                <a:lnTo>
                  <a:pt x="231744" y="337151"/>
                </a:lnTo>
                <a:lnTo>
                  <a:pt x="240704" y="345113"/>
                </a:lnTo>
                <a:lnTo>
                  <a:pt x="249775" y="352051"/>
                </a:lnTo>
                <a:lnTo>
                  <a:pt x="255328" y="355726"/>
                </a:lnTo>
                <a:lnTo>
                  <a:pt x="250121" y="360425"/>
                </a:lnTo>
                <a:lnTo>
                  <a:pt x="244406" y="364236"/>
                </a:lnTo>
                <a:lnTo>
                  <a:pt x="238818" y="367791"/>
                </a:lnTo>
                <a:lnTo>
                  <a:pt x="238970" y="446892"/>
                </a:lnTo>
                <a:lnTo>
                  <a:pt x="250333" y="452208"/>
                </a:lnTo>
                <a:lnTo>
                  <a:pt x="251899" y="452881"/>
                </a:lnTo>
                <a:lnTo>
                  <a:pt x="238789" y="450863"/>
                </a:lnTo>
                <a:lnTo>
                  <a:pt x="225839" y="448159"/>
                </a:lnTo>
                <a:lnTo>
                  <a:pt x="213085" y="444787"/>
                </a:lnTo>
                <a:lnTo>
                  <a:pt x="200562" y="440767"/>
                </a:lnTo>
                <a:lnTo>
                  <a:pt x="188304" y="436117"/>
                </a:lnTo>
                <a:lnTo>
                  <a:pt x="176347" y="430857"/>
                </a:lnTo>
                <a:lnTo>
                  <a:pt x="164725" y="425006"/>
                </a:lnTo>
                <a:lnTo>
                  <a:pt x="153474" y="418582"/>
                </a:lnTo>
                <a:lnTo>
                  <a:pt x="142628" y="411605"/>
                </a:lnTo>
                <a:lnTo>
                  <a:pt x="132222" y="404094"/>
                </a:lnTo>
                <a:lnTo>
                  <a:pt x="122291" y="396068"/>
                </a:lnTo>
                <a:lnTo>
                  <a:pt x="112870" y="387545"/>
                </a:lnTo>
                <a:lnTo>
                  <a:pt x="103993" y="378545"/>
                </a:lnTo>
                <a:lnTo>
                  <a:pt x="100007" y="374141"/>
                </a:lnTo>
                <a:lnTo>
                  <a:pt x="106357" y="378460"/>
                </a:lnTo>
                <a:lnTo>
                  <a:pt x="112961" y="382015"/>
                </a:lnTo>
                <a:lnTo>
                  <a:pt x="111938" y="326225"/>
                </a:lnTo>
                <a:lnTo>
                  <a:pt x="106535" y="314148"/>
                </a:lnTo>
                <a:lnTo>
                  <a:pt x="101184" y="301322"/>
                </a:lnTo>
                <a:lnTo>
                  <a:pt x="96057" y="287948"/>
                </a:lnTo>
                <a:lnTo>
                  <a:pt x="91327" y="274230"/>
                </a:lnTo>
                <a:lnTo>
                  <a:pt x="87165" y="260372"/>
                </a:lnTo>
                <a:lnTo>
                  <a:pt x="83746" y="246577"/>
                </a:lnTo>
                <a:lnTo>
                  <a:pt x="81242" y="233047"/>
                </a:lnTo>
                <a:lnTo>
                  <a:pt x="79824" y="219986"/>
                </a:lnTo>
                <a:lnTo>
                  <a:pt x="79666" y="207597"/>
                </a:lnTo>
                <a:lnTo>
                  <a:pt x="82640" y="63785"/>
                </a:lnTo>
                <a:lnTo>
                  <a:pt x="70047" y="76197"/>
                </a:lnTo>
                <a:lnTo>
                  <a:pt x="58306" y="89510"/>
                </a:lnTo>
                <a:lnTo>
                  <a:pt x="47475" y="103677"/>
                </a:lnTo>
                <a:lnTo>
                  <a:pt x="37606" y="118647"/>
                </a:lnTo>
                <a:lnTo>
                  <a:pt x="28756" y="134373"/>
                </a:lnTo>
                <a:lnTo>
                  <a:pt x="20980" y="150806"/>
                </a:lnTo>
                <a:lnTo>
                  <a:pt x="14332" y="167897"/>
                </a:lnTo>
                <a:lnTo>
                  <a:pt x="8867" y="185598"/>
                </a:lnTo>
                <a:lnTo>
                  <a:pt x="4641" y="203858"/>
                </a:lnTo>
                <a:lnTo>
                  <a:pt x="1709" y="222630"/>
                </a:lnTo>
                <a:lnTo>
                  <a:pt x="0" y="246779"/>
                </a:lnTo>
                <a:lnTo>
                  <a:pt x="658" y="270227"/>
                </a:lnTo>
                <a:lnTo>
                  <a:pt x="3567" y="292917"/>
                </a:lnTo>
                <a:lnTo>
                  <a:pt x="8605" y="314791"/>
                </a:lnTo>
                <a:lnTo>
                  <a:pt x="15653" y="335789"/>
                </a:lnTo>
                <a:lnTo>
                  <a:pt x="24593" y="355855"/>
                </a:lnTo>
                <a:lnTo>
                  <a:pt x="35305" y="374930"/>
                </a:lnTo>
                <a:lnTo>
                  <a:pt x="47669" y="392955"/>
                </a:lnTo>
                <a:lnTo>
                  <a:pt x="61566" y="409872"/>
                </a:lnTo>
                <a:lnTo>
                  <a:pt x="76877" y="425624"/>
                </a:lnTo>
                <a:lnTo>
                  <a:pt x="93483" y="440152"/>
                </a:lnTo>
                <a:lnTo>
                  <a:pt x="111263" y="453398"/>
                </a:lnTo>
                <a:lnTo>
                  <a:pt x="130100" y="465303"/>
                </a:lnTo>
                <a:lnTo>
                  <a:pt x="149873" y="475810"/>
                </a:lnTo>
                <a:lnTo>
                  <a:pt x="170462" y="484860"/>
                </a:lnTo>
                <a:lnTo>
                  <a:pt x="191750" y="492395"/>
                </a:lnTo>
                <a:lnTo>
                  <a:pt x="213616" y="498357"/>
                </a:lnTo>
                <a:lnTo>
                  <a:pt x="235941" y="502687"/>
                </a:lnTo>
                <a:lnTo>
                  <a:pt x="258605" y="505328"/>
                </a:lnTo>
                <a:lnTo>
                  <a:pt x="281490" y="506222"/>
                </a:lnTo>
                <a:lnTo>
                  <a:pt x="283522" y="506222"/>
                </a:lnTo>
                <a:lnTo>
                  <a:pt x="284655" y="526226"/>
                </a:lnTo>
                <a:lnTo>
                  <a:pt x="285017" y="545798"/>
                </a:lnTo>
                <a:lnTo>
                  <a:pt x="284626" y="564970"/>
                </a:lnTo>
                <a:lnTo>
                  <a:pt x="283501" y="583776"/>
                </a:lnTo>
                <a:lnTo>
                  <a:pt x="281659" y="602247"/>
                </a:lnTo>
                <a:lnTo>
                  <a:pt x="279118" y="620417"/>
                </a:lnTo>
                <a:lnTo>
                  <a:pt x="275897" y="638319"/>
                </a:lnTo>
                <a:lnTo>
                  <a:pt x="272013" y="655984"/>
                </a:lnTo>
                <a:lnTo>
                  <a:pt x="267484" y="673446"/>
                </a:lnTo>
                <a:lnTo>
                  <a:pt x="262329" y="690737"/>
                </a:lnTo>
                <a:lnTo>
                  <a:pt x="265234" y="816863"/>
                </a:lnTo>
                <a:lnTo>
                  <a:pt x="271489" y="805831"/>
                </a:lnTo>
                <a:lnTo>
                  <a:pt x="277340" y="794551"/>
                </a:lnTo>
                <a:lnTo>
                  <a:pt x="282824" y="783065"/>
                </a:lnTo>
                <a:lnTo>
                  <a:pt x="287973" y="771418"/>
                </a:lnTo>
                <a:lnTo>
                  <a:pt x="292824" y="759652"/>
                </a:lnTo>
                <a:lnTo>
                  <a:pt x="295587" y="752601"/>
                </a:lnTo>
                <a:lnTo>
                  <a:pt x="294952" y="759205"/>
                </a:lnTo>
                <a:lnTo>
                  <a:pt x="294317" y="765683"/>
                </a:lnTo>
                <a:lnTo>
                  <a:pt x="293682" y="772287"/>
                </a:lnTo>
                <a:lnTo>
                  <a:pt x="293174" y="777239"/>
                </a:lnTo>
                <a:lnTo>
                  <a:pt x="295333" y="780796"/>
                </a:lnTo>
                <a:lnTo>
                  <a:pt x="298635" y="783209"/>
                </a:lnTo>
                <a:lnTo>
                  <a:pt x="289787" y="792565"/>
                </a:lnTo>
                <a:lnTo>
                  <a:pt x="283179" y="869332"/>
                </a:lnTo>
                <a:lnTo>
                  <a:pt x="324563" y="833549"/>
                </a:lnTo>
                <a:lnTo>
                  <a:pt x="338005" y="711962"/>
                </a:lnTo>
                <a:lnTo>
                  <a:pt x="336014" y="611393"/>
                </a:lnTo>
                <a:lnTo>
                  <a:pt x="332514" y="623687"/>
                </a:lnTo>
                <a:lnTo>
                  <a:pt x="332036" y="625348"/>
                </a:lnTo>
                <a:lnTo>
                  <a:pt x="332240" y="612551"/>
                </a:lnTo>
                <a:lnTo>
                  <a:pt x="332204" y="586947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05085" y="5279816"/>
            <a:ext cx="2246645" cy="59103"/>
          </a:xfrm>
          <a:custGeom>
            <a:avLst/>
            <a:gdLst/>
            <a:ahLst/>
            <a:cxnLst/>
            <a:rect l="l" t="t" r="r" b="b"/>
            <a:pathLst>
              <a:path w="2246645" h="59103">
                <a:moveTo>
                  <a:pt x="327479" y="27702"/>
                </a:moveTo>
                <a:lnTo>
                  <a:pt x="333136" y="28021"/>
                </a:lnTo>
                <a:lnTo>
                  <a:pt x="345819" y="28814"/>
                </a:lnTo>
                <a:lnTo>
                  <a:pt x="358503" y="29500"/>
                </a:lnTo>
                <a:lnTo>
                  <a:pt x="371186" y="30110"/>
                </a:lnTo>
                <a:lnTo>
                  <a:pt x="383870" y="30677"/>
                </a:lnTo>
                <a:lnTo>
                  <a:pt x="396553" y="31231"/>
                </a:lnTo>
                <a:lnTo>
                  <a:pt x="409237" y="31804"/>
                </a:lnTo>
                <a:lnTo>
                  <a:pt x="421920" y="32428"/>
                </a:lnTo>
                <a:lnTo>
                  <a:pt x="434604" y="33135"/>
                </a:lnTo>
                <a:lnTo>
                  <a:pt x="440197" y="33482"/>
                </a:lnTo>
                <a:lnTo>
                  <a:pt x="452735" y="34547"/>
                </a:lnTo>
                <a:lnTo>
                  <a:pt x="465290" y="35746"/>
                </a:lnTo>
                <a:lnTo>
                  <a:pt x="477867" y="37023"/>
                </a:lnTo>
                <a:lnTo>
                  <a:pt x="490473" y="38323"/>
                </a:lnTo>
                <a:lnTo>
                  <a:pt x="503115" y="39591"/>
                </a:lnTo>
                <a:lnTo>
                  <a:pt x="515797" y="40771"/>
                </a:lnTo>
                <a:lnTo>
                  <a:pt x="528526" y="41810"/>
                </a:lnTo>
                <a:lnTo>
                  <a:pt x="541308" y="42652"/>
                </a:lnTo>
                <a:lnTo>
                  <a:pt x="548274" y="43007"/>
                </a:lnTo>
                <a:lnTo>
                  <a:pt x="560886" y="43548"/>
                </a:lnTo>
                <a:lnTo>
                  <a:pt x="573497" y="44117"/>
                </a:lnTo>
                <a:lnTo>
                  <a:pt x="586117" y="44701"/>
                </a:lnTo>
                <a:lnTo>
                  <a:pt x="598755" y="45288"/>
                </a:lnTo>
                <a:lnTo>
                  <a:pt x="611419" y="45863"/>
                </a:lnTo>
                <a:lnTo>
                  <a:pt x="624119" y="46416"/>
                </a:lnTo>
                <a:lnTo>
                  <a:pt x="636863" y="46933"/>
                </a:lnTo>
                <a:lnTo>
                  <a:pt x="649663" y="47402"/>
                </a:lnTo>
                <a:lnTo>
                  <a:pt x="659018" y="47706"/>
                </a:lnTo>
                <a:lnTo>
                  <a:pt x="671765" y="48031"/>
                </a:lnTo>
                <a:lnTo>
                  <a:pt x="711129" y="47911"/>
                </a:lnTo>
                <a:lnTo>
                  <a:pt x="723816" y="47763"/>
                </a:lnTo>
                <a:lnTo>
                  <a:pt x="749307" y="47579"/>
                </a:lnTo>
                <a:lnTo>
                  <a:pt x="769889" y="47706"/>
                </a:lnTo>
                <a:lnTo>
                  <a:pt x="782565" y="47885"/>
                </a:lnTo>
                <a:lnTo>
                  <a:pt x="795256" y="48146"/>
                </a:lnTo>
                <a:lnTo>
                  <a:pt x="807959" y="48469"/>
                </a:lnTo>
                <a:lnTo>
                  <a:pt x="820667" y="48833"/>
                </a:lnTo>
                <a:lnTo>
                  <a:pt x="833378" y="49219"/>
                </a:lnTo>
                <a:lnTo>
                  <a:pt x="846085" y="49608"/>
                </a:lnTo>
                <a:lnTo>
                  <a:pt x="858784" y="49978"/>
                </a:lnTo>
                <a:lnTo>
                  <a:pt x="871471" y="50310"/>
                </a:lnTo>
                <a:lnTo>
                  <a:pt x="879871" y="50500"/>
                </a:lnTo>
                <a:lnTo>
                  <a:pt x="892742" y="50708"/>
                </a:lnTo>
                <a:lnTo>
                  <a:pt x="918100" y="50870"/>
                </a:lnTo>
                <a:lnTo>
                  <a:pt x="972665" y="51015"/>
                </a:lnTo>
                <a:lnTo>
                  <a:pt x="985485" y="51198"/>
                </a:lnTo>
                <a:lnTo>
                  <a:pt x="988710" y="51262"/>
                </a:lnTo>
                <a:lnTo>
                  <a:pt x="1001267" y="51574"/>
                </a:lnTo>
                <a:lnTo>
                  <a:pt x="1013850" y="52184"/>
                </a:lnTo>
                <a:lnTo>
                  <a:pt x="1026461" y="53003"/>
                </a:lnTo>
                <a:lnTo>
                  <a:pt x="1039103" y="53940"/>
                </a:lnTo>
                <a:lnTo>
                  <a:pt x="1051782" y="54906"/>
                </a:lnTo>
                <a:lnTo>
                  <a:pt x="1064499" y="55812"/>
                </a:lnTo>
                <a:lnTo>
                  <a:pt x="1077260" y="56568"/>
                </a:lnTo>
                <a:lnTo>
                  <a:pt x="1090067" y="57084"/>
                </a:lnTo>
                <a:lnTo>
                  <a:pt x="1096914" y="57231"/>
                </a:lnTo>
                <a:lnTo>
                  <a:pt x="1119365" y="57159"/>
                </a:lnTo>
                <a:lnTo>
                  <a:pt x="1132079" y="56976"/>
                </a:lnTo>
                <a:lnTo>
                  <a:pt x="1144816" y="56726"/>
                </a:lnTo>
                <a:lnTo>
                  <a:pt x="1157555" y="56454"/>
                </a:lnTo>
                <a:lnTo>
                  <a:pt x="1170275" y="56206"/>
                </a:lnTo>
                <a:lnTo>
                  <a:pt x="1182957" y="56026"/>
                </a:lnTo>
                <a:lnTo>
                  <a:pt x="1204864" y="55961"/>
                </a:lnTo>
                <a:lnTo>
                  <a:pt x="1217563" y="56144"/>
                </a:lnTo>
                <a:lnTo>
                  <a:pt x="1292114" y="56015"/>
                </a:lnTo>
                <a:lnTo>
                  <a:pt x="1326581" y="56082"/>
                </a:lnTo>
                <a:lnTo>
                  <a:pt x="1339261" y="56405"/>
                </a:lnTo>
                <a:lnTo>
                  <a:pt x="1351980" y="56867"/>
                </a:lnTo>
                <a:lnTo>
                  <a:pt x="1364721" y="57407"/>
                </a:lnTo>
                <a:lnTo>
                  <a:pt x="1377467" y="57963"/>
                </a:lnTo>
                <a:lnTo>
                  <a:pt x="1390200" y="58472"/>
                </a:lnTo>
                <a:lnTo>
                  <a:pt x="1402902" y="58873"/>
                </a:lnTo>
                <a:lnTo>
                  <a:pt x="1415556" y="59103"/>
                </a:lnTo>
                <a:lnTo>
                  <a:pt x="1434584" y="59077"/>
                </a:lnTo>
                <a:lnTo>
                  <a:pt x="1447300" y="58923"/>
                </a:lnTo>
                <a:lnTo>
                  <a:pt x="1460038" y="58702"/>
                </a:lnTo>
                <a:lnTo>
                  <a:pt x="1472785" y="58443"/>
                </a:lnTo>
                <a:lnTo>
                  <a:pt x="1485525" y="58177"/>
                </a:lnTo>
                <a:lnTo>
                  <a:pt x="1498243" y="57933"/>
                </a:lnTo>
                <a:lnTo>
                  <a:pt x="1510925" y="57740"/>
                </a:lnTo>
                <a:lnTo>
                  <a:pt x="1530111" y="57612"/>
                </a:lnTo>
                <a:lnTo>
                  <a:pt x="1542848" y="57374"/>
                </a:lnTo>
                <a:lnTo>
                  <a:pt x="1555539" y="56962"/>
                </a:lnTo>
                <a:lnTo>
                  <a:pt x="1568199" y="56429"/>
                </a:lnTo>
                <a:lnTo>
                  <a:pt x="1580844" y="55828"/>
                </a:lnTo>
                <a:lnTo>
                  <a:pt x="1593490" y="55210"/>
                </a:lnTo>
                <a:lnTo>
                  <a:pt x="1606152" y="54630"/>
                </a:lnTo>
                <a:lnTo>
                  <a:pt x="1618845" y="54140"/>
                </a:lnTo>
                <a:lnTo>
                  <a:pt x="1631586" y="53792"/>
                </a:lnTo>
                <a:lnTo>
                  <a:pt x="1642760" y="53548"/>
                </a:lnTo>
                <a:lnTo>
                  <a:pt x="1662582" y="53673"/>
                </a:lnTo>
                <a:lnTo>
                  <a:pt x="1675310" y="53997"/>
                </a:lnTo>
                <a:lnTo>
                  <a:pt x="1688042" y="54435"/>
                </a:lnTo>
                <a:lnTo>
                  <a:pt x="1700764" y="54907"/>
                </a:lnTo>
                <a:lnTo>
                  <a:pt x="1713461" y="55329"/>
                </a:lnTo>
                <a:lnTo>
                  <a:pt x="1726118" y="55622"/>
                </a:lnTo>
                <a:lnTo>
                  <a:pt x="1743471" y="55707"/>
                </a:lnTo>
                <a:lnTo>
                  <a:pt x="1747281" y="55580"/>
                </a:lnTo>
                <a:lnTo>
                  <a:pt x="1760177" y="55227"/>
                </a:lnTo>
                <a:lnTo>
                  <a:pt x="1772990" y="54673"/>
                </a:lnTo>
                <a:lnTo>
                  <a:pt x="1785732" y="53964"/>
                </a:lnTo>
                <a:lnTo>
                  <a:pt x="1798417" y="53150"/>
                </a:lnTo>
                <a:lnTo>
                  <a:pt x="1811059" y="52278"/>
                </a:lnTo>
                <a:lnTo>
                  <a:pt x="1823671" y="51398"/>
                </a:lnTo>
                <a:lnTo>
                  <a:pt x="1836265" y="50556"/>
                </a:lnTo>
                <a:lnTo>
                  <a:pt x="1848855" y="49801"/>
                </a:lnTo>
                <a:lnTo>
                  <a:pt x="1861455" y="49181"/>
                </a:lnTo>
                <a:lnTo>
                  <a:pt x="1870471" y="48849"/>
                </a:lnTo>
                <a:lnTo>
                  <a:pt x="1883279" y="48469"/>
                </a:lnTo>
                <a:lnTo>
                  <a:pt x="1896079" y="48048"/>
                </a:lnTo>
                <a:lnTo>
                  <a:pt x="1908864" y="47590"/>
                </a:lnTo>
                <a:lnTo>
                  <a:pt x="1921626" y="47104"/>
                </a:lnTo>
                <a:lnTo>
                  <a:pt x="1934357" y="46596"/>
                </a:lnTo>
                <a:lnTo>
                  <a:pt x="1947050" y="46073"/>
                </a:lnTo>
                <a:lnTo>
                  <a:pt x="1959697" y="45541"/>
                </a:lnTo>
                <a:lnTo>
                  <a:pt x="1972291" y="45008"/>
                </a:lnTo>
                <a:lnTo>
                  <a:pt x="1984823" y="44480"/>
                </a:lnTo>
                <a:lnTo>
                  <a:pt x="1992772" y="44150"/>
                </a:lnTo>
                <a:lnTo>
                  <a:pt x="2005398" y="43644"/>
                </a:lnTo>
                <a:lnTo>
                  <a:pt x="2018068" y="43270"/>
                </a:lnTo>
                <a:lnTo>
                  <a:pt x="2030771" y="42993"/>
                </a:lnTo>
                <a:lnTo>
                  <a:pt x="2043496" y="42778"/>
                </a:lnTo>
                <a:lnTo>
                  <a:pt x="2056231" y="42591"/>
                </a:lnTo>
                <a:lnTo>
                  <a:pt x="2068965" y="42396"/>
                </a:lnTo>
                <a:lnTo>
                  <a:pt x="2081686" y="42159"/>
                </a:lnTo>
                <a:lnTo>
                  <a:pt x="2094383" y="41844"/>
                </a:lnTo>
                <a:lnTo>
                  <a:pt x="2107046" y="41418"/>
                </a:lnTo>
                <a:lnTo>
                  <a:pt x="2117105" y="40975"/>
                </a:lnTo>
                <a:lnTo>
                  <a:pt x="2129851" y="40238"/>
                </a:lnTo>
                <a:lnTo>
                  <a:pt x="2142545" y="39452"/>
                </a:lnTo>
                <a:lnTo>
                  <a:pt x="2155201" y="38626"/>
                </a:lnTo>
                <a:lnTo>
                  <a:pt x="2167832" y="37768"/>
                </a:lnTo>
                <a:lnTo>
                  <a:pt x="2180452" y="36887"/>
                </a:lnTo>
                <a:lnTo>
                  <a:pt x="2193074" y="35991"/>
                </a:lnTo>
                <a:lnTo>
                  <a:pt x="2205712" y="35089"/>
                </a:lnTo>
                <a:lnTo>
                  <a:pt x="2218379" y="34189"/>
                </a:lnTo>
                <a:lnTo>
                  <a:pt x="2231090" y="33299"/>
                </a:lnTo>
                <a:lnTo>
                  <a:pt x="2239533" y="32720"/>
                </a:lnTo>
                <a:lnTo>
                  <a:pt x="2245756" y="32339"/>
                </a:lnTo>
                <a:lnTo>
                  <a:pt x="2246645" y="25608"/>
                </a:lnTo>
                <a:lnTo>
                  <a:pt x="2239533" y="25608"/>
                </a:lnTo>
                <a:lnTo>
                  <a:pt x="2226752" y="25760"/>
                </a:lnTo>
                <a:lnTo>
                  <a:pt x="2213964" y="25943"/>
                </a:lnTo>
                <a:lnTo>
                  <a:pt x="2201182" y="26149"/>
                </a:lnTo>
                <a:lnTo>
                  <a:pt x="2188419" y="26368"/>
                </a:lnTo>
                <a:lnTo>
                  <a:pt x="2175688" y="26589"/>
                </a:lnTo>
                <a:lnTo>
                  <a:pt x="2163002" y="26803"/>
                </a:lnTo>
                <a:lnTo>
                  <a:pt x="2150375" y="27001"/>
                </a:lnTo>
                <a:lnTo>
                  <a:pt x="2137820" y="27173"/>
                </a:lnTo>
                <a:lnTo>
                  <a:pt x="2130440" y="27259"/>
                </a:lnTo>
                <a:lnTo>
                  <a:pt x="2117641" y="27449"/>
                </a:lnTo>
                <a:lnTo>
                  <a:pt x="2104851" y="27735"/>
                </a:lnTo>
                <a:lnTo>
                  <a:pt x="2092078" y="28088"/>
                </a:lnTo>
                <a:lnTo>
                  <a:pt x="2079330" y="28478"/>
                </a:lnTo>
                <a:lnTo>
                  <a:pt x="2066617" y="28876"/>
                </a:lnTo>
                <a:lnTo>
                  <a:pt x="2053945" y="29253"/>
                </a:lnTo>
                <a:lnTo>
                  <a:pt x="2041324" y="29581"/>
                </a:lnTo>
                <a:lnTo>
                  <a:pt x="2028763" y="29830"/>
                </a:lnTo>
                <a:lnTo>
                  <a:pt x="2021601" y="29926"/>
                </a:lnTo>
                <a:lnTo>
                  <a:pt x="2008783" y="30112"/>
                </a:lnTo>
                <a:lnTo>
                  <a:pt x="1996038" y="30314"/>
                </a:lnTo>
                <a:lnTo>
                  <a:pt x="1983349" y="30524"/>
                </a:lnTo>
                <a:lnTo>
                  <a:pt x="1970694" y="30736"/>
                </a:lnTo>
                <a:lnTo>
                  <a:pt x="1958056" y="30945"/>
                </a:lnTo>
                <a:lnTo>
                  <a:pt x="1945414" y="31145"/>
                </a:lnTo>
                <a:lnTo>
                  <a:pt x="1932750" y="31330"/>
                </a:lnTo>
                <a:lnTo>
                  <a:pt x="1920044" y="31493"/>
                </a:lnTo>
                <a:lnTo>
                  <a:pt x="1912508" y="31577"/>
                </a:lnTo>
                <a:lnTo>
                  <a:pt x="1899739" y="31739"/>
                </a:lnTo>
                <a:lnTo>
                  <a:pt x="1887027" y="31948"/>
                </a:lnTo>
                <a:lnTo>
                  <a:pt x="1874353" y="32191"/>
                </a:lnTo>
                <a:lnTo>
                  <a:pt x="1861701" y="32453"/>
                </a:lnTo>
                <a:lnTo>
                  <a:pt x="1849053" y="32719"/>
                </a:lnTo>
                <a:lnTo>
                  <a:pt x="1836394" y="32974"/>
                </a:lnTo>
                <a:lnTo>
                  <a:pt x="1823705" y="33205"/>
                </a:lnTo>
                <a:lnTo>
                  <a:pt x="1810971" y="33396"/>
                </a:lnTo>
                <a:lnTo>
                  <a:pt x="1800748" y="33609"/>
                </a:lnTo>
                <a:lnTo>
                  <a:pt x="1782394" y="33520"/>
                </a:lnTo>
                <a:lnTo>
                  <a:pt x="1769675" y="33285"/>
                </a:lnTo>
                <a:lnTo>
                  <a:pt x="1756990" y="32955"/>
                </a:lnTo>
                <a:lnTo>
                  <a:pt x="1744324" y="32577"/>
                </a:lnTo>
                <a:lnTo>
                  <a:pt x="1731663" y="32202"/>
                </a:lnTo>
                <a:lnTo>
                  <a:pt x="1718994" y="31877"/>
                </a:lnTo>
                <a:lnTo>
                  <a:pt x="1706303" y="31653"/>
                </a:lnTo>
                <a:lnTo>
                  <a:pt x="1694576" y="31577"/>
                </a:lnTo>
                <a:lnTo>
                  <a:pt x="1681850" y="31871"/>
                </a:lnTo>
                <a:lnTo>
                  <a:pt x="1669178" y="32434"/>
                </a:lnTo>
                <a:lnTo>
                  <a:pt x="1656540" y="33185"/>
                </a:lnTo>
                <a:lnTo>
                  <a:pt x="1643916" y="34041"/>
                </a:lnTo>
                <a:lnTo>
                  <a:pt x="1631288" y="34922"/>
                </a:lnTo>
                <a:lnTo>
                  <a:pt x="1618636" y="35746"/>
                </a:lnTo>
                <a:lnTo>
                  <a:pt x="1605941" y="36432"/>
                </a:lnTo>
                <a:lnTo>
                  <a:pt x="1593184" y="36897"/>
                </a:lnTo>
                <a:lnTo>
                  <a:pt x="1585483" y="37038"/>
                </a:lnTo>
                <a:lnTo>
                  <a:pt x="1580657" y="37165"/>
                </a:lnTo>
                <a:lnTo>
                  <a:pt x="1567929" y="36999"/>
                </a:lnTo>
                <a:lnTo>
                  <a:pt x="1555245" y="36566"/>
                </a:lnTo>
                <a:lnTo>
                  <a:pt x="1542589" y="35956"/>
                </a:lnTo>
                <a:lnTo>
                  <a:pt x="1529943" y="35261"/>
                </a:lnTo>
                <a:lnTo>
                  <a:pt x="1517289" y="34575"/>
                </a:lnTo>
                <a:lnTo>
                  <a:pt x="1504610" y="33989"/>
                </a:lnTo>
                <a:lnTo>
                  <a:pt x="1491888" y="33596"/>
                </a:lnTo>
                <a:lnTo>
                  <a:pt x="1354960" y="33542"/>
                </a:lnTo>
                <a:lnTo>
                  <a:pt x="1342324" y="33699"/>
                </a:lnTo>
                <a:lnTo>
                  <a:pt x="1329649" y="33918"/>
                </a:lnTo>
                <a:lnTo>
                  <a:pt x="1316942" y="34165"/>
                </a:lnTo>
                <a:lnTo>
                  <a:pt x="1304210" y="34406"/>
                </a:lnTo>
                <a:lnTo>
                  <a:pt x="1291460" y="34605"/>
                </a:lnTo>
                <a:lnTo>
                  <a:pt x="1270904" y="34752"/>
                </a:lnTo>
                <a:lnTo>
                  <a:pt x="1222517" y="34625"/>
                </a:lnTo>
                <a:lnTo>
                  <a:pt x="1149619" y="34752"/>
                </a:lnTo>
                <a:lnTo>
                  <a:pt x="1111327" y="34888"/>
                </a:lnTo>
                <a:lnTo>
                  <a:pt x="1051702" y="34920"/>
                </a:lnTo>
                <a:lnTo>
                  <a:pt x="1040526" y="34752"/>
                </a:lnTo>
                <a:lnTo>
                  <a:pt x="1027764" y="34423"/>
                </a:lnTo>
                <a:lnTo>
                  <a:pt x="1015057" y="33991"/>
                </a:lnTo>
                <a:lnTo>
                  <a:pt x="1002390" y="33487"/>
                </a:lnTo>
                <a:lnTo>
                  <a:pt x="989744" y="32943"/>
                </a:lnTo>
                <a:lnTo>
                  <a:pt x="977103" y="32389"/>
                </a:lnTo>
                <a:lnTo>
                  <a:pt x="964450" y="31858"/>
                </a:lnTo>
                <a:lnTo>
                  <a:pt x="951768" y="31381"/>
                </a:lnTo>
                <a:lnTo>
                  <a:pt x="939040" y="30989"/>
                </a:lnTo>
                <a:lnTo>
                  <a:pt x="931687" y="30815"/>
                </a:lnTo>
                <a:lnTo>
                  <a:pt x="918975" y="30606"/>
                </a:lnTo>
                <a:lnTo>
                  <a:pt x="893598" y="30444"/>
                </a:lnTo>
                <a:lnTo>
                  <a:pt x="838942" y="30259"/>
                </a:lnTo>
                <a:lnTo>
                  <a:pt x="826182" y="30019"/>
                </a:lnTo>
                <a:lnTo>
                  <a:pt x="822594" y="29926"/>
                </a:lnTo>
                <a:lnTo>
                  <a:pt x="809756" y="29612"/>
                </a:lnTo>
                <a:lnTo>
                  <a:pt x="796982" y="28998"/>
                </a:lnTo>
                <a:lnTo>
                  <a:pt x="784262" y="28170"/>
                </a:lnTo>
                <a:lnTo>
                  <a:pt x="771585" y="27217"/>
                </a:lnTo>
                <a:lnTo>
                  <a:pt x="758943" y="26225"/>
                </a:lnTo>
                <a:lnTo>
                  <a:pt x="746325" y="25281"/>
                </a:lnTo>
                <a:lnTo>
                  <a:pt x="733721" y="24474"/>
                </a:lnTo>
                <a:lnTo>
                  <a:pt x="721121" y="23890"/>
                </a:lnTo>
                <a:lnTo>
                  <a:pt x="714517" y="23703"/>
                </a:lnTo>
                <a:lnTo>
                  <a:pt x="701741" y="23431"/>
                </a:lnTo>
                <a:lnTo>
                  <a:pt x="689028" y="23148"/>
                </a:lnTo>
                <a:lnTo>
                  <a:pt x="676359" y="22853"/>
                </a:lnTo>
                <a:lnTo>
                  <a:pt x="663716" y="22543"/>
                </a:lnTo>
                <a:lnTo>
                  <a:pt x="651078" y="22218"/>
                </a:lnTo>
                <a:lnTo>
                  <a:pt x="638426" y="21877"/>
                </a:lnTo>
                <a:lnTo>
                  <a:pt x="625742" y="21519"/>
                </a:lnTo>
                <a:lnTo>
                  <a:pt x="613006" y="21142"/>
                </a:lnTo>
                <a:lnTo>
                  <a:pt x="605424" y="20909"/>
                </a:lnTo>
                <a:lnTo>
                  <a:pt x="592673" y="20627"/>
                </a:lnTo>
                <a:lnTo>
                  <a:pt x="579977" y="20317"/>
                </a:lnTo>
                <a:lnTo>
                  <a:pt x="567318" y="19981"/>
                </a:lnTo>
                <a:lnTo>
                  <a:pt x="554676" y="19621"/>
                </a:lnTo>
                <a:lnTo>
                  <a:pt x="542035" y="19239"/>
                </a:lnTo>
                <a:lnTo>
                  <a:pt x="529376" y="18839"/>
                </a:lnTo>
                <a:lnTo>
                  <a:pt x="516680" y="18422"/>
                </a:lnTo>
                <a:lnTo>
                  <a:pt x="503931" y="17991"/>
                </a:lnTo>
                <a:lnTo>
                  <a:pt x="496458" y="17734"/>
                </a:lnTo>
                <a:lnTo>
                  <a:pt x="483925" y="17417"/>
                </a:lnTo>
                <a:lnTo>
                  <a:pt x="471337" y="17152"/>
                </a:lnTo>
                <a:lnTo>
                  <a:pt x="458700" y="16917"/>
                </a:lnTo>
                <a:lnTo>
                  <a:pt x="446021" y="16693"/>
                </a:lnTo>
                <a:lnTo>
                  <a:pt x="433309" y="16460"/>
                </a:lnTo>
                <a:lnTo>
                  <a:pt x="420570" y="16198"/>
                </a:lnTo>
                <a:lnTo>
                  <a:pt x="407811" y="15887"/>
                </a:lnTo>
                <a:lnTo>
                  <a:pt x="395039" y="15507"/>
                </a:lnTo>
                <a:lnTo>
                  <a:pt x="382262" y="15038"/>
                </a:lnTo>
                <a:lnTo>
                  <a:pt x="371490" y="14559"/>
                </a:lnTo>
                <a:lnTo>
                  <a:pt x="358801" y="14061"/>
                </a:lnTo>
                <a:lnTo>
                  <a:pt x="346118" y="13508"/>
                </a:lnTo>
                <a:lnTo>
                  <a:pt x="333440" y="12902"/>
                </a:lnTo>
                <a:lnTo>
                  <a:pt x="320765" y="12245"/>
                </a:lnTo>
                <a:lnTo>
                  <a:pt x="308092" y="11538"/>
                </a:lnTo>
                <a:lnTo>
                  <a:pt x="295419" y="10782"/>
                </a:lnTo>
                <a:lnTo>
                  <a:pt x="282743" y="9981"/>
                </a:lnTo>
                <a:lnTo>
                  <a:pt x="270064" y="9135"/>
                </a:lnTo>
                <a:lnTo>
                  <a:pt x="257380" y="8245"/>
                </a:lnTo>
                <a:lnTo>
                  <a:pt x="248173" y="7574"/>
                </a:lnTo>
                <a:lnTo>
                  <a:pt x="235484" y="6675"/>
                </a:lnTo>
                <a:lnTo>
                  <a:pt x="222802" y="5788"/>
                </a:lnTo>
                <a:lnTo>
                  <a:pt x="210125" y="4926"/>
                </a:lnTo>
                <a:lnTo>
                  <a:pt x="197451" y="4101"/>
                </a:lnTo>
                <a:lnTo>
                  <a:pt x="184778" y="3326"/>
                </a:lnTo>
                <a:lnTo>
                  <a:pt x="172105" y="2611"/>
                </a:lnTo>
                <a:lnTo>
                  <a:pt x="159429" y="1971"/>
                </a:lnTo>
                <a:lnTo>
                  <a:pt x="146749" y="1416"/>
                </a:lnTo>
                <a:lnTo>
                  <a:pt x="134062" y="960"/>
                </a:lnTo>
                <a:lnTo>
                  <a:pt x="117523" y="513"/>
                </a:lnTo>
                <a:lnTo>
                  <a:pt x="104881" y="244"/>
                </a:lnTo>
                <a:lnTo>
                  <a:pt x="92207" y="53"/>
                </a:lnTo>
                <a:lnTo>
                  <a:pt x="62749" y="0"/>
                </a:lnTo>
                <a:lnTo>
                  <a:pt x="50113" y="141"/>
                </a:lnTo>
                <a:lnTo>
                  <a:pt x="37417" y="385"/>
                </a:lnTo>
                <a:lnTo>
                  <a:pt x="24660" y="737"/>
                </a:lnTo>
                <a:lnTo>
                  <a:pt x="11844" y="1202"/>
                </a:lnTo>
                <a:lnTo>
                  <a:pt x="0" y="4616"/>
                </a:lnTo>
                <a:lnTo>
                  <a:pt x="1636" y="10494"/>
                </a:lnTo>
                <a:lnTo>
                  <a:pt x="11572" y="12654"/>
                </a:lnTo>
                <a:lnTo>
                  <a:pt x="12207" y="12654"/>
                </a:lnTo>
                <a:lnTo>
                  <a:pt x="24940" y="13032"/>
                </a:lnTo>
                <a:lnTo>
                  <a:pt x="37655" y="13593"/>
                </a:lnTo>
                <a:lnTo>
                  <a:pt x="50353" y="14286"/>
                </a:lnTo>
                <a:lnTo>
                  <a:pt x="63038" y="15057"/>
                </a:lnTo>
                <a:lnTo>
                  <a:pt x="75711" y="15857"/>
                </a:lnTo>
                <a:lnTo>
                  <a:pt x="88376" y="16633"/>
                </a:lnTo>
                <a:lnTo>
                  <a:pt x="101034" y="17333"/>
                </a:lnTo>
                <a:lnTo>
                  <a:pt x="113689" y="17907"/>
                </a:lnTo>
                <a:lnTo>
                  <a:pt x="119522" y="18115"/>
                </a:lnTo>
                <a:lnTo>
                  <a:pt x="132294" y="18716"/>
                </a:lnTo>
                <a:lnTo>
                  <a:pt x="145058" y="19338"/>
                </a:lnTo>
                <a:lnTo>
                  <a:pt x="157807" y="19979"/>
                </a:lnTo>
                <a:lnTo>
                  <a:pt x="170532" y="20638"/>
                </a:lnTo>
                <a:lnTo>
                  <a:pt x="183227" y="21313"/>
                </a:lnTo>
                <a:lnTo>
                  <a:pt x="195882" y="22004"/>
                </a:lnTo>
                <a:lnTo>
                  <a:pt x="208491" y="22709"/>
                </a:lnTo>
                <a:lnTo>
                  <a:pt x="221046" y="23426"/>
                </a:lnTo>
                <a:lnTo>
                  <a:pt x="225821" y="23703"/>
                </a:lnTo>
                <a:lnTo>
                  <a:pt x="238523" y="24215"/>
                </a:lnTo>
                <a:lnTo>
                  <a:pt x="251290" y="24683"/>
                </a:lnTo>
                <a:lnTo>
                  <a:pt x="264089" y="25127"/>
                </a:lnTo>
                <a:lnTo>
                  <a:pt x="276891" y="25569"/>
                </a:lnTo>
                <a:lnTo>
                  <a:pt x="289662" y="26027"/>
                </a:lnTo>
                <a:lnTo>
                  <a:pt x="302371" y="26521"/>
                </a:lnTo>
                <a:lnTo>
                  <a:pt x="314987" y="27073"/>
                </a:lnTo>
                <a:lnTo>
                  <a:pt x="327479" y="27702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05085" y="5244256"/>
            <a:ext cx="2246645" cy="59103"/>
          </a:xfrm>
          <a:custGeom>
            <a:avLst/>
            <a:gdLst/>
            <a:ahLst/>
            <a:cxnLst/>
            <a:rect l="l" t="t" r="r" b="b"/>
            <a:pathLst>
              <a:path w="2246645" h="59103">
                <a:moveTo>
                  <a:pt x="327479" y="27702"/>
                </a:moveTo>
                <a:lnTo>
                  <a:pt x="333136" y="28021"/>
                </a:lnTo>
                <a:lnTo>
                  <a:pt x="345819" y="28814"/>
                </a:lnTo>
                <a:lnTo>
                  <a:pt x="358503" y="29500"/>
                </a:lnTo>
                <a:lnTo>
                  <a:pt x="371186" y="30110"/>
                </a:lnTo>
                <a:lnTo>
                  <a:pt x="383870" y="30677"/>
                </a:lnTo>
                <a:lnTo>
                  <a:pt x="396553" y="31231"/>
                </a:lnTo>
                <a:lnTo>
                  <a:pt x="409237" y="31804"/>
                </a:lnTo>
                <a:lnTo>
                  <a:pt x="421920" y="32428"/>
                </a:lnTo>
                <a:lnTo>
                  <a:pt x="434604" y="33135"/>
                </a:lnTo>
                <a:lnTo>
                  <a:pt x="440197" y="33482"/>
                </a:lnTo>
                <a:lnTo>
                  <a:pt x="452735" y="34547"/>
                </a:lnTo>
                <a:lnTo>
                  <a:pt x="465290" y="35746"/>
                </a:lnTo>
                <a:lnTo>
                  <a:pt x="477867" y="37023"/>
                </a:lnTo>
                <a:lnTo>
                  <a:pt x="490473" y="38323"/>
                </a:lnTo>
                <a:lnTo>
                  <a:pt x="503115" y="39591"/>
                </a:lnTo>
                <a:lnTo>
                  <a:pt x="515797" y="40771"/>
                </a:lnTo>
                <a:lnTo>
                  <a:pt x="528526" y="41810"/>
                </a:lnTo>
                <a:lnTo>
                  <a:pt x="541308" y="42652"/>
                </a:lnTo>
                <a:lnTo>
                  <a:pt x="548274" y="43007"/>
                </a:lnTo>
                <a:lnTo>
                  <a:pt x="560886" y="43548"/>
                </a:lnTo>
                <a:lnTo>
                  <a:pt x="573497" y="44117"/>
                </a:lnTo>
                <a:lnTo>
                  <a:pt x="586117" y="44701"/>
                </a:lnTo>
                <a:lnTo>
                  <a:pt x="598755" y="45288"/>
                </a:lnTo>
                <a:lnTo>
                  <a:pt x="611419" y="45863"/>
                </a:lnTo>
                <a:lnTo>
                  <a:pt x="624119" y="46416"/>
                </a:lnTo>
                <a:lnTo>
                  <a:pt x="636863" y="46933"/>
                </a:lnTo>
                <a:lnTo>
                  <a:pt x="649663" y="47402"/>
                </a:lnTo>
                <a:lnTo>
                  <a:pt x="659018" y="47706"/>
                </a:lnTo>
                <a:lnTo>
                  <a:pt x="671765" y="48031"/>
                </a:lnTo>
                <a:lnTo>
                  <a:pt x="711129" y="47911"/>
                </a:lnTo>
                <a:lnTo>
                  <a:pt x="723816" y="47763"/>
                </a:lnTo>
                <a:lnTo>
                  <a:pt x="749307" y="47579"/>
                </a:lnTo>
                <a:lnTo>
                  <a:pt x="769889" y="47706"/>
                </a:lnTo>
                <a:lnTo>
                  <a:pt x="782565" y="47885"/>
                </a:lnTo>
                <a:lnTo>
                  <a:pt x="795256" y="48146"/>
                </a:lnTo>
                <a:lnTo>
                  <a:pt x="807959" y="48469"/>
                </a:lnTo>
                <a:lnTo>
                  <a:pt x="820667" y="48833"/>
                </a:lnTo>
                <a:lnTo>
                  <a:pt x="833378" y="49219"/>
                </a:lnTo>
                <a:lnTo>
                  <a:pt x="846085" y="49608"/>
                </a:lnTo>
                <a:lnTo>
                  <a:pt x="858784" y="49978"/>
                </a:lnTo>
                <a:lnTo>
                  <a:pt x="871471" y="50310"/>
                </a:lnTo>
                <a:lnTo>
                  <a:pt x="879871" y="50500"/>
                </a:lnTo>
                <a:lnTo>
                  <a:pt x="892742" y="50708"/>
                </a:lnTo>
                <a:lnTo>
                  <a:pt x="918100" y="50870"/>
                </a:lnTo>
                <a:lnTo>
                  <a:pt x="972665" y="51015"/>
                </a:lnTo>
                <a:lnTo>
                  <a:pt x="985485" y="51198"/>
                </a:lnTo>
                <a:lnTo>
                  <a:pt x="988710" y="51262"/>
                </a:lnTo>
                <a:lnTo>
                  <a:pt x="1001267" y="51574"/>
                </a:lnTo>
                <a:lnTo>
                  <a:pt x="1013850" y="52184"/>
                </a:lnTo>
                <a:lnTo>
                  <a:pt x="1026461" y="53003"/>
                </a:lnTo>
                <a:lnTo>
                  <a:pt x="1039103" y="53940"/>
                </a:lnTo>
                <a:lnTo>
                  <a:pt x="1051782" y="54906"/>
                </a:lnTo>
                <a:lnTo>
                  <a:pt x="1064499" y="55812"/>
                </a:lnTo>
                <a:lnTo>
                  <a:pt x="1077260" y="56568"/>
                </a:lnTo>
                <a:lnTo>
                  <a:pt x="1090067" y="57084"/>
                </a:lnTo>
                <a:lnTo>
                  <a:pt x="1096914" y="57231"/>
                </a:lnTo>
                <a:lnTo>
                  <a:pt x="1119365" y="57159"/>
                </a:lnTo>
                <a:lnTo>
                  <a:pt x="1132079" y="56976"/>
                </a:lnTo>
                <a:lnTo>
                  <a:pt x="1144816" y="56726"/>
                </a:lnTo>
                <a:lnTo>
                  <a:pt x="1157555" y="56454"/>
                </a:lnTo>
                <a:lnTo>
                  <a:pt x="1170275" y="56206"/>
                </a:lnTo>
                <a:lnTo>
                  <a:pt x="1182957" y="56026"/>
                </a:lnTo>
                <a:lnTo>
                  <a:pt x="1204864" y="55961"/>
                </a:lnTo>
                <a:lnTo>
                  <a:pt x="1217563" y="56144"/>
                </a:lnTo>
                <a:lnTo>
                  <a:pt x="1292114" y="56015"/>
                </a:lnTo>
                <a:lnTo>
                  <a:pt x="1326581" y="56082"/>
                </a:lnTo>
                <a:lnTo>
                  <a:pt x="1339261" y="56405"/>
                </a:lnTo>
                <a:lnTo>
                  <a:pt x="1351980" y="56867"/>
                </a:lnTo>
                <a:lnTo>
                  <a:pt x="1364721" y="57407"/>
                </a:lnTo>
                <a:lnTo>
                  <a:pt x="1377467" y="57963"/>
                </a:lnTo>
                <a:lnTo>
                  <a:pt x="1390200" y="58472"/>
                </a:lnTo>
                <a:lnTo>
                  <a:pt x="1402902" y="58873"/>
                </a:lnTo>
                <a:lnTo>
                  <a:pt x="1415556" y="59103"/>
                </a:lnTo>
                <a:lnTo>
                  <a:pt x="1434584" y="59077"/>
                </a:lnTo>
                <a:lnTo>
                  <a:pt x="1447300" y="58923"/>
                </a:lnTo>
                <a:lnTo>
                  <a:pt x="1460038" y="58702"/>
                </a:lnTo>
                <a:lnTo>
                  <a:pt x="1472785" y="58443"/>
                </a:lnTo>
                <a:lnTo>
                  <a:pt x="1485525" y="58177"/>
                </a:lnTo>
                <a:lnTo>
                  <a:pt x="1498243" y="57933"/>
                </a:lnTo>
                <a:lnTo>
                  <a:pt x="1510925" y="57740"/>
                </a:lnTo>
                <a:lnTo>
                  <a:pt x="1530111" y="57612"/>
                </a:lnTo>
                <a:lnTo>
                  <a:pt x="1542848" y="57374"/>
                </a:lnTo>
                <a:lnTo>
                  <a:pt x="1555539" y="56962"/>
                </a:lnTo>
                <a:lnTo>
                  <a:pt x="1568199" y="56429"/>
                </a:lnTo>
                <a:lnTo>
                  <a:pt x="1580844" y="55828"/>
                </a:lnTo>
                <a:lnTo>
                  <a:pt x="1593490" y="55210"/>
                </a:lnTo>
                <a:lnTo>
                  <a:pt x="1606152" y="54630"/>
                </a:lnTo>
                <a:lnTo>
                  <a:pt x="1618845" y="54140"/>
                </a:lnTo>
                <a:lnTo>
                  <a:pt x="1631586" y="53792"/>
                </a:lnTo>
                <a:lnTo>
                  <a:pt x="1642760" y="53548"/>
                </a:lnTo>
                <a:lnTo>
                  <a:pt x="1662582" y="53673"/>
                </a:lnTo>
                <a:lnTo>
                  <a:pt x="1675310" y="53997"/>
                </a:lnTo>
                <a:lnTo>
                  <a:pt x="1688042" y="54435"/>
                </a:lnTo>
                <a:lnTo>
                  <a:pt x="1700764" y="54907"/>
                </a:lnTo>
                <a:lnTo>
                  <a:pt x="1713461" y="55329"/>
                </a:lnTo>
                <a:lnTo>
                  <a:pt x="1726118" y="55622"/>
                </a:lnTo>
                <a:lnTo>
                  <a:pt x="1747281" y="55580"/>
                </a:lnTo>
                <a:lnTo>
                  <a:pt x="1760177" y="55227"/>
                </a:lnTo>
                <a:lnTo>
                  <a:pt x="1772990" y="54673"/>
                </a:lnTo>
                <a:lnTo>
                  <a:pt x="1785732" y="53964"/>
                </a:lnTo>
                <a:lnTo>
                  <a:pt x="1798417" y="53150"/>
                </a:lnTo>
                <a:lnTo>
                  <a:pt x="1811059" y="52278"/>
                </a:lnTo>
                <a:lnTo>
                  <a:pt x="1823671" y="51398"/>
                </a:lnTo>
                <a:lnTo>
                  <a:pt x="1836265" y="50556"/>
                </a:lnTo>
                <a:lnTo>
                  <a:pt x="1848855" y="49801"/>
                </a:lnTo>
                <a:lnTo>
                  <a:pt x="1861455" y="49181"/>
                </a:lnTo>
                <a:lnTo>
                  <a:pt x="1870471" y="48849"/>
                </a:lnTo>
                <a:lnTo>
                  <a:pt x="1883279" y="48469"/>
                </a:lnTo>
                <a:lnTo>
                  <a:pt x="1896079" y="48048"/>
                </a:lnTo>
                <a:lnTo>
                  <a:pt x="1908864" y="47590"/>
                </a:lnTo>
                <a:lnTo>
                  <a:pt x="1921626" y="47104"/>
                </a:lnTo>
                <a:lnTo>
                  <a:pt x="1934357" y="46596"/>
                </a:lnTo>
                <a:lnTo>
                  <a:pt x="1947050" y="46073"/>
                </a:lnTo>
                <a:lnTo>
                  <a:pt x="1959697" y="45541"/>
                </a:lnTo>
                <a:lnTo>
                  <a:pt x="1972291" y="45008"/>
                </a:lnTo>
                <a:lnTo>
                  <a:pt x="1984823" y="44480"/>
                </a:lnTo>
                <a:lnTo>
                  <a:pt x="1992772" y="44150"/>
                </a:lnTo>
                <a:lnTo>
                  <a:pt x="2005398" y="43644"/>
                </a:lnTo>
                <a:lnTo>
                  <a:pt x="2018068" y="43270"/>
                </a:lnTo>
                <a:lnTo>
                  <a:pt x="2030771" y="42993"/>
                </a:lnTo>
                <a:lnTo>
                  <a:pt x="2043496" y="42778"/>
                </a:lnTo>
                <a:lnTo>
                  <a:pt x="2056231" y="42591"/>
                </a:lnTo>
                <a:lnTo>
                  <a:pt x="2068965" y="42396"/>
                </a:lnTo>
                <a:lnTo>
                  <a:pt x="2081686" y="42159"/>
                </a:lnTo>
                <a:lnTo>
                  <a:pt x="2094383" y="41844"/>
                </a:lnTo>
                <a:lnTo>
                  <a:pt x="2107046" y="41418"/>
                </a:lnTo>
                <a:lnTo>
                  <a:pt x="2117105" y="40975"/>
                </a:lnTo>
                <a:lnTo>
                  <a:pt x="2129851" y="40238"/>
                </a:lnTo>
                <a:lnTo>
                  <a:pt x="2142545" y="39452"/>
                </a:lnTo>
                <a:lnTo>
                  <a:pt x="2155201" y="38626"/>
                </a:lnTo>
                <a:lnTo>
                  <a:pt x="2167832" y="37768"/>
                </a:lnTo>
                <a:lnTo>
                  <a:pt x="2180452" y="36887"/>
                </a:lnTo>
                <a:lnTo>
                  <a:pt x="2193074" y="35991"/>
                </a:lnTo>
                <a:lnTo>
                  <a:pt x="2205712" y="35089"/>
                </a:lnTo>
                <a:lnTo>
                  <a:pt x="2218379" y="34189"/>
                </a:lnTo>
                <a:lnTo>
                  <a:pt x="2231090" y="33299"/>
                </a:lnTo>
                <a:lnTo>
                  <a:pt x="2239533" y="32720"/>
                </a:lnTo>
                <a:lnTo>
                  <a:pt x="2245756" y="32339"/>
                </a:lnTo>
                <a:lnTo>
                  <a:pt x="2246645" y="25608"/>
                </a:lnTo>
                <a:lnTo>
                  <a:pt x="2239533" y="25608"/>
                </a:lnTo>
                <a:lnTo>
                  <a:pt x="2226752" y="25760"/>
                </a:lnTo>
                <a:lnTo>
                  <a:pt x="2213964" y="25943"/>
                </a:lnTo>
                <a:lnTo>
                  <a:pt x="2201182" y="26149"/>
                </a:lnTo>
                <a:lnTo>
                  <a:pt x="2188419" y="26368"/>
                </a:lnTo>
                <a:lnTo>
                  <a:pt x="2175688" y="26589"/>
                </a:lnTo>
                <a:lnTo>
                  <a:pt x="2163002" y="26803"/>
                </a:lnTo>
                <a:lnTo>
                  <a:pt x="2150375" y="27001"/>
                </a:lnTo>
                <a:lnTo>
                  <a:pt x="2137820" y="27173"/>
                </a:lnTo>
                <a:lnTo>
                  <a:pt x="2130440" y="27259"/>
                </a:lnTo>
                <a:lnTo>
                  <a:pt x="2117641" y="27449"/>
                </a:lnTo>
                <a:lnTo>
                  <a:pt x="2104851" y="27735"/>
                </a:lnTo>
                <a:lnTo>
                  <a:pt x="2092078" y="28088"/>
                </a:lnTo>
                <a:lnTo>
                  <a:pt x="2079330" y="28478"/>
                </a:lnTo>
                <a:lnTo>
                  <a:pt x="2066617" y="28876"/>
                </a:lnTo>
                <a:lnTo>
                  <a:pt x="2053945" y="29253"/>
                </a:lnTo>
                <a:lnTo>
                  <a:pt x="2041324" y="29581"/>
                </a:lnTo>
                <a:lnTo>
                  <a:pt x="2028763" y="29830"/>
                </a:lnTo>
                <a:lnTo>
                  <a:pt x="2021601" y="29926"/>
                </a:lnTo>
                <a:lnTo>
                  <a:pt x="2008783" y="30112"/>
                </a:lnTo>
                <a:lnTo>
                  <a:pt x="1996038" y="30314"/>
                </a:lnTo>
                <a:lnTo>
                  <a:pt x="1983349" y="30524"/>
                </a:lnTo>
                <a:lnTo>
                  <a:pt x="1970694" y="30736"/>
                </a:lnTo>
                <a:lnTo>
                  <a:pt x="1958056" y="30945"/>
                </a:lnTo>
                <a:lnTo>
                  <a:pt x="1945414" y="31145"/>
                </a:lnTo>
                <a:lnTo>
                  <a:pt x="1932750" y="31330"/>
                </a:lnTo>
                <a:lnTo>
                  <a:pt x="1920044" y="31493"/>
                </a:lnTo>
                <a:lnTo>
                  <a:pt x="1912508" y="31577"/>
                </a:lnTo>
                <a:lnTo>
                  <a:pt x="1899739" y="31739"/>
                </a:lnTo>
                <a:lnTo>
                  <a:pt x="1887027" y="31948"/>
                </a:lnTo>
                <a:lnTo>
                  <a:pt x="1874353" y="32191"/>
                </a:lnTo>
                <a:lnTo>
                  <a:pt x="1861701" y="32453"/>
                </a:lnTo>
                <a:lnTo>
                  <a:pt x="1849053" y="32719"/>
                </a:lnTo>
                <a:lnTo>
                  <a:pt x="1836394" y="32974"/>
                </a:lnTo>
                <a:lnTo>
                  <a:pt x="1823705" y="33205"/>
                </a:lnTo>
                <a:lnTo>
                  <a:pt x="1810971" y="33396"/>
                </a:lnTo>
                <a:lnTo>
                  <a:pt x="1803669" y="33482"/>
                </a:lnTo>
                <a:lnTo>
                  <a:pt x="1800748" y="33609"/>
                </a:lnTo>
                <a:lnTo>
                  <a:pt x="1782394" y="33520"/>
                </a:lnTo>
                <a:lnTo>
                  <a:pt x="1769675" y="33285"/>
                </a:lnTo>
                <a:lnTo>
                  <a:pt x="1756990" y="32955"/>
                </a:lnTo>
                <a:lnTo>
                  <a:pt x="1744324" y="32577"/>
                </a:lnTo>
                <a:lnTo>
                  <a:pt x="1731663" y="32202"/>
                </a:lnTo>
                <a:lnTo>
                  <a:pt x="1718994" y="31877"/>
                </a:lnTo>
                <a:lnTo>
                  <a:pt x="1706303" y="31653"/>
                </a:lnTo>
                <a:lnTo>
                  <a:pt x="1694576" y="31577"/>
                </a:lnTo>
                <a:lnTo>
                  <a:pt x="1681850" y="31871"/>
                </a:lnTo>
                <a:lnTo>
                  <a:pt x="1669178" y="32434"/>
                </a:lnTo>
                <a:lnTo>
                  <a:pt x="1656540" y="33185"/>
                </a:lnTo>
                <a:lnTo>
                  <a:pt x="1643916" y="34041"/>
                </a:lnTo>
                <a:lnTo>
                  <a:pt x="1631288" y="34922"/>
                </a:lnTo>
                <a:lnTo>
                  <a:pt x="1618636" y="35746"/>
                </a:lnTo>
                <a:lnTo>
                  <a:pt x="1605941" y="36432"/>
                </a:lnTo>
                <a:lnTo>
                  <a:pt x="1593184" y="36897"/>
                </a:lnTo>
                <a:lnTo>
                  <a:pt x="1585483" y="37038"/>
                </a:lnTo>
                <a:lnTo>
                  <a:pt x="1582435" y="37165"/>
                </a:lnTo>
                <a:lnTo>
                  <a:pt x="1580657" y="37165"/>
                </a:lnTo>
                <a:lnTo>
                  <a:pt x="1567929" y="36999"/>
                </a:lnTo>
                <a:lnTo>
                  <a:pt x="1555245" y="36566"/>
                </a:lnTo>
                <a:lnTo>
                  <a:pt x="1542589" y="35956"/>
                </a:lnTo>
                <a:lnTo>
                  <a:pt x="1529943" y="35261"/>
                </a:lnTo>
                <a:lnTo>
                  <a:pt x="1517289" y="34575"/>
                </a:lnTo>
                <a:lnTo>
                  <a:pt x="1504610" y="33989"/>
                </a:lnTo>
                <a:lnTo>
                  <a:pt x="1491888" y="33596"/>
                </a:lnTo>
                <a:lnTo>
                  <a:pt x="1354960" y="33542"/>
                </a:lnTo>
                <a:lnTo>
                  <a:pt x="1342324" y="33699"/>
                </a:lnTo>
                <a:lnTo>
                  <a:pt x="1329649" y="33918"/>
                </a:lnTo>
                <a:lnTo>
                  <a:pt x="1316942" y="34165"/>
                </a:lnTo>
                <a:lnTo>
                  <a:pt x="1304210" y="34406"/>
                </a:lnTo>
                <a:lnTo>
                  <a:pt x="1291460" y="34605"/>
                </a:lnTo>
                <a:lnTo>
                  <a:pt x="1270904" y="34752"/>
                </a:lnTo>
                <a:lnTo>
                  <a:pt x="1222517" y="34625"/>
                </a:lnTo>
                <a:lnTo>
                  <a:pt x="1149619" y="34752"/>
                </a:lnTo>
                <a:lnTo>
                  <a:pt x="1111327" y="34888"/>
                </a:lnTo>
                <a:lnTo>
                  <a:pt x="1051702" y="34920"/>
                </a:lnTo>
                <a:lnTo>
                  <a:pt x="1040526" y="34752"/>
                </a:lnTo>
                <a:lnTo>
                  <a:pt x="1027764" y="34423"/>
                </a:lnTo>
                <a:lnTo>
                  <a:pt x="1015057" y="33991"/>
                </a:lnTo>
                <a:lnTo>
                  <a:pt x="1002390" y="33487"/>
                </a:lnTo>
                <a:lnTo>
                  <a:pt x="989744" y="32943"/>
                </a:lnTo>
                <a:lnTo>
                  <a:pt x="977103" y="32389"/>
                </a:lnTo>
                <a:lnTo>
                  <a:pt x="964450" y="31858"/>
                </a:lnTo>
                <a:lnTo>
                  <a:pt x="951768" y="31381"/>
                </a:lnTo>
                <a:lnTo>
                  <a:pt x="939040" y="30989"/>
                </a:lnTo>
                <a:lnTo>
                  <a:pt x="931687" y="30815"/>
                </a:lnTo>
                <a:lnTo>
                  <a:pt x="918975" y="30606"/>
                </a:lnTo>
                <a:lnTo>
                  <a:pt x="893598" y="30444"/>
                </a:lnTo>
                <a:lnTo>
                  <a:pt x="838942" y="30259"/>
                </a:lnTo>
                <a:lnTo>
                  <a:pt x="826182" y="30019"/>
                </a:lnTo>
                <a:lnTo>
                  <a:pt x="822594" y="29926"/>
                </a:lnTo>
                <a:lnTo>
                  <a:pt x="809756" y="29612"/>
                </a:lnTo>
                <a:lnTo>
                  <a:pt x="796982" y="28998"/>
                </a:lnTo>
                <a:lnTo>
                  <a:pt x="784262" y="28170"/>
                </a:lnTo>
                <a:lnTo>
                  <a:pt x="771585" y="27217"/>
                </a:lnTo>
                <a:lnTo>
                  <a:pt x="758943" y="26225"/>
                </a:lnTo>
                <a:lnTo>
                  <a:pt x="746325" y="25281"/>
                </a:lnTo>
                <a:lnTo>
                  <a:pt x="733721" y="24474"/>
                </a:lnTo>
                <a:lnTo>
                  <a:pt x="721121" y="23890"/>
                </a:lnTo>
                <a:lnTo>
                  <a:pt x="714517" y="23703"/>
                </a:lnTo>
                <a:lnTo>
                  <a:pt x="701741" y="23431"/>
                </a:lnTo>
                <a:lnTo>
                  <a:pt x="689028" y="23148"/>
                </a:lnTo>
                <a:lnTo>
                  <a:pt x="676359" y="22853"/>
                </a:lnTo>
                <a:lnTo>
                  <a:pt x="663716" y="22543"/>
                </a:lnTo>
                <a:lnTo>
                  <a:pt x="651078" y="22218"/>
                </a:lnTo>
                <a:lnTo>
                  <a:pt x="638426" y="21877"/>
                </a:lnTo>
                <a:lnTo>
                  <a:pt x="625742" y="21519"/>
                </a:lnTo>
                <a:lnTo>
                  <a:pt x="613006" y="21142"/>
                </a:lnTo>
                <a:lnTo>
                  <a:pt x="605424" y="20909"/>
                </a:lnTo>
                <a:lnTo>
                  <a:pt x="592673" y="20627"/>
                </a:lnTo>
                <a:lnTo>
                  <a:pt x="579977" y="20317"/>
                </a:lnTo>
                <a:lnTo>
                  <a:pt x="567318" y="19981"/>
                </a:lnTo>
                <a:lnTo>
                  <a:pt x="554676" y="19621"/>
                </a:lnTo>
                <a:lnTo>
                  <a:pt x="542035" y="19239"/>
                </a:lnTo>
                <a:lnTo>
                  <a:pt x="529376" y="18839"/>
                </a:lnTo>
                <a:lnTo>
                  <a:pt x="516680" y="18422"/>
                </a:lnTo>
                <a:lnTo>
                  <a:pt x="503931" y="17991"/>
                </a:lnTo>
                <a:lnTo>
                  <a:pt x="496458" y="17734"/>
                </a:lnTo>
                <a:lnTo>
                  <a:pt x="483925" y="17417"/>
                </a:lnTo>
                <a:lnTo>
                  <a:pt x="471337" y="17152"/>
                </a:lnTo>
                <a:lnTo>
                  <a:pt x="458700" y="16917"/>
                </a:lnTo>
                <a:lnTo>
                  <a:pt x="446021" y="16693"/>
                </a:lnTo>
                <a:lnTo>
                  <a:pt x="433309" y="16460"/>
                </a:lnTo>
                <a:lnTo>
                  <a:pt x="420570" y="16198"/>
                </a:lnTo>
                <a:lnTo>
                  <a:pt x="407811" y="15887"/>
                </a:lnTo>
                <a:lnTo>
                  <a:pt x="395039" y="15507"/>
                </a:lnTo>
                <a:lnTo>
                  <a:pt x="382262" y="15038"/>
                </a:lnTo>
                <a:lnTo>
                  <a:pt x="371490" y="14559"/>
                </a:lnTo>
                <a:lnTo>
                  <a:pt x="358801" y="14061"/>
                </a:lnTo>
                <a:lnTo>
                  <a:pt x="346118" y="13508"/>
                </a:lnTo>
                <a:lnTo>
                  <a:pt x="333440" y="12902"/>
                </a:lnTo>
                <a:lnTo>
                  <a:pt x="320765" y="12245"/>
                </a:lnTo>
                <a:lnTo>
                  <a:pt x="308092" y="11538"/>
                </a:lnTo>
                <a:lnTo>
                  <a:pt x="295419" y="10782"/>
                </a:lnTo>
                <a:lnTo>
                  <a:pt x="282743" y="9981"/>
                </a:lnTo>
                <a:lnTo>
                  <a:pt x="270064" y="9135"/>
                </a:lnTo>
                <a:lnTo>
                  <a:pt x="257380" y="8245"/>
                </a:lnTo>
                <a:lnTo>
                  <a:pt x="248173" y="7574"/>
                </a:lnTo>
                <a:lnTo>
                  <a:pt x="235484" y="6675"/>
                </a:lnTo>
                <a:lnTo>
                  <a:pt x="222802" y="5788"/>
                </a:lnTo>
                <a:lnTo>
                  <a:pt x="210125" y="4926"/>
                </a:lnTo>
                <a:lnTo>
                  <a:pt x="197451" y="4101"/>
                </a:lnTo>
                <a:lnTo>
                  <a:pt x="184778" y="3326"/>
                </a:lnTo>
                <a:lnTo>
                  <a:pt x="172105" y="2611"/>
                </a:lnTo>
                <a:lnTo>
                  <a:pt x="159429" y="1971"/>
                </a:lnTo>
                <a:lnTo>
                  <a:pt x="146749" y="1416"/>
                </a:lnTo>
                <a:lnTo>
                  <a:pt x="134062" y="960"/>
                </a:lnTo>
                <a:lnTo>
                  <a:pt x="117523" y="513"/>
                </a:lnTo>
                <a:lnTo>
                  <a:pt x="104881" y="244"/>
                </a:lnTo>
                <a:lnTo>
                  <a:pt x="92207" y="53"/>
                </a:lnTo>
                <a:lnTo>
                  <a:pt x="62749" y="0"/>
                </a:lnTo>
                <a:lnTo>
                  <a:pt x="50113" y="141"/>
                </a:lnTo>
                <a:lnTo>
                  <a:pt x="37417" y="385"/>
                </a:lnTo>
                <a:lnTo>
                  <a:pt x="24660" y="737"/>
                </a:lnTo>
                <a:lnTo>
                  <a:pt x="11844" y="1202"/>
                </a:lnTo>
                <a:lnTo>
                  <a:pt x="0" y="4616"/>
                </a:lnTo>
                <a:lnTo>
                  <a:pt x="1636" y="10494"/>
                </a:lnTo>
                <a:lnTo>
                  <a:pt x="11572" y="12654"/>
                </a:lnTo>
                <a:lnTo>
                  <a:pt x="12207" y="12654"/>
                </a:lnTo>
                <a:lnTo>
                  <a:pt x="24940" y="13032"/>
                </a:lnTo>
                <a:lnTo>
                  <a:pt x="37655" y="13593"/>
                </a:lnTo>
                <a:lnTo>
                  <a:pt x="50353" y="14286"/>
                </a:lnTo>
                <a:lnTo>
                  <a:pt x="63038" y="15057"/>
                </a:lnTo>
                <a:lnTo>
                  <a:pt x="75711" y="15857"/>
                </a:lnTo>
                <a:lnTo>
                  <a:pt x="88376" y="16633"/>
                </a:lnTo>
                <a:lnTo>
                  <a:pt x="101034" y="17333"/>
                </a:lnTo>
                <a:lnTo>
                  <a:pt x="113689" y="17907"/>
                </a:lnTo>
                <a:lnTo>
                  <a:pt x="119522" y="18115"/>
                </a:lnTo>
                <a:lnTo>
                  <a:pt x="132294" y="18716"/>
                </a:lnTo>
                <a:lnTo>
                  <a:pt x="145058" y="19338"/>
                </a:lnTo>
                <a:lnTo>
                  <a:pt x="157807" y="19979"/>
                </a:lnTo>
                <a:lnTo>
                  <a:pt x="170532" y="20638"/>
                </a:lnTo>
                <a:lnTo>
                  <a:pt x="183227" y="21313"/>
                </a:lnTo>
                <a:lnTo>
                  <a:pt x="195882" y="22004"/>
                </a:lnTo>
                <a:lnTo>
                  <a:pt x="208491" y="22709"/>
                </a:lnTo>
                <a:lnTo>
                  <a:pt x="221046" y="23426"/>
                </a:lnTo>
                <a:lnTo>
                  <a:pt x="225821" y="23703"/>
                </a:lnTo>
                <a:lnTo>
                  <a:pt x="238523" y="24215"/>
                </a:lnTo>
                <a:lnTo>
                  <a:pt x="251290" y="24683"/>
                </a:lnTo>
                <a:lnTo>
                  <a:pt x="264089" y="25127"/>
                </a:lnTo>
                <a:lnTo>
                  <a:pt x="276891" y="25569"/>
                </a:lnTo>
                <a:lnTo>
                  <a:pt x="289662" y="26027"/>
                </a:lnTo>
                <a:lnTo>
                  <a:pt x="302371" y="26521"/>
                </a:lnTo>
                <a:lnTo>
                  <a:pt x="314987" y="27073"/>
                </a:lnTo>
                <a:lnTo>
                  <a:pt x="327479" y="27702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31483" y="3063366"/>
            <a:ext cx="5142033" cy="3342355"/>
          </a:xfrm>
          <a:custGeom>
            <a:avLst/>
            <a:gdLst/>
            <a:ahLst/>
            <a:cxnLst/>
            <a:rect l="l" t="t" r="r" b="b"/>
            <a:pathLst>
              <a:path w="5142033" h="3342355">
                <a:moveTo>
                  <a:pt x="15502" y="1871007"/>
                </a:moveTo>
                <a:lnTo>
                  <a:pt x="15646" y="2267516"/>
                </a:lnTo>
                <a:lnTo>
                  <a:pt x="15826" y="2293239"/>
                </a:lnTo>
                <a:lnTo>
                  <a:pt x="15969" y="2318732"/>
                </a:lnTo>
                <a:lnTo>
                  <a:pt x="15798" y="2368846"/>
                </a:lnTo>
                <a:lnTo>
                  <a:pt x="15597" y="2381161"/>
                </a:lnTo>
                <a:lnTo>
                  <a:pt x="15469" y="2399053"/>
                </a:lnTo>
                <a:lnTo>
                  <a:pt x="15301" y="2424710"/>
                </a:lnTo>
                <a:lnTo>
                  <a:pt x="15176" y="2437423"/>
                </a:lnTo>
                <a:lnTo>
                  <a:pt x="15034" y="2450080"/>
                </a:lnTo>
                <a:lnTo>
                  <a:pt x="14886" y="2462698"/>
                </a:lnTo>
                <a:lnTo>
                  <a:pt x="14740" y="2475293"/>
                </a:lnTo>
                <a:lnTo>
                  <a:pt x="14605" y="2487881"/>
                </a:lnTo>
                <a:lnTo>
                  <a:pt x="14405" y="2513102"/>
                </a:lnTo>
                <a:lnTo>
                  <a:pt x="14350" y="2532329"/>
                </a:lnTo>
                <a:lnTo>
                  <a:pt x="13989" y="2546927"/>
                </a:lnTo>
                <a:lnTo>
                  <a:pt x="13630" y="2561517"/>
                </a:lnTo>
                <a:lnTo>
                  <a:pt x="13272" y="2576100"/>
                </a:lnTo>
                <a:lnTo>
                  <a:pt x="12916" y="2590675"/>
                </a:lnTo>
                <a:lnTo>
                  <a:pt x="12561" y="2605242"/>
                </a:lnTo>
                <a:lnTo>
                  <a:pt x="12206" y="2619802"/>
                </a:lnTo>
                <a:lnTo>
                  <a:pt x="11853" y="2634354"/>
                </a:lnTo>
                <a:lnTo>
                  <a:pt x="11500" y="2648899"/>
                </a:lnTo>
                <a:lnTo>
                  <a:pt x="11147" y="2663435"/>
                </a:lnTo>
                <a:lnTo>
                  <a:pt x="10794" y="2677964"/>
                </a:lnTo>
                <a:lnTo>
                  <a:pt x="10442" y="2692486"/>
                </a:lnTo>
                <a:lnTo>
                  <a:pt x="10089" y="2706999"/>
                </a:lnTo>
                <a:lnTo>
                  <a:pt x="9736" y="2721505"/>
                </a:lnTo>
                <a:lnTo>
                  <a:pt x="9383" y="2736003"/>
                </a:lnTo>
                <a:lnTo>
                  <a:pt x="9028" y="2750493"/>
                </a:lnTo>
                <a:lnTo>
                  <a:pt x="8673" y="2764976"/>
                </a:lnTo>
                <a:lnTo>
                  <a:pt x="8317" y="2779451"/>
                </a:lnTo>
                <a:lnTo>
                  <a:pt x="7959" y="2793918"/>
                </a:lnTo>
                <a:lnTo>
                  <a:pt x="7600" y="2808377"/>
                </a:lnTo>
                <a:lnTo>
                  <a:pt x="7239" y="2822829"/>
                </a:lnTo>
                <a:lnTo>
                  <a:pt x="6873" y="2835534"/>
                </a:lnTo>
                <a:lnTo>
                  <a:pt x="6519" y="2848258"/>
                </a:lnTo>
                <a:lnTo>
                  <a:pt x="6175" y="2860994"/>
                </a:lnTo>
                <a:lnTo>
                  <a:pt x="5839" y="2873734"/>
                </a:lnTo>
                <a:lnTo>
                  <a:pt x="5512" y="2886474"/>
                </a:lnTo>
                <a:lnTo>
                  <a:pt x="5190" y="2899205"/>
                </a:lnTo>
                <a:lnTo>
                  <a:pt x="4875" y="2911922"/>
                </a:lnTo>
                <a:lnTo>
                  <a:pt x="4564" y="2924619"/>
                </a:lnTo>
                <a:lnTo>
                  <a:pt x="4256" y="2937289"/>
                </a:lnTo>
                <a:lnTo>
                  <a:pt x="3951" y="2949925"/>
                </a:lnTo>
                <a:lnTo>
                  <a:pt x="3647" y="2962521"/>
                </a:lnTo>
                <a:lnTo>
                  <a:pt x="3449" y="2979134"/>
                </a:lnTo>
                <a:lnTo>
                  <a:pt x="3187" y="2991922"/>
                </a:lnTo>
                <a:lnTo>
                  <a:pt x="2855" y="3004667"/>
                </a:lnTo>
                <a:lnTo>
                  <a:pt x="2540" y="3017346"/>
                </a:lnTo>
                <a:lnTo>
                  <a:pt x="2328" y="3029936"/>
                </a:lnTo>
                <a:lnTo>
                  <a:pt x="2286" y="3102571"/>
                </a:lnTo>
                <a:lnTo>
                  <a:pt x="0" y="3334473"/>
                </a:lnTo>
                <a:lnTo>
                  <a:pt x="89916" y="3334473"/>
                </a:lnTo>
                <a:lnTo>
                  <a:pt x="963041" y="3336544"/>
                </a:lnTo>
                <a:lnTo>
                  <a:pt x="1511553" y="3337064"/>
                </a:lnTo>
                <a:lnTo>
                  <a:pt x="2274570" y="3339274"/>
                </a:lnTo>
                <a:lnTo>
                  <a:pt x="2368641" y="3339402"/>
                </a:lnTo>
                <a:lnTo>
                  <a:pt x="3007614" y="3339274"/>
                </a:lnTo>
                <a:lnTo>
                  <a:pt x="3588512" y="3338753"/>
                </a:lnTo>
                <a:lnTo>
                  <a:pt x="3714809" y="3338924"/>
                </a:lnTo>
                <a:lnTo>
                  <a:pt x="3764907" y="3339069"/>
                </a:lnTo>
                <a:lnTo>
                  <a:pt x="3814651" y="3339244"/>
                </a:lnTo>
                <a:lnTo>
                  <a:pt x="3863969" y="3339438"/>
                </a:lnTo>
                <a:lnTo>
                  <a:pt x="3912784" y="3339644"/>
                </a:lnTo>
                <a:lnTo>
                  <a:pt x="3961022" y="3339852"/>
                </a:lnTo>
                <a:lnTo>
                  <a:pt x="4008609" y="3340051"/>
                </a:lnTo>
                <a:lnTo>
                  <a:pt x="4055470" y="3340234"/>
                </a:lnTo>
                <a:lnTo>
                  <a:pt x="4078605" y="3340315"/>
                </a:lnTo>
                <a:lnTo>
                  <a:pt x="4124402" y="3340470"/>
                </a:lnTo>
                <a:lnTo>
                  <a:pt x="4169463" y="3340623"/>
                </a:lnTo>
                <a:lnTo>
                  <a:pt x="4213765" y="3340776"/>
                </a:lnTo>
                <a:lnTo>
                  <a:pt x="4257286" y="3340926"/>
                </a:lnTo>
                <a:lnTo>
                  <a:pt x="4300005" y="3341073"/>
                </a:lnTo>
                <a:lnTo>
                  <a:pt x="4341899" y="3341216"/>
                </a:lnTo>
                <a:lnTo>
                  <a:pt x="4382946" y="3341355"/>
                </a:lnTo>
                <a:lnTo>
                  <a:pt x="4423124" y="3341488"/>
                </a:lnTo>
                <a:lnTo>
                  <a:pt x="4462411" y="3341616"/>
                </a:lnTo>
                <a:lnTo>
                  <a:pt x="4538222" y="3341849"/>
                </a:lnTo>
                <a:lnTo>
                  <a:pt x="4610204" y="3342048"/>
                </a:lnTo>
                <a:lnTo>
                  <a:pt x="4678179" y="3342207"/>
                </a:lnTo>
                <a:lnTo>
                  <a:pt x="4772243" y="3342355"/>
                </a:lnTo>
                <a:lnTo>
                  <a:pt x="4881990" y="3342198"/>
                </a:lnTo>
                <a:lnTo>
                  <a:pt x="4929671" y="3341949"/>
                </a:lnTo>
                <a:lnTo>
                  <a:pt x="4972397" y="3341638"/>
                </a:lnTo>
                <a:lnTo>
                  <a:pt x="5010096" y="3341265"/>
                </a:lnTo>
                <a:lnTo>
                  <a:pt x="5042693" y="3340830"/>
                </a:lnTo>
                <a:lnTo>
                  <a:pt x="5081866" y="3340059"/>
                </a:lnTo>
                <a:lnTo>
                  <a:pt x="5115560" y="3338812"/>
                </a:lnTo>
                <a:lnTo>
                  <a:pt x="5127376" y="3337289"/>
                </a:lnTo>
                <a:lnTo>
                  <a:pt x="5124635" y="3336419"/>
                </a:lnTo>
                <a:lnTo>
                  <a:pt x="5093472" y="3334106"/>
                </a:lnTo>
                <a:lnTo>
                  <a:pt x="5058655" y="3332628"/>
                </a:lnTo>
                <a:lnTo>
                  <a:pt x="5028956" y="3331607"/>
                </a:lnTo>
                <a:lnTo>
                  <a:pt x="4994196" y="3330559"/>
                </a:lnTo>
                <a:lnTo>
                  <a:pt x="4954484" y="3329484"/>
                </a:lnTo>
                <a:lnTo>
                  <a:pt x="4909930" y="3328383"/>
                </a:lnTo>
                <a:lnTo>
                  <a:pt x="4898898" y="3328123"/>
                </a:lnTo>
                <a:lnTo>
                  <a:pt x="4874864" y="3327552"/>
                </a:lnTo>
                <a:lnTo>
                  <a:pt x="4849769" y="3326965"/>
                </a:lnTo>
                <a:lnTo>
                  <a:pt x="4823601" y="3326365"/>
                </a:lnTo>
                <a:lnTo>
                  <a:pt x="4796346" y="3325751"/>
                </a:lnTo>
                <a:lnTo>
                  <a:pt x="4767990" y="3325125"/>
                </a:lnTo>
                <a:lnTo>
                  <a:pt x="4738522" y="3324487"/>
                </a:lnTo>
                <a:lnTo>
                  <a:pt x="4707928" y="3323839"/>
                </a:lnTo>
                <a:lnTo>
                  <a:pt x="4676194" y="3323180"/>
                </a:lnTo>
                <a:lnTo>
                  <a:pt x="4643309" y="3322512"/>
                </a:lnTo>
                <a:lnTo>
                  <a:pt x="4609258" y="3321835"/>
                </a:lnTo>
                <a:lnTo>
                  <a:pt x="4574029" y="3321151"/>
                </a:lnTo>
                <a:lnTo>
                  <a:pt x="4537609" y="3320460"/>
                </a:lnTo>
                <a:lnTo>
                  <a:pt x="4499984" y="3319762"/>
                </a:lnTo>
                <a:lnTo>
                  <a:pt x="4461142" y="3319060"/>
                </a:lnTo>
                <a:lnTo>
                  <a:pt x="4421070" y="3318353"/>
                </a:lnTo>
                <a:lnTo>
                  <a:pt x="4379754" y="3317642"/>
                </a:lnTo>
                <a:lnTo>
                  <a:pt x="4337182" y="3316928"/>
                </a:lnTo>
                <a:lnTo>
                  <a:pt x="4293340" y="3316211"/>
                </a:lnTo>
                <a:lnTo>
                  <a:pt x="4248215" y="3315494"/>
                </a:lnTo>
                <a:lnTo>
                  <a:pt x="4201795" y="3314776"/>
                </a:lnTo>
                <a:lnTo>
                  <a:pt x="4178105" y="3314390"/>
                </a:lnTo>
                <a:lnTo>
                  <a:pt x="4129627" y="3313637"/>
                </a:lnTo>
                <a:lnTo>
                  <a:pt x="4079676" y="3312908"/>
                </a:lnTo>
                <a:lnTo>
                  <a:pt x="4028239" y="3312207"/>
                </a:lnTo>
                <a:lnTo>
                  <a:pt x="3975304" y="3311535"/>
                </a:lnTo>
                <a:lnTo>
                  <a:pt x="3920858" y="3310893"/>
                </a:lnTo>
                <a:lnTo>
                  <a:pt x="3864891" y="3310283"/>
                </a:lnTo>
                <a:lnTo>
                  <a:pt x="3807388" y="3309707"/>
                </a:lnTo>
                <a:lnTo>
                  <a:pt x="3748339" y="3309167"/>
                </a:lnTo>
                <a:lnTo>
                  <a:pt x="3687730" y="3308663"/>
                </a:lnTo>
                <a:lnTo>
                  <a:pt x="3625487" y="3308194"/>
                </a:lnTo>
                <a:lnTo>
                  <a:pt x="3562277" y="3307750"/>
                </a:lnTo>
                <a:lnTo>
                  <a:pt x="3498443" y="3307332"/>
                </a:lnTo>
                <a:lnTo>
                  <a:pt x="3434050" y="3306941"/>
                </a:lnTo>
                <a:lnTo>
                  <a:pt x="3369165" y="3306579"/>
                </a:lnTo>
                <a:lnTo>
                  <a:pt x="3303855" y="3306248"/>
                </a:lnTo>
                <a:lnTo>
                  <a:pt x="3238186" y="3305948"/>
                </a:lnTo>
                <a:lnTo>
                  <a:pt x="3172223" y="3305683"/>
                </a:lnTo>
                <a:lnTo>
                  <a:pt x="3106034" y="3305452"/>
                </a:lnTo>
                <a:lnTo>
                  <a:pt x="3039685" y="3305257"/>
                </a:lnTo>
                <a:lnTo>
                  <a:pt x="2973212" y="3305102"/>
                </a:lnTo>
                <a:lnTo>
                  <a:pt x="2873310" y="3304918"/>
                </a:lnTo>
                <a:lnTo>
                  <a:pt x="2773381" y="3304761"/>
                </a:lnTo>
                <a:lnTo>
                  <a:pt x="2673635" y="3304600"/>
                </a:lnTo>
                <a:lnTo>
                  <a:pt x="2574284" y="3304402"/>
                </a:lnTo>
                <a:lnTo>
                  <a:pt x="2508373" y="3304235"/>
                </a:lnTo>
                <a:lnTo>
                  <a:pt x="2442793" y="3304029"/>
                </a:lnTo>
                <a:lnTo>
                  <a:pt x="2410147" y="3303908"/>
                </a:lnTo>
                <a:lnTo>
                  <a:pt x="2377607" y="3303774"/>
                </a:lnTo>
                <a:lnTo>
                  <a:pt x="2345182" y="3303625"/>
                </a:lnTo>
                <a:lnTo>
                  <a:pt x="1577467" y="3300387"/>
                </a:lnTo>
                <a:lnTo>
                  <a:pt x="1015873" y="3298825"/>
                </a:lnTo>
                <a:lnTo>
                  <a:pt x="122300" y="3297796"/>
                </a:lnTo>
                <a:lnTo>
                  <a:pt x="80264" y="3297796"/>
                </a:lnTo>
                <a:lnTo>
                  <a:pt x="81407" y="3109442"/>
                </a:lnTo>
                <a:lnTo>
                  <a:pt x="81714" y="3096290"/>
                </a:lnTo>
                <a:lnTo>
                  <a:pt x="81960" y="3083321"/>
                </a:lnTo>
                <a:lnTo>
                  <a:pt x="82153" y="3070505"/>
                </a:lnTo>
                <a:lnTo>
                  <a:pt x="82298" y="3057810"/>
                </a:lnTo>
                <a:lnTo>
                  <a:pt x="82473" y="3032659"/>
                </a:lnTo>
                <a:lnTo>
                  <a:pt x="82669" y="2956588"/>
                </a:lnTo>
                <a:lnTo>
                  <a:pt x="82799" y="2944131"/>
                </a:lnTo>
                <a:lnTo>
                  <a:pt x="82958" y="2931584"/>
                </a:lnTo>
                <a:lnTo>
                  <a:pt x="83135" y="2918950"/>
                </a:lnTo>
                <a:lnTo>
                  <a:pt x="83314" y="2906229"/>
                </a:lnTo>
                <a:lnTo>
                  <a:pt x="83484" y="2893420"/>
                </a:lnTo>
                <a:lnTo>
                  <a:pt x="83632" y="2880526"/>
                </a:lnTo>
                <a:lnTo>
                  <a:pt x="83809" y="2854481"/>
                </a:lnTo>
                <a:lnTo>
                  <a:pt x="83820" y="2847200"/>
                </a:lnTo>
                <a:lnTo>
                  <a:pt x="84157" y="2833108"/>
                </a:lnTo>
                <a:lnTo>
                  <a:pt x="84484" y="2818913"/>
                </a:lnTo>
                <a:lnTo>
                  <a:pt x="84802" y="2804613"/>
                </a:lnTo>
                <a:lnTo>
                  <a:pt x="85112" y="2790208"/>
                </a:lnTo>
                <a:lnTo>
                  <a:pt x="85415" y="2775696"/>
                </a:lnTo>
                <a:lnTo>
                  <a:pt x="85712" y="2761077"/>
                </a:lnTo>
                <a:lnTo>
                  <a:pt x="86005" y="2746349"/>
                </a:lnTo>
                <a:lnTo>
                  <a:pt x="86294" y="2731513"/>
                </a:lnTo>
                <a:lnTo>
                  <a:pt x="86582" y="2716566"/>
                </a:lnTo>
                <a:lnTo>
                  <a:pt x="86867" y="2701509"/>
                </a:lnTo>
                <a:lnTo>
                  <a:pt x="87153" y="2686339"/>
                </a:lnTo>
                <a:lnTo>
                  <a:pt x="87441" y="2671057"/>
                </a:lnTo>
                <a:lnTo>
                  <a:pt x="87730" y="2655661"/>
                </a:lnTo>
                <a:lnTo>
                  <a:pt x="88023" y="2640151"/>
                </a:lnTo>
                <a:lnTo>
                  <a:pt x="88320" y="2624526"/>
                </a:lnTo>
                <a:lnTo>
                  <a:pt x="88623" y="2608784"/>
                </a:lnTo>
                <a:lnTo>
                  <a:pt x="88933" y="2592924"/>
                </a:lnTo>
                <a:lnTo>
                  <a:pt x="89251" y="2576947"/>
                </a:lnTo>
                <a:lnTo>
                  <a:pt x="89578" y="2560851"/>
                </a:lnTo>
                <a:lnTo>
                  <a:pt x="89916" y="2544635"/>
                </a:lnTo>
                <a:lnTo>
                  <a:pt x="90070" y="2528014"/>
                </a:lnTo>
                <a:lnTo>
                  <a:pt x="90287" y="2494667"/>
                </a:lnTo>
                <a:lnTo>
                  <a:pt x="90420" y="2444431"/>
                </a:lnTo>
                <a:lnTo>
                  <a:pt x="90245" y="2343490"/>
                </a:lnTo>
                <a:lnTo>
                  <a:pt x="90076" y="2292952"/>
                </a:lnTo>
                <a:lnTo>
                  <a:pt x="89946" y="2242480"/>
                </a:lnTo>
                <a:lnTo>
                  <a:pt x="89916" y="2208911"/>
                </a:lnTo>
                <a:lnTo>
                  <a:pt x="89744" y="2192294"/>
                </a:lnTo>
                <a:lnTo>
                  <a:pt x="89574" y="2175631"/>
                </a:lnTo>
                <a:lnTo>
                  <a:pt x="89405" y="2158920"/>
                </a:lnTo>
                <a:lnTo>
                  <a:pt x="89239" y="2142162"/>
                </a:lnTo>
                <a:lnTo>
                  <a:pt x="89076" y="2125358"/>
                </a:lnTo>
                <a:lnTo>
                  <a:pt x="88918" y="2108508"/>
                </a:lnTo>
                <a:lnTo>
                  <a:pt x="88764" y="2091612"/>
                </a:lnTo>
                <a:lnTo>
                  <a:pt x="88617" y="2074670"/>
                </a:lnTo>
                <a:lnTo>
                  <a:pt x="88477" y="2057683"/>
                </a:lnTo>
                <a:lnTo>
                  <a:pt x="88344" y="2040651"/>
                </a:lnTo>
                <a:lnTo>
                  <a:pt x="88105" y="2006453"/>
                </a:lnTo>
                <a:lnTo>
                  <a:pt x="87907" y="1972078"/>
                </a:lnTo>
                <a:lnTo>
                  <a:pt x="87758" y="1937529"/>
                </a:lnTo>
                <a:lnTo>
                  <a:pt x="87630" y="1867916"/>
                </a:lnTo>
                <a:lnTo>
                  <a:pt x="87412" y="1850591"/>
                </a:lnTo>
                <a:lnTo>
                  <a:pt x="87219" y="1833353"/>
                </a:lnTo>
                <a:lnTo>
                  <a:pt x="87050" y="1816187"/>
                </a:lnTo>
                <a:lnTo>
                  <a:pt x="86907" y="1799077"/>
                </a:lnTo>
                <a:lnTo>
                  <a:pt x="86700" y="1764963"/>
                </a:lnTo>
                <a:lnTo>
                  <a:pt x="86903" y="1645031"/>
                </a:lnTo>
                <a:lnTo>
                  <a:pt x="87061" y="1627622"/>
                </a:lnTo>
                <a:lnTo>
                  <a:pt x="87254" y="1610098"/>
                </a:lnTo>
                <a:lnTo>
                  <a:pt x="87483" y="1592441"/>
                </a:lnTo>
                <a:lnTo>
                  <a:pt x="87749" y="1574638"/>
                </a:lnTo>
                <a:lnTo>
                  <a:pt x="88051" y="1556672"/>
                </a:lnTo>
                <a:lnTo>
                  <a:pt x="88392" y="1538528"/>
                </a:lnTo>
                <a:lnTo>
                  <a:pt x="88773" y="1520190"/>
                </a:lnTo>
                <a:lnTo>
                  <a:pt x="88944" y="1501927"/>
                </a:lnTo>
                <a:lnTo>
                  <a:pt x="89283" y="1465099"/>
                </a:lnTo>
                <a:lnTo>
                  <a:pt x="89612" y="1427864"/>
                </a:lnTo>
                <a:lnTo>
                  <a:pt x="89924" y="1390222"/>
                </a:lnTo>
                <a:lnTo>
                  <a:pt x="90211" y="1352171"/>
                </a:lnTo>
                <a:lnTo>
                  <a:pt x="90583" y="1294324"/>
                </a:lnTo>
                <a:lnTo>
                  <a:pt x="90781" y="1255243"/>
                </a:lnTo>
                <a:lnTo>
                  <a:pt x="90930" y="1215747"/>
                </a:lnTo>
                <a:lnTo>
                  <a:pt x="91059" y="1135507"/>
                </a:lnTo>
                <a:lnTo>
                  <a:pt x="90880" y="1039768"/>
                </a:lnTo>
                <a:lnTo>
                  <a:pt x="90736" y="1001262"/>
                </a:lnTo>
                <a:lnTo>
                  <a:pt x="90572" y="962643"/>
                </a:lnTo>
                <a:lnTo>
                  <a:pt x="90402" y="923914"/>
                </a:lnTo>
                <a:lnTo>
                  <a:pt x="90238" y="885082"/>
                </a:lnTo>
                <a:lnTo>
                  <a:pt x="90094" y="846149"/>
                </a:lnTo>
                <a:lnTo>
                  <a:pt x="89948" y="787573"/>
                </a:lnTo>
                <a:lnTo>
                  <a:pt x="89787" y="607031"/>
                </a:lnTo>
                <a:lnTo>
                  <a:pt x="89638" y="535837"/>
                </a:lnTo>
                <a:lnTo>
                  <a:pt x="89440" y="464231"/>
                </a:lnTo>
                <a:lnTo>
                  <a:pt x="89201" y="392160"/>
                </a:lnTo>
                <a:lnTo>
                  <a:pt x="89068" y="355932"/>
                </a:lnTo>
                <a:lnTo>
                  <a:pt x="88928" y="319566"/>
                </a:lnTo>
                <a:lnTo>
                  <a:pt x="88781" y="283056"/>
                </a:lnTo>
                <a:lnTo>
                  <a:pt x="88627" y="246395"/>
                </a:lnTo>
                <a:lnTo>
                  <a:pt x="88469" y="209575"/>
                </a:lnTo>
                <a:lnTo>
                  <a:pt x="88306" y="172590"/>
                </a:lnTo>
                <a:lnTo>
                  <a:pt x="88140" y="135433"/>
                </a:lnTo>
                <a:lnTo>
                  <a:pt x="87971" y="98097"/>
                </a:lnTo>
                <a:lnTo>
                  <a:pt x="87801" y="60575"/>
                </a:lnTo>
                <a:lnTo>
                  <a:pt x="87630" y="22860"/>
                </a:lnTo>
                <a:lnTo>
                  <a:pt x="2001647" y="21209"/>
                </a:lnTo>
                <a:lnTo>
                  <a:pt x="3012567" y="19558"/>
                </a:lnTo>
                <a:lnTo>
                  <a:pt x="3309874" y="19702"/>
                </a:lnTo>
                <a:lnTo>
                  <a:pt x="3394318" y="19873"/>
                </a:lnTo>
                <a:lnTo>
                  <a:pt x="3479083" y="20102"/>
                </a:lnTo>
                <a:lnTo>
                  <a:pt x="3521593" y="20236"/>
                </a:lnTo>
                <a:lnTo>
                  <a:pt x="3564191" y="20383"/>
                </a:lnTo>
                <a:lnTo>
                  <a:pt x="3606881" y="20541"/>
                </a:lnTo>
                <a:lnTo>
                  <a:pt x="3649665" y="20710"/>
                </a:lnTo>
                <a:lnTo>
                  <a:pt x="3692546" y="20888"/>
                </a:lnTo>
                <a:lnTo>
                  <a:pt x="3735527" y="21076"/>
                </a:lnTo>
                <a:lnTo>
                  <a:pt x="3778611" y="21272"/>
                </a:lnTo>
                <a:lnTo>
                  <a:pt x="3821800" y="21476"/>
                </a:lnTo>
                <a:lnTo>
                  <a:pt x="3865099" y="21686"/>
                </a:lnTo>
                <a:lnTo>
                  <a:pt x="3908508" y="21903"/>
                </a:lnTo>
                <a:lnTo>
                  <a:pt x="3952032" y="22125"/>
                </a:lnTo>
                <a:lnTo>
                  <a:pt x="3995674" y="22352"/>
                </a:lnTo>
                <a:lnTo>
                  <a:pt x="4046393" y="22489"/>
                </a:lnTo>
                <a:lnTo>
                  <a:pt x="4122578" y="22645"/>
                </a:lnTo>
                <a:lnTo>
                  <a:pt x="4224614" y="22775"/>
                </a:lnTo>
                <a:lnTo>
                  <a:pt x="4719739" y="22608"/>
                </a:lnTo>
                <a:lnTo>
                  <a:pt x="4770818" y="22463"/>
                </a:lnTo>
                <a:lnTo>
                  <a:pt x="4821470" y="22283"/>
                </a:lnTo>
                <a:lnTo>
                  <a:pt x="4871708" y="22069"/>
                </a:lnTo>
                <a:lnTo>
                  <a:pt x="4921543" y="21819"/>
                </a:lnTo>
                <a:lnTo>
                  <a:pt x="4970988" y="21532"/>
                </a:lnTo>
                <a:lnTo>
                  <a:pt x="5020056" y="21209"/>
                </a:lnTo>
                <a:lnTo>
                  <a:pt x="5081016" y="21209"/>
                </a:lnTo>
                <a:lnTo>
                  <a:pt x="5081016" y="47879"/>
                </a:lnTo>
                <a:lnTo>
                  <a:pt x="5081255" y="60692"/>
                </a:lnTo>
                <a:lnTo>
                  <a:pt x="5081755" y="73467"/>
                </a:lnTo>
                <a:lnTo>
                  <a:pt x="5082191" y="86105"/>
                </a:lnTo>
                <a:lnTo>
                  <a:pt x="5082348" y="106467"/>
                </a:lnTo>
                <a:lnTo>
                  <a:pt x="5082508" y="119305"/>
                </a:lnTo>
                <a:lnTo>
                  <a:pt x="5082728" y="132098"/>
                </a:lnTo>
                <a:lnTo>
                  <a:pt x="5082969" y="144830"/>
                </a:lnTo>
                <a:lnTo>
                  <a:pt x="5083192" y="157487"/>
                </a:lnTo>
                <a:lnTo>
                  <a:pt x="5083358" y="170052"/>
                </a:lnTo>
                <a:lnTo>
                  <a:pt x="5083490" y="209078"/>
                </a:lnTo>
                <a:lnTo>
                  <a:pt x="5083634" y="234630"/>
                </a:lnTo>
                <a:lnTo>
                  <a:pt x="5083795" y="260069"/>
                </a:lnTo>
                <a:lnTo>
                  <a:pt x="5083936" y="298065"/>
                </a:lnTo>
                <a:lnTo>
                  <a:pt x="5083765" y="335936"/>
                </a:lnTo>
                <a:lnTo>
                  <a:pt x="5083601" y="348545"/>
                </a:lnTo>
                <a:lnTo>
                  <a:pt x="5083429" y="358394"/>
                </a:lnTo>
                <a:lnTo>
                  <a:pt x="5083067" y="378368"/>
                </a:lnTo>
                <a:lnTo>
                  <a:pt x="5082708" y="398365"/>
                </a:lnTo>
                <a:lnTo>
                  <a:pt x="5081995" y="438426"/>
                </a:lnTo>
                <a:lnTo>
                  <a:pt x="5081288" y="478581"/>
                </a:lnTo>
                <a:lnTo>
                  <a:pt x="5080586" y="518836"/>
                </a:lnTo>
                <a:lnTo>
                  <a:pt x="5079888" y="559196"/>
                </a:lnTo>
                <a:lnTo>
                  <a:pt x="5079195" y="599667"/>
                </a:lnTo>
                <a:lnTo>
                  <a:pt x="5078504" y="640254"/>
                </a:lnTo>
                <a:lnTo>
                  <a:pt x="5077816" y="680961"/>
                </a:lnTo>
                <a:lnTo>
                  <a:pt x="5077129" y="721795"/>
                </a:lnTo>
                <a:lnTo>
                  <a:pt x="5076444" y="762762"/>
                </a:lnTo>
                <a:lnTo>
                  <a:pt x="5076073" y="804135"/>
                </a:lnTo>
                <a:lnTo>
                  <a:pt x="5075858" y="845319"/>
                </a:lnTo>
                <a:lnTo>
                  <a:pt x="5076005" y="1007281"/>
                </a:lnTo>
                <a:lnTo>
                  <a:pt x="5076155" y="1046857"/>
                </a:lnTo>
                <a:lnTo>
                  <a:pt x="5076297" y="1085980"/>
                </a:lnTo>
                <a:lnTo>
                  <a:pt x="5076433" y="1143714"/>
                </a:lnTo>
                <a:lnTo>
                  <a:pt x="5076444" y="1162685"/>
                </a:lnTo>
                <a:lnTo>
                  <a:pt x="5076607" y="1181759"/>
                </a:lnTo>
                <a:lnTo>
                  <a:pt x="5076753" y="1200697"/>
                </a:lnTo>
                <a:lnTo>
                  <a:pt x="5076885" y="1219504"/>
                </a:lnTo>
                <a:lnTo>
                  <a:pt x="5077104" y="1256750"/>
                </a:lnTo>
                <a:lnTo>
                  <a:pt x="5077273" y="1293544"/>
                </a:lnTo>
                <a:lnTo>
                  <a:pt x="5077444" y="1347993"/>
                </a:lnTo>
                <a:lnTo>
                  <a:pt x="5077577" y="1454817"/>
                </a:lnTo>
                <a:lnTo>
                  <a:pt x="5077587" y="1525016"/>
                </a:lnTo>
                <a:lnTo>
                  <a:pt x="5077750" y="1543372"/>
                </a:lnTo>
                <a:lnTo>
                  <a:pt x="5077897" y="1561635"/>
                </a:lnTo>
                <a:lnTo>
                  <a:pt x="5078031" y="1579802"/>
                </a:lnTo>
                <a:lnTo>
                  <a:pt x="5078265" y="1615844"/>
                </a:lnTo>
                <a:lnTo>
                  <a:pt x="5078465" y="1651482"/>
                </a:lnTo>
                <a:lnTo>
                  <a:pt x="5078643" y="1686701"/>
                </a:lnTo>
                <a:lnTo>
                  <a:pt x="5078816" y="1721486"/>
                </a:lnTo>
                <a:lnTo>
                  <a:pt x="5078994" y="1755821"/>
                </a:lnTo>
                <a:lnTo>
                  <a:pt x="5079194" y="1789691"/>
                </a:lnTo>
                <a:lnTo>
                  <a:pt x="5079428" y="1823082"/>
                </a:lnTo>
                <a:lnTo>
                  <a:pt x="5079562" y="1839592"/>
                </a:lnTo>
                <a:lnTo>
                  <a:pt x="5079709" y="1855977"/>
                </a:lnTo>
                <a:lnTo>
                  <a:pt x="5079873" y="1872234"/>
                </a:lnTo>
                <a:lnTo>
                  <a:pt x="5080036" y="1888394"/>
                </a:lnTo>
                <a:lnTo>
                  <a:pt x="5080182" y="1904485"/>
                </a:lnTo>
                <a:lnTo>
                  <a:pt x="5080533" y="1952285"/>
                </a:lnTo>
                <a:lnTo>
                  <a:pt x="5080702" y="1983698"/>
                </a:lnTo>
                <a:lnTo>
                  <a:pt x="5080873" y="2030015"/>
                </a:lnTo>
                <a:lnTo>
                  <a:pt x="5081006" y="2119170"/>
                </a:lnTo>
                <a:lnTo>
                  <a:pt x="5081016" y="2175510"/>
                </a:lnTo>
                <a:lnTo>
                  <a:pt x="5080844" y="2189541"/>
                </a:lnTo>
                <a:lnTo>
                  <a:pt x="5080501" y="2217545"/>
                </a:lnTo>
                <a:lnTo>
                  <a:pt x="5080158" y="2245465"/>
                </a:lnTo>
                <a:lnTo>
                  <a:pt x="5079815" y="2273287"/>
                </a:lnTo>
                <a:lnTo>
                  <a:pt x="5079472" y="2301000"/>
                </a:lnTo>
                <a:lnTo>
                  <a:pt x="5079130" y="2328594"/>
                </a:lnTo>
                <a:lnTo>
                  <a:pt x="5078787" y="2356056"/>
                </a:lnTo>
                <a:lnTo>
                  <a:pt x="5078444" y="2383375"/>
                </a:lnTo>
                <a:lnTo>
                  <a:pt x="5078101" y="2410540"/>
                </a:lnTo>
                <a:lnTo>
                  <a:pt x="5077758" y="2437539"/>
                </a:lnTo>
                <a:lnTo>
                  <a:pt x="5077206" y="2464365"/>
                </a:lnTo>
                <a:lnTo>
                  <a:pt x="5076864" y="2477723"/>
                </a:lnTo>
                <a:lnTo>
                  <a:pt x="5076557" y="2491042"/>
                </a:lnTo>
                <a:lnTo>
                  <a:pt x="5076285" y="2504320"/>
                </a:lnTo>
                <a:lnTo>
                  <a:pt x="5076045" y="2517555"/>
                </a:lnTo>
                <a:lnTo>
                  <a:pt x="5075834" y="2530743"/>
                </a:lnTo>
                <a:lnTo>
                  <a:pt x="5075652" y="2543881"/>
                </a:lnTo>
                <a:lnTo>
                  <a:pt x="5075496" y="2556968"/>
                </a:lnTo>
                <a:lnTo>
                  <a:pt x="5075363" y="2569999"/>
                </a:lnTo>
                <a:lnTo>
                  <a:pt x="5075163" y="2595884"/>
                </a:lnTo>
                <a:lnTo>
                  <a:pt x="5075034" y="2621514"/>
                </a:lnTo>
                <a:lnTo>
                  <a:pt x="5074920" y="2708884"/>
                </a:lnTo>
                <a:lnTo>
                  <a:pt x="5075385" y="2722861"/>
                </a:lnTo>
                <a:lnTo>
                  <a:pt x="5075818" y="2736662"/>
                </a:lnTo>
                <a:lnTo>
                  <a:pt x="5076219" y="2750289"/>
                </a:lnTo>
                <a:lnTo>
                  <a:pt x="5076588" y="2763746"/>
                </a:lnTo>
                <a:lnTo>
                  <a:pt x="5076926" y="2777034"/>
                </a:lnTo>
                <a:lnTo>
                  <a:pt x="5077233" y="2790157"/>
                </a:lnTo>
                <a:lnTo>
                  <a:pt x="5077510" y="2803115"/>
                </a:lnTo>
                <a:lnTo>
                  <a:pt x="5077757" y="2815912"/>
                </a:lnTo>
                <a:lnTo>
                  <a:pt x="5077975" y="2828550"/>
                </a:lnTo>
                <a:lnTo>
                  <a:pt x="5078165" y="2841032"/>
                </a:lnTo>
                <a:lnTo>
                  <a:pt x="5078326" y="2853359"/>
                </a:lnTo>
                <a:lnTo>
                  <a:pt x="5078459" y="2865535"/>
                </a:lnTo>
                <a:lnTo>
                  <a:pt x="5078645" y="2889440"/>
                </a:lnTo>
                <a:lnTo>
                  <a:pt x="5078730" y="2919526"/>
                </a:lnTo>
                <a:lnTo>
                  <a:pt x="5079262" y="2938389"/>
                </a:lnTo>
                <a:lnTo>
                  <a:pt x="5079794" y="2956826"/>
                </a:lnTo>
                <a:lnTo>
                  <a:pt x="5080327" y="2974834"/>
                </a:lnTo>
                <a:lnTo>
                  <a:pt x="5080861" y="2992414"/>
                </a:lnTo>
                <a:lnTo>
                  <a:pt x="5081398" y="3009561"/>
                </a:lnTo>
                <a:lnTo>
                  <a:pt x="5081940" y="3026275"/>
                </a:lnTo>
                <a:lnTo>
                  <a:pt x="5082487" y="3042554"/>
                </a:lnTo>
                <a:lnTo>
                  <a:pt x="5083041" y="3058395"/>
                </a:lnTo>
                <a:lnTo>
                  <a:pt x="5083603" y="3073797"/>
                </a:lnTo>
                <a:lnTo>
                  <a:pt x="5084175" y="3088757"/>
                </a:lnTo>
                <a:lnTo>
                  <a:pt x="5084756" y="3103274"/>
                </a:lnTo>
                <a:lnTo>
                  <a:pt x="5085350" y="3117346"/>
                </a:lnTo>
                <a:lnTo>
                  <a:pt x="5085956" y="3130970"/>
                </a:lnTo>
                <a:lnTo>
                  <a:pt x="5087213" y="3156870"/>
                </a:lnTo>
                <a:lnTo>
                  <a:pt x="5088536" y="3180958"/>
                </a:lnTo>
                <a:lnTo>
                  <a:pt x="5089936" y="3203218"/>
                </a:lnTo>
                <a:lnTo>
                  <a:pt x="5092409" y="3236561"/>
                </a:lnTo>
                <a:lnTo>
                  <a:pt x="5094266" y="3256761"/>
                </a:lnTo>
                <a:lnTo>
                  <a:pt x="5096231" y="3274206"/>
                </a:lnTo>
                <a:lnTo>
                  <a:pt x="5098300" y="3288843"/>
                </a:lnTo>
                <a:lnTo>
                  <a:pt x="5102730" y="3309480"/>
                </a:lnTo>
                <a:lnTo>
                  <a:pt x="5108448" y="3318535"/>
                </a:lnTo>
                <a:lnTo>
                  <a:pt x="5111018" y="3316985"/>
                </a:lnTo>
                <a:lnTo>
                  <a:pt x="5117628" y="3293921"/>
                </a:lnTo>
                <a:lnTo>
                  <a:pt x="5119569" y="3280175"/>
                </a:lnTo>
                <a:lnTo>
                  <a:pt x="5121431" y="3263438"/>
                </a:lnTo>
                <a:lnTo>
                  <a:pt x="5123245" y="3243734"/>
                </a:lnTo>
                <a:lnTo>
                  <a:pt x="5125042" y="3221088"/>
                </a:lnTo>
                <a:lnTo>
                  <a:pt x="5125972" y="3204895"/>
                </a:lnTo>
                <a:lnTo>
                  <a:pt x="5126939" y="3182543"/>
                </a:lnTo>
                <a:lnTo>
                  <a:pt x="5127843" y="3158287"/>
                </a:lnTo>
                <a:lnTo>
                  <a:pt x="5128682" y="3132161"/>
                </a:lnTo>
                <a:lnTo>
                  <a:pt x="5129076" y="3118407"/>
                </a:lnTo>
                <a:lnTo>
                  <a:pt x="5129454" y="3104197"/>
                </a:lnTo>
                <a:lnTo>
                  <a:pt x="5129815" y="3089536"/>
                </a:lnTo>
                <a:lnTo>
                  <a:pt x="5130159" y="3074428"/>
                </a:lnTo>
                <a:lnTo>
                  <a:pt x="5130486" y="3058877"/>
                </a:lnTo>
                <a:lnTo>
                  <a:pt x="5130795" y="3042887"/>
                </a:lnTo>
                <a:lnTo>
                  <a:pt x="5131086" y="3026462"/>
                </a:lnTo>
                <a:lnTo>
                  <a:pt x="5131359" y="3009606"/>
                </a:lnTo>
                <a:lnTo>
                  <a:pt x="5131614" y="2992323"/>
                </a:lnTo>
                <a:lnTo>
                  <a:pt x="5131851" y="2974617"/>
                </a:lnTo>
                <a:lnTo>
                  <a:pt x="5132070" y="2956493"/>
                </a:lnTo>
                <a:lnTo>
                  <a:pt x="5132270" y="2937955"/>
                </a:lnTo>
                <a:lnTo>
                  <a:pt x="5132451" y="2919006"/>
                </a:lnTo>
                <a:lnTo>
                  <a:pt x="5132688" y="2907419"/>
                </a:lnTo>
                <a:lnTo>
                  <a:pt x="5132896" y="2895673"/>
                </a:lnTo>
                <a:lnTo>
                  <a:pt x="5133078" y="2883771"/>
                </a:lnTo>
                <a:lnTo>
                  <a:pt x="5133236" y="2871716"/>
                </a:lnTo>
                <a:lnTo>
                  <a:pt x="5133370" y="2859511"/>
                </a:lnTo>
                <a:lnTo>
                  <a:pt x="5133576" y="2834669"/>
                </a:lnTo>
                <a:lnTo>
                  <a:pt x="5133713" y="2809273"/>
                </a:lnTo>
                <a:lnTo>
                  <a:pt x="5133842" y="2743546"/>
                </a:lnTo>
                <a:lnTo>
                  <a:pt x="5133848" y="2707843"/>
                </a:lnTo>
                <a:lnTo>
                  <a:pt x="5134051" y="2696400"/>
                </a:lnTo>
                <a:lnTo>
                  <a:pt x="5134252" y="2684817"/>
                </a:lnTo>
                <a:lnTo>
                  <a:pt x="5134451" y="2673091"/>
                </a:lnTo>
                <a:lnTo>
                  <a:pt x="5134649" y="2661225"/>
                </a:lnTo>
                <a:lnTo>
                  <a:pt x="5134845" y="2649216"/>
                </a:lnTo>
                <a:lnTo>
                  <a:pt x="5135039" y="2637065"/>
                </a:lnTo>
                <a:lnTo>
                  <a:pt x="5135231" y="2624772"/>
                </a:lnTo>
                <a:lnTo>
                  <a:pt x="5135423" y="2612336"/>
                </a:lnTo>
                <a:lnTo>
                  <a:pt x="5135613" y="2599758"/>
                </a:lnTo>
                <a:lnTo>
                  <a:pt x="5135802" y="2587036"/>
                </a:lnTo>
                <a:lnTo>
                  <a:pt x="5135990" y="2574172"/>
                </a:lnTo>
                <a:lnTo>
                  <a:pt x="5136176" y="2561164"/>
                </a:lnTo>
                <a:lnTo>
                  <a:pt x="5136363" y="2548012"/>
                </a:lnTo>
                <a:lnTo>
                  <a:pt x="5136548" y="2534717"/>
                </a:lnTo>
                <a:lnTo>
                  <a:pt x="5136733" y="2521278"/>
                </a:lnTo>
                <a:lnTo>
                  <a:pt x="5136918" y="2507694"/>
                </a:lnTo>
                <a:lnTo>
                  <a:pt x="5137102" y="2493966"/>
                </a:lnTo>
                <a:lnTo>
                  <a:pt x="5137286" y="2480093"/>
                </a:lnTo>
                <a:lnTo>
                  <a:pt x="5137404" y="2471166"/>
                </a:lnTo>
                <a:lnTo>
                  <a:pt x="5137747" y="2457933"/>
                </a:lnTo>
                <a:lnTo>
                  <a:pt x="5138432" y="2431052"/>
                </a:lnTo>
                <a:lnTo>
                  <a:pt x="5139102" y="2403605"/>
                </a:lnTo>
                <a:lnTo>
                  <a:pt x="5139742" y="2375584"/>
                </a:lnTo>
                <a:lnTo>
                  <a:pt x="5140335" y="2346977"/>
                </a:lnTo>
                <a:lnTo>
                  <a:pt x="5140868" y="2317772"/>
                </a:lnTo>
                <a:lnTo>
                  <a:pt x="5141325" y="2287961"/>
                </a:lnTo>
                <a:lnTo>
                  <a:pt x="5141690" y="2257532"/>
                </a:lnTo>
                <a:lnTo>
                  <a:pt x="5142033" y="2210706"/>
                </a:lnTo>
                <a:lnTo>
                  <a:pt x="5141904" y="2096494"/>
                </a:lnTo>
                <a:lnTo>
                  <a:pt x="5141726" y="2063785"/>
                </a:lnTo>
                <a:lnTo>
                  <a:pt x="5141501" y="2031096"/>
                </a:lnTo>
                <a:lnTo>
                  <a:pt x="5141234" y="1998376"/>
                </a:lnTo>
                <a:lnTo>
                  <a:pt x="5140933" y="1965573"/>
                </a:lnTo>
                <a:lnTo>
                  <a:pt x="5140602" y="1932636"/>
                </a:lnTo>
                <a:lnTo>
                  <a:pt x="5140249" y="1899514"/>
                </a:lnTo>
                <a:lnTo>
                  <a:pt x="5139879" y="1866157"/>
                </a:lnTo>
                <a:lnTo>
                  <a:pt x="5139355" y="1832692"/>
                </a:lnTo>
                <a:lnTo>
                  <a:pt x="5139037" y="1815987"/>
                </a:lnTo>
                <a:lnTo>
                  <a:pt x="5138734" y="1799258"/>
                </a:lnTo>
                <a:lnTo>
                  <a:pt x="5138446" y="1782505"/>
                </a:lnTo>
                <a:lnTo>
                  <a:pt x="5138171" y="1765730"/>
                </a:lnTo>
                <a:lnTo>
                  <a:pt x="5137910" y="1748932"/>
                </a:lnTo>
                <a:lnTo>
                  <a:pt x="5137660" y="1732113"/>
                </a:lnTo>
                <a:lnTo>
                  <a:pt x="5137422" y="1715272"/>
                </a:lnTo>
                <a:lnTo>
                  <a:pt x="5137194" y="1698410"/>
                </a:lnTo>
                <a:lnTo>
                  <a:pt x="5136975" y="1681527"/>
                </a:lnTo>
                <a:lnTo>
                  <a:pt x="5136765" y="1664625"/>
                </a:lnTo>
                <a:lnTo>
                  <a:pt x="5136562" y="1647703"/>
                </a:lnTo>
                <a:lnTo>
                  <a:pt x="5136367" y="1630761"/>
                </a:lnTo>
                <a:lnTo>
                  <a:pt x="5136177" y="1613802"/>
                </a:lnTo>
                <a:lnTo>
                  <a:pt x="5135993" y="1596824"/>
                </a:lnTo>
                <a:lnTo>
                  <a:pt x="5135812" y="1579829"/>
                </a:lnTo>
                <a:lnTo>
                  <a:pt x="5135636" y="1562816"/>
                </a:lnTo>
                <a:lnTo>
                  <a:pt x="5135462" y="1545787"/>
                </a:lnTo>
                <a:lnTo>
                  <a:pt x="5135289" y="1528742"/>
                </a:lnTo>
                <a:lnTo>
                  <a:pt x="5135118" y="1511681"/>
                </a:lnTo>
                <a:lnTo>
                  <a:pt x="5134918" y="1493067"/>
                </a:lnTo>
                <a:lnTo>
                  <a:pt x="5134701" y="1474415"/>
                </a:lnTo>
                <a:lnTo>
                  <a:pt x="5134469" y="1455727"/>
                </a:lnTo>
                <a:lnTo>
                  <a:pt x="5134223" y="1437007"/>
                </a:lnTo>
                <a:lnTo>
                  <a:pt x="5133967" y="1418256"/>
                </a:lnTo>
                <a:lnTo>
                  <a:pt x="5133700" y="1399479"/>
                </a:lnTo>
                <a:lnTo>
                  <a:pt x="5133426" y="1380678"/>
                </a:lnTo>
                <a:lnTo>
                  <a:pt x="5133146" y="1361857"/>
                </a:lnTo>
                <a:lnTo>
                  <a:pt x="5132863" y="1343018"/>
                </a:lnTo>
                <a:lnTo>
                  <a:pt x="5132577" y="1324165"/>
                </a:lnTo>
                <a:lnTo>
                  <a:pt x="5132292" y="1305300"/>
                </a:lnTo>
                <a:lnTo>
                  <a:pt x="5132009" y="1286427"/>
                </a:lnTo>
                <a:lnTo>
                  <a:pt x="5131729" y="1267549"/>
                </a:lnTo>
                <a:lnTo>
                  <a:pt x="5131455" y="1248668"/>
                </a:lnTo>
                <a:lnTo>
                  <a:pt x="5131188" y="1229788"/>
                </a:lnTo>
                <a:lnTo>
                  <a:pt x="5130932" y="1210912"/>
                </a:lnTo>
                <a:lnTo>
                  <a:pt x="5130686" y="1192043"/>
                </a:lnTo>
                <a:lnTo>
                  <a:pt x="5130454" y="1173183"/>
                </a:lnTo>
                <a:lnTo>
                  <a:pt x="5130237" y="1154337"/>
                </a:lnTo>
                <a:lnTo>
                  <a:pt x="5130038" y="1135507"/>
                </a:lnTo>
                <a:lnTo>
                  <a:pt x="5129703" y="1116464"/>
                </a:lnTo>
                <a:lnTo>
                  <a:pt x="5129387" y="1097471"/>
                </a:lnTo>
                <a:lnTo>
                  <a:pt x="5129090" y="1078522"/>
                </a:lnTo>
                <a:lnTo>
                  <a:pt x="5128812" y="1059610"/>
                </a:lnTo>
                <a:lnTo>
                  <a:pt x="5128555" y="1040731"/>
                </a:lnTo>
                <a:lnTo>
                  <a:pt x="5128320" y="1021877"/>
                </a:lnTo>
                <a:lnTo>
                  <a:pt x="5128106" y="1003044"/>
                </a:lnTo>
                <a:lnTo>
                  <a:pt x="5127916" y="984226"/>
                </a:lnTo>
                <a:lnTo>
                  <a:pt x="5127750" y="965417"/>
                </a:lnTo>
                <a:lnTo>
                  <a:pt x="5127609" y="946610"/>
                </a:lnTo>
                <a:lnTo>
                  <a:pt x="5127404" y="908982"/>
                </a:lnTo>
                <a:lnTo>
                  <a:pt x="5127597" y="776524"/>
                </a:lnTo>
                <a:lnTo>
                  <a:pt x="5127752" y="757428"/>
                </a:lnTo>
                <a:lnTo>
                  <a:pt x="5127923" y="737950"/>
                </a:lnTo>
                <a:lnTo>
                  <a:pt x="5128095" y="718340"/>
                </a:lnTo>
                <a:lnTo>
                  <a:pt x="5128266" y="698599"/>
                </a:lnTo>
                <a:lnTo>
                  <a:pt x="5128438" y="678725"/>
                </a:lnTo>
                <a:lnTo>
                  <a:pt x="5128611" y="658719"/>
                </a:lnTo>
                <a:lnTo>
                  <a:pt x="5128784" y="638580"/>
                </a:lnTo>
                <a:lnTo>
                  <a:pt x="5128957" y="618307"/>
                </a:lnTo>
                <a:lnTo>
                  <a:pt x="5129131" y="597901"/>
                </a:lnTo>
                <a:lnTo>
                  <a:pt x="5129306" y="577362"/>
                </a:lnTo>
                <a:lnTo>
                  <a:pt x="5129482" y="556688"/>
                </a:lnTo>
                <a:lnTo>
                  <a:pt x="5129659" y="535880"/>
                </a:lnTo>
                <a:lnTo>
                  <a:pt x="5129836" y="514938"/>
                </a:lnTo>
                <a:lnTo>
                  <a:pt x="5130015" y="493860"/>
                </a:lnTo>
                <a:lnTo>
                  <a:pt x="5130195" y="472648"/>
                </a:lnTo>
                <a:lnTo>
                  <a:pt x="5130377" y="451300"/>
                </a:lnTo>
                <a:lnTo>
                  <a:pt x="5130560" y="429816"/>
                </a:lnTo>
                <a:lnTo>
                  <a:pt x="5130744" y="408197"/>
                </a:lnTo>
                <a:lnTo>
                  <a:pt x="5130930" y="386441"/>
                </a:lnTo>
                <a:lnTo>
                  <a:pt x="5131118" y="364548"/>
                </a:lnTo>
                <a:lnTo>
                  <a:pt x="5131308" y="342519"/>
                </a:lnTo>
                <a:lnTo>
                  <a:pt x="5131444" y="325041"/>
                </a:lnTo>
                <a:lnTo>
                  <a:pt x="5131359" y="255395"/>
                </a:lnTo>
                <a:lnTo>
                  <a:pt x="5131198" y="238068"/>
                </a:lnTo>
                <a:lnTo>
                  <a:pt x="5130988" y="220782"/>
                </a:lnTo>
                <a:lnTo>
                  <a:pt x="5130732" y="203542"/>
                </a:lnTo>
                <a:lnTo>
                  <a:pt x="5130436" y="186350"/>
                </a:lnTo>
                <a:lnTo>
                  <a:pt x="5130101" y="169211"/>
                </a:lnTo>
                <a:lnTo>
                  <a:pt x="5129732" y="152128"/>
                </a:lnTo>
                <a:lnTo>
                  <a:pt x="5129332" y="135105"/>
                </a:lnTo>
                <a:lnTo>
                  <a:pt x="5128906" y="118146"/>
                </a:lnTo>
                <a:lnTo>
                  <a:pt x="5128456" y="101254"/>
                </a:lnTo>
                <a:lnTo>
                  <a:pt x="5127986" y="84433"/>
                </a:lnTo>
                <a:lnTo>
                  <a:pt x="5127500" y="67686"/>
                </a:lnTo>
                <a:lnTo>
                  <a:pt x="5127001" y="51019"/>
                </a:lnTo>
                <a:lnTo>
                  <a:pt x="5126493" y="34433"/>
                </a:lnTo>
                <a:lnTo>
                  <a:pt x="5125980" y="17934"/>
                </a:lnTo>
                <a:lnTo>
                  <a:pt x="5125466" y="1524"/>
                </a:lnTo>
                <a:lnTo>
                  <a:pt x="4900041" y="2540"/>
                </a:lnTo>
                <a:lnTo>
                  <a:pt x="4876731" y="2710"/>
                </a:lnTo>
                <a:lnTo>
                  <a:pt x="4853476" y="2878"/>
                </a:lnTo>
                <a:lnTo>
                  <a:pt x="4807130" y="3203"/>
                </a:lnTo>
                <a:lnTo>
                  <a:pt x="4761011" y="3510"/>
                </a:lnTo>
                <a:lnTo>
                  <a:pt x="4715122" y="3793"/>
                </a:lnTo>
                <a:lnTo>
                  <a:pt x="4646738" y="4162"/>
                </a:lnTo>
                <a:lnTo>
                  <a:pt x="4601455" y="4363"/>
                </a:lnTo>
                <a:lnTo>
                  <a:pt x="4556426" y="4522"/>
                </a:lnTo>
                <a:lnTo>
                  <a:pt x="4489370" y="4669"/>
                </a:lnTo>
                <a:lnTo>
                  <a:pt x="4281969" y="4534"/>
                </a:lnTo>
                <a:lnTo>
                  <a:pt x="4210970" y="4381"/>
                </a:lnTo>
                <a:lnTo>
                  <a:pt x="4139406" y="4194"/>
                </a:lnTo>
                <a:lnTo>
                  <a:pt x="4091420" y="4056"/>
                </a:lnTo>
                <a:lnTo>
                  <a:pt x="4043239" y="3909"/>
                </a:lnTo>
                <a:lnTo>
                  <a:pt x="3994888" y="3759"/>
                </a:lnTo>
                <a:lnTo>
                  <a:pt x="3922137" y="3508"/>
                </a:lnTo>
                <a:lnTo>
                  <a:pt x="3873219" y="3330"/>
                </a:lnTo>
                <a:lnTo>
                  <a:pt x="3823920" y="3149"/>
                </a:lnTo>
                <a:lnTo>
                  <a:pt x="3774257" y="2966"/>
                </a:lnTo>
                <a:lnTo>
                  <a:pt x="3724249" y="2784"/>
                </a:lnTo>
                <a:lnTo>
                  <a:pt x="3673915" y="2602"/>
                </a:lnTo>
                <a:lnTo>
                  <a:pt x="3623273" y="2424"/>
                </a:lnTo>
                <a:lnTo>
                  <a:pt x="3572342" y="2250"/>
                </a:lnTo>
                <a:lnTo>
                  <a:pt x="3521140" y="2082"/>
                </a:lnTo>
                <a:lnTo>
                  <a:pt x="3469687" y="1920"/>
                </a:lnTo>
                <a:lnTo>
                  <a:pt x="3418000" y="1768"/>
                </a:lnTo>
                <a:lnTo>
                  <a:pt x="3366099" y="1625"/>
                </a:lnTo>
                <a:lnTo>
                  <a:pt x="3314001" y="1494"/>
                </a:lnTo>
                <a:lnTo>
                  <a:pt x="3209291" y="1271"/>
                </a:lnTo>
                <a:lnTo>
                  <a:pt x="3104020" y="1112"/>
                </a:lnTo>
                <a:lnTo>
                  <a:pt x="2945384" y="1016"/>
                </a:lnTo>
                <a:lnTo>
                  <a:pt x="1927225" y="1524"/>
                </a:lnTo>
                <a:lnTo>
                  <a:pt x="31242" y="0"/>
                </a:lnTo>
                <a:lnTo>
                  <a:pt x="27432" y="772795"/>
                </a:lnTo>
                <a:lnTo>
                  <a:pt x="27253" y="870057"/>
                </a:lnTo>
                <a:lnTo>
                  <a:pt x="27109" y="908711"/>
                </a:lnTo>
                <a:lnTo>
                  <a:pt x="26945" y="947229"/>
                </a:lnTo>
                <a:lnTo>
                  <a:pt x="26775" y="985615"/>
                </a:lnTo>
                <a:lnTo>
                  <a:pt x="26611" y="1023873"/>
                </a:lnTo>
                <a:lnTo>
                  <a:pt x="26467" y="1062009"/>
                </a:lnTo>
                <a:lnTo>
                  <a:pt x="26321" y="1118993"/>
                </a:lnTo>
                <a:lnTo>
                  <a:pt x="26289" y="1156843"/>
                </a:lnTo>
                <a:lnTo>
                  <a:pt x="26108" y="1174583"/>
                </a:lnTo>
                <a:lnTo>
                  <a:pt x="25909" y="1192369"/>
                </a:lnTo>
                <a:lnTo>
                  <a:pt x="25693" y="1210201"/>
                </a:lnTo>
                <a:lnTo>
                  <a:pt x="25461" y="1228076"/>
                </a:lnTo>
                <a:lnTo>
                  <a:pt x="25215" y="1245995"/>
                </a:lnTo>
                <a:lnTo>
                  <a:pt x="24955" y="1263954"/>
                </a:lnTo>
                <a:lnTo>
                  <a:pt x="24682" y="1281954"/>
                </a:lnTo>
                <a:lnTo>
                  <a:pt x="24397" y="1299993"/>
                </a:lnTo>
                <a:lnTo>
                  <a:pt x="24101" y="1318069"/>
                </a:lnTo>
                <a:lnTo>
                  <a:pt x="23796" y="1336182"/>
                </a:lnTo>
                <a:lnTo>
                  <a:pt x="23482" y="1354331"/>
                </a:lnTo>
                <a:lnTo>
                  <a:pt x="23161" y="1372513"/>
                </a:lnTo>
                <a:lnTo>
                  <a:pt x="22834" y="1390728"/>
                </a:lnTo>
                <a:lnTo>
                  <a:pt x="22500" y="1408974"/>
                </a:lnTo>
                <a:lnTo>
                  <a:pt x="22163" y="1427251"/>
                </a:lnTo>
                <a:lnTo>
                  <a:pt x="21822" y="1445557"/>
                </a:lnTo>
                <a:lnTo>
                  <a:pt x="21479" y="1463891"/>
                </a:lnTo>
                <a:lnTo>
                  <a:pt x="21135" y="1482251"/>
                </a:lnTo>
                <a:lnTo>
                  <a:pt x="20790" y="1500637"/>
                </a:lnTo>
                <a:lnTo>
                  <a:pt x="20447" y="1519047"/>
                </a:lnTo>
                <a:lnTo>
                  <a:pt x="19895" y="1537308"/>
                </a:lnTo>
                <a:lnTo>
                  <a:pt x="19382" y="1555695"/>
                </a:lnTo>
                <a:lnTo>
                  <a:pt x="18907" y="1574191"/>
                </a:lnTo>
                <a:lnTo>
                  <a:pt x="18468" y="1592779"/>
                </a:lnTo>
                <a:lnTo>
                  <a:pt x="18065" y="1611441"/>
                </a:lnTo>
                <a:lnTo>
                  <a:pt x="17696" y="1630161"/>
                </a:lnTo>
                <a:lnTo>
                  <a:pt x="17361" y="1648922"/>
                </a:lnTo>
                <a:lnTo>
                  <a:pt x="17057" y="1667706"/>
                </a:lnTo>
                <a:lnTo>
                  <a:pt x="16784" y="1686496"/>
                </a:lnTo>
                <a:lnTo>
                  <a:pt x="16541" y="1705276"/>
                </a:lnTo>
                <a:lnTo>
                  <a:pt x="16327" y="1724028"/>
                </a:lnTo>
                <a:lnTo>
                  <a:pt x="16140" y="1742736"/>
                </a:lnTo>
                <a:lnTo>
                  <a:pt x="15979" y="1761382"/>
                </a:lnTo>
                <a:lnTo>
                  <a:pt x="15843" y="1779949"/>
                </a:lnTo>
                <a:lnTo>
                  <a:pt x="15643" y="1816779"/>
                </a:lnTo>
                <a:lnTo>
                  <a:pt x="15502" y="1871007"/>
                </a:lnTo>
                <a:close/>
              </a:path>
            </a:pathLst>
          </a:custGeom>
          <a:solidFill>
            <a:srgbClr val="AEABA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68979" y="920704"/>
            <a:ext cx="7041229" cy="889604"/>
          </a:xfrm>
          <a:prstGeom prst="rect">
            <a:avLst/>
          </a:prstGeom>
        </p:spPr>
        <p:txBody>
          <a:bodyPr wrap="square" lIns="0" tIns="13557" rIns="0" bIns="0" rtlCol="0">
            <a:noAutofit/>
          </a:bodyPr>
          <a:lstStyle/>
          <a:p>
            <a:pPr algn="ctr">
              <a:lnSpc>
                <a:spcPts val="2135"/>
              </a:lnSpc>
            </a:pPr>
            <a:r>
              <a:rPr sz="2000" spc="100" dirty="0">
                <a:latin typeface="Times New Roman"/>
                <a:cs typeface="Times New Roman"/>
              </a:rPr>
              <a:t>Sedangkan pandangan al-Qur’an tentang sains dan teknologi,</a:t>
            </a:r>
            <a:endParaRPr sz="2000">
              <a:latin typeface="Times New Roman"/>
              <a:cs typeface="Times New Roman"/>
            </a:endParaRPr>
          </a:p>
          <a:p>
            <a:pPr marL="281243" marR="297848" algn="ctr">
              <a:lnSpc>
                <a:spcPct val="95825"/>
              </a:lnSpc>
            </a:pPr>
            <a:r>
              <a:rPr sz="2000" spc="105" dirty="0">
                <a:latin typeface="Times New Roman"/>
                <a:cs typeface="Times New Roman"/>
              </a:rPr>
              <a:t>dapat diketahui dari wahyu pertama yang diterima Nabi</a:t>
            </a:r>
            <a:endParaRPr sz="2000">
              <a:latin typeface="Times New Roman"/>
              <a:cs typeface="Times New Roman"/>
            </a:endParaRPr>
          </a:p>
          <a:p>
            <a:pPr marL="2436622" marR="2452465" algn="ctr">
              <a:lnSpc>
                <a:spcPct val="95825"/>
              </a:lnSpc>
              <a:spcBef>
                <a:spcPts val="100"/>
              </a:spcBef>
            </a:pPr>
            <a:r>
              <a:rPr sz="2000" spc="104" dirty="0">
                <a:latin typeface="Times New Roman"/>
                <a:cs typeface="Times New Roman"/>
              </a:rPr>
              <a:t>Muhammad saw. 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97470" y="2232000"/>
            <a:ext cx="4366886" cy="2657038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367275" marR="373669" algn="ctr">
              <a:lnSpc>
                <a:spcPts val="1935"/>
              </a:lnSpc>
            </a:pPr>
            <a:r>
              <a:rPr sz="1800" spc="113" dirty="0">
                <a:solidFill>
                  <a:srgbClr val="3E3742"/>
                </a:solidFill>
                <a:latin typeface="Times New Roman"/>
                <a:cs typeface="Times New Roman"/>
              </a:rPr>
              <a:t>Bacalah dengan (menyebut) nama</a:t>
            </a:r>
            <a:endParaRPr sz="1800">
              <a:latin typeface="Times New Roman"/>
              <a:cs typeface="Times New Roman"/>
            </a:endParaRPr>
          </a:p>
          <a:p>
            <a:pPr indent="774" algn="ctr">
              <a:lnSpc>
                <a:spcPct val="100041"/>
              </a:lnSpc>
            </a:pPr>
            <a:r>
              <a:rPr sz="1800" spc="-116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112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188" dirty="0">
                <a:solidFill>
                  <a:srgbClr val="3E3742"/>
                </a:solidFill>
                <a:latin typeface="Times New Roman"/>
                <a:cs typeface="Times New Roman"/>
              </a:rPr>
              <a:t>h</a:t>
            </a:r>
            <a:r>
              <a:rPr sz="1800" spc="171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20" dirty="0">
                <a:solidFill>
                  <a:srgbClr val="3E3742"/>
                </a:solidFill>
                <a:latin typeface="Times New Roman"/>
                <a:cs typeface="Times New Roman"/>
              </a:rPr>
              <a:t>n</a:t>
            </a:r>
            <a:r>
              <a:rPr sz="1800" spc="171" dirty="0">
                <a:solidFill>
                  <a:srgbClr val="3E3742"/>
                </a:solidFill>
                <a:latin typeface="Times New Roman"/>
                <a:cs typeface="Times New Roman"/>
              </a:rPr>
              <a:t>mu</a:t>
            </a:r>
            <a:r>
              <a:rPr sz="1800" spc="-4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Yang</a:t>
            </a:r>
            <a:r>
              <a:rPr sz="1800" spc="17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7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53" dirty="0">
                <a:solidFill>
                  <a:srgbClr val="3E3742"/>
                </a:solidFill>
                <a:latin typeface="Times New Roman"/>
                <a:cs typeface="Times New Roman"/>
              </a:rPr>
              <a:t>e</a:t>
            </a:r>
            <a:r>
              <a:rPr sz="1800" spc="50" dirty="0">
                <a:solidFill>
                  <a:srgbClr val="3E3742"/>
                </a:solidFill>
                <a:latin typeface="Times New Roman"/>
                <a:cs typeface="Times New Roman"/>
              </a:rPr>
              <a:t>nci</a:t>
            </a:r>
            <a:r>
              <a:rPr sz="1800" spc="67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53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251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92" dirty="0">
                <a:solidFill>
                  <a:srgbClr val="3E3742"/>
                </a:solidFill>
                <a:latin typeface="Times New Roman"/>
                <a:cs typeface="Times New Roman"/>
              </a:rPr>
              <a:t>ka</a:t>
            </a:r>
            <a:r>
              <a:rPr sz="1800" spc="103" dirty="0">
                <a:solidFill>
                  <a:srgbClr val="3E3742"/>
                </a:solidFill>
                <a:latin typeface="Times New Roman"/>
                <a:cs typeface="Times New Roman"/>
              </a:rPr>
              <a:t>n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r>
              <a:rPr sz="1800" spc="-5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3E3742"/>
                </a:solidFill>
                <a:latin typeface="Times New Roman"/>
                <a:cs typeface="Times New Roman"/>
              </a:rPr>
              <a:t>Dia</a:t>
            </a:r>
            <a:r>
              <a:rPr sz="1800" spc="26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1" dirty="0">
                <a:solidFill>
                  <a:srgbClr val="3E3742"/>
                </a:solidFill>
                <a:latin typeface="Times New Roman"/>
                <a:cs typeface="Times New Roman"/>
              </a:rPr>
              <a:t>menci</a:t>
            </a:r>
            <a:r>
              <a:rPr sz="1800" spc="131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68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116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20" dirty="0">
                <a:solidFill>
                  <a:srgbClr val="3E3742"/>
                </a:solidFill>
                <a:latin typeface="Times New Roman"/>
                <a:cs typeface="Times New Roman"/>
              </a:rPr>
              <a:t>kan</a:t>
            </a:r>
            <a:r>
              <a:rPr sz="1800" spc="-2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94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16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05" dirty="0">
                <a:solidFill>
                  <a:srgbClr val="3E3742"/>
                </a:solidFill>
                <a:latin typeface="Times New Roman"/>
                <a:cs typeface="Times New Roman"/>
              </a:rPr>
              <a:t>nusia</a:t>
            </a:r>
            <a:r>
              <a:rPr sz="1800" spc="3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dar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i</a:t>
            </a:r>
            <a:r>
              <a:rPr sz="1800" spc="30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6" dirty="0">
                <a:solidFill>
                  <a:srgbClr val="3E3742"/>
                </a:solidFill>
                <a:latin typeface="Times New Roman"/>
                <a:cs typeface="Times New Roman"/>
              </a:rPr>
              <a:t>se</a:t>
            </a:r>
            <a:r>
              <a:rPr sz="1800" spc="147" dirty="0">
                <a:solidFill>
                  <a:srgbClr val="3E3742"/>
                </a:solidFill>
                <a:latin typeface="Times New Roman"/>
                <a:cs typeface="Times New Roman"/>
              </a:rPr>
              <a:t>g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213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97" dirty="0">
                <a:solidFill>
                  <a:srgbClr val="3E3742"/>
                </a:solidFill>
                <a:latin typeface="Times New Roman"/>
                <a:cs typeface="Times New Roman"/>
              </a:rPr>
              <a:t>p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-22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58" dirty="0">
                <a:solidFill>
                  <a:srgbClr val="3E3742"/>
                </a:solidFill>
                <a:latin typeface="Times New Roman"/>
                <a:cs typeface="Times New Roman"/>
              </a:rPr>
              <a:t>dara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h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r>
              <a:rPr sz="1800" spc="-5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-112" dirty="0">
                <a:solidFill>
                  <a:srgbClr val="3E3742"/>
                </a:solidFill>
                <a:latin typeface="Times New Roman"/>
                <a:cs typeface="Times New Roman"/>
              </a:rPr>
              <a:t>B</a:t>
            </a:r>
            <a:r>
              <a:rPr sz="1800" spc="150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55" dirty="0">
                <a:solidFill>
                  <a:srgbClr val="3E3742"/>
                </a:solidFill>
                <a:latin typeface="Times New Roman"/>
                <a:cs typeface="Times New Roman"/>
              </a:rPr>
              <a:t>c</a:t>
            </a:r>
            <a:r>
              <a:rPr sz="1800" spc="126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83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177" dirty="0">
                <a:solidFill>
                  <a:srgbClr val="3E3742"/>
                </a:solidFill>
                <a:latin typeface="Times New Roman"/>
                <a:cs typeface="Times New Roman"/>
              </a:rPr>
              <a:t>ah</a:t>
            </a:r>
            <a:r>
              <a:rPr sz="1800" spc="-4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d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n </a:t>
            </a:r>
            <a:r>
              <a:rPr sz="1800" spc="1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0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113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102" dirty="0">
                <a:solidFill>
                  <a:srgbClr val="3E3742"/>
                </a:solidFill>
                <a:latin typeface="Times New Roman"/>
                <a:cs typeface="Times New Roman"/>
              </a:rPr>
              <a:t>han</a:t>
            </a:r>
            <a:r>
              <a:rPr sz="1800" spc="172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07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64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100" dirty="0">
                <a:solidFill>
                  <a:srgbClr val="3E3742"/>
                </a:solidFill>
                <a:latin typeface="Times New Roman"/>
                <a:cs typeface="Times New Roman"/>
              </a:rPr>
              <a:t>ah</a:t>
            </a:r>
            <a:r>
              <a:rPr sz="1800" spc="-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47" dirty="0">
                <a:solidFill>
                  <a:srgbClr val="3E3742"/>
                </a:solidFill>
                <a:latin typeface="Times New Roman"/>
                <a:cs typeface="Times New Roman"/>
              </a:rPr>
              <a:t>Yang</a:t>
            </a:r>
            <a:r>
              <a:rPr sz="1800" spc="21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52" dirty="0">
                <a:solidFill>
                  <a:srgbClr val="3E3742"/>
                </a:solidFill>
                <a:latin typeface="Times New Roman"/>
                <a:cs typeface="Times New Roman"/>
              </a:rPr>
              <a:t>Maha</a:t>
            </a:r>
            <a:r>
              <a:rPr sz="1800" spc="-35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48" dirty="0">
                <a:solidFill>
                  <a:srgbClr val="3E3742"/>
                </a:solidFill>
                <a:latin typeface="Times New Roman"/>
                <a:cs typeface="Times New Roman"/>
              </a:rPr>
              <a:t>Pem</a:t>
            </a:r>
            <a:r>
              <a:rPr sz="1800" spc="130" dirty="0">
                <a:solidFill>
                  <a:srgbClr val="3E3742"/>
                </a:solidFill>
                <a:latin typeface="Times New Roman"/>
                <a:cs typeface="Times New Roman"/>
              </a:rPr>
              <a:t>ur</a:t>
            </a:r>
            <a:r>
              <a:rPr sz="1800" spc="17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25" dirty="0">
                <a:solidFill>
                  <a:srgbClr val="3E3742"/>
                </a:solidFill>
                <a:latin typeface="Times New Roman"/>
                <a:cs typeface="Times New Roman"/>
              </a:rPr>
              <a:t>h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r>
              <a:rPr sz="1800" spc="-5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Yang</a:t>
            </a:r>
            <a:r>
              <a:rPr sz="1800" spc="16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207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97" dirty="0">
                <a:solidFill>
                  <a:srgbClr val="3E3742"/>
                </a:solidFill>
                <a:latin typeface="Times New Roman"/>
                <a:cs typeface="Times New Roman"/>
              </a:rPr>
              <a:t>e</a:t>
            </a:r>
            <a:r>
              <a:rPr sz="1800" spc="96" dirty="0">
                <a:solidFill>
                  <a:srgbClr val="3E3742"/>
                </a:solidFill>
                <a:latin typeface="Times New Roman"/>
                <a:cs typeface="Times New Roman"/>
              </a:rPr>
              <a:t>ngajar</a:t>
            </a:r>
            <a:r>
              <a:rPr sz="1800" spc="-1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-82" dirty="0">
                <a:solidFill>
                  <a:srgbClr val="3E3742"/>
                </a:solidFill>
                <a:latin typeface="Times New Roman"/>
                <a:cs typeface="Times New Roman"/>
              </a:rPr>
              <a:t>(</a:t>
            </a:r>
            <a:r>
              <a:rPr sz="1800" spc="292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71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88" dirty="0">
                <a:solidFill>
                  <a:srgbClr val="3E3742"/>
                </a:solidFill>
                <a:latin typeface="Times New Roman"/>
                <a:cs typeface="Times New Roman"/>
              </a:rPr>
              <a:t>nusi</a:t>
            </a:r>
            <a:r>
              <a:rPr sz="1800" spc="99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-77" dirty="0">
                <a:solidFill>
                  <a:srgbClr val="3E3742"/>
                </a:solidFill>
                <a:latin typeface="Times New Roman"/>
                <a:cs typeface="Times New Roman"/>
              </a:rPr>
              <a:t>)</a:t>
            </a:r>
            <a:r>
              <a:rPr sz="1800" spc="-58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7" dirty="0">
                <a:solidFill>
                  <a:srgbClr val="3E3742"/>
                </a:solidFill>
                <a:latin typeface="Times New Roman"/>
                <a:cs typeface="Times New Roman"/>
              </a:rPr>
              <a:t>dengan</a:t>
            </a:r>
            <a:r>
              <a:rPr sz="1800" spc="63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1" dirty="0">
                <a:solidFill>
                  <a:srgbClr val="3E3742"/>
                </a:solidFill>
                <a:latin typeface="Times New Roman"/>
                <a:cs typeface="Times New Roman"/>
              </a:rPr>
              <a:t>per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10" dirty="0">
                <a:solidFill>
                  <a:srgbClr val="3E3742"/>
                </a:solidFill>
                <a:latin typeface="Times New Roman"/>
                <a:cs typeface="Times New Roman"/>
              </a:rPr>
              <a:t>nt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94" dirty="0">
                <a:solidFill>
                  <a:srgbClr val="3E3742"/>
                </a:solidFill>
                <a:latin typeface="Times New Roman"/>
                <a:cs typeface="Times New Roman"/>
              </a:rPr>
              <a:t>r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an</a:t>
            </a:r>
            <a:r>
              <a:rPr sz="1800" spc="405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34" dirty="0">
                <a:solidFill>
                  <a:srgbClr val="3E3742"/>
                </a:solidFill>
                <a:latin typeface="Times New Roman"/>
                <a:cs typeface="Times New Roman"/>
              </a:rPr>
              <a:t>ka</a:t>
            </a:r>
            <a:r>
              <a:rPr sz="1800" spc="84" dirty="0">
                <a:solidFill>
                  <a:srgbClr val="3E3742"/>
                </a:solidFill>
                <a:latin typeface="Times New Roman"/>
                <a:cs typeface="Times New Roman"/>
              </a:rPr>
              <a:t>l</a:t>
            </a:r>
            <a:r>
              <a:rPr sz="1800" spc="132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222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-15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-4" dirty="0">
                <a:solidFill>
                  <a:srgbClr val="3E3742"/>
                </a:solidFill>
                <a:latin typeface="Times New Roman"/>
                <a:cs typeface="Times New Roman"/>
              </a:rPr>
              <a:t>(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t</a:t>
            </a:r>
            <a:r>
              <a:rPr sz="1800" spc="4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0" dirty="0">
                <a:solidFill>
                  <a:srgbClr val="3E3742"/>
                </a:solidFill>
                <a:latin typeface="Times New Roman"/>
                <a:cs typeface="Times New Roman"/>
              </a:rPr>
              <a:t>lis</a:t>
            </a:r>
            <a:r>
              <a:rPr sz="1800" spc="140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76" dirty="0">
                <a:solidFill>
                  <a:srgbClr val="3E3742"/>
                </a:solidFill>
                <a:latin typeface="Times New Roman"/>
                <a:cs typeface="Times New Roman"/>
              </a:rPr>
              <a:t>baca</a:t>
            </a:r>
            <a:r>
              <a:rPr sz="1800" spc="-82" dirty="0">
                <a:solidFill>
                  <a:srgbClr val="3E3742"/>
                </a:solidFill>
                <a:latin typeface="Times New Roman"/>
                <a:cs typeface="Times New Roman"/>
              </a:rPr>
              <a:t>)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 </a:t>
            </a:r>
            <a:r>
              <a:rPr sz="1800" spc="50" dirty="0">
                <a:solidFill>
                  <a:srgbClr val="3E3742"/>
                </a:solidFill>
                <a:latin typeface="Times New Roman"/>
                <a:cs typeface="Times New Roman"/>
              </a:rPr>
              <a:t>Dia</a:t>
            </a:r>
            <a:r>
              <a:rPr sz="1800" spc="-34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223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05" dirty="0">
                <a:solidFill>
                  <a:srgbClr val="3E3742"/>
                </a:solidFill>
                <a:latin typeface="Times New Roman"/>
                <a:cs typeface="Times New Roman"/>
              </a:rPr>
              <a:t>e</a:t>
            </a:r>
            <a:r>
              <a:rPr sz="1800" spc="109" dirty="0">
                <a:solidFill>
                  <a:srgbClr val="3E3742"/>
                </a:solidFill>
                <a:latin typeface="Times New Roman"/>
                <a:cs typeface="Times New Roman"/>
              </a:rPr>
              <a:t>ngajarkan</a:t>
            </a:r>
            <a:r>
              <a:rPr sz="1800" spc="-178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94" dirty="0">
                <a:solidFill>
                  <a:srgbClr val="3E3742"/>
                </a:solidFill>
                <a:latin typeface="Times New Roman"/>
                <a:cs typeface="Times New Roman"/>
              </a:rPr>
              <a:t>m</a:t>
            </a:r>
            <a:r>
              <a:rPr sz="1800" spc="116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105" dirty="0">
                <a:solidFill>
                  <a:srgbClr val="3E3742"/>
                </a:solidFill>
                <a:latin typeface="Times New Roman"/>
                <a:cs typeface="Times New Roman"/>
              </a:rPr>
              <a:t>nusia</a:t>
            </a:r>
            <a:r>
              <a:rPr sz="1800" spc="37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3" dirty="0">
                <a:solidFill>
                  <a:srgbClr val="3E3742"/>
                </a:solidFill>
                <a:latin typeface="Times New Roman"/>
                <a:cs typeface="Times New Roman"/>
              </a:rPr>
              <a:t>ap</a:t>
            </a:r>
            <a:r>
              <a:rPr sz="1800" spc="110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213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120" dirty="0">
                <a:solidFill>
                  <a:srgbClr val="3E3742"/>
                </a:solidFill>
                <a:latin typeface="Times New Roman"/>
                <a:cs typeface="Times New Roman"/>
              </a:rPr>
              <a:t>yang</a:t>
            </a:r>
            <a:r>
              <a:rPr sz="1800" spc="96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48" dirty="0">
                <a:solidFill>
                  <a:srgbClr val="3E3742"/>
                </a:solidFill>
                <a:latin typeface="Times New Roman"/>
                <a:cs typeface="Times New Roman"/>
              </a:rPr>
              <a:t>ti</a:t>
            </a:r>
            <a:r>
              <a:rPr sz="1800" spc="94" dirty="0">
                <a:solidFill>
                  <a:srgbClr val="3E3742"/>
                </a:solidFill>
                <a:latin typeface="Times New Roman"/>
                <a:cs typeface="Times New Roman"/>
              </a:rPr>
              <a:t>d</a:t>
            </a:r>
            <a:r>
              <a:rPr sz="1800" spc="75" dirty="0">
                <a:solidFill>
                  <a:srgbClr val="3E3742"/>
                </a:solidFill>
                <a:latin typeface="Times New Roman"/>
                <a:cs typeface="Times New Roman"/>
              </a:rPr>
              <a:t>ak</a:t>
            </a:r>
            <a:r>
              <a:rPr sz="1800" spc="39" dirty="0">
                <a:solidFill>
                  <a:srgbClr val="3E3742"/>
                </a:solidFill>
                <a:latin typeface="Times New Roman"/>
                <a:cs typeface="Times New Roman"/>
              </a:rPr>
              <a:t> </a:t>
            </a:r>
            <a:r>
              <a:rPr sz="1800" spc="89" dirty="0">
                <a:solidFill>
                  <a:srgbClr val="3E3742"/>
                </a:solidFill>
                <a:latin typeface="Times New Roman"/>
                <a:cs typeface="Times New Roman"/>
              </a:rPr>
              <a:t>diketah</a:t>
            </a:r>
            <a:r>
              <a:rPr sz="1800" spc="112" dirty="0">
                <a:solidFill>
                  <a:srgbClr val="3E3742"/>
                </a:solidFill>
                <a:latin typeface="Times New Roman"/>
                <a:cs typeface="Times New Roman"/>
              </a:rPr>
              <a:t>u</a:t>
            </a:r>
            <a:r>
              <a:rPr sz="1800" spc="40" dirty="0">
                <a:solidFill>
                  <a:srgbClr val="3E3742"/>
                </a:solidFill>
                <a:latin typeface="Times New Roman"/>
                <a:cs typeface="Times New Roman"/>
              </a:rPr>
              <a:t>in</a:t>
            </a:r>
            <a:r>
              <a:rPr sz="1800" spc="48" dirty="0">
                <a:solidFill>
                  <a:srgbClr val="3E3742"/>
                </a:solidFill>
                <a:latin typeface="Times New Roman"/>
                <a:cs typeface="Times New Roman"/>
              </a:rPr>
              <a:t>y</a:t>
            </a:r>
            <a:r>
              <a:rPr sz="1800" spc="243" dirty="0">
                <a:solidFill>
                  <a:srgbClr val="3E3742"/>
                </a:solidFill>
                <a:latin typeface="Times New Roman"/>
                <a:cs typeface="Times New Roman"/>
              </a:rPr>
              <a:t>a</a:t>
            </a:r>
            <a:r>
              <a:rPr sz="1800" spc="-130" dirty="0">
                <a:solidFill>
                  <a:srgbClr val="3E3742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  <a:p>
            <a:pPr marL="800747" marR="805794" algn="ctr">
              <a:lnSpc>
                <a:spcPts val="2500"/>
              </a:lnSpc>
              <a:spcBef>
                <a:spcPts val="1399"/>
              </a:spcBef>
            </a:pPr>
            <a:r>
              <a:rPr sz="2000" b="1" spc="-308" dirty="0">
                <a:solidFill>
                  <a:srgbClr val="3E3742"/>
                </a:solidFill>
                <a:latin typeface="Source Sans Pro Black"/>
                <a:cs typeface="Source Sans Pro Black"/>
              </a:rPr>
              <a:t>— </a:t>
            </a:r>
            <a:r>
              <a:rPr sz="2000" b="1" spc="101" dirty="0">
                <a:solidFill>
                  <a:srgbClr val="3E3742"/>
                </a:solidFill>
                <a:latin typeface="Times New Roman"/>
                <a:cs typeface="Times New Roman"/>
              </a:rPr>
              <a:t>QS Al-Alaq: 1-5 </a:t>
            </a:r>
            <a:r>
              <a:rPr sz="2000" b="1" spc="-308" dirty="0">
                <a:solidFill>
                  <a:srgbClr val="3E3742"/>
                </a:solidFill>
                <a:latin typeface="Source Sans Pro Black"/>
                <a:cs typeface="Source Sans Pro Black"/>
              </a:rPr>
              <a:t>—</a:t>
            </a:r>
            <a:endParaRPr sz="2000">
              <a:latin typeface="Source Sans Pro Black"/>
              <a:cs typeface="Source Sans Pro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21729" y="3379414"/>
            <a:ext cx="3940759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90" dirty="0">
                <a:latin typeface="Times New Roman"/>
                <a:cs typeface="Times New Roman"/>
              </a:rPr>
              <a:t>Kata iqra’,  menurut  Quraish Shihab,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23626" y="3379414"/>
            <a:ext cx="824356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71" dirty="0">
                <a:latin typeface="Times New Roman"/>
                <a:cs typeface="Times New Roman"/>
              </a:rPr>
              <a:t>diambil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21729" y="3653734"/>
            <a:ext cx="4824984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88" dirty="0">
                <a:latin typeface="Times New Roman"/>
                <a:cs typeface="Times New Roman"/>
              </a:rPr>
              <a:t>dari akar  kata yang berarti menghimpun. Dari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21729" y="3927831"/>
            <a:ext cx="1432779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26" dirty="0">
                <a:latin typeface="Times New Roman"/>
                <a:cs typeface="Times New Roman"/>
              </a:rPr>
              <a:t>menghimpun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22183" y="3927831"/>
            <a:ext cx="518406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59" dirty="0">
                <a:latin typeface="Times New Roman"/>
                <a:cs typeface="Times New Roman"/>
              </a:rPr>
              <a:t>lahir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07983" y="3927831"/>
            <a:ext cx="680910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33" dirty="0">
                <a:latin typeface="Times New Roman"/>
                <a:cs typeface="Times New Roman"/>
              </a:rPr>
              <a:t>aneka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54946" y="3927831"/>
            <a:ext cx="766282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146" dirty="0">
                <a:latin typeface="Times New Roman"/>
                <a:cs typeface="Times New Roman"/>
              </a:rPr>
              <a:t>makna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87888" y="3927831"/>
            <a:ext cx="760331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98" dirty="0">
                <a:latin typeface="Times New Roman"/>
                <a:cs typeface="Times New Roman"/>
              </a:rPr>
              <a:t>seperti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21729" y="4202628"/>
            <a:ext cx="1712645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17" dirty="0">
                <a:latin typeface="Times New Roman"/>
                <a:cs typeface="Times New Roman"/>
              </a:rPr>
              <a:t>menyampaikan,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4463" y="4202628"/>
            <a:ext cx="1138605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26" dirty="0">
                <a:latin typeface="Times New Roman"/>
                <a:cs typeface="Times New Roman"/>
              </a:rPr>
              <a:t>menelaah,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4768" y="4202628"/>
            <a:ext cx="1594281" cy="80263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329437">
              <a:lnSpc>
                <a:spcPts val="1930"/>
              </a:lnSpc>
            </a:pPr>
            <a:r>
              <a:rPr sz="1800" spc="108" dirty="0">
                <a:latin typeface="Times New Roman"/>
                <a:cs typeface="Times New Roman"/>
              </a:rPr>
              <a:t>mendalami,</a:t>
            </a:r>
            <a:endParaRPr sz="1800">
              <a:latin typeface="Times New Roman"/>
              <a:cs typeface="Times New Roman"/>
            </a:endParaRPr>
          </a:p>
          <a:p>
            <a:pPr marL="12700" marR="7356" indent="17017">
              <a:lnSpc>
                <a:spcPct val="100041"/>
              </a:lnSpc>
            </a:pPr>
            <a:r>
              <a:rPr sz="1800" spc="154" dirty="0">
                <a:latin typeface="Times New Roman"/>
                <a:cs typeface="Times New Roman"/>
              </a:rPr>
              <a:t>sesua</a:t>
            </a:r>
            <a:r>
              <a:rPr sz="1800" spc="103" dirty="0">
                <a:latin typeface="Times New Roman"/>
                <a:cs typeface="Times New Roman"/>
              </a:rPr>
              <a:t>t</a:t>
            </a:r>
            <a:r>
              <a:rPr sz="1800" spc="112" dirty="0">
                <a:latin typeface="Times New Roman"/>
                <a:cs typeface="Times New Roman"/>
              </a:rPr>
              <a:t>u</a:t>
            </a:r>
            <a:r>
              <a:rPr sz="1800" spc="-130" dirty="0">
                <a:latin typeface="Times New Roman"/>
                <a:cs typeface="Times New Roman"/>
              </a:rPr>
              <a:t>,</a:t>
            </a:r>
            <a:r>
              <a:rPr sz="1800" spc="0" dirty="0">
                <a:latin typeface="Times New Roman"/>
                <a:cs typeface="Times New Roman"/>
              </a:rPr>
              <a:t>    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68" dirty="0">
                <a:latin typeface="Times New Roman"/>
                <a:cs typeface="Times New Roman"/>
              </a:rPr>
              <a:t>dan</a:t>
            </a:r>
            <a:r>
              <a:rPr sz="1800" spc="89" dirty="0">
                <a:latin typeface="Times New Roman"/>
                <a:cs typeface="Times New Roman"/>
              </a:rPr>
              <a:t> </a:t>
            </a:r>
            <a:r>
              <a:rPr sz="1800" spc="197" dirty="0">
                <a:latin typeface="Times New Roman"/>
                <a:cs typeface="Times New Roman"/>
              </a:rPr>
              <a:t>m</a:t>
            </a:r>
            <a:r>
              <a:rPr sz="1800" spc="118" dirty="0">
                <a:latin typeface="Times New Roman"/>
                <a:cs typeface="Times New Roman"/>
              </a:rPr>
              <a:t>a</a:t>
            </a:r>
            <a:r>
              <a:rPr sz="1800" spc="140" dirty="0">
                <a:latin typeface="Times New Roman"/>
                <a:cs typeface="Times New Roman"/>
              </a:rPr>
              <a:t>u</a:t>
            </a:r>
            <a:r>
              <a:rPr sz="1800" spc="134" dirty="0">
                <a:latin typeface="Times New Roman"/>
                <a:cs typeface="Times New Roman"/>
              </a:rPr>
              <a:t>p</a:t>
            </a:r>
            <a:r>
              <a:rPr sz="1800" spc="140" dirty="0">
                <a:latin typeface="Times New Roman"/>
                <a:cs typeface="Times New Roman"/>
              </a:rPr>
              <a:t>u</a:t>
            </a:r>
            <a:r>
              <a:rPr sz="1800" spc="134" dirty="0">
                <a:latin typeface="Times New Roman"/>
                <a:cs typeface="Times New Roman"/>
              </a:rPr>
              <a:t>n</a:t>
            </a:r>
            <a:r>
              <a:rPr sz="1800" spc="66" dirty="0">
                <a:latin typeface="Times New Roman"/>
                <a:cs typeface="Times New Roman"/>
              </a:rPr>
              <a:t> </a:t>
            </a:r>
            <a:r>
              <a:rPr sz="1800" spc="115" dirty="0">
                <a:latin typeface="Times New Roman"/>
                <a:cs typeface="Times New Roman"/>
              </a:rPr>
              <a:t> </a:t>
            </a:r>
            <a:r>
              <a:rPr sz="1800" spc="48" dirty="0">
                <a:latin typeface="Times New Roman"/>
                <a:cs typeface="Times New Roman"/>
              </a:rPr>
              <a:t>ti</a:t>
            </a:r>
            <a:r>
              <a:rPr sz="1800" spc="94" dirty="0">
                <a:latin typeface="Times New Roman"/>
                <a:cs typeface="Times New Roman"/>
              </a:rPr>
              <a:t>d</a:t>
            </a:r>
            <a:r>
              <a:rPr sz="1800" spc="70" dirty="0">
                <a:latin typeface="Times New Roman"/>
                <a:cs typeface="Times New Roman"/>
              </a:rPr>
              <a:t>a</a:t>
            </a:r>
            <a:r>
              <a:rPr sz="1800" spc="85" dirty="0">
                <a:latin typeface="Times New Roman"/>
                <a:cs typeface="Times New Roman"/>
              </a:rPr>
              <a:t>k</a:t>
            </a:r>
            <a:r>
              <a:rPr sz="1800" spc="-130" dirty="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1729" y="4476948"/>
            <a:ext cx="2450287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75" dirty="0">
                <a:latin typeface="Times New Roman"/>
                <a:cs typeface="Times New Roman"/>
              </a:rPr>
              <a:t>menelit</a:t>
            </a:r>
            <a:r>
              <a:rPr sz="1800" spc="53" dirty="0">
                <a:latin typeface="Times New Roman"/>
                <a:cs typeface="Times New Roman"/>
              </a:rPr>
              <a:t>i</a:t>
            </a:r>
            <a:r>
              <a:rPr sz="1800" spc="-130" dirty="0">
                <a:latin typeface="Times New Roman"/>
                <a:cs typeface="Times New Roman"/>
              </a:rPr>
              <a:t>,</a:t>
            </a:r>
            <a:r>
              <a:rPr sz="1800" spc="0" dirty="0">
                <a:latin typeface="Times New Roman"/>
                <a:cs typeface="Times New Roman"/>
              </a:rPr>
              <a:t>    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68" dirty="0">
                <a:latin typeface="Times New Roman"/>
                <a:cs typeface="Times New Roman"/>
              </a:rPr>
              <a:t>meng</a:t>
            </a:r>
            <a:r>
              <a:rPr sz="1800" spc="129" dirty="0">
                <a:latin typeface="Times New Roman"/>
                <a:cs typeface="Times New Roman"/>
              </a:rPr>
              <a:t>e</a:t>
            </a:r>
            <a:r>
              <a:rPr sz="1800" spc="153" dirty="0">
                <a:latin typeface="Times New Roman"/>
                <a:cs typeface="Times New Roman"/>
              </a:rPr>
              <a:t>t</a:t>
            </a:r>
            <a:r>
              <a:rPr sz="1800" spc="251" dirty="0">
                <a:latin typeface="Times New Roman"/>
                <a:cs typeface="Times New Roman"/>
              </a:rPr>
              <a:t>a</a:t>
            </a:r>
            <a:r>
              <a:rPr sz="1800" spc="44" dirty="0">
                <a:latin typeface="Times New Roman"/>
                <a:cs typeface="Times New Roman"/>
              </a:rPr>
              <a:t>hui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92412" y="4476948"/>
            <a:ext cx="359384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-10" dirty="0">
                <a:latin typeface="Times New Roman"/>
                <a:cs typeface="Times New Roman"/>
              </a:rPr>
              <a:t>ciri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21729" y="4751268"/>
            <a:ext cx="3161817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08" dirty="0">
                <a:latin typeface="Times New Roman"/>
                <a:cs typeface="Times New Roman"/>
              </a:rPr>
              <a:t>membaca  baik  yang  tertulis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1729" y="5025365"/>
            <a:ext cx="4827923" cy="254279"/>
          </a:xfrm>
          <a:prstGeom prst="rect">
            <a:avLst/>
          </a:prstGeom>
        </p:spPr>
        <p:txBody>
          <a:bodyPr wrap="square" lIns="0" tIns="12287" rIns="0" bIns="0" rtlCol="0">
            <a:noAutofit/>
          </a:bodyPr>
          <a:lstStyle/>
          <a:p>
            <a:pPr marL="12700">
              <a:lnSpc>
                <a:spcPts val="1935"/>
              </a:lnSpc>
            </a:pPr>
            <a:r>
              <a:rPr sz="1800" spc="74" dirty="0">
                <a:latin typeface="Times New Roman"/>
                <a:cs typeface="Times New Roman"/>
              </a:rPr>
              <a:t>Sedangkan dari  segi  obyeknya,  perintah iqra’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1729" y="5300289"/>
            <a:ext cx="322808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55" dirty="0">
                <a:latin typeface="Times New Roman"/>
                <a:cs typeface="Times New Roman"/>
              </a:rPr>
              <a:t>itu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8449" y="5300289"/>
            <a:ext cx="1129080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26" dirty="0">
                <a:latin typeface="Times New Roman"/>
                <a:cs typeface="Times New Roman"/>
              </a:rPr>
              <a:t>mencakup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9714" y="5300289"/>
            <a:ext cx="741375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41" dirty="0">
                <a:latin typeface="Times New Roman"/>
                <a:cs typeface="Times New Roman"/>
              </a:rPr>
              <a:t>segala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24772" y="5300289"/>
            <a:ext cx="861618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40" dirty="0">
                <a:latin typeface="Times New Roman"/>
                <a:cs typeface="Times New Roman"/>
              </a:rPr>
              <a:t>sesuatu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0226" y="5300289"/>
            <a:ext cx="583184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50" dirty="0">
                <a:latin typeface="Times New Roman"/>
                <a:cs typeface="Times New Roman"/>
              </a:rPr>
              <a:t>yang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76026" y="5300289"/>
            <a:ext cx="672541" cy="253999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183" dirty="0">
                <a:latin typeface="Times New Roman"/>
                <a:cs typeface="Times New Roman"/>
              </a:rPr>
              <a:t>dapat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721729" y="5574559"/>
            <a:ext cx="2530525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78" dirty="0">
                <a:latin typeface="Times New Roman"/>
                <a:cs typeface="Times New Roman"/>
              </a:rPr>
              <a:t>dijangkau oleh manusia.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8649" y="947881"/>
            <a:ext cx="10666388" cy="1900301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7875" algn="just">
              <a:lnSpc>
                <a:spcPts val="1980"/>
              </a:lnSpc>
            </a:pPr>
            <a:r>
              <a:rPr sz="1800" spc="8" dirty="0">
                <a:latin typeface="Montserrat"/>
                <a:cs typeface="Montserrat"/>
              </a:rPr>
              <a:t>Atas dasar itu, sebenarnya tidak ada alasan untuk membuat dikotomi ilmu agama dan ilmu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946"/>
              </a:spcBef>
            </a:pPr>
            <a:r>
              <a:rPr sz="1800" dirty="0">
                <a:latin typeface="Montserrat"/>
                <a:cs typeface="Montserrat"/>
              </a:rPr>
              <a:t>n</a:t>
            </a:r>
            <a:r>
              <a:rPr sz="1800" spc="-14" dirty="0">
                <a:latin typeface="Montserrat"/>
                <a:cs typeface="Montserrat"/>
              </a:rPr>
              <a:t>o</a:t>
            </a:r>
            <a:r>
              <a:rPr sz="1800" spc="0" dirty="0">
                <a:latin typeface="Montserrat"/>
                <a:cs typeface="Montserrat"/>
              </a:rPr>
              <a:t>n 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g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-14" dirty="0">
                <a:latin typeface="Montserrat"/>
                <a:cs typeface="Montserrat"/>
              </a:rPr>
              <a:t>m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.</a:t>
            </a:r>
            <a:r>
              <a:rPr sz="1800" spc="9" dirty="0">
                <a:latin typeface="Montserrat"/>
                <a:cs typeface="Montserrat"/>
              </a:rPr>
              <a:t> </a:t>
            </a:r>
            <a:r>
              <a:rPr sz="1800" spc="-14" dirty="0">
                <a:latin typeface="Montserrat"/>
                <a:cs typeface="Montserrat"/>
              </a:rPr>
              <a:t>S</a:t>
            </a:r>
            <a:r>
              <a:rPr sz="1800" spc="-4" dirty="0">
                <a:latin typeface="Montserrat"/>
                <a:cs typeface="Montserrat"/>
              </a:rPr>
              <a:t>e</a:t>
            </a:r>
            <a:r>
              <a:rPr sz="1800" spc="4" dirty="0">
                <a:latin typeface="Montserrat"/>
                <a:cs typeface="Montserrat"/>
              </a:rPr>
              <a:t>b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9" dirty="0">
                <a:latin typeface="Montserrat"/>
                <a:cs typeface="Montserrat"/>
              </a:rPr>
              <a:t>b</a:t>
            </a:r>
            <a:r>
              <a:rPr sz="1800" spc="0" dirty="0">
                <a:latin typeface="Montserrat"/>
                <a:cs typeface="Montserrat"/>
              </a:rPr>
              <a:t>,</a:t>
            </a:r>
            <a:r>
              <a:rPr sz="1800" spc="10" dirty="0">
                <a:latin typeface="Montserrat"/>
                <a:cs typeface="Montserrat"/>
              </a:rPr>
              <a:t> </a:t>
            </a:r>
            <a:r>
              <a:rPr sz="1800" spc="-14" dirty="0">
                <a:latin typeface="Montserrat"/>
                <a:cs typeface="Montserrat"/>
              </a:rPr>
              <a:t>s</a:t>
            </a:r>
            <a:r>
              <a:rPr sz="1800" spc="-4" dirty="0">
                <a:latin typeface="Montserrat"/>
                <a:cs typeface="Montserrat"/>
              </a:rPr>
              <a:t>e</a:t>
            </a:r>
            <a:r>
              <a:rPr sz="1800" spc="4" dirty="0">
                <a:latin typeface="Montserrat"/>
                <a:cs typeface="Montserrat"/>
              </a:rPr>
              <a:t>b</a:t>
            </a:r>
            <a:r>
              <a:rPr sz="1800" spc="-9" dirty="0">
                <a:latin typeface="Montserrat"/>
                <a:cs typeface="Montserrat"/>
              </a:rPr>
              <a:t>ag</a:t>
            </a:r>
            <a:r>
              <a:rPr sz="1800" spc="0" dirty="0">
                <a:latin typeface="Montserrat"/>
                <a:cs typeface="Montserrat"/>
              </a:rPr>
              <a:t>ai</a:t>
            </a:r>
            <a:r>
              <a:rPr sz="1800" spc="15" dirty="0">
                <a:latin typeface="Montserrat"/>
                <a:cs typeface="Montserrat"/>
              </a:rPr>
              <a:t> 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g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-14" dirty="0">
                <a:latin typeface="Montserrat"/>
                <a:cs typeface="Montserrat"/>
              </a:rPr>
              <a:t>m</a:t>
            </a:r>
            <a:r>
              <a:rPr sz="1800" spc="0" dirty="0">
                <a:latin typeface="Montserrat"/>
                <a:cs typeface="Montserrat"/>
              </a:rPr>
              <a:t>a</a:t>
            </a:r>
            <a:r>
              <a:rPr sz="1800" spc="15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y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ng</a:t>
            </a:r>
            <a:r>
              <a:rPr sz="1800" spc="4" dirty="0">
                <a:latin typeface="Montserrat"/>
                <a:cs typeface="Montserrat"/>
              </a:rPr>
              <a:t> </a:t>
            </a:r>
            <a:r>
              <a:rPr sz="1800" spc="-14" dirty="0">
                <a:latin typeface="Montserrat"/>
                <a:cs typeface="Montserrat"/>
              </a:rPr>
              <a:t>m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m</a:t>
            </a:r>
            <a:r>
              <a:rPr sz="1800" spc="-1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</a:t>
            </a:r>
            <a:r>
              <a:rPr sz="1800" spc="-14" dirty="0">
                <a:latin typeface="Montserrat"/>
                <a:cs typeface="Montserrat"/>
              </a:rPr>
              <a:t>d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ng</a:t>
            </a:r>
            <a:r>
              <a:rPr sz="1800" spc="10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i</a:t>
            </a:r>
            <a:r>
              <a:rPr sz="1800" spc="-4" dirty="0">
                <a:latin typeface="Montserrat"/>
                <a:cs typeface="Montserrat"/>
              </a:rPr>
              <a:t>r</a:t>
            </a:r>
            <a:r>
              <a:rPr sz="1800" spc="-19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n</a:t>
            </a:r>
            <a:r>
              <a:rPr sz="1800" spc="-4" dirty="0">
                <a:latin typeface="Montserrat"/>
                <a:cs typeface="Montserrat"/>
              </a:rPr>
              <a:t>y</a:t>
            </a:r>
            <a:r>
              <a:rPr sz="1800" spc="0" dirty="0">
                <a:latin typeface="Montserrat"/>
                <a:cs typeface="Montserrat"/>
              </a:rPr>
              <a:t>a</a:t>
            </a:r>
            <a:r>
              <a:rPr sz="1800" spc="15" dirty="0">
                <a:latin typeface="Montserrat"/>
                <a:cs typeface="Montserrat"/>
              </a:rPr>
              <a:t> </a:t>
            </a:r>
            <a:r>
              <a:rPr sz="1800" spc="-4" dirty="0">
                <a:latin typeface="Montserrat"/>
                <a:cs typeface="Montserrat"/>
              </a:rPr>
              <a:t>p</a:t>
            </a:r>
            <a:r>
              <a:rPr sz="1800" spc="0" dirty="0">
                <a:latin typeface="Montserrat"/>
                <a:cs typeface="Montserrat"/>
              </a:rPr>
              <a:t>ali</a:t>
            </a:r>
            <a:r>
              <a:rPr sz="1800" spc="-19" dirty="0">
                <a:latin typeface="Montserrat"/>
                <a:cs typeface="Montserrat"/>
              </a:rPr>
              <a:t>n</a:t>
            </a:r>
            <a:r>
              <a:rPr sz="1800" spc="0" dirty="0">
                <a:latin typeface="Montserrat"/>
                <a:cs typeface="Montserrat"/>
              </a:rPr>
              <a:t>g</a:t>
            </a:r>
            <a:r>
              <a:rPr sz="1800" spc="15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le</a:t>
            </a:r>
            <a:r>
              <a:rPr sz="1800" spc="-14" dirty="0">
                <a:latin typeface="Montserrat"/>
                <a:cs typeface="Montserrat"/>
              </a:rPr>
              <a:t>n</a:t>
            </a:r>
            <a:r>
              <a:rPr sz="1800" spc="0" dirty="0">
                <a:latin typeface="Montserrat"/>
                <a:cs typeface="Montserrat"/>
              </a:rPr>
              <a:t>gkap</a:t>
            </a:r>
            <a:r>
              <a:rPr sz="1800" spc="4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ti</a:t>
            </a:r>
            <a:r>
              <a:rPr sz="1800" spc="-9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ak</a:t>
            </a:r>
            <a:r>
              <a:rPr sz="1800" spc="10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m</a:t>
            </a:r>
            <a:r>
              <a:rPr sz="1800" spc="-14" dirty="0">
                <a:latin typeface="Montserrat"/>
                <a:cs typeface="Montserrat"/>
              </a:rPr>
              <a:t>u</a:t>
            </a:r>
            <a:r>
              <a:rPr sz="1800" spc="0" dirty="0">
                <a:latin typeface="Montserrat"/>
                <a:cs typeface="Montserrat"/>
              </a:rPr>
              <a:t>ngk</a:t>
            </a:r>
            <a:r>
              <a:rPr sz="1800" spc="-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n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-2" dirty="0">
                <a:latin typeface="Montserrat"/>
                <a:cs typeface="Montserrat"/>
              </a:rPr>
              <a:t>memisahkan diri dari persoalan-persoalan yang bereperan penting dalam meningkatkan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21" dirty="0">
                <a:latin typeface="Montserrat"/>
                <a:cs typeface="Montserrat"/>
              </a:rPr>
              <a:t>kesejahteraan umatnya. Berkaitan dengan hal ini, Ghulsyani mengajukan beberapa alasan</a:t>
            </a:r>
            <a:endParaRPr sz="1800">
              <a:latin typeface="Montserrat"/>
              <a:cs typeface="Montserrat"/>
            </a:endParaRPr>
          </a:p>
          <a:p>
            <a:pPr marL="12700" marR="1935455" algn="just">
              <a:lnSpc>
                <a:spcPct val="101583"/>
              </a:lnSpc>
              <a:spcBef>
                <a:spcPts val="1046"/>
              </a:spcBef>
            </a:pPr>
            <a:r>
              <a:rPr sz="1800" spc="-3" dirty="0">
                <a:latin typeface="Montserrat"/>
                <a:cs typeface="Montserrat"/>
              </a:rPr>
              <a:t>untuk menolak dikotomi ilmu agama dan ilmu non agama sebagai berikut :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800" y="3082116"/>
            <a:ext cx="19157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1.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5849" y="3082116"/>
            <a:ext cx="82298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5317" y="3082116"/>
            <a:ext cx="110690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sebagian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9530" y="3082116"/>
            <a:ext cx="69199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besar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8709" y="3082116"/>
            <a:ext cx="54546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-1" dirty="0">
                <a:latin typeface="Montserrat"/>
                <a:cs typeface="Montserrat"/>
              </a:rPr>
              <a:t>ayat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9043" y="3082116"/>
            <a:ext cx="116873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al-Qur’an,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55614" y="3082116"/>
            <a:ext cx="90002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konsep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53326" y="3082116"/>
            <a:ext cx="57792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-2" dirty="0">
                <a:latin typeface="Montserrat"/>
                <a:cs typeface="Montserrat"/>
              </a:rPr>
              <a:t>ilmu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27188" y="3082116"/>
            <a:ext cx="80012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secara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24951" y="3082116"/>
            <a:ext cx="88265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mutlak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05391" y="3082116"/>
            <a:ext cx="95397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muncul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55554" y="3082116"/>
            <a:ext cx="79098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5849" y="3493596"/>
            <a:ext cx="685857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maknanya yang umum, seperti pada ayat 9 surat al-Zumar: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8649" y="3981054"/>
            <a:ext cx="10667456" cy="665955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i="1" spc="2" dirty="0">
                <a:latin typeface="Montserrat"/>
                <a:cs typeface="Montserrat"/>
              </a:rPr>
              <a:t>“Katakanlah:  adakah  sama  orang-orang  yang  mengetahui  dengan  orang-orang  yang</a:t>
            </a:r>
            <a:endParaRPr sz="1800">
              <a:latin typeface="Montserrat"/>
              <a:cs typeface="Montserrat"/>
            </a:endParaRPr>
          </a:p>
          <a:p>
            <a:pPr marL="12700" marR="34331">
              <a:lnSpc>
                <a:spcPct val="101583"/>
              </a:lnSpc>
              <a:spcBef>
                <a:spcPts val="948"/>
              </a:spcBef>
            </a:pPr>
            <a:r>
              <a:rPr sz="1800" i="1" spc="1" dirty="0">
                <a:latin typeface="Montserrat"/>
                <a:cs typeface="Montserrat"/>
              </a:rPr>
              <a:t>tidak mengetahui.”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649" y="4880690"/>
            <a:ext cx="851668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2" dirty="0">
                <a:latin typeface="Montserrat"/>
                <a:cs typeface="Montserrat"/>
              </a:rPr>
              <a:t>Beberapa ayat lain yang senada di antaranya QS 2:31; QS 12:76; QS 16: 70.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800" y="5368624"/>
            <a:ext cx="23908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2.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35849" y="5368624"/>
            <a:ext cx="10214140" cy="1076985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8" dirty="0">
                <a:latin typeface="Montserrat"/>
                <a:cs typeface="Montserrat"/>
              </a:rPr>
              <a:t>Beberapa  ayat  al-Qur’an  secara  eksplisit  menunjukkan  bahwa  ilmu  itu  tidak  hanya</a:t>
            </a:r>
            <a:endParaRPr sz="1800">
              <a:latin typeface="Montserrat"/>
              <a:cs typeface="Montserrat"/>
            </a:endParaRPr>
          </a:p>
          <a:p>
            <a:pPr marL="12700" marR="6485">
              <a:lnSpc>
                <a:spcPts val="3240"/>
              </a:lnSpc>
              <a:spcBef>
                <a:spcPts val="258"/>
              </a:spcBef>
            </a:pPr>
            <a:r>
              <a:rPr sz="1800" spc="4" dirty="0">
                <a:latin typeface="Montserrat"/>
                <a:cs typeface="Montserrat"/>
              </a:rPr>
              <a:t>be</a:t>
            </a:r>
            <a:r>
              <a:rPr sz="1800" spc="0" dirty="0">
                <a:latin typeface="Montserrat"/>
                <a:cs typeface="Montserrat"/>
              </a:rPr>
              <a:t>ru</a:t>
            </a:r>
            <a:r>
              <a:rPr sz="1800" spc="4" dirty="0">
                <a:latin typeface="Montserrat"/>
                <a:cs typeface="Montserrat"/>
              </a:rPr>
              <a:t>p</a:t>
            </a:r>
            <a:r>
              <a:rPr sz="1800" spc="0" dirty="0">
                <a:latin typeface="Montserrat"/>
                <a:cs typeface="Montserrat"/>
              </a:rPr>
              <a:t>a </a:t>
            </a:r>
            <a:r>
              <a:rPr sz="1800" spc="79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p</a:t>
            </a:r>
            <a:r>
              <a:rPr sz="1800" spc="0" dirty="0">
                <a:latin typeface="Montserrat"/>
                <a:cs typeface="Montserrat"/>
              </a:rPr>
              <a:t>r</a:t>
            </a:r>
            <a:r>
              <a:rPr sz="1800" spc="-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n</a:t>
            </a:r>
            <a:r>
              <a:rPr sz="1800" spc="-4" dirty="0">
                <a:latin typeface="Montserrat"/>
                <a:cs typeface="Montserrat"/>
              </a:rPr>
              <a:t>s</a:t>
            </a:r>
            <a:r>
              <a:rPr sz="1800" spc="4" dirty="0">
                <a:latin typeface="Montserrat"/>
                <a:cs typeface="Montserrat"/>
              </a:rPr>
              <a:t>i</a:t>
            </a:r>
            <a:r>
              <a:rPr sz="1800" spc="9" dirty="0">
                <a:latin typeface="Montserrat"/>
                <a:cs typeface="Montserrat"/>
              </a:rPr>
              <a:t>p</a:t>
            </a:r>
            <a:r>
              <a:rPr sz="1800" spc="4" dirty="0">
                <a:latin typeface="Montserrat"/>
                <a:cs typeface="Montserrat"/>
              </a:rPr>
              <a:t>-p</a:t>
            </a:r>
            <a:r>
              <a:rPr sz="1800" spc="0" dirty="0">
                <a:latin typeface="Montserrat"/>
                <a:cs typeface="Montserrat"/>
              </a:rPr>
              <a:t>r</a:t>
            </a:r>
            <a:r>
              <a:rPr sz="1800" spc="-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n</a:t>
            </a:r>
            <a:r>
              <a:rPr sz="1800" spc="-4" dirty="0">
                <a:latin typeface="Montserrat"/>
                <a:cs typeface="Montserrat"/>
              </a:rPr>
              <a:t>s</a:t>
            </a:r>
            <a:r>
              <a:rPr sz="1800" spc="0" dirty="0">
                <a:latin typeface="Montserrat"/>
                <a:cs typeface="Montserrat"/>
              </a:rPr>
              <a:t>ip </a:t>
            </a:r>
            <a:r>
              <a:rPr sz="1800" spc="75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an </a:t>
            </a:r>
            <a:r>
              <a:rPr sz="1800" spc="74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huku</a:t>
            </a:r>
            <a:r>
              <a:rPr sz="1800" spc="-4" dirty="0">
                <a:latin typeface="Montserrat"/>
                <a:cs typeface="Montserrat"/>
              </a:rPr>
              <a:t>m</a:t>
            </a:r>
            <a:r>
              <a:rPr sz="1800" spc="4" dirty="0">
                <a:latin typeface="Montserrat"/>
                <a:cs typeface="Montserrat"/>
              </a:rPr>
              <a:t>-</a:t>
            </a:r>
            <a:r>
              <a:rPr sz="1800" spc="0" dirty="0">
                <a:latin typeface="Montserrat"/>
                <a:cs typeface="Montserrat"/>
              </a:rPr>
              <a:t>huk</a:t>
            </a:r>
            <a:r>
              <a:rPr sz="1800" spc="9" dirty="0">
                <a:latin typeface="Montserrat"/>
                <a:cs typeface="Montserrat"/>
              </a:rPr>
              <a:t>u</a:t>
            </a:r>
            <a:r>
              <a:rPr sz="1800" spc="0" dirty="0">
                <a:latin typeface="Montserrat"/>
                <a:cs typeface="Montserrat"/>
              </a:rPr>
              <a:t>m </a:t>
            </a:r>
            <a:r>
              <a:rPr sz="1800" spc="6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g</a:t>
            </a:r>
            <a:r>
              <a:rPr sz="1800" spc="0" dirty="0">
                <a:latin typeface="Montserrat"/>
                <a:cs typeface="Montserrat"/>
              </a:rPr>
              <a:t>ama </a:t>
            </a:r>
            <a:r>
              <a:rPr sz="1800" spc="7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sa</a:t>
            </a:r>
            <a:r>
              <a:rPr sz="1800" spc="-9" dirty="0">
                <a:latin typeface="Montserrat"/>
                <a:cs typeface="Montserrat"/>
              </a:rPr>
              <a:t>j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. </a:t>
            </a:r>
            <a:r>
              <a:rPr sz="1800" spc="75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Mis</a:t>
            </a:r>
            <a:r>
              <a:rPr sz="1800" spc="9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lny</a:t>
            </a:r>
            <a:r>
              <a:rPr sz="1800" spc="-1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, </a:t>
            </a:r>
            <a:r>
              <a:rPr sz="1800" spc="75" dirty="0">
                <a:latin typeface="Montserrat"/>
                <a:cs typeface="Montserrat"/>
              </a:rPr>
              <a:t> </a:t>
            </a:r>
            <a:r>
              <a:rPr sz="1800" spc="14" dirty="0">
                <a:latin typeface="Montserrat"/>
                <a:cs typeface="Montserrat"/>
              </a:rPr>
              <a:t>f</a:t>
            </a:r>
            <a:r>
              <a:rPr sz="1800" spc="0" dirty="0">
                <a:latin typeface="Montserrat"/>
                <a:cs typeface="Montserrat"/>
              </a:rPr>
              <a:t>i</a:t>
            </a:r>
            <a:r>
              <a:rPr sz="1800" spc="4" dirty="0">
                <a:latin typeface="Montserrat"/>
                <a:cs typeface="Montserrat"/>
              </a:rPr>
              <a:t>r</a:t>
            </a:r>
            <a:r>
              <a:rPr sz="1800" spc="0" dirty="0">
                <a:latin typeface="Montserrat"/>
                <a:cs typeface="Montserrat"/>
              </a:rPr>
              <a:t>man </a:t>
            </a:r>
            <a:r>
              <a:rPr sz="1800" spc="6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Al</a:t>
            </a:r>
            <a:r>
              <a:rPr sz="1800" spc="-4" dirty="0">
                <a:latin typeface="Montserrat"/>
                <a:cs typeface="Montserrat"/>
              </a:rPr>
              <a:t>l</a:t>
            </a:r>
            <a:r>
              <a:rPr sz="1800" spc="0" dirty="0">
                <a:latin typeface="Montserrat"/>
                <a:cs typeface="Montserrat"/>
              </a:rPr>
              <a:t>ah </a:t>
            </a:r>
            <a:r>
              <a:rPr sz="1800" spc="69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p</a:t>
            </a:r>
            <a:r>
              <a:rPr sz="1800" spc="14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a surat </a:t>
            </a:r>
            <a:r>
              <a:rPr sz="1800" spc="-4" dirty="0">
                <a:latin typeface="Montserrat"/>
                <a:cs typeface="Montserrat"/>
              </a:rPr>
              <a:t>F</a:t>
            </a:r>
            <a:r>
              <a:rPr sz="1800" spc="0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t</a:t>
            </a:r>
            <a:r>
              <a:rPr sz="1800" spc="0" dirty="0">
                <a:latin typeface="Montserrat"/>
                <a:cs typeface="Montserrat"/>
              </a:rPr>
              <a:t>h</a:t>
            </a:r>
            <a:r>
              <a:rPr sz="1800" spc="-9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r ay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t </a:t>
            </a:r>
            <a:r>
              <a:rPr sz="1800" spc="4" dirty="0">
                <a:latin typeface="Montserrat"/>
                <a:cs typeface="Montserrat"/>
              </a:rPr>
              <a:t>27-2</a:t>
            </a:r>
            <a:r>
              <a:rPr sz="1800" spc="0" dirty="0">
                <a:latin typeface="Montserrat"/>
                <a:cs typeface="Montserrat"/>
              </a:rPr>
              <a:t>8: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8649" y="1044560"/>
            <a:ext cx="10670146" cy="665955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 marR="1078">
              <a:lnSpc>
                <a:spcPts val="1985"/>
              </a:lnSpc>
            </a:pPr>
            <a:r>
              <a:rPr sz="1800" i="1" spc="9" dirty="0">
                <a:latin typeface="Montserrat"/>
                <a:cs typeface="Montserrat"/>
              </a:rPr>
              <a:t>“Tidakkah  kamu  melihat  bahwasanya  Allah  menurunkan  hujan  dari  langit  lalu  Kami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948"/>
              </a:spcBef>
            </a:pPr>
            <a:r>
              <a:rPr sz="1800" i="1" spc="37" dirty="0">
                <a:latin typeface="Montserrat"/>
                <a:cs typeface="Montserrat"/>
              </a:rPr>
              <a:t>hasilkan dengan hujan itu buah-buahan yang beraneka ragam jenisnya. Dan di antara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649" y="1867996"/>
            <a:ext cx="9401416" cy="1077214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34290">
              <a:lnSpc>
                <a:spcPts val="1980"/>
              </a:lnSpc>
            </a:pPr>
            <a:r>
              <a:rPr sz="1800" i="1" spc="48" dirty="0">
                <a:latin typeface="Montserrat"/>
                <a:cs typeface="Montserrat"/>
              </a:rPr>
              <a:t>gunung-gunung itu ada garis-garis putih dan merah yang beraneka ragam</a:t>
            </a:r>
            <a:endParaRPr sz="1800">
              <a:latin typeface="Montserrat"/>
              <a:cs typeface="Montserrat"/>
            </a:endParaRPr>
          </a:p>
          <a:p>
            <a:pPr marL="12700" marR="16612">
              <a:lnSpc>
                <a:spcPct val="101583"/>
              </a:lnSpc>
              <a:spcBef>
                <a:spcPts val="946"/>
              </a:spcBef>
            </a:pPr>
            <a:r>
              <a:rPr sz="1800" i="1" spc="70" dirty="0">
                <a:latin typeface="Montserrat"/>
                <a:cs typeface="Montserrat"/>
              </a:rPr>
              <a:t>dan ada (pula) yang hitam pekat. Dan demikian (pula) di antara manusia,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1047"/>
              </a:spcBef>
            </a:pPr>
            <a:r>
              <a:rPr sz="1800" i="1" spc="14" dirty="0">
                <a:latin typeface="Montserrat"/>
                <a:cs typeface="Montserrat"/>
              </a:rPr>
              <a:t>binatang melata dan binatang-binatang ternak ada yang bermacam-macam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95052" y="1867996"/>
            <a:ext cx="1262071" cy="1077214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10232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warnanya</a:t>
            </a:r>
            <a:endParaRPr sz="1800">
              <a:latin typeface="Montserrat"/>
              <a:cs typeface="Montserrat"/>
            </a:endParaRPr>
          </a:p>
          <a:p>
            <a:pPr marL="31242">
              <a:lnSpc>
                <a:spcPct val="101583"/>
              </a:lnSpc>
              <a:spcBef>
                <a:spcPts val="946"/>
              </a:spcBef>
            </a:pPr>
            <a:r>
              <a:rPr sz="1800" i="1" spc="1" dirty="0">
                <a:latin typeface="Montserrat"/>
                <a:cs typeface="Montserrat"/>
              </a:rPr>
              <a:t>binatang-</a:t>
            </a:r>
            <a:endParaRPr sz="1800">
              <a:latin typeface="Montserrat"/>
              <a:cs typeface="Montserrat"/>
            </a:endParaRPr>
          </a:p>
          <a:p>
            <a:pPr marL="14350" marR="8581">
              <a:lnSpc>
                <a:spcPct val="101583"/>
              </a:lnSpc>
              <a:spcBef>
                <a:spcPts val="1047"/>
              </a:spcBef>
            </a:pPr>
            <a:r>
              <a:rPr sz="1800" i="1" spc="1" dirty="0">
                <a:latin typeface="Montserrat"/>
                <a:cs typeface="Montserrat"/>
              </a:rPr>
              <a:t>warnanya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649" y="3102690"/>
            <a:ext cx="10670578" cy="665733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5" dirty="0">
                <a:latin typeface="Montserrat"/>
                <a:cs typeface="Montserrat"/>
              </a:rPr>
              <a:t>(dan  jenisnya).  Sesungguhnya  yang  takut  kepada  Allah  di  antara  hamba-hamba-Nya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ct val="101583"/>
              </a:lnSpc>
              <a:spcBef>
                <a:spcPts val="948"/>
              </a:spcBef>
            </a:pPr>
            <a:r>
              <a:rPr sz="1800" i="1" spc="1" dirty="0">
                <a:latin typeface="Montserrat"/>
                <a:cs typeface="Montserrat"/>
              </a:rPr>
              <a:t>hanyalah “ulama”. Sesungguhnya Allah Maha Perkasa lagi Maha Pengampun."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649" y="4002104"/>
            <a:ext cx="1067100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6" dirty="0">
                <a:latin typeface="Montserrat"/>
                <a:cs typeface="Montserrat"/>
              </a:rPr>
              <a:t>Dengan jelas kata ulama (pemilik pengetahuan) pada ayat di atas dihubungkan dengan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649" y="4413362"/>
            <a:ext cx="742021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dirty="0">
                <a:latin typeface="Montserrat"/>
                <a:cs typeface="Montserrat"/>
              </a:rPr>
              <a:t>orang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1917" y="4413362"/>
            <a:ext cx="629870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-1" dirty="0">
                <a:latin typeface="Montserrat"/>
                <a:cs typeface="Montserrat"/>
              </a:rPr>
              <a:t>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53437" y="4413362"/>
            <a:ext cx="129819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menyadari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52469" y="4413362"/>
            <a:ext cx="1429575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sunnatullah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3454" y="4413362"/>
            <a:ext cx="865779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(dalam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0432" y="4413362"/>
            <a:ext cx="888046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bahasa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9508" y="4413362"/>
            <a:ext cx="682294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-1" dirty="0">
                <a:latin typeface="Montserrat"/>
                <a:cs typeface="Montserrat"/>
              </a:rPr>
              <a:t>sains: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3606" y="4413362"/>
            <a:ext cx="1921919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“hukum-hukum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7732" y="4413362"/>
            <a:ext cx="1403199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29" dirty="0">
                <a:latin typeface="Montserrat"/>
                <a:cs typeface="Montserrat"/>
              </a:rPr>
              <a:t>alam”)  dan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78649" y="4825318"/>
            <a:ext cx="1012399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misteri-misteri penciptaan, serta merasa rendah diri di hadapan Allah Yang Maha Mulia.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52869" y="978996"/>
            <a:ext cx="23660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3.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6619" y="978996"/>
            <a:ext cx="10350500" cy="501141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2" dirty="0">
                <a:latin typeface="Montserrat"/>
                <a:cs typeface="Montserrat"/>
              </a:rPr>
              <a:t>Di dalam al-Qur’an terdapat rujukan pada kisah Qarun. “Qarun berkata: Sesungguhnya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1945"/>
              </a:lnSpc>
            </a:pPr>
            <a:r>
              <a:rPr sz="1800" spc="-3" dirty="0">
                <a:latin typeface="Montserrat"/>
                <a:cs typeface="Montserrat"/>
              </a:rPr>
              <a:t>aku diberi harta itu karena ilmu yang ada padaku.” (QS al-Qashash: 78).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570" y="1891999"/>
            <a:ext cx="10816805" cy="52832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58" dirty="0">
                <a:latin typeface="Montserrat"/>
                <a:cs typeface="Montserrat"/>
              </a:rPr>
              <a:t>Di samping itu, subyek yang dituntut oleh wahyu pertama (al-‘Alaq: 1-5) adalah manusia,</a:t>
            </a:r>
            <a:endParaRPr sz="1800">
              <a:latin typeface="Montserrat"/>
              <a:cs typeface="Montserrat"/>
            </a:endParaRPr>
          </a:p>
          <a:p>
            <a:pPr marL="12700" marR="3428">
              <a:lnSpc>
                <a:spcPts val="2160"/>
              </a:lnSpc>
              <a:spcBef>
                <a:spcPts val="8"/>
              </a:spcBef>
            </a:pPr>
            <a:r>
              <a:rPr sz="1800" spc="31" dirty="0">
                <a:latin typeface="Montserrat"/>
                <a:cs typeface="Montserrat"/>
              </a:rPr>
              <a:t>karena  potensi  ke  arah  itu  hanya  diberikan  oleh  Allah  swt.  kepada  jenis  makhluk  ini.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570" y="2440417"/>
            <a:ext cx="5637446" cy="528795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0" dirty="0">
                <a:latin typeface="Montserrat"/>
                <a:cs typeface="Montserrat"/>
              </a:rPr>
              <a:t>Pemberian potensi  ini  tentunya  tidak  terlepas</a:t>
            </a:r>
            <a:endParaRPr sz="1800">
              <a:latin typeface="Montserrat"/>
              <a:cs typeface="Montserrat"/>
            </a:endParaRPr>
          </a:p>
          <a:p>
            <a:pPr marL="12700" marR="34331">
              <a:lnSpc>
                <a:spcPts val="2160"/>
              </a:lnSpc>
              <a:spcBef>
                <a:spcPts val="8"/>
              </a:spcBef>
            </a:pPr>
            <a:r>
              <a:rPr sz="1800" spc="0" dirty="0">
                <a:latin typeface="Montserrat"/>
                <a:cs typeface="Montserrat"/>
              </a:rPr>
              <a:t>sebagai khalifah Allah di atas muka bumi.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9454" y="2440417"/>
            <a:ext cx="511790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23" dirty="0">
                <a:latin typeface="Montserrat"/>
                <a:cs typeface="Montserrat"/>
              </a:rPr>
              <a:t>dari  fungsi dan  tanggung jawab  manusia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570" y="3192733"/>
            <a:ext cx="73611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Suatu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9997" y="3192733"/>
            <a:ext cx="54980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cara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4626" y="3192733"/>
            <a:ext cx="258775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pe</a:t>
            </a:r>
            <a:r>
              <a:rPr sz="1800" spc="0" dirty="0">
                <a:latin typeface="Montserrat"/>
                <a:cs typeface="Montserrat"/>
              </a:rPr>
              <a:t>nghampiran  </a:t>
            </a:r>
            <a:r>
              <a:rPr sz="1800" spc="336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5192" y="3192733"/>
            <a:ext cx="127401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sederhana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2832" y="3192733"/>
            <a:ext cx="78892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6348" y="3192733"/>
            <a:ext cx="152387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mempelajari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44940" y="3192733"/>
            <a:ext cx="237373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l</a:t>
            </a:r>
            <a:r>
              <a:rPr sz="1800" spc="-4" dirty="0">
                <a:latin typeface="Montserrat"/>
                <a:cs typeface="Montserrat"/>
              </a:rPr>
              <a:t>m</a:t>
            </a:r>
            <a:r>
              <a:rPr sz="1800" spc="0" dirty="0">
                <a:latin typeface="Montserrat"/>
                <a:cs typeface="Montserrat"/>
              </a:rPr>
              <a:t>u  </a:t>
            </a:r>
            <a:r>
              <a:rPr sz="1800" spc="346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pe</a:t>
            </a:r>
            <a:r>
              <a:rPr sz="1800" spc="0" dirty="0">
                <a:latin typeface="Montserrat"/>
                <a:cs typeface="Montserrat"/>
              </a:rPr>
              <a:t>ng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t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huan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570" y="3466831"/>
            <a:ext cx="1468208" cy="528795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 marR="8879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ditunjukkan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ts val="2160"/>
              </a:lnSpc>
              <a:spcBef>
                <a:spcPts val="8"/>
              </a:spcBef>
            </a:pPr>
            <a:r>
              <a:rPr sz="1800" spc="0" dirty="0">
                <a:latin typeface="Montserrat"/>
                <a:cs typeface="Montserrat"/>
              </a:rPr>
              <a:t>mengamati,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4357" y="3466831"/>
            <a:ext cx="4159302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32" dirty="0">
                <a:latin typeface="Montserrat"/>
                <a:cs typeface="Montserrat"/>
              </a:rPr>
              <a:t>al-Qur’an dalam surat al-Mulk ayat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9294" y="3466831"/>
            <a:ext cx="5126532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34" dirty="0">
                <a:latin typeface="Montserrat"/>
                <a:cs typeface="Montserrat"/>
              </a:rPr>
              <a:t>3-4 yang intinya mencakup proses kagum,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4837" y="3741627"/>
            <a:ext cx="929106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7" dirty="0">
                <a:latin typeface="Montserrat"/>
                <a:cs typeface="Montserrat"/>
              </a:rPr>
              <a:t>dan memahami. Dalam konteks sains, al-Qur’an mengembangkan beberapa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570" y="4015947"/>
            <a:ext cx="377821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langkah/proses sebagai berikut :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0570" y="4493467"/>
            <a:ext cx="10815459" cy="802894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8" dirty="0">
                <a:latin typeface="Montserrat"/>
                <a:cs typeface="Montserrat"/>
              </a:rPr>
              <a:t>Pertama</a:t>
            </a:r>
            <a:r>
              <a:rPr sz="1800" spc="8" dirty="0">
                <a:latin typeface="Montserrat"/>
                <a:cs typeface="Montserrat"/>
              </a:rPr>
              <a:t>, al-Qur’an memerintahkan kepada manusia untuk mengenali secara seksama alam</a:t>
            </a:r>
            <a:endParaRPr sz="1800">
              <a:latin typeface="Montserrat"/>
              <a:cs typeface="Montserrat"/>
            </a:endParaRPr>
          </a:p>
          <a:p>
            <a:pPr marL="12700" marR="304">
              <a:lnSpc>
                <a:spcPts val="2160"/>
              </a:lnSpc>
              <a:spcBef>
                <a:spcPts val="8"/>
              </a:spcBef>
            </a:pPr>
            <a:r>
              <a:rPr sz="1800" spc="7" dirty="0">
                <a:latin typeface="Montserrat"/>
                <a:cs typeface="Montserrat"/>
              </a:rPr>
              <a:t>sekitarnya seraya mengetahui sifat-sifat dan proses-proses alamiah yang terjadi di dalamnya.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</a:pPr>
            <a:r>
              <a:rPr sz="1800" spc="0" dirty="0">
                <a:latin typeface="Montserrat"/>
                <a:cs typeface="Montserrat"/>
              </a:rPr>
              <a:t>Perintah ini, misalnya, ditegaskan di dalam surat Yunus ayat 101.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0570" y="5519919"/>
            <a:ext cx="10818915" cy="528377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5" dirty="0">
                <a:latin typeface="Montserrat"/>
                <a:cs typeface="Montserrat"/>
              </a:rPr>
              <a:t>“Katakanlah (wahai Muhammad): Perhatikan (dengan nazhor) apa yang ada di langit dan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  <a:spcBef>
                <a:spcPts val="8"/>
              </a:spcBef>
            </a:pPr>
            <a:r>
              <a:rPr sz="1800" i="1" dirty="0">
                <a:latin typeface="Montserrat"/>
                <a:cs typeface="Montserrat"/>
              </a:rPr>
              <a:t>di bumi….”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6280" y="1130253"/>
            <a:ext cx="10701934" cy="80263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2667">
              <a:lnSpc>
                <a:spcPts val="1980"/>
              </a:lnSpc>
            </a:pPr>
            <a:r>
              <a:rPr sz="1800" spc="43" dirty="0">
                <a:latin typeface="Montserrat"/>
                <a:cs typeface="Montserrat"/>
              </a:rPr>
              <a:t>Dalam kata unzhuru (perhatikan), Baiquni memahaminya tidak sekedar memperhatikan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ts val="2160"/>
              </a:lnSpc>
              <a:spcBef>
                <a:spcPts val="8"/>
              </a:spcBef>
            </a:pPr>
            <a:r>
              <a:rPr sz="1800" spc="43" dirty="0">
                <a:latin typeface="Montserrat"/>
                <a:cs typeface="Montserrat"/>
              </a:rPr>
              <a:t>dengan pikiran kosong, melainkan dengan perhatian yang seksama terhadap kebesaran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</a:pPr>
            <a:r>
              <a:rPr sz="1800" spc="1" dirty="0">
                <a:latin typeface="Montserrat"/>
                <a:cs typeface="Montserrat"/>
              </a:rPr>
              <a:t>Allah SWT dan makna dari gejala alam yang diamati.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6280" y="2156667"/>
            <a:ext cx="10698505" cy="52831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16" dirty="0">
                <a:latin typeface="Montserrat"/>
                <a:cs typeface="Montserrat"/>
              </a:rPr>
              <a:t>Kedua</a:t>
            </a:r>
            <a:r>
              <a:rPr sz="1800" spc="16" dirty="0">
                <a:latin typeface="Montserrat"/>
                <a:cs typeface="Montserrat"/>
              </a:rPr>
              <a:t>, al-Qur’an mengajarkan kepada manusia untuk mengadakan pengukuran terhadap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  <a:spcBef>
                <a:spcPts val="8"/>
              </a:spcBef>
            </a:pPr>
            <a:r>
              <a:rPr sz="1800" spc="0" dirty="0">
                <a:latin typeface="Montserrat"/>
                <a:cs typeface="Montserrat"/>
              </a:rPr>
              <a:t>gejala-gejala alam. Hal ini diisyaratkan di dalam surat al-Qamar ayat 149.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6280" y="2908507"/>
            <a:ext cx="11251012" cy="1233551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3212725" algn="just">
              <a:lnSpc>
                <a:spcPts val="1980"/>
              </a:lnSpc>
            </a:pPr>
            <a:r>
              <a:rPr sz="1800" i="1" spc="0" dirty="0">
                <a:latin typeface="Montserrat"/>
                <a:cs typeface="Montserrat"/>
              </a:rPr>
              <a:t>“Sesungguhnya Kami menciptakan segala sesuatu dengan ukuran.”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60"/>
              </a:lnSpc>
              <a:spcBef>
                <a:spcPts val="1220"/>
              </a:spcBef>
            </a:pPr>
            <a:r>
              <a:rPr sz="1800" b="1" spc="0" dirty="0">
                <a:latin typeface="Montserrat"/>
                <a:cs typeface="Montserrat"/>
              </a:rPr>
              <a:t>Ketiga</a:t>
            </a:r>
            <a:r>
              <a:rPr sz="1800" spc="0" dirty="0">
                <a:latin typeface="Montserrat"/>
                <a:cs typeface="Montserrat"/>
              </a:rPr>
              <a:t>, al-Qur’an menekankan pentingnya analisis yang mendalam terhadap fenomena alam melalui proses penalaran yang kritis dan sehat untuk mencapai kesimpulan yang rasional. Persoalan ini dinyatakan dalam surat al-Nahl ayat 11-12.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6280" y="4365356"/>
            <a:ext cx="11252123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i="1" spc="25" dirty="0">
                <a:latin typeface="Montserrat"/>
                <a:cs typeface="Montserrat"/>
              </a:rPr>
              <a:t>“Dia menumbuhkan bagimu, dengan air hujan itu, tanamantanaman zaitun, korma, anggur,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6280" y="4640279"/>
            <a:ext cx="52682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4" dirty="0">
                <a:latin typeface="Montserrat"/>
                <a:cs typeface="Montserrat"/>
              </a:rPr>
              <a:t>dan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6200" y="4640279"/>
            <a:ext cx="83944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2" dirty="0">
                <a:latin typeface="Montserrat"/>
                <a:cs typeface="Montserrat"/>
              </a:rPr>
              <a:t>segala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9429" y="4640279"/>
            <a:ext cx="98460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macam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8454" y="4640279"/>
            <a:ext cx="174594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2" dirty="0">
                <a:latin typeface="Montserrat"/>
                <a:cs typeface="Montserrat"/>
              </a:rPr>
              <a:t>buah-buahan.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9606" y="4640279"/>
            <a:ext cx="181282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-1" dirty="0">
                <a:latin typeface="Montserrat"/>
                <a:cs typeface="Montserrat"/>
              </a:rPr>
              <a:t>Sesungguhnya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48449" y="4640279"/>
            <a:ext cx="67965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pada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34071" y="4640279"/>
            <a:ext cx="191775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25" dirty="0">
                <a:latin typeface="Montserrat"/>
                <a:cs typeface="Montserrat"/>
              </a:rPr>
              <a:t>yang  demikian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58197" y="4640279"/>
            <a:ext cx="36784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dirty="0">
                <a:latin typeface="Montserrat"/>
                <a:cs typeface="Montserrat"/>
              </a:rPr>
              <a:t>itu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0637" y="4640279"/>
            <a:ext cx="153906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2" dirty="0">
                <a:latin typeface="Montserrat"/>
                <a:cs typeface="Montserrat"/>
              </a:rPr>
              <a:t>benar-benar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280" y="4914599"/>
            <a:ext cx="109661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terdapat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6280" y="4914599"/>
            <a:ext cx="310106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0" dirty="0">
                <a:latin typeface="Montserrat"/>
                <a:cs typeface="Montserrat"/>
              </a:rPr>
              <a:t>t</a:t>
            </a:r>
            <a:r>
              <a:rPr sz="1800" i="1" spc="4" dirty="0">
                <a:latin typeface="Montserrat"/>
                <a:cs typeface="Montserrat"/>
              </a:rPr>
              <a:t>a</a:t>
            </a:r>
            <a:r>
              <a:rPr sz="1800" i="1" spc="-19" dirty="0">
                <a:latin typeface="Montserrat"/>
                <a:cs typeface="Montserrat"/>
              </a:rPr>
              <a:t>n</a:t>
            </a:r>
            <a:r>
              <a:rPr sz="1800" i="1" spc="4" dirty="0">
                <a:latin typeface="Montserrat"/>
                <a:cs typeface="Montserrat"/>
              </a:rPr>
              <a:t>d</a:t>
            </a:r>
            <a:r>
              <a:rPr sz="1800" i="1" spc="14" dirty="0">
                <a:latin typeface="Montserrat"/>
                <a:cs typeface="Montserrat"/>
              </a:rPr>
              <a:t>a</a:t>
            </a:r>
            <a:r>
              <a:rPr sz="1800" i="1" spc="4" dirty="0">
                <a:latin typeface="Montserrat"/>
                <a:cs typeface="Montserrat"/>
              </a:rPr>
              <a:t>-</a:t>
            </a:r>
            <a:r>
              <a:rPr sz="1800" i="1" spc="0" dirty="0">
                <a:latin typeface="Montserrat"/>
                <a:cs typeface="Montserrat"/>
              </a:rPr>
              <a:t>ta</a:t>
            </a:r>
            <a:r>
              <a:rPr sz="1800" i="1" spc="-9" dirty="0">
                <a:latin typeface="Montserrat"/>
                <a:cs typeface="Montserrat"/>
              </a:rPr>
              <a:t>n</a:t>
            </a:r>
            <a:r>
              <a:rPr sz="1800" i="1" spc="4" dirty="0">
                <a:latin typeface="Montserrat"/>
                <a:cs typeface="Montserrat"/>
              </a:rPr>
              <a:t>d</a:t>
            </a:r>
            <a:r>
              <a:rPr sz="1800" i="1" spc="0" dirty="0">
                <a:latin typeface="Montserrat"/>
                <a:cs typeface="Montserrat"/>
              </a:rPr>
              <a:t>a  </a:t>
            </a:r>
            <a:r>
              <a:rPr sz="1800" i="1" spc="421" dirty="0">
                <a:latin typeface="Montserrat"/>
                <a:cs typeface="Montserrat"/>
              </a:rPr>
              <a:t> </a:t>
            </a:r>
            <a:r>
              <a:rPr sz="1800" i="1" spc="0" dirty="0">
                <a:latin typeface="Montserrat"/>
                <a:cs typeface="Montserrat"/>
              </a:rPr>
              <a:t>keku</a:t>
            </a:r>
            <a:r>
              <a:rPr sz="1800" i="1" spc="9" dirty="0">
                <a:latin typeface="Montserrat"/>
                <a:cs typeface="Montserrat"/>
              </a:rPr>
              <a:t>a</a:t>
            </a:r>
            <a:r>
              <a:rPr sz="1800" i="1" spc="0" dirty="0">
                <a:latin typeface="Montserrat"/>
                <a:cs typeface="Montserrat"/>
              </a:rPr>
              <a:t>s</a:t>
            </a:r>
            <a:r>
              <a:rPr sz="1800" i="1" spc="4" dirty="0">
                <a:latin typeface="Montserrat"/>
                <a:cs typeface="Montserrat"/>
              </a:rPr>
              <a:t>aa</a:t>
            </a:r>
            <a:r>
              <a:rPr sz="1800" i="1" spc="0" dirty="0">
                <a:latin typeface="Montserrat"/>
                <a:cs typeface="Montserrat"/>
              </a:rPr>
              <a:t>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0086" y="4914599"/>
            <a:ext cx="65610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dirty="0">
                <a:latin typeface="Montserrat"/>
                <a:cs typeface="Montserrat"/>
              </a:rPr>
              <a:t>Allah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88126" y="4914599"/>
            <a:ext cx="172587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4" dirty="0">
                <a:latin typeface="Montserrat"/>
                <a:cs typeface="Montserrat"/>
              </a:rPr>
              <a:t>bag</a:t>
            </a:r>
            <a:r>
              <a:rPr sz="1800" i="1" spc="0" dirty="0">
                <a:latin typeface="Montserrat"/>
                <a:cs typeface="Montserrat"/>
              </a:rPr>
              <a:t>i  </a:t>
            </a:r>
            <a:r>
              <a:rPr sz="1800" i="1" spc="421" dirty="0">
                <a:latin typeface="Montserrat"/>
                <a:cs typeface="Montserrat"/>
              </a:rPr>
              <a:t> </a:t>
            </a:r>
            <a:r>
              <a:rPr sz="1800" i="1" spc="0" dirty="0">
                <a:latin typeface="Montserrat"/>
                <a:cs typeface="Montserrat"/>
              </a:rPr>
              <a:t>me</a:t>
            </a:r>
            <a:r>
              <a:rPr sz="1800" i="1" spc="14" dirty="0">
                <a:latin typeface="Montserrat"/>
                <a:cs typeface="Montserrat"/>
              </a:rPr>
              <a:t>r</a:t>
            </a:r>
            <a:r>
              <a:rPr sz="1800" i="1" spc="4" dirty="0">
                <a:latin typeface="Montserrat"/>
                <a:cs typeface="Montserrat"/>
              </a:rPr>
              <a:t>e</a:t>
            </a:r>
            <a:r>
              <a:rPr sz="1800" i="1" spc="0" dirty="0">
                <a:latin typeface="Montserrat"/>
                <a:cs typeface="Montserrat"/>
              </a:rPr>
              <a:t>ka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8300" y="4914599"/>
            <a:ext cx="65107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11514" y="4914599"/>
            <a:ext cx="178480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9" dirty="0">
                <a:latin typeface="Montserrat"/>
                <a:cs typeface="Montserrat"/>
              </a:rPr>
              <a:t>m</a:t>
            </a:r>
            <a:r>
              <a:rPr sz="1800" i="1" spc="4" dirty="0">
                <a:latin typeface="Montserrat"/>
                <a:cs typeface="Montserrat"/>
              </a:rPr>
              <a:t>a</a:t>
            </a:r>
            <a:r>
              <a:rPr sz="1800" i="1" spc="0" dirty="0">
                <a:latin typeface="Montserrat"/>
                <a:cs typeface="Montserrat"/>
              </a:rPr>
              <a:t>u  </a:t>
            </a:r>
            <a:r>
              <a:rPr sz="1800" i="1" spc="416" dirty="0">
                <a:latin typeface="Montserrat"/>
                <a:cs typeface="Montserrat"/>
              </a:rPr>
              <a:t> </a:t>
            </a:r>
            <a:r>
              <a:rPr sz="1800" i="1" spc="4" dirty="0">
                <a:latin typeface="Montserrat"/>
                <a:cs typeface="Montserrat"/>
              </a:rPr>
              <a:t>be</a:t>
            </a:r>
            <a:r>
              <a:rPr sz="1800" i="1" spc="0" dirty="0">
                <a:latin typeface="Montserrat"/>
                <a:cs typeface="Montserrat"/>
              </a:rPr>
              <a:t>rpiki</a:t>
            </a:r>
            <a:r>
              <a:rPr sz="1800" i="1" spc="4" dirty="0">
                <a:latin typeface="Montserrat"/>
                <a:cs typeface="Montserrat"/>
              </a:rPr>
              <a:t>r</a:t>
            </a:r>
            <a:r>
              <a:rPr sz="1800" i="1" spc="0" dirty="0">
                <a:latin typeface="Montserrat"/>
                <a:cs typeface="Montserrat"/>
              </a:rPr>
              <a:t>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72648" y="4914599"/>
            <a:ext cx="56075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4" dirty="0">
                <a:latin typeface="Montserrat"/>
                <a:cs typeface="Montserrat"/>
              </a:rPr>
              <a:t>Dan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04168" y="4914599"/>
            <a:ext cx="46568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" dirty="0">
                <a:latin typeface="Montserrat"/>
                <a:cs typeface="Montserrat"/>
              </a:rPr>
              <a:t>Dia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6280" y="5188919"/>
            <a:ext cx="11255679" cy="802881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i="1" spc="12" dirty="0">
                <a:latin typeface="Montserrat"/>
                <a:cs typeface="Montserrat"/>
              </a:rPr>
              <a:t>menundukkan  malam  dan  siang,  matahari  dan  bulan  untukmu;  dan  bintang-bintang  itu</a:t>
            </a:r>
            <a:endParaRPr sz="1800">
              <a:latin typeface="Montserrat"/>
              <a:cs typeface="Montserrat"/>
            </a:endParaRPr>
          </a:p>
          <a:p>
            <a:pPr marL="12700" marR="698">
              <a:lnSpc>
                <a:spcPts val="2160"/>
              </a:lnSpc>
              <a:spcBef>
                <a:spcPts val="8"/>
              </a:spcBef>
            </a:pPr>
            <a:r>
              <a:rPr sz="1800" i="1" spc="44" dirty="0">
                <a:latin typeface="Montserrat"/>
                <a:cs typeface="Montserrat"/>
              </a:rPr>
              <a:t>ditundukkan (bagimu) dengan perintah-Nya. Sebenarnya pada yang demikian itu terdapat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</a:pPr>
            <a:r>
              <a:rPr sz="1800" i="1" spc="1" dirty="0">
                <a:latin typeface="Montserrat"/>
                <a:cs typeface="Montserrat"/>
              </a:rPr>
              <a:t>tanda-tanda kekuasaan Allah bagi kaum yang menalar.”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9790" y="1401811"/>
            <a:ext cx="10809059" cy="1077435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2" dirty="0">
                <a:latin typeface="Montserrat"/>
                <a:cs typeface="Montserrat"/>
              </a:rPr>
              <a:t>Tiga langkah yang dikembangkan oleh al-Qur’an itulah yang sesungguhnya yang dijalankan</a:t>
            </a:r>
            <a:endParaRPr sz="1800">
              <a:latin typeface="Montserrat"/>
              <a:cs typeface="Montserrat"/>
            </a:endParaRPr>
          </a:p>
          <a:p>
            <a:pPr marL="12700" marR="6867">
              <a:lnSpc>
                <a:spcPts val="3240"/>
              </a:lnSpc>
              <a:spcBef>
                <a:spcPts val="257"/>
              </a:spcBef>
            </a:pPr>
            <a:r>
              <a:rPr sz="1800" spc="11" dirty="0">
                <a:latin typeface="Montserrat"/>
                <a:cs typeface="Montserrat"/>
              </a:rPr>
              <a:t>oleh  sains  hingga  saat  ini,  yaitu  observasi  (pengamatan),  pengukuran-pengukuran,  lalu menarik kesimpulan (hukum-hukum) berdasarkan observasi dan pengukuran itu.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790" y="2840181"/>
            <a:ext cx="247938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4" dirty="0">
                <a:latin typeface="Montserrat"/>
                <a:cs typeface="Montserrat"/>
              </a:rPr>
              <a:t>Meskipun  demikian,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2569" y="2840181"/>
            <a:ext cx="79098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8140" y="2840181"/>
            <a:ext cx="122052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perspektif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2463" y="2840181"/>
            <a:ext cx="117038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al-Qur’an,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5985" y="2840181"/>
            <a:ext cx="372437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0" dirty="0">
                <a:latin typeface="Montserrat"/>
                <a:cs typeface="Montserrat"/>
              </a:rPr>
              <a:t>kesimpulan-kesimpulan  ilmiah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5003" y="2840181"/>
            <a:ext cx="95397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rasional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09790" y="3251661"/>
            <a:ext cx="10815913" cy="1488821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7387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bukanlah tujuan akhir dan kebenaran mutlak dari proses penyelidikan terhadap gejala-gejala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946"/>
              </a:spcBef>
            </a:pPr>
            <a:r>
              <a:rPr sz="1800" spc="42" dirty="0">
                <a:latin typeface="Montserrat"/>
                <a:cs typeface="Montserrat"/>
              </a:rPr>
              <a:t>alamiah di alam semesta. Sebab, seperti pada penghujung ayat yang menjelaskan gejala-</a:t>
            </a:r>
            <a:endParaRPr sz="1800">
              <a:latin typeface="Montserrat"/>
              <a:cs typeface="Montserrat"/>
            </a:endParaRPr>
          </a:p>
          <a:p>
            <a:pPr marL="12700" marR="14076">
              <a:lnSpc>
                <a:spcPts val="3240"/>
              </a:lnSpc>
              <a:spcBef>
                <a:spcPts val="362"/>
              </a:spcBef>
            </a:pPr>
            <a:r>
              <a:rPr sz="1800" spc="4" dirty="0">
                <a:latin typeface="Montserrat"/>
                <a:cs typeface="Montserrat"/>
              </a:rPr>
              <a:t>ge</a:t>
            </a:r>
            <a:r>
              <a:rPr sz="1800" spc="0" dirty="0">
                <a:latin typeface="Montserrat"/>
                <a:cs typeface="Montserrat"/>
              </a:rPr>
              <a:t>j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la</a:t>
            </a:r>
            <a:r>
              <a:rPr sz="1800" spc="-4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alamia</a:t>
            </a:r>
            <a:r>
              <a:rPr sz="1800" spc="-4" dirty="0">
                <a:latin typeface="Montserrat"/>
                <a:cs typeface="Montserrat"/>
              </a:rPr>
              <a:t>h</a:t>
            </a:r>
            <a:r>
              <a:rPr sz="1800" spc="0" dirty="0">
                <a:latin typeface="Montserrat"/>
                <a:cs typeface="Montserrat"/>
              </a:rPr>
              <a:t>,</a:t>
            </a:r>
            <a:r>
              <a:rPr sz="1800" spc="14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kes</a:t>
            </a:r>
            <a:r>
              <a:rPr sz="1800" spc="4" dirty="0">
                <a:latin typeface="Montserrat"/>
                <a:cs typeface="Montserrat"/>
              </a:rPr>
              <a:t>ad</a:t>
            </a:r>
            <a:r>
              <a:rPr sz="1800" spc="0" dirty="0">
                <a:latin typeface="Montserrat"/>
                <a:cs typeface="Montserrat"/>
              </a:rPr>
              <a:t>ar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 a</a:t>
            </a:r>
            <a:r>
              <a:rPr sz="1800" spc="9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anya Al</a:t>
            </a:r>
            <a:r>
              <a:rPr sz="1800" spc="-4" dirty="0">
                <a:latin typeface="Montserrat"/>
                <a:cs typeface="Montserrat"/>
              </a:rPr>
              <a:t>l</a:t>
            </a:r>
            <a:r>
              <a:rPr sz="1800" spc="0" dirty="0">
                <a:latin typeface="Montserrat"/>
                <a:cs typeface="Montserrat"/>
              </a:rPr>
              <a:t>ah</a:t>
            </a:r>
            <a:r>
              <a:rPr sz="1800" spc="4" dirty="0">
                <a:latin typeface="Montserrat"/>
                <a:cs typeface="Montserrat"/>
              </a:rPr>
              <a:t> de</a:t>
            </a:r>
            <a:r>
              <a:rPr sz="1800" spc="0" dirty="0">
                <a:latin typeface="Montserrat"/>
                <a:cs typeface="Montserrat"/>
              </a:rPr>
              <a:t>ngan sifa</a:t>
            </a:r>
            <a:r>
              <a:rPr sz="1800" spc="9" dirty="0">
                <a:latin typeface="Montserrat"/>
                <a:cs typeface="Montserrat"/>
              </a:rPr>
              <a:t>t</a:t>
            </a:r>
            <a:r>
              <a:rPr sz="1800" spc="4" dirty="0">
                <a:latin typeface="Montserrat"/>
                <a:cs typeface="Montserrat"/>
              </a:rPr>
              <a:t>-</a:t>
            </a:r>
            <a:r>
              <a:rPr sz="1800" spc="0" dirty="0">
                <a:latin typeface="Montserrat"/>
                <a:cs typeface="Montserrat"/>
              </a:rPr>
              <a:t>sif</a:t>
            </a:r>
            <a:r>
              <a:rPr sz="1800" spc="-9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t</a:t>
            </a:r>
            <a:r>
              <a:rPr sz="1800" spc="-9" dirty="0">
                <a:latin typeface="Montserrat"/>
                <a:cs typeface="Montserrat"/>
              </a:rPr>
              <a:t>-</a:t>
            </a:r>
            <a:r>
              <a:rPr sz="1800" spc="0" dirty="0">
                <a:latin typeface="Montserrat"/>
                <a:cs typeface="Montserrat"/>
              </a:rPr>
              <a:t>Nya Y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ng M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ha S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mpurna</a:t>
            </a:r>
            <a:r>
              <a:rPr sz="1800" spc="14" dirty="0">
                <a:latin typeface="Montserrat"/>
                <a:cs typeface="Montserrat"/>
              </a:rPr>
              <a:t> </a:t>
            </a:r>
            <a:r>
              <a:rPr sz="1800" spc="9" dirty="0">
                <a:latin typeface="Montserrat"/>
                <a:cs typeface="Montserrat"/>
              </a:rPr>
              <a:t>m</a:t>
            </a:r>
            <a:r>
              <a:rPr sz="1800" spc="4" dirty="0">
                <a:latin typeface="Montserrat"/>
                <a:cs typeface="Montserrat"/>
              </a:rPr>
              <a:t>e</a:t>
            </a:r>
            <a:r>
              <a:rPr sz="1800" spc="0" dirty="0">
                <a:latin typeface="Montserrat"/>
                <a:cs typeface="Montserrat"/>
              </a:rPr>
              <a:t>nja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i t</a:t>
            </a:r>
            <a:r>
              <a:rPr sz="1800" spc="4" dirty="0">
                <a:latin typeface="Montserrat"/>
                <a:cs typeface="Montserrat"/>
              </a:rPr>
              <a:t>u</a:t>
            </a:r>
            <a:r>
              <a:rPr sz="1800" spc="0" dirty="0">
                <a:latin typeface="Montserrat"/>
                <a:cs typeface="Montserrat"/>
              </a:rPr>
              <a:t>j</a:t>
            </a:r>
            <a:r>
              <a:rPr sz="1800" spc="4" dirty="0">
                <a:latin typeface="Montserrat"/>
                <a:cs typeface="Montserrat"/>
              </a:rPr>
              <a:t>ua</a:t>
            </a:r>
            <a:r>
              <a:rPr sz="1800" spc="0" dirty="0">
                <a:latin typeface="Montserrat"/>
                <a:cs typeface="Montserrat"/>
              </a:rPr>
              <a:t>n</a:t>
            </a:r>
            <a:r>
              <a:rPr sz="1800" spc="-2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hak</a:t>
            </a:r>
            <a:r>
              <a:rPr sz="1800" spc="-4" dirty="0">
                <a:latin typeface="Montserrat"/>
                <a:cs typeface="Montserrat"/>
              </a:rPr>
              <a:t>i</a:t>
            </a:r>
            <a:r>
              <a:rPr sz="1800" spc="0" dirty="0">
                <a:latin typeface="Montserrat"/>
                <a:cs typeface="Montserrat"/>
              </a:rPr>
              <a:t>ki</a:t>
            </a:r>
            <a:r>
              <a:rPr sz="1800" spc="29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i </a:t>
            </a:r>
            <a:r>
              <a:rPr sz="1800" spc="4" dirty="0">
                <a:latin typeface="Montserrat"/>
                <a:cs typeface="Montserrat"/>
              </a:rPr>
              <a:t>b</a:t>
            </a:r>
            <a:r>
              <a:rPr sz="1800" spc="0" dirty="0">
                <a:latin typeface="Montserrat"/>
                <a:cs typeface="Montserrat"/>
              </a:rPr>
              <a:t>alik</a:t>
            </a:r>
            <a:r>
              <a:rPr sz="1800" spc="19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f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kt</a:t>
            </a:r>
            <a:r>
              <a:rPr sz="1800" spc="9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-</a:t>
            </a:r>
            <a:r>
              <a:rPr sz="1800" spc="0" dirty="0">
                <a:latin typeface="Montserrat"/>
                <a:cs typeface="Montserrat"/>
              </a:rPr>
              <a:t>f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kta</a:t>
            </a:r>
            <a:r>
              <a:rPr sz="1800" spc="-24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lami</a:t>
            </a:r>
            <a:r>
              <a:rPr sz="1800" spc="4" dirty="0">
                <a:latin typeface="Montserrat"/>
                <a:cs typeface="Montserrat"/>
              </a:rPr>
              <a:t>a</a:t>
            </a:r>
            <a:r>
              <a:rPr sz="1800" spc="0" dirty="0">
                <a:latin typeface="Montserrat"/>
                <a:cs typeface="Montserrat"/>
              </a:rPr>
              <a:t>h yang</a:t>
            </a:r>
            <a:r>
              <a:rPr sz="1800" spc="9" dirty="0">
                <a:latin typeface="Montserrat"/>
                <a:cs typeface="Montserrat"/>
              </a:rPr>
              <a:t> </a:t>
            </a:r>
            <a:r>
              <a:rPr sz="1800" spc="4" dirty="0">
                <a:latin typeface="Montserrat"/>
                <a:cs typeface="Montserrat"/>
              </a:rPr>
              <a:t>d</a:t>
            </a:r>
            <a:r>
              <a:rPr sz="1800" spc="0" dirty="0">
                <a:latin typeface="Montserrat"/>
                <a:cs typeface="Montserrat"/>
              </a:rPr>
              <a:t>i</a:t>
            </a:r>
            <a:r>
              <a:rPr sz="1800" spc="-9" dirty="0">
                <a:latin typeface="Montserrat"/>
                <a:cs typeface="Montserrat"/>
              </a:rPr>
              <a:t>n</a:t>
            </a:r>
            <a:r>
              <a:rPr sz="1800" spc="0" dirty="0">
                <a:latin typeface="Montserrat"/>
                <a:cs typeface="Montserrat"/>
              </a:rPr>
              <a:t>am</a:t>
            </a:r>
            <a:r>
              <a:rPr sz="1800" spc="4" dirty="0">
                <a:latin typeface="Montserrat"/>
                <a:cs typeface="Montserrat"/>
              </a:rPr>
              <a:t>p</a:t>
            </a:r>
            <a:r>
              <a:rPr sz="1800" spc="0" dirty="0">
                <a:latin typeface="Montserrat"/>
                <a:cs typeface="Montserrat"/>
              </a:rPr>
              <a:t>akk</a:t>
            </a:r>
            <a:r>
              <a:rPr sz="1800" spc="4" dirty="0">
                <a:latin typeface="Montserrat"/>
                <a:cs typeface="Montserrat"/>
              </a:rPr>
              <a:t>an</a:t>
            </a:r>
            <a:r>
              <a:rPr sz="1800" spc="0" dirty="0">
                <a:latin typeface="Montserrat"/>
                <a:cs typeface="Montserrat"/>
              </a:rPr>
              <a:t>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14128" y="2334260"/>
            <a:ext cx="3045402" cy="3198749"/>
          </a:xfrm>
          <a:custGeom>
            <a:avLst/>
            <a:gdLst/>
            <a:ahLst/>
            <a:cxnLst/>
            <a:rect l="l" t="t" r="r" b="b"/>
            <a:pathLst>
              <a:path w="3045402" h="3198749">
                <a:moveTo>
                  <a:pt x="530241" y="2806191"/>
                </a:moveTo>
                <a:lnTo>
                  <a:pt x="566171" y="2844317"/>
                </a:lnTo>
                <a:lnTo>
                  <a:pt x="602140" y="2880510"/>
                </a:lnTo>
                <a:lnTo>
                  <a:pt x="638143" y="2914768"/>
                </a:lnTo>
                <a:lnTo>
                  <a:pt x="674173" y="2947089"/>
                </a:lnTo>
                <a:lnTo>
                  <a:pt x="710228" y="2977471"/>
                </a:lnTo>
                <a:lnTo>
                  <a:pt x="746300" y="3005910"/>
                </a:lnTo>
                <a:lnTo>
                  <a:pt x="782385" y="3032405"/>
                </a:lnTo>
                <a:lnTo>
                  <a:pt x="818478" y="3056952"/>
                </a:lnTo>
                <a:lnTo>
                  <a:pt x="854574" y="3079551"/>
                </a:lnTo>
                <a:lnTo>
                  <a:pt x="890667" y="3100197"/>
                </a:lnTo>
                <a:lnTo>
                  <a:pt x="926752" y="3118888"/>
                </a:lnTo>
                <a:lnTo>
                  <a:pt x="962825" y="3135622"/>
                </a:lnTo>
                <a:lnTo>
                  <a:pt x="998880" y="3150397"/>
                </a:lnTo>
                <a:lnTo>
                  <a:pt x="1034912" y="3163210"/>
                </a:lnTo>
                <a:lnTo>
                  <a:pt x="1070915" y="3174059"/>
                </a:lnTo>
                <a:lnTo>
                  <a:pt x="1106886" y="3182941"/>
                </a:lnTo>
                <a:lnTo>
                  <a:pt x="1142818" y="3189853"/>
                </a:lnTo>
                <a:lnTo>
                  <a:pt x="1178706" y="3194793"/>
                </a:lnTo>
                <a:lnTo>
                  <a:pt x="1214545" y="3197759"/>
                </a:lnTo>
                <a:lnTo>
                  <a:pt x="1250331" y="3198749"/>
                </a:lnTo>
                <a:lnTo>
                  <a:pt x="1262731" y="3198591"/>
                </a:lnTo>
                <a:lnTo>
                  <a:pt x="1275347" y="3198128"/>
                </a:lnTo>
                <a:lnTo>
                  <a:pt x="1288110" y="3197376"/>
                </a:lnTo>
                <a:lnTo>
                  <a:pt x="1300949" y="3196350"/>
                </a:lnTo>
                <a:lnTo>
                  <a:pt x="1309005" y="3195574"/>
                </a:lnTo>
                <a:lnTo>
                  <a:pt x="1320075" y="3194740"/>
                </a:lnTo>
                <a:lnTo>
                  <a:pt x="1331391" y="3193967"/>
                </a:lnTo>
                <a:lnTo>
                  <a:pt x="1342973" y="3193258"/>
                </a:lnTo>
                <a:lnTo>
                  <a:pt x="1354842" y="3192616"/>
                </a:lnTo>
                <a:lnTo>
                  <a:pt x="1367016" y="3192044"/>
                </a:lnTo>
                <a:lnTo>
                  <a:pt x="1379517" y="3191545"/>
                </a:lnTo>
                <a:lnTo>
                  <a:pt x="1392364" y="3191122"/>
                </a:lnTo>
                <a:lnTo>
                  <a:pt x="1405578" y="3190778"/>
                </a:lnTo>
                <a:lnTo>
                  <a:pt x="1419179" y="3190516"/>
                </a:lnTo>
                <a:lnTo>
                  <a:pt x="1433187" y="3190339"/>
                </a:lnTo>
                <a:lnTo>
                  <a:pt x="1447622" y="3190250"/>
                </a:lnTo>
                <a:lnTo>
                  <a:pt x="1454674" y="3190240"/>
                </a:lnTo>
                <a:lnTo>
                  <a:pt x="1467448" y="3190245"/>
                </a:lnTo>
                <a:lnTo>
                  <a:pt x="1480277" y="3190281"/>
                </a:lnTo>
                <a:lnTo>
                  <a:pt x="1493117" y="3190380"/>
                </a:lnTo>
                <a:lnTo>
                  <a:pt x="1505921" y="3190574"/>
                </a:lnTo>
                <a:lnTo>
                  <a:pt x="1518645" y="3190892"/>
                </a:lnTo>
                <a:lnTo>
                  <a:pt x="1531244" y="3191367"/>
                </a:lnTo>
                <a:lnTo>
                  <a:pt x="1543673" y="3192030"/>
                </a:lnTo>
                <a:lnTo>
                  <a:pt x="1547384" y="3192272"/>
                </a:lnTo>
                <a:lnTo>
                  <a:pt x="1560111" y="3192330"/>
                </a:lnTo>
                <a:lnTo>
                  <a:pt x="1572825" y="3192482"/>
                </a:lnTo>
                <a:lnTo>
                  <a:pt x="1585530" y="3192692"/>
                </a:lnTo>
                <a:lnTo>
                  <a:pt x="1598226" y="3192925"/>
                </a:lnTo>
                <a:lnTo>
                  <a:pt x="1610915" y="3193146"/>
                </a:lnTo>
                <a:lnTo>
                  <a:pt x="1623600" y="3193319"/>
                </a:lnTo>
                <a:lnTo>
                  <a:pt x="1636282" y="3193409"/>
                </a:lnTo>
                <a:lnTo>
                  <a:pt x="1640094" y="3193415"/>
                </a:lnTo>
                <a:lnTo>
                  <a:pt x="1652921" y="3193389"/>
                </a:lnTo>
                <a:lnTo>
                  <a:pt x="1692554" y="3192899"/>
                </a:lnTo>
                <a:lnTo>
                  <a:pt x="1733709" y="3191529"/>
                </a:lnTo>
                <a:lnTo>
                  <a:pt x="1776127" y="3188938"/>
                </a:lnTo>
                <a:lnTo>
                  <a:pt x="1819547" y="3184786"/>
                </a:lnTo>
                <a:lnTo>
                  <a:pt x="1863711" y="3178735"/>
                </a:lnTo>
                <a:lnTo>
                  <a:pt x="1908359" y="3170445"/>
                </a:lnTo>
                <a:lnTo>
                  <a:pt x="1989330" y="3149720"/>
                </a:lnTo>
                <a:lnTo>
                  <a:pt x="2053436" y="3129180"/>
                </a:lnTo>
                <a:lnTo>
                  <a:pt x="2115657" y="3105468"/>
                </a:lnTo>
                <a:lnTo>
                  <a:pt x="2176028" y="3078549"/>
                </a:lnTo>
                <a:lnTo>
                  <a:pt x="2234585" y="3048386"/>
                </a:lnTo>
                <a:lnTo>
                  <a:pt x="2291363" y="3014945"/>
                </a:lnTo>
                <a:lnTo>
                  <a:pt x="2346400" y="2978189"/>
                </a:lnTo>
                <a:lnTo>
                  <a:pt x="2399729" y="2938083"/>
                </a:lnTo>
                <a:lnTo>
                  <a:pt x="2451386" y="2894589"/>
                </a:lnTo>
                <a:lnTo>
                  <a:pt x="2501408" y="2847673"/>
                </a:lnTo>
                <a:lnTo>
                  <a:pt x="2549829" y="2797298"/>
                </a:lnTo>
                <a:lnTo>
                  <a:pt x="2596686" y="2743429"/>
                </a:lnTo>
                <a:lnTo>
                  <a:pt x="2642014" y="2686030"/>
                </a:lnTo>
                <a:lnTo>
                  <a:pt x="2685849" y="2625064"/>
                </a:lnTo>
                <a:lnTo>
                  <a:pt x="2728226" y="2560496"/>
                </a:lnTo>
                <a:lnTo>
                  <a:pt x="2769181" y="2492290"/>
                </a:lnTo>
                <a:lnTo>
                  <a:pt x="2808749" y="2420410"/>
                </a:lnTo>
                <a:lnTo>
                  <a:pt x="2846967" y="2344820"/>
                </a:lnTo>
                <a:lnTo>
                  <a:pt x="2883869" y="2265485"/>
                </a:lnTo>
                <a:lnTo>
                  <a:pt x="2919492" y="2182367"/>
                </a:lnTo>
                <a:lnTo>
                  <a:pt x="2940887" y="2127701"/>
                </a:lnTo>
                <a:lnTo>
                  <a:pt x="2960218" y="2071252"/>
                </a:lnTo>
                <a:lnTo>
                  <a:pt x="2977522" y="2012949"/>
                </a:lnTo>
                <a:lnTo>
                  <a:pt x="2992837" y="1952723"/>
                </a:lnTo>
                <a:lnTo>
                  <a:pt x="3006201" y="1890506"/>
                </a:lnTo>
                <a:lnTo>
                  <a:pt x="3017653" y="1826227"/>
                </a:lnTo>
                <a:lnTo>
                  <a:pt x="3027230" y="1759818"/>
                </a:lnTo>
                <a:lnTo>
                  <a:pt x="3034970" y="1691209"/>
                </a:lnTo>
                <a:lnTo>
                  <a:pt x="3040913" y="1620330"/>
                </a:lnTo>
                <a:lnTo>
                  <a:pt x="3045095" y="1547114"/>
                </a:lnTo>
                <a:lnTo>
                  <a:pt x="3045402" y="1442429"/>
                </a:lnTo>
                <a:lnTo>
                  <a:pt x="3037872" y="1338526"/>
                </a:lnTo>
                <a:lnTo>
                  <a:pt x="3022805" y="1235791"/>
                </a:lnTo>
                <a:lnTo>
                  <a:pt x="3000498" y="1134612"/>
                </a:lnTo>
                <a:lnTo>
                  <a:pt x="2971250" y="1035377"/>
                </a:lnTo>
                <a:lnTo>
                  <a:pt x="2935359" y="938472"/>
                </a:lnTo>
                <a:lnTo>
                  <a:pt x="2893122" y="844284"/>
                </a:lnTo>
                <a:lnTo>
                  <a:pt x="2844839" y="753201"/>
                </a:lnTo>
                <a:lnTo>
                  <a:pt x="2790807" y="665610"/>
                </a:lnTo>
                <a:lnTo>
                  <a:pt x="2731325" y="581898"/>
                </a:lnTo>
                <a:lnTo>
                  <a:pt x="2666691" y="502452"/>
                </a:lnTo>
                <a:lnTo>
                  <a:pt x="2597203" y="427659"/>
                </a:lnTo>
                <a:lnTo>
                  <a:pt x="2523160" y="357907"/>
                </a:lnTo>
                <a:lnTo>
                  <a:pt x="2444859" y="293583"/>
                </a:lnTo>
                <a:lnTo>
                  <a:pt x="2362599" y="235075"/>
                </a:lnTo>
                <a:lnTo>
                  <a:pt x="2276678" y="182768"/>
                </a:lnTo>
                <a:lnTo>
                  <a:pt x="2187394" y="137050"/>
                </a:lnTo>
                <a:lnTo>
                  <a:pt x="2095046" y="98310"/>
                </a:lnTo>
                <a:lnTo>
                  <a:pt x="1999931" y="66933"/>
                </a:lnTo>
                <a:lnTo>
                  <a:pt x="1902349" y="43306"/>
                </a:lnTo>
                <a:lnTo>
                  <a:pt x="1858751" y="34903"/>
                </a:lnTo>
                <a:lnTo>
                  <a:pt x="1815298" y="27440"/>
                </a:lnTo>
                <a:lnTo>
                  <a:pt x="1772012" y="20903"/>
                </a:lnTo>
                <a:lnTo>
                  <a:pt x="1728918" y="15279"/>
                </a:lnTo>
                <a:lnTo>
                  <a:pt x="1686036" y="10556"/>
                </a:lnTo>
                <a:lnTo>
                  <a:pt x="1643391" y="6721"/>
                </a:lnTo>
                <a:lnTo>
                  <a:pt x="1601004" y="3761"/>
                </a:lnTo>
                <a:lnTo>
                  <a:pt x="1558900" y="1663"/>
                </a:lnTo>
                <a:lnTo>
                  <a:pt x="1517101" y="413"/>
                </a:lnTo>
                <a:lnTo>
                  <a:pt x="1475629" y="0"/>
                </a:lnTo>
                <a:lnTo>
                  <a:pt x="1391213" y="1897"/>
                </a:lnTo>
                <a:lnTo>
                  <a:pt x="1308791" y="7575"/>
                </a:lnTo>
                <a:lnTo>
                  <a:pt x="1228400" y="17015"/>
                </a:lnTo>
                <a:lnTo>
                  <a:pt x="1150075" y="30199"/>
                </a:lnTo>
                <a:lnTo>
                  <a:pt x="1073852" y="47107"/>
                </a:lnTo>
                <a:lnTo>
                  <a:pt x="999768" y="67719"/>
                </a:lnTo>
                <a:lnTo>
                  <a:pt x="927858" y="92017"/>
                </a:lnTo>
                <a:lnTo>
                  <a:pt x="858159" y="119981"/>
                </a:lnTo>
                <a:lnTo>
                  <a:pt x="790706" y="151593"/>
                </a:lnTo>
                <a:lnTo>
                  <a:pt x="725535" y="186832"/>
                </a:lnTo>
                <a:lnTo>
                  <a:pt x="662683" y="225681"/>
                </a:lnTo>
                <a:lnTo>
                  <a:pt x="602185" y="268120"/>
                </a:lnTo>
                <a:lnTo>
                  <a:pt x="544077" y="314129"/>
                </a:lnTo>
                <a:lnTo>
                  <a:pt x="488396" y="363690"/>
                </a:lnTo>
                <a:lnTo>
                  <a:pt x="435177" y="416784"/>
                </a:lnTo>
                <a:lnTo>
                  <a:pt x="384457" y="473390"/>
                </a:lnTo>
                <a:lnTo>
                  <a:pt x="336271" y="533491"/>
                </a:lnTo>
                <a:lnTo>
                  <a:pt x="290656" y="597067"/>
                </a:lnTo>
                <a:lnTo>
                  <a:pt x="247646" y="664099"/>
                </a:lnTo>
                <a:lnTo>
                  <a:pt x="207280" y="734567"/>
                </a:lnTo>
                <a:lnTo>
                  <a:pt x="183297" y="780801"/>
                </a:lnTo>
                <a:lnTo>
                  <a:pt x="160732" y="828618"/>
                </a:lnTo>
                <a:lnTo>
                  <a:pt x="139598" y="877934"/>
                </a:lnTo>
                <a:lnTo>
                  <a:pt x="119905" y="928667"/>
                </a:lnTo>
                <a:lnTo>
                  <a:pt x="101663" y="980735"/>
                </a:lnTo>
                <a:lnTo>
                  <a:pt x="84885" y="1034055"/>
                </a:lnTo>
                <a:lnTo>
                  <a:pt x="69581" y="1088545"/>
                </a:lnTo>
                <a:lnTo>
                  <a:pt x="55762" y="1144121"/>
                </a:lnTo>
                <a:lnTo>
                  <a:pt x="43439" y="1200702"/>
                </a:lnTo>
                <a:lnTo>
                  <a:pt x="32623" y="1258204"/>
                </a:lnTo>
                <a:lnTo>
                  <a:pt x="23326" y="1316546"/>
                </a:lnTo>
                <a:lnTo>
                  <a:pt x="15558" y="1375644"/>
                </a:lnTo>
                <a:lnTo>
                  <a:pt x="9330" y="1435416"/>
                </a:lnTo>
                <a:lnTo>
                  <a:pt x="4654" y="1495780"/>
                </a:lnTo>
                <a:lnTo>
                  <a:pt x="1540" y="1556652"/>
                </a:lnTo>
                <a:lnTo>
                  <a:pt x="0" y="1617951"/>
                </a:lnTo>
                <a:lnTo>
                  <a:pt x="44" y="1679593"/>
                </a:lnTo>
                <a:lnTo>
                  <a:pt x="1684" y="1741497"/>
                </a:lnTo>
                <a:lnTo>
                  <a:pt x="4930" y="1803579"/>
                </a:lnTo>
                <a:lnTo>
                  <a:pt x="9795" y="1865757"/>
                </a:lnTo>
                <a:lnTo>
                  <a:pt x="16634" y="1922777"/>
                </a:lnTo>
                <a:lnTo>
                  <a:pt x="26555" y="1978602"/>
                </a:lnTo>
                <a:lnTo>
                  <a:pt x="39381" y="2033256"/>
                </a:lnTo>
                <a:lnTo>
                  <a:pt x="54936" y="2086762"/>
                </a:lnTo>
                <a:lnTo>
                  <a:pt x="73041" y="2139144"/>
                </a:lnTo>
                <a:lnTo>
                  <a:pt x="93520" y="2190426"/>
                </a:lnTo>
                <a:lnTo>
                  <a:pt x="116195" y="2240631"/>
                </a:lnTo>
                <a:lnTo>
                  <a:pt x="140889" y="2289784"/>
                </a:lnTo>
                <a:lnTo>
                  <a:pt x="167426" y="2337908"/>
                </a:lnTo>
                <a:lnTo>
                  <a:pt x="195628" y="2385028"/>
                </a:lnTo>
                <a:lnTo>
                  <a:pt x="225317" y="2431166"/>
                </a:lnTo>
                <a:lnTo>
                  <a:pt x="256317" y="2476347"/>
                </a:lnTo>
                <a:lnTo>
                  <a:pt x="288451" y="2520595"/>
                </a:lnTo>
                <a:lnTo>
                  <a:pt x="321540" y="2563933"/>
                </a:lnTo>
                <a:lnTo>
                  <a:pt x="355409" y="2606385"/>
                </a:lnTo>
                <a:lnTo>
                  <a:pt x="389880" y="2647975"/>
                </a:lnTo>
                <a:lnTo>
                  <a:pt x="424776" y="2688727"/>
                </a:lnTo>
                <a:lnTo>
                  <a:pt x="459920" y="2728664"/>
                </a:lnTo>
                <a:lnTo>
                  <a:pt x="495134" y="2767811"/>
                </a:lnTo>
                <a:lnTo>
                  <a:pt x="530241" y="2806191"/>
                </a:lnTo>
                <a:close/>
              </a:path>
            </a:pathLst>
          </a:custGeom>
          <a:ln w="19050">
            <a:solidFill>
              <a:srgbClr val="52525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85190" y="2409190"/>
            <a:ext cx="2900600" cy="3045797"/>
          </a:xfrm>
          <a:custGeom>
            <a:avLst/>
            <a:gdLst/>
            <a:ahLst/>
            <a:cxnLst/>
            <a:rect l="l" t="t" r="r" b="b"/>
            <a:pathLst>
              <a:path w="2900600" h="3045797">
                <a:moveTo>
                  <a:pt x="197051" y="696595"/>
                </a:moveTo>
                <a:lnTo>
                  <a:pt x="245340" y="613679"/>
                </a:lnTo>
                <a:lnTo>
                  <a:pt x="296426" y="537320"/>
                </a:lnTo>
                <a:lnTo>
                  <a:pt x="350054" y="467270"/>
                </a:lnTo>
                <a:lnTo>
                  <a:pt x="405969" y="403278"/>
                </a:lnTo>
                <a:lnTo>
                  <a:pt x="463915" y="345096"/>
                </a:lnTo>
                <a:lnTo>
                  <a:pt x="523639" y="292474"/>
                </a:lnTo>
                <a:lnTo>
                  <a:pt x="584884" y="245163"/>
                </a:lnTo>
                <a:lnTo>
                  <a:pt x="647397" y="202914"/>
                </a:lnTo>
                <a:lnTo>
                  <a:pt x="710921" y="165477"/>
                </a:lnTo>
                <a:lnTo>
                  <a:pt x="775202" y="132603"/>
                </a:lnTo>
                <a:lnTo>
                  <a:pt x="839986" y="104044"/>
                </a:lnTo>
                <a:lnTo>
                  <a:pt x="905016" y="79548"/>
                </a:lnTo>
                <a:lnTo>
                  <a:pt x="970038" y="58868"/>
                </a:lnTo>
                <a:lnTo>
                  <a:pt x="1034797" y="41754"/>
                </a:lnTo>
                <a:lnTo>
                  <a:pt x="1099038" y="27957"/>
                </a:lnTo>
                <a:lnTo>
                  <a:pt x="1162507" y="17228"/>
                </a:lnTo>
                <a:lnTo>
                  <a:pt x="1224947" y="9317"/>
                </a:lnTo>
                <a:lnTo>
                  <a:pt x="1286104" y="3974"/>
                </a:lnTo>
                <a:lnTo>
                  <a:pt x="1345724" y="952"/>
                </a:lnTo>
                <a:lnTo>
                  <a:pt x="1403551" y="0"/>
                </a:lnTo>
                <a:lnTo>
                  <a:pt x="1423477" y="110"/>
                </a:lnTo>
                <a:lnTo>
                  <a:pt x="1463558" y="987"/>
                </a:lnTo>
                <a:lnTo>
                  <a:pt x="1503942" y="2732"/>
                </a:lnTo>
                <a:lnTo>
                  <a:pt x="1544630" y="5332"/>
                </a:lnTo>
                <a:lnTo>
                  <a:pt x="1585619" y="8776"/>
                </a:lnTo>
                <a:lnTo>
                  <a:pt x="1626910" y="13052"/>
                </a:lnTo>
                <a:lnTo>
                  <a:pt x="1668501" y="18149"/>
                </a:lnTo>
                <a:lnTo>
                  <a:pt x="1710393" y="24056"/>
                </a:lnTo>
                <a:lnTo>
                  <a:pt x="1752583" y="30761"/>
                </a:lnTo>
                <a:lnTo>
                  <a:pt x="1795072" y="38253"/>
                </a:lnTo>
                <a:lnTo>
                  <a:pt x="1908968" y="64615"/>
                </a:lnTo>
                <a:lnTo>
                  <a:pt x="1999176" y="94310"/>
                </a:lnTo>
                <a:lnTo>
                  <a:pt x="2086769" y="131004"/>
                </a:lnTo>
                <a:lnTo>
                  <a:pt x="2171461" y="174327"/>
                </a:lnTo>
                <a:lnTo>
                  <a:pt x="2252968" y="223908"/>
                </a:lnTo>
                <a:lnTo>
                  <a:pt x="2331007" y="279378"/>
                </a:lnTo>
                <a:lnTo>
                  <a:pt x="2405294" y="340366"/>
                </a:lnTo>
                <a:lnTo>
                  <a:pt x="2475543" y="406502"/>
                </a:lnTo>
                <a:lnTo>
                  <a:pt x="2541472" y="477415"/>
                </a:lnTo>
                <a:lnTo>
                  <a:pt x="2602796" y="552735"/>
                </a:lnTo>
                <a:lnTo>
                  <a:pt x="2659230" y="632092"/>
                </a:lnTo>
                <a:lnTo>
                  <a:pt x="2710491" y="715115"/>
                </a:lnTo>
                <a:lnTo>
                  <a:pt x="2756295" y="801434"/>
                </a:lnTo>
                <a:lnTo>
                  <a:pt x="2796357" y="890679"/>
                </a:lnTo>
                <a:lnTo>
                  <a:pt x="2830394" y="982479"/>
                </a:lnTo>
                <a:lnTo>
                  <a:pt x="2858120" y="1076465"/>
                </a:lnTo>
                <a:lnTo>
                  <a:pt x="2879253" y="1172265"/>
                </a:lnTo>
                <a:lnTo>
                  <a:pt x="2893507" y="1269509"/>
                </a:lnTo>
                <a:lnTo>
                  <a:pt x="2900600" y="1367827"/>
                </a:lnTo>
                <a:lnTo>
                  <a:pt x="2900246" y="1466850"/>
                </a:lnTo>
                <a:lnTo>
                  <a:pt x="2896395" y="1537210"/>
                </a:lnTo>
                <a:lnTo>
                  <a:pt x="2890840" y="1605240"/>
                </a:lnTo>
                <a:lnTo>
                  <a:pt x="2883542" y="1671016"/>
                </a:lnTo>
                <a:lnTo>
                  <a:pt x="2874466" y="1734614"/>
                </a:lnTo>
                <a:lnTo>
                  <a:pt x="2863574" y="1796113"/>
                </a:lnTo>
                <a:lnTo>
                  <a:pt x="2850831" y="1855588"/>
                </a:lnTo>
                <a:lnTo>
                  <a:pt x="2836200" y="1913118"/>
                </a:lnTo>
                <a:lnTo>
                  <a:pt x="2819644" y="1968778"/>
                </a:lnTo>
                <a:lnTo>
                  <a:pt x="2801127" y="2022646"/>
                </a:lnTo>
                <a:lnTo>
                  <a:pt x="2780612" y="2074799"/>
                </a:lnTo>
                <a:lnTo>
                  <a:pt x="2746658" y="2154186"/>
                </a:lnTo>
                <a:lnTo>
                  <a:pt x="2711491" y="2229950"/>
                </a:lnTo>
                <a:lnTo>
                  <a:pt x="2675078" y="2302127"/>
                </a:lnTo>
                <a:lnTo>
                  <a:pt x="2637389" y="2370751"/>
                </a:lnTo>
                <a:lnTo>
                  <a:pt x="2598392" y="2435858"/>
                </a:lnTo>
                <a:lnTo>
                  <a:pt x="2558057" y="2497481"/>
                </a:lnTo>
                <a:lnTo>
                  <a:pt x="2516352" y="2555657"/>
                </a:lnTo>
                <a:lnTo>
                  <a:pt x="2473245" y="2610419"/>
                </a:lnTo>
                <a:lnTo>
                  <a:pt x="2428707" y="2661804"/>
                </a:lnTo>
                <a:lnTo>
                  <a:pt x="2382705" y="2709846"/>
                </a:lnTo>
                <a:lnTo>
                  <a:pt x="2335208" y="2754580"/>
                </a:lnTo>
                <a:lnTo>
                  <a:pt x="2286186" y="2796041"/>
                </a:lnTo>
                <a:lnTo>
                  <a:pt x="2235608" y="2834263"/>
                </a:lnTo>
                <a:lnTo>
                  <a:pt x="2183441" y="2869283"/>
                </a:lnTo>
                <a:lnTo>
                  <a:pt x="2129655" y="2901134"/>
                </a:lnTo>
                <a:lnTo>
                  <a:pt x="2074219" y="2929852"/>
                </a:lnTo>
                <a:lnTo>
                  <a:pt x="2017102" y="2955472"/>
                </a:lnTo>
                <a:lnTo>
                  <a:pt x="1958272" y="2978028"/>
                </a:lnTo>
                <a:lnTo>
                  <a:pt x="1897699" y="2997556"/>
                </a:lnTo>
                <a:lnTo>
                  <a:pt x="1835351" y="3014091"/>
                </a:lnTo>
                <a:lnTo>
                  <a:pt x="1793551" y="3023141"/>
                </a:lnTo>
                <a:lnTo>
                  <a:pt x="1751819" y="3029743"/>
                </a:lnTo>
                <a:lnTo>
                  <a:pt x="1710497" y="3034277"/>
                </a:lnTo>
                <a:lnTo>
                  <a:pt x="1669927" y="3037124"/>
                </a:lnTo>
                <a:lnTo>
                  <a:pt x="1630450" y="3038665"/>
                </a:lnTo>
                <a:lnTo>
                  <a:pt x="1580107" y="3039345"/>
                </a:lnTo>
                <a:lnTo>
                  <a:pt x="1568016" y="3039364"/>
                </a:lnTo>
                <a:lnTo>
                  <a:pt x="1555196" y="3039361"/>
                </a:lnTo>
                <a:lnTo>
                  <a:pt x="1516877" y="3039191"/>
                </a:lnTo>
                <a:lnTo>
                  <a:pt x="1476322" y="3038348"/>
                </a:lnTo>
                <a:lnTo>
                  <a:pt x="1463420" y="3038239"/>
                </a:lnTo>
                <a:lnTo>
                  <a:pt x="1450613" y="3037958"/>
                </a:lnTo>
                <a:lnTo>
                  <a:pt x="1437884" y="3037568"/>
                </a:lnTo>
                <a:lnTo>
                  <a:pt x="1425216" y="3037133"/>
                </a:lnTo>
                <a:lnTo>
                  <a:pt x="1412591" y="3036718"/>
                </a:lnTo>
                <a:lnTo>
                  <a:pt x="1399993" y="3036387"/>
                </a:lnTo>
                <a:lnTo>
                  <a:pt x="1387405" y="3036205"/>
                </a:lnTo>
                <a:lnTo>
                  <a:pt x="1382596" y="3036189"/>
                </a:lnTo>
                <a:lnTo>
                  <a:pt x="1367895" y="3036234"/>
                </a:lnTo>
                <a:lnTo>
                  <a:pt x="1353627" y="3036372"/>
                </a:lnTo>
                <a:lnTo>
                  <a:pt x="1339771" y="3036606"/>
                </a:lnTo>
                <a:lnTo>
                  <a:pt x="1326309" y="3036938"/>
                </a:lnTo>
                <a:lnTo>
                  <a:pt x="1313219" y="3037372"/>
                </a:lnTo>
                <a:lnTo>
                  <a:pt x="1300482" y="3037912"/>
                </a:lnTo>
                <a:lnTo>
                  <a:pt x="1288077" y="3038559"/>
                </a:lnTo>
                <a:lnTo>
                  <a:pt x="1275984" y="3039318"/>
                </a:lnTo>
                <a:lnTo>
                  <a:pt x="1264184" y="3040190"/>
                </a:lnTo>
                <a:lnTo>
                  <a:pt x="1252654" y="3041180"/>
                </a:lnTo>
                <a:lnTo>
                  <a:pt x="1241377" y="3042290"/>
                </a:lnTo>
                <a:lnTo>
                  <a:pt x="1230331" y="3043523"/>
                </a:lnTo>
                <a:lnTo>
                  <a:pt x="1230069" y="3043555"/>
                </a:lnTo>
                <a:lnTo>
                  <a:pt x="1194450" y="3045781"/>
                </a:lnTo>
                <a:lnTo>
                  <a:pt x="1123119" y="3043610"/>
                </a:lnTo>
                <a:lnTo>
                  <a:pt x="1051655" y="3032656"/>
                </a:lnTo>
                <a:lnTo>
                  <a:pt x="980045" y="3012978"/>
                </a:lnTo>
                <a:lnTo>
                  <a:pt x="944180" y="2999885"/>
                </a:lnTo>
                <a:lnTo>
                  <a:pt x="908275" y="2984632"/>
                </a:lnTo>
                <a:lnTo>
                  <a:pt x="872326" y="2967228"/>
                </a:lnTo>
                <a:lnTo>
                  <a:pt x="836332" y="2947678"/>
                </a:lnTo>
                <a:lnTo>
                  <a:pt x="800292" y="2925990"/>
                </a:lnTo>
                <a:lnTo>
                  <a:pt x="764203" y="2902172"/>
                </a:lnTo>
                <a:lnTo>
                  <a:pt x="728065" y="2876230"/>
                </a:lnTo>
                <a:lnTo>
                  <a:pt x="691876" y="2848173"/>
                </a:lnTo>
                <a:lnTo>
                  <a:pt x="655634" y="2818007"/>
                </a:lnTo>
                <a:lnTo>
                  <a:pt x="619338" y="2785739"/>
                </a:lnTo>
                <a:lnTo>
                  <a:pt x="582986" y="2751376"/>
                </a:lnTo>
                <a:lnTo>
                  <a:pt x="546575" y="2714927"/>
                </a:lnTo>
                <a:lnTo>
                  <a:pt x="510106" y="2676398"/>
                </a:lnTo>
                <a:lnTo>
                  <a:pt x="476357" y="2639471"/>
                </a:lnTo>
                <a:lnTo>
                  <a:pt x="442508" y="2601831"/>
                </a:lnTo>
                <a:lnTo>
                  <a:pt x="408729" y="2563462"/>
                </a:lnTo>
                <a:lnTo>
                  <a:pt x="375192" y="2524344"/>
                </a:lnTo>
                <a:lnTo>
                  <a:pt x="342067" y="2484461"/>
                </a:lnTo>
                <a:lnTo>
                  <a:pt x="309524" y="2443795"/>
                </a:lnTo>
                <a:lnTo>
                  <a:pt x="277734" y="2402328"/>
                </a:lnTo>
                <a:lnTo>
                  <a:pt x="246868" y="2360044"/>
                </a:lnTo>
                <a:lnTo>
                  <a:pt x="217096" y="2316923"/>
                </a:lnTo>
                <a:lnTo>
                  <a:pt x="188589" y="2272950"/>
                </a:lnTo>
                <a:lnTo>
                  <a:pt x="161518" y="2228106"/>
                </a:lnTo>
                <a:lnTo>
                  <a:pt x="136052" y="2182375"/>
                </a:lnTo>
                <a:lnTo>
                  <a:pt x="112363" y="2135737"/>
                </a:lnTo>
                <a:lnTo>
                  <a:pt x="90621" y="2088176"/>
                </a:lnTo>
                <a:lnTo>
                  <a:pt x="70997" y="2039675"/>
                </a:lnTo>
                <a:lnTo>
                  <a:pt x="53662" y="1990215"/>
                </a:lnTo>
                <a:lnTo>
                  <a:pt x="38785" y="1939780"/>
                </a:lnTo>
                <a:lnTo>
                  <a:pt x="26538" y="1888352"/>
                </a:lnTo>
                <a:lnTo>
                  <a:pt x="17091" y="1835912"/>
                </a:lnTo>
                <a:lnTo>
                  <a:pt x="10615" y="1782445"/>
                </a:lnTo>
                <a:lnTo>
                  <a:pt x="5572" y="1722500"/>
                </a:lnTo>
                <a:lnTo>
                  <a:pt x="2133" y="1662695"/>
                </a:lnTo>
                <a:lnTo>
                  <a:pt x="280" y="1603104"/>
                </a:lnTo>
                <a:lnTo>
                  <a:pt x="0" y="1543804"/>
                </a:lnTo>
                <a:lnTo>
                  <a:pt x="1276" y="1484872"/>
                </a:lnTo>
                <a:lnTo>
                  <a:pt x="4095" y="1426382"/>
                </a:lnTo>
                <a:lnTo>
                  <a:pt x="8441" y="1368411"/>
                </a:lnTo>
                <a:lnTo>
                  <a:pt x="14299" y="1311035"/>
                </a:lnTo>
                <a:lnTo>
                  <a:pt x="21653" y="1254330"/>
                </a:lnTo>
                <a:lnTo>
                  <a:pt x="30490" y="1198372"/>
                </a:lnTo>
                <a:lnTo>
                  <a:pt x="40794" y="1143236"/>
                </a:lnTo>
                <a:lnTo>
                  <a:pt x="52549" y="1089000"/>
                </a:lnTo>
                <a:lnTo>
                  <a:pt x="65741" y="1035739"/>
                </a:lnTo>
                <a:lnTo>
                  <a:pt x="80355" y="983529"/>
                </a:lnTo>
                <a:lnTo>
                  <a:pt x="96375" y="932445"/>
                </a:lnTo>
                <a:lnTo>
                  <a:pt x="113787" y="882565"/>
                </a:lnTo>
                <a:lnTo>
                  <a:pt x="132576" y="833964"/>
                </a:lnTo>
                <a:lnTo>
                  <a:pt x="152726" y="786718"/>
                </a:lnTo>
                <a:lnTo>
                  <a:pt x="174223" y="740903"/>
                </a:lnTo>
                <a:lnTo>
                  <a:pt x="197051" y="696595"/>
                </a:lnTo>
                <a:close/>
              </a:path>
            </a:pathLst>
          </a:custGeom>
          <a:ln w="19050">
            <a:solidFill>
              <a:srgbClr val="52525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7758" y="2676398"/>
            <a:ext cx="2361966" cy="2512806"/>
          </a:xfrm>
          <a:custGeom>
            <a:avLst/>
            <a:gdLst/>
            <a:ahLst/>
            <a:cxnLst/>
            <a:rect l="l" t="t" r="r" b="b"/>
            <a:pathLst>
              <a:path w="2361966" h="2512806">
                <a:moveTo>
                  <a:pt x="1143109" y="0"/>
                </a:moveTo>
                <a:lnTo>
                  <a:pt x="1191962" y="722"/>
                </a:lnTo>
                <a:lnTo>
                  <a:pt x="1241541" y="2931"/>
                </a:lnTo>
                <a:lnTo>
                  <a:pt x="1291766" y="6692"/>
                </a:lnTo>
                <a:lnTo>
                  <a:pt x="1342558" y="12070"/>
                </a:lnTo>
                <a:lnTo>
                  <a:pt x="1393837" y="19127"/>
                </a:lnTo>
                <a:lnTo>
                  <a:pt x="1445523" y="27929"/>
                </a:lnTo>
                <a:lnTo>
                  <a:pt x="1554473" y="53696"/>
                </a:lnTo>
                <a:lnTo>
                  <a:pt x="1627107" y="78812"/>
                </a:lnTo>
                <a:lnTo>
                  <a:pt x="1697818" y="109807"/>
                </a:lnTo>
                <a:lnTo>
                  <a:pt x="1766353" y="146347"/>
                </a:lnTo>
                <a:lnTo>
                  <a:pt x="1832461" y="188094"/>
                </a:lnTo>
                <a:lnTo>
                  <a:pt x="1895890" y="234713"/>
                </a:lnTo>
                <a:lnTo>
                  <a:pt x="1956387" y="285866"/>
                </a:lnTo>
                <a:lnTo>
                  <a:pt x="2013701" y="341217"/>
                </a:lnTo>
                <a:lnTo>
                  <a:pt x="2067580" y="400430"/>
                </a:lnTo>
                <a:lnTo>
                  <a:pt x="2117771" y="463169"/>
                </a:lnTo>
                <a:lnTo>
                  <a:pt x="2164022" y="529096"/>
                </a:lnTo>
                <a:lnTo>
                  <a:pt x="2206082" y="597876"/>
                </a:lnTo>
                <a:lnTo>
                  <a:pt x="2243698" y="669172"/>
                </a:lnTo>
                <a:lnTo>
                  <a:pt x="2276619" y="742648"/>
                </a:lnTo>
                <a:lnTo>
                  <a:pt x="2304592" y="817967"/>
                </a:lnTo>
                <a:lnTo>
                  <a:pt x="2327365" y="894793"/>
                </a:lnTo>
                <a:lnTo>
                  <a:pt x="2344686" y="972789"/>
                </a:lnTo>
                <a:lnTo>
                  <a:pt x="2356304" y="1051619"/>
                </a:lnTo>
                <a:lnTo>
                  <a:pt x="2361966" y="1130947"/>
                </a:lnTo>
                <a:lnTo>
                  <a:pt x="2361420" y="1210437"/>
                </a:lnTo>
                <a:lnTo>
                  <a:pt x="2358055" y="1268399"/>
                </a:lnTo>
                <a:lnTo>
                  <a:pt x="2353347" y="1324514"/>
                </a:lnTo>
                <a:lnTo>
                  <a:pt x="2347266" y="1378832"/>
                </a:lnTo>
                <a:lnTo>
                  <a:pt x="2339781" y="1431404"/>
                </a:lnTo>
                <a:lnTo>
                  <a:pt x="2330861" y="1482280"/>
                </a:lnTo>
                <a:lnTo>
                  <a:pt x="2320473" y="1531510"/>
                </a:lnTo>
                <a:lnTo>
                  <a:pt x="2308588" y="1579144"/>
                </a:lnTo>
                <a:lnTo>
                  <a:pt x="2295173" y="1625233"/>
                </a:lnTo>
                <a:lnTo>
                  <a:pt x="2280198" y="1669826"/>
                </a:lnTo>
                <a:lnTo>
                  <a:pt x="2263630" y="1712976"/>
                </a:lnTo>
                <a:lnTo>
                  <a:pt x="2235951" y="1778444"/>
                </a:lnTo>
                <a:lnTo>
                  <a:pt x="2207302" y="1840946"/>
                </a:lnTo>
                <a:lnTo>
                  <a:pt x="2177655" y="1900508"/>
                </a:lnTo>
                <a:lnTo>
                  <a:pt x="2146985" y="1957156"/>
                </a:lnTo>
                <a:lnTo>
                  <a:pt x="2115264" y="2010916"/>
                </a:lnTo>
                <a:lnTo>
                  <a:pt x="2082466" y="2061813"/>
                </a:lnTo>
                <a:lnTo>
                  <a:pt x="2048563" y="2109876"/>
                </a:lnTo>
                <a:lnTo>
                  <a:pt x="2013528" y="2155129"/>
                </a:lnTo>
                <a:lnTo>
                  <a:pt x="1977334" y="2197598"/>
                </a:lnTo>
                <a:lnTo>
                  <a:pt x="1939955" y="2237311"/>
                </a:lnTo>
                <a:lnTo>
                  <a:pt x="1901363" y="2274293"/>
                </a:lnTo>
                <a:lnTo>
                  <a:pt x="1861532" y="2308570"/>
                </a:lnTo>
                <a:lnTo>
                  <a:pt x="1820434" y="2340169"/>
                </a:lnTo>
                <a:lnTo>
                  <a:pt x="1778043" y="2369115"/>
                </a:lnTo>
                <a:lnTo>
                  <a:pt x="1734332" y="2395436"/>
                </a:lnTo>
                <a:lnTo>
                  <a:pt x="1689273" y="2419156"/>
                </a:lnTo>
                <a:lnTo>
                  <a:pt x="1642840" y="2440303"/>
                </a:lnTo>
                <a:lnTo>
                  <a:pt x="1595006" y="2458903"/>
                </a:lnTo>
                <a:lnTo>
                  <a:pt x="1545744" y="2474981"/>
                </a:lnTo>
                <a:lnTo>
                  <a:pt x="1495026" y="2488565"/>
                </a:lnTo>
                <a:lnTo>
                  <a:pt x="1455817" y="2496984"/>
                </a:lnTo>
                <a:lnTo>
                  <a:pt x="1416757" y="2502648"/>
                </a:lnTo>
                <a:lnTo>
                  <a:pt x="1378159" y="2506101"/>
                </a:lnTo>
                <a:lnTo>
                  <a:pt x="1327953" y="2508204"/>
                </a:lnTo>
                <a:lnTo>
                  <a:pt x="1279864" y="2508630"/>
                </a:lnTo>
                <a:lnTo>
                  <a:pt x="1277729" y="2508631"/>
                </a:lnTo>
                <a:lnTo>
                  <a:pt x="1265125" y="2508626"/>
                </a:lnTo>
                <a:lnTo>
                  <a:pt x="1226857" y="2508323"/>
                </a:lnTo>
                <a:lnTo>
                  <a:pt x="1202037" y="2507615"/>
                </a:lnTo>
                <a:lnTo>
                  <a:pt x="1189216" y="2507457"/>
                </a:lnTo>
                <a:lnTo>
                  <a:pt x="1176524" y="2507063"/>
                </a:lnTo>
                <a:lnTo>
                  <a:pt x="1163902" y="2506549"/>
                </a:lnTo>
                <a:lnTo>
                  <a:pt x="1151292" y="2506032"/>
                </a:lnTo>
                <a:lnTo>
                  <a:pt x="1138636" y="2505629"/>
                </a:lnTo>
                <a:lnTo>
                  <a:pt x="1125875" y="2505456"/>
                </a:lnTo>
                <a:lnTo>
                  <a:pt x="1125202" y="2505456"/>
                </a:lnTo>
                <a:lnTo>
                  <a:pt x="1110574" y="2505521"/>
                </a:lnTo>
                <a:lnTo>
                  <a:pt x="1096467" y="2505715"/>
                </a:lnTo>
                <a:lnTo>
                  <a:pt x="1082850" y="2506028"/>
                </a:lnTo>
                <a:lnTo>
                  <a:pt x="1069693" y="2506453"/>
                </a:lnTo>
                <a:lnTo>
                  <a:pt x="1056963" y="2506984"/>
                </a:lnTo>
                <a:lnTo>
                  <a:pt x="1044630" y="2507613"/>
                </a:lnTo>
                <a:lnTo>
                  <a:pt x="1032661" y="2508333"/>
                </a:lnTo>
                <a:lnTo>
                  <a:pt x="1021026" y="2509137"/>
                </a:lnTo>
                <a:lnTo>
                  <a:pt x="1009694" y="2510017"/>
                </a:lnTo>
                <a:lnTo>
                  <a:pt x="1000615" y="2510790"/>
                </a:lnTo>
                <a:lnTo>
                  <a:pt x="971601" y="2512712"/>
                </a:lnTo>
                <a:lnTo>
                  <a:pt x="913559" y="2511077"/>
                </a:lnTo>
                <a:lnTo>
                  <a:pt x="855472" y="2502179"/>
                </a:lnTo>
                <a:lnTo>
                  <a:pt x="797311" y="2486067"/>
                </a:lnTo>
                <a:lnTo>
                  <a:pt x="739046" y="2462790"/>
                </a:lnTo>
                <a:lnTo>
                  <a:pt x="680647" y="2432398"/>
                </a:lnTo>
                <a:lnTo>
                  <a:pt x="622084" y="2394940"/>
                </a:lnTo>
                <a:lnTo>
                  <a:pt x="563328" y="2350466"/>
                </a:lnTo>
                <a:lnTo>
                  <a:pt x="533869" y="2325613"/>
                </a:lnTo>
                <a:lnTo>
                  <a:pt x="504350" y="2299025"/>
                </a:lnTo>
                <a:lnTo>
                  <a:pt x="474768" y="2270708"/>
                </a:lnTo>
                <a:lnTo>
                  <a:pt x="445119" y="2240668"/>
                </a:lnTo>
                <a:lnTo>
                  <a:pt x="415399" y="2208910"/>
                </a:lnTo>
                <a:lnTo>
                  <a:pt x="387936" y="2178383"/>
                </a:lnTo>
                <a:lnTo>
                  <a:pt x="360389" y="2147256"/>
                </a:lnTo>
                <a:lnTo>
                  <a:pt x="332897" y="2115517"/>
                </a:lnTo>
                <a:lnTo>
                  <a:pt x="305599" y="2083153"/>
                </a:lnTo>
                <a:lnTo>
                  <a:pt x="278634" y="2050153"/>
                </a:lnTo>
                <a:lnTo>
                  <a:pt x="252141" y="2016502"/>
                </a:lnTo>
                <a:lnTo>
                  <a:pt x="226259" y="1982190"/>
                </a:lnTo>
                <a:lnTo>
                  <a:pt x="201127" y="1947203"/>
                </a:lnTo>
                <a:lnTo>
                  <a:pt x="176884" y="1911529"/>
                </a:lnTo>
                <a:lnTo>
                  <a:pt x="153668" y="1875155"/>
                </a:lnTo>
                <a:lnTo>
                  <a:pt x="131619" y="1838068"/>
                </a:lnTo>
                <a:lnTo>
                  <a:pt x="110877" y="1800256"/>
                </a:lnTo>
                <a:lnTo>
                  <a:pt x="91578" y="1761707"/>
                </a:lnTo>
                <a:lnTo>
                  <a:pt x="73864" y="1722407"/>
                </a:lnTo>
                <a:lnTo>
                  <a:pt x="57872" y="1682345"/>
                </a:lnTo>
                <a:lnTo>
                  <a:pt x="43742" y="1641507"/>
                </a:lnTo>
                <a:lnTo>
                  <a:pt x="31613" y="1599881"/>
                </a:lnTo>
                <a:lnTo>
                  <a:pt x="21623" y="1557455"/>
                </a:lnTo>
                <a:lnTo>
                  <a:pt x="13912" y="1514216"/>
                </a:lnTo>
                <a:lnTo>
                  <a:pt x="8618" y="1470152"/>
                </a:lnTo>
                <a:lnTo>
                  <a:pt x="4500" y="1420507"/>
                </a:lnTo>
                <a:lnTo>
                  <a:pt x="1700" y="1371014"/>
                </a:lnTo>
                <a:lnTo>
                  <a:pt x="204" y="1321731"/>
                </a:lnTo>
                <a:lnTo>
                  <a:pt x="0" y="1272718"/>
                </a:lnTo>
                <a:lnTo>
                  <a:pt x="1072" y="1224033"/>
                </a:lnTo>
                <a:lnTo>
                  <a:pt x="3407" y="1175735"/>
                </a:lnTo>
                <a:lnTo>
                  <a:pt x="6993" y="1127882"/>
                </a:lnTo>
                <a:lnTo>
                  <a:pt x="11815" y="1080534"/>
                </a:lnTo>
                <a:lnTo>
                  <a:pt x="17859" y="1033748"/>
                </a:lnTo>
                <a:lnTo>
                  <a:pt x="25112" y="987583"/>
                </a:lnTo>
                <a:lnTo>
                  <a:pt x="33561" y="942099"/>
                </a:lnTo>
                <a:lnTo>
                  <a:pt x="43192" y="897353"/>
                </a:lnTo>
                <a:lnTo>
                  <a:pt x="53990" y="853405"/>
                </a:lnTo>
                <a:lnTo>
                  <a:pt x="65944" y="810313"/>
                </a:lnTo>
                <a:lnTo>
                  <a:pt x="79038" y="768135"/>
                </a:lnTo>
                <a:lnTo>
                  <a:pt x="93259" y="726931"/>
                </a:lnTo>
                <a:lnTo>
                  <a:pt x="108594" y="686759"/>
                </a:lnTo>
                <a:lnTo>
                  <a:pt x="125029" y="647678"/>
                </a:lnTo>
                <a:lnTo>
                  <a:pt x="142551" y="609747"/>
                </a:lnTo>
                <a:lnTo>
                  <a:pt x="161145" y="573024"/>
                </a:lnTo>
                <a:lnTo>
                  <a:pt x="200778" y="504861"/>
                </a:lnTo>
                <a:lnTo>
                  <a:pt x="242654" y="442083"/>
                </a:lnTo>
                <a:lnTo>
                  <a:pt x="286564" y="384486"/>
                </a:lnTo>
                <a:lnTo>
                  <a:pt x="332301" y="331866"/>
                </a:lnTo>
                <a:lnTo>
                  <a:pt x="379657" y="284017"/>
                </a:lnTo>
                <a:lnTo>
                  <a:pt x="428424" y="240736"/>
                </a:lnTo>
                <a:lnTo>
                  <a:pt x="478396" y="201819"/>
                </a:lnTo>
                <a:lnTo>
                  <a:pt x="529364" y="167060"/>
                </a:lnTo>
                <a:lnTo>
                  <a:pt x="581121" y="136257"/>
                </a:lnTo>
                <a:lnTo>
                  <a:pt x="633458" y="109204"/>
                </a:lnTo>
                <a:lnTo>
                  <a:pt x="686169" y="85697"/>
                </a:lnTo>
                <a:lnTo>
                  <a:pt x="739046" y="65531"/>
                </a:lnTo>
                <a:lnTo>
                  <a:pt x="791881" y="48504"/>
                </a:lnTo>
                <a:lnTo>
                  <a:pt x="844466" y="34410"/>
                </a:lnTo>
                <a:lnTo>
                  <a:pt x="896594" y="23044"/>
                </a:lnTo>
                <a:lnTo>
                  <a:pt x="948058" y="14203"/>
                </a:lnTo>
                <a:lnTo>
                  <a:pt x="998648" y="7683"/>
                </a:lnTo>
                <a:lnTo>
                  <a:pt x="1048159" y="3278"/>
                </a:lnTo>
                <a:lnTo>
                  <a:pt x="1096382" y="785"/>
                </a:lnTo>
                <a:lnTo>
                  <a:pt x="1143109" y="0"/>
                </a:lnTo>
                <a:close/>
              </a:path>
            </a:pathLst>
          </a:custGeom>
          <a:ln w="19050">
            <a:solidFill>
              <a:srgbClr val="52525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85563" y="3303778"/>
            <a:ext cx="4762736" cy="1224029"/>
          </a:xfrm>
          <a:custGeom>
            <a:avLst/>
            <a:gdLst/>
            <a:ahLst/>
            <a:cxnLst/>
            <a:rect l="l" t="t" r="r" b="b"/>
            <a:pathLst>
              <a:path w="4762736" h="1224029">
                <a:moveTo>
                  <a:pt x="4755261" y="991743"/>
                </a:moveTo>
                <a:lnTo>
                  <a:pt x="4755714" y="980182"/>
                </a:lnTo>
                <a:lnTo>
                  <a:pt x="4756179" y="968241"/>
                </a:lnTo>
                <a:lnTo>
                  <a:pt x="4756650" y="955916"/>
                </a:lnTo>
                <a:lnTo>
                  <a:pt x="4757124" y="943201"/>
                </a:lnTo>
                <a:lnTo>
                  <a:pt x="4757595" y="930092"/>
                </a:lnTo>
                <a:lnTo>
                  <a:pt x="4758058" y="916584"/>
                </a:lnTo>
                <a:lnTo>
                  <a:pt x="4758436" y="905002"/>
                </a:lnTo>
                <a:lnTo>
                  <a:pt x="4759200" y="893436"/>
                </a:lnTo>
                <a:lnTo>
                  <a:pt x="4759942" y="881584"/>
                </a:lnTo>
                <a:lnTo>
                  <a:pt x="4760642" y="869439"/>
                </a:lnTo>
                <a:lnTo>
                  <a:pt x="4761276" y="856993"/>
                </a:lnTo>
                <a:lnTo>
                  <a:pt x="4761825" y="844238"/>
                </a:lnTo>
                <a:lnTo>
                  <a:pt x="4762265" y="831166"/>
                </a:lnTo>
                <a:lnTo>
                  <a:pt x="4762576" y="817770"/>
                </a:lnTo>
                <a:lnTo>
                  <a:pt x="4762736" y="804043"/>
                </a:lnTo>
                <a:lnTo>
                  <a:pt x="4762627" y="772576"/>
                </a:lnTo>
                <a:lnTo>
                  <a:pt x="4762478" y="759962"/>
                </a:lnTo>
                <a:lnTo>
                  <a:pt x="4762280" y="747364"/>
                </a:lnTo>
                <a:lnTo>
                  <a:pt x="4762039" y="734757"/>
                </a:lnTo>
                <a:lnTo>
                  <a:pt x="4761762" y="722120"/>
                </a:lnTo>
                <a:lnTo>
                  <a:pt x="4761455" y="709428"/>
                </a:lnTo>
                <a:lnTo>
                  <a:pt x="4761123" y="696659"/>
                </a:lnTo>
                <a:lnTo>
                  <a:pt x="4760774" y="683790"/>
                </a:lnTo>
                <a:lnTo>
                  <a:pt x="4759965" y="664757"/>
                </a:lnTo>
                <a:lnTo>
                  <a:pt x="4759399" y="652179"/>
                </a:lnTo>
                <a:lnTo>
                  <a:pt x="4758889" y="639559"/>
                </a:lnTo>
                <a:lnTo>
                  <a:pt x="4758426" y="626901"/>
                </a:lnTo>
                <a:lnTo>
                  <a:pt x="4758003" y="614208"/>
                </a:lnTo>
                <a:lnTo>
                  <a:pt x="4757610" y="601484"/>
                </a:lnTo>
                <a:lnTo>
                  <a:pt x="4757241" y="588731"/>
                </a:lnTo>
                <a:lnTo>
                  <a:pt x="4756886" y="575952"/>
                </a:lnTo>
                <a:lnTo>
                  <a:pt x="4756537" y="563153"/>
                </a:lnTo>
                <a:lnTo>
                  <a:pt x="4756277" y="553593"/>
                </a:lnTo>
                <a:lnTo>
                  <a:pt x="4755959" y="541024"/>
                </a:lnTo>
                <a:lnTo>
                  <a:pt x="4755578" y="528405"/>
                </a:lnTo>
                <a:lnTo>
                  <a:pt x="4755148" y="515745"/>
                </a:lnTo>
                <a:lnTo>
                  <a:pt x="4754683" y="503052"/>
                </a:lnTo>
                <a:lnTo>
                  <a:pt x="4754198" y="490334"/>
                </a:lnTo>
                <a:lnTo>
                  <a:pt x="4753707" y="477599"/>
                </a:lnTo>
                <a:lnTo>
                  <a:pt x="4753224" y="464857"/>
                </a:lnTo>
                <a:lnTo>
                  <a:pt x="4752764" y="452114"/>
                </a:lnTo>
                <a:lnTo>
                  <a:pt x="4752341" y="439380"/>
                </a:lnTo>
                <a:lnTo>
                  <a:pt x="4751969" y="426663"/>
                </a:lnTo>
                <a:lnTo>
                  <a:pt x="4751705" y="415925"/>
                </a:lnTo>
                <a:lnTo>
                  <a:pt x="4751138" y="403148"/>
                </a:lnTo>
                <a:lnTo>
                  <a:pt x="4750628" y="390428"/>
                </a:lnTo>
                <a:lnTo>
                  <a:pt x="4750181" y="377751"/>
                </a:lnTo>
                <a:lnTo>
                  <a:pt x="4749803" y="365104"/>
                </a:lnTo>
                <a:lnTo>
                  <a:pt x="4749499" y="352474"/>
                </a:lnTo>
                <a:lnTo>
                  <a:pt x="4749276" y="339847"/>
                </a:lnTo>
                <a:lnTo>
                  <a:pt x="4749139" y="327209"/>
                </a:lnTo>
                <a:lnTo>
                  <a:pt x="4749148" y="301848"/>
                </a:lnTo>
                <a:lnTo>
                  <a:pt x="4749305" y="289098"/>
                </a:lnTo>
                <a:lnTo>
                  <a:pt x="4749545" y="277368"/>
                </a:lnTo>
                <a:lnTo>
                  <a:pt x="4749803" y="265429"/>
                </a:lnTo>
                <a:lnTo>
                  <a:pt x="4750064" y="253351"/>
                </a:lnTo>
                <a:lnTo>
                  <a:pt x="4750329" y="241136"/>
                </a:lnTo>
                <a:lnTo>
                  <a:pt x="4750597" y="228782"/>
                </a:lnTo>
                <a:lnTo>
                  <a:pt x="4750866" y="216291"/>
                </a:lnTo>
                <a:lnTo>
                  <a:pt x="4751137" y="203661"/>
                </a:lnTo>
                <a:lnTo>
                  <a:pt x="4751407" y="190892"/>
                </a:lnTo>
                <a:lnTo>
                  <a:pt x="4751676" y="177986"/>
                </a:lnTo>
                <a:lnTo>
                  <a:pt x="4751944" y="164941"/>
                </a:lnTo>
                <a:lnTo>
                  <a:pt x="4752209" y="151758"/>
                </a:lnTo>
                <a:lnTo>
                  <a:pt x="4752471" y="138437"/>
                </a:lnTo>
                <a:lnTo>
                  <a:pt x="4752720" y="125349"/>
                </a:lnTo>
                <a:lnTo>
                  <a:pt x="4752936" y="112367"/>
                </a:lnTo>
                <a:lnTo>
                  <a:pt x="4752905" y="99428"/>
                </a:lnTo>
                <a:lnTo>
                  <a:pt x="4752657" y="86540"/>
                </a:lnTo>
                <a:lnTo>
                  <a:pt x="4752220" y="73715"/>
                </a:lnTo>
                <a:lnTo>
                  <a:pt x="4751622" y="60963"/>
                </a:lnTo>
                <a:lnTo>
                  <a:pt x="4750894" y="48295"/>
                </a:lnTo>
                <a:lnTo>
                  <a:pt x="4750063" y="35720"/>
                </a:lnTo>
                <a:lnTo>
                  <a:pt x="4749157" y="23249"/>
                </a:lnTo>
                <a:lnTo>
                  <a:pt x="4748207" y="10892"/>
                </a:lnTo>
                <a:lnTo>
                  <a:pt x="4747387" y="508"/>
                </a:lnTo>
                <a:lnTo>
                  <a:pt x="4538598" y="888"/>
                </a:lnTo>
                <a:lnTo>
                  <a:pt x="4474001" y="1059"/>
                </a:lnTo>
                <a:lnTo>
                  <a:pt x="4409843" y="1221"/>
                </a:lnTo>
                <a:lnTo>
                  <a:pt x="4346153" y="1368"/>
                </a:lnTo>
                <a:lnTo>
                  <a:pt x="4262010" y="1527"/>
                </a:lnTo>
                <a:lnTo>
                  <a:pt x="3745015" y="1375"/>
                </a:lnTo>
                <a:lnTo>
                  <a:pt x="3632854" y="1211"/>
                </a:lnTo>
                <a:lnTo>
                  <a:pt x="3495886" y="1031"/>
                </a:lnTo>
                <a:lnTo>
                  <a:pt x="3356048" y="850"/>
                </a:lnTo>
                <a:lnTo>
                  <a:pt x="3213798" y="682"/>
                </a:lnTo>
                <a:lnTo>
                  <a:pt x="3069593" y="540"/>
                </a:lnTo>
                <a:lnTo>
                  <a:pt x="2875071" y="413"/>
                </a:lnTo>
                <a:lnTo>
                  <a:pt x="1784985" y="508"/>
                </a:lnTo>
                <a:lnTo>
                  <a:pt x="28956" y="0"/>
                </a:lnTo>
                <a:lnTo>
                  <a:pt x="25400" y="283083"/>
                </a:lnTo>
                <a:lnTo>
                  <a:pt x="25193" y="321633"/>
                </a:lnTo>
                <a:lnTo>
                  <a:pt x="25060" y="334408"/>
                </a:lnTo>
                <a:lnTo>
                  <a:pt x="24911" y="347147"/>
                </a:lnTo>
                <a:lnTo>
                  <a:pt x="24756" y="359847"/>
                </a:lnTo>
                <a:lnTo>
                  <a:pt x="24606" y="372511"/>
                </a:lnTo>
                <a:lnTo>
                  <a:pt x="24471" y="385137"/>
                </a:lnTo>
                <a:lnTo>
                  <a:pt x="24286" y="410278"/>
                </a:lnTo>
                <a:lnTo>
                  <a:pt x="24257" y="423672"/>
                </a:lnTo>
                <a:lnTo>
                  <a:pt x="23934" y="436104"/>
                </a:lnTo>
                <a:lnTo>
                  <a:pt x="23555" y="448602"/>
                </a:lnTo>
                <a:lnTo>
                  <a:pt x="23126" y="461162"/>
                </a:lnTo>
                <a:lnTo>
                  <a:pt x="22651" y="473779"/>
                </a:lnTo>
                <a:lnTo>
                  <a:pt x="22138" y="486451"/>
                </a:lnTo>
                <a:lnTo>
                  <a:pt x="21592" y="499172"/>
                </a:lnTo>
                <a:lnTo>
                  <a:pt x="21019" y="511939"/>
                </a:lnTo>
                <a:lnTo>
                  <a:pt x="20426" y="524747"/>
                </a:lnTo>
                <a:lnTo>
                  <a:pt x="19817" y="537594"/>
                </a:lnTo>
                <a:lnTo>
                  <a:pt x="19200" y="550474"/>
                </a:lnTo>
                <a:lnTo>
                  <a:pt x="18923" y="556260"/>
                </a:lnTo>
                <a:lnTo>
                  <a:pt x="17989" y="568837"/>
                </a:lnTo>
                <a:lnTo>
                  <a:pt x="17181" y="581559"/>
                </a:lnTo>
                <a:lnTo>
                  <a:pt x="16493" y="594385"/>
                </a:lnTo>
                <a:lnTo>
                  <a:pt x="15915" y="607272"/>
                </a:lnTo>
                <a:lnTo>
                  <a:pt x="15441" y="620178"/>
                </a:lnTo>
                <a:lnTo>
                  <a:pt x="15063" y="633062"/>
                </a:lnTo>
                <a:lnTo>
                  <a:pt x="14774" y="645881"/>
                </a:lnTo>
                <a:lnTo>
                  <a:pt x="14566" y="658594"/>
                </a:lnTo>
                <a:lnTo>
                  <a:pt x="14432" y="671158"/>
                </a:lnTo>
                <a:lnTo>
                  <a:pt x="14466" y="829184"/>
                </a:lnTo>
                <a:lnTo>
                  <a:pt x="14681" y="842026"/>
                </a:lnTo>
                <a:lnTo>
                  <a:pt x="14802" y="854712"/>
                </a:lnTo>
                <a:lnTo>
                  <a:pt x="14633" y="867203"/>
                </a:lnTo>
                <a:lnTo>
                  <a:pt x="14350" y="873887"/>
                </a:lnTo>
                <a:lnTo>
                  <a:pt x="14188" y="886753"/>
                </a:lnTo>
                <a:lnTo>
                  <a:pt x="13824" y="899432"/>
                </a:lnTo>
                <a:lnTo>
                  <a:pt x="13439" y="912035"/>
                </a:lnTo>
                <a:lnTo>
                  <a:pt x="13217" y="924672"/>
                </a:lnTo>
                <a:lnTo>
                  <a:pt x="12436" y="940222"/>
                </a:lnTo>
                <a:lnTo>
                  <a:pt x="11665" y="952943"/>
                </a:lnTo>
                <a:lnTo>
                  <a:pt x="10893" y="965646"/>
                </a:lnTo>
                <a:lnTo>
                  <a:pt x="10122" y="978330"/>
                </a:lnTo>
                <a:lnTo>
                  <a:pt x="9350" y="990998"/>
                </a:lnTo>
                <a:lnTo>
                  <a:pt x="8579" y="1003651"/>
                </a:lnTo>
                <a:lnTo>
                  <a:pt x="7807" y="1016290"/>
                </a:lnTo>
                <a:lnTo>
                  <a:pt x="7036" y="1028916"/>
                </a:lnTo>
                <a:lnTo>
                  <a:pt x="6731" y="1033907"/>
                </a:lnTo>
                <a:lnTo>
                  <a:pt x="5778" y="1046623"/>
                </a:lnTo>
                <a:lnTo>
                  <a:pt x="4915" y="1059341"/>
                </a:lnTo>
                <a:lnTo>
                  <a:pt x="4100" y="1072018"/>
                </a:lnTo>
                <a:lnTo>
                  <a:pt x="3290" y="1084610"/>
                </a:lnTo>
                <a:lnTo>
                  <a:pt x="3175" y="1086358"/>
                </a:lnTo>
                <a:lnTo>
                  <a:pt x="2689" y="1099190"/>
                </a:lnTo>
                <a:lnTo>
                  <a:pt x="2161" y="1111757"/>
                </a:lnTo>
                <a:lnTo>
                  <a:pt x="2159" y="1136269"/>
                </a:lnTo>
                <a:lnTo>
                  <a:pt x="0" y="1221232"/>
                </a:lnTo>
                <a:lnTo>
                  <a:pt x="83312" y="1221232"/>
                </a:lnTo>
                <a:lnTo>
                  <a:pt x="891921" y="1221994"/>
                </a:lnTo>
                <a:lnTo>
                  <a:pt x="1400048" y="1222248"/>
                </a:lnTo>
                <a:lnTo>
                  <a:pt x="2106803" y="1223010"/>
                </a:lnTo>
                <a:lnTo>
                  <a:pt x="2785744" y="1223010"/>
                </a:lnTo>
                <a:lnTo>
                  <a:pt x="3323843" y="1222756"/>
                </a:lnTo>
                <a:lnTo>
                  <a:pt x="3510243" y="1222906"/>
                </a:lnTo>
                <a:lnTo>
                  <a:pt x="3601583" y="1223057"/>
                </a:lnTo>
                <a:lnTo>
                  <a:pt x="3690936" y="1223227"/>
                </a:lnTo>
                <a:lnTo>
                  <a:pt x="3777741" y="1223391"/>
                </a:lnTo>
                <a:lnTo>
                  <a:pt x="3902919" y="1223561"/>
                </a:lnTo>
                <a:lnTo>
                  <a:pt x="4021595" y="1223723"/>
                </a:lnTo>
                <a:lnTo>
                  <a:pt x="4133215" y="1223870"/>
                </a:lnTo>
                <a:lnTo>
                  <a:pt x="4270112" y="1224029"/>
                </a:lnTo>
                <a:lnTo>
                  <a:pt x="4605648" y="1223848"/>
                </a:lnTo>
                <a:lnTo>
                  <a:pt x="4640567" y="1223710"/>
                </a:lnTo>
                <a:lnTo>
                  <a:pt x="4670758" y="1223549"/>
                </a:lnTo>
                <a:lnTo>
                  <a:pt x="4696152" y="1223366"/>
                </a:lnTo>
                <a:lnTo>
                  <a:pt x="4732278" y="1222925"/>
                </a:lnTo>
                <a:lnTo>
                  <a:pt x="4749126" y="1222223"/>
                </a:lnTo>
                <a:lnTo>
                  <a:pt x="4745956" y="1221901"/>
                </a:lnTo>
                <a:lnTo>
                  <a:pt x="4721593" y="1221188"/>
                </a:lnTo>
                <a:lnTo>
                  <a:pt x="4700655" y="1220805"/>
                </a:lnTo>
                <a:lnTo>
                  <a:pt x="4674047" y="1220407"/>
                </a:lnTo>
                <a:lnTo>
                  <a:pt x="4641897" y="1219999"/>
                </a:lnTo>
                <a:lnTo>
                  <a:pt x="4604333" y="1219583"/>
                </a:lnTo>
                <a:lnTo>
                  <a:pt x="4583560" y="1219372"/>
                </a:lnTo>
                <a:lnTo>
                  <a:pt x="4561481" y="1219161"/>
                </a:lnTo>
                <a:lnTo>
                  <a:pt x="4538112" y="1218950"/>
                </a:lnTo>
                <a:lnTo>
                  <a:pt x="4537583" y="1218946"/>
                </a:lnTo>
                <a:lnTo>
                  <a:pt x="4515303" y="1218733"/>
                </a:lnTo>
                <a:lnTo>
                  <a:pt x="4467793" y="1218292"/>
                </a:lnTo>
                <a:lnTo>
                  <a:pt x="4416266" y="1217832"/>
                </a:lnTo>
                <a:lnTo>
                  <a:pt x="4360623" y="1217355"/>
                </a:lnTo>
                <a:lnTo>
                  <a:pt x="4300769" y="1216863"/>
                </a:lnTo>
                <a:lnTo>
                  <a:pt x="4236604" y="1216358"/>
                </a:lnTo>
                <a:lnTo>
                  <a:pt x="4168033" y="1215843"/>
                </a:lnTo>
                <a:lnTo>
                  <a:pt x="4094956" y="1215320"/>
                </a:lnTo>
                <a:lnTo>
                  <a:pt x="4056698" y="1215056"/>
                </a:lnTo>
                <a:lnTo>
                  <a:pt x="4017276" y="1214791"/>
                </a:lnTo>
                <a:lnTo>
                  <a:pt x="3976680" y="1214526"/>
                </a:lnTo>
                <a:lnTo>
                  <a:pt x="3934897" y="1214259"/>
                </a:lnTo>
                <a:lnTo>
                  <a:pt x="3891915" y="1213993"/>
                </a:lnTo>
                <a:lnTo>
                  <a:pt x="3847656" y="1213726"/>
                </a:lnTo>
                <a:lnTo>
                  <a:pt x="3802044" y="1213462"/>
                </a:lnTo>
                <a:lnTo>
                  <a:pt x="3755069" y="1213203"/>
                </a:lnTo>
                <a:lnTo>
                  <a:pt x="3682023" y="1212827"/>
                </a:lnTo>
                <a:lnTo>
                  <a:pt x="3631588" y="1212589"/>
                </a:lnTo>
                <a:lnTo>
                  <a:pt x="3579749" y="1212364"/>
                </a:lnTo>
                <a:lnTo>
                  <a:pt x="3526494" y="1212153"/>
                </a:lnTo>
                <a:lnTo>
                  <a:pt x="3471812" y="1211960"/>
                </a:lnTo>
                <a:lnTo>
                  <a:pt x="3415692" y="1211786"/>
                </a:lnTo>
                <a:lnTo>
                  <a:pt x="3358051" y="1211630"/>
                </a:lnTo>
                <a:lnTo>
                  <a:pt x="3299501" y="1211479"/>
                </a:lnTo>
                <a:lnTo>
                  <a:pt x="3240373" y="1211331"/>
                </a:lnTo>
                <a:lnTo>
                  <a:pt x="3180726" y="1211189"/>
                </a:lnTo>
                <a:lnTo>
                  <a:pt x="3120622" y="1211055"/>
                </a:lnTo>
                <a:lnTo>
                  <a:pt x="3029742" y="1210874"/>
                </a:lnTo>
                <a:lnTo>
                  <a:pt x="2938176" y="1210724"/>
                </a:lnTo>
                <a:lnTo>
                  <a:pt x="2815377" y="1210585"/>
                </a:lnTo>
                <a:lnTo>
                  <a:pt x="2661294" y="1210436"/>
                </a:lnTo>
                <a:lnTo>
                  <a:pt x="2476404" y="1210294"/>
                </a:lnTo>
                <a:lnTo>
                  <a:pt x="2323365" y="1210153"/>
                </a:lnTo>
                <a:lnTo>
                  <a:pt x="2202246" y="1209983"/>
                </a:lnTo>
                <a:lnTo>
                  <a:pt x="2172208" y="1209929"/>
                </a:lnTo>
                <a:lnTo>
                  <a:pt x="1461135" y="1208786"/>
                </a:lnTo>
                <a:lnTo>
                  <a:pt x="940942" y="1208151"/>
                </a:lnTo>
                <a:lnTo>
                  <a:pt x="113284" y="1207770"/>
                </a:lnTo>
                <a:lnTo>
                  <a:pt x="74295" y="1207770"/>
                </a:lnTo>
                <a:lnTo>
                  <a:pt x="75437" y="1138809"/>
                </a:lnTo>
                <a:lnTo>
                  <a:pt x="76059" y="1125849"/>
                </a:lnTo>
                <a:lnTo>
                  <a:pt x="76355" y="1113194"/>
                </a:lnTo>
                <a:lnTo>
                  <a:pt x="76453" y="1091819"/>
                </a:lnTo>
                <a:lnTo>
                  <a:pt x="76644" y="1079457"/>
                </a:lnTo>
                <a:lnTo>
                  <a:pt x="77056" y="1066853"/>
                </a:lnTo>
                <a:lnTo>
                  <a:pt x="77451" y="1054020"/>
                </a:lnTo>
                <a:lnTo>
                  <a:pt x="77597" y="1042797"/>
                </a:lnTo>
                <a:lnTo>
                  <a:pt x="78310" y="1030928"/>
                </a:lnTo>
                <a:lnTo>
                  <a:pt x="78977" y="1018857"/>
                </a:lnTo>
                <a:lnTo>
                  <a:pt x="79612" y="1006580"/>
                </a:lnTo>
                <a:lnTo>
                  <a:pt x="80228" y="994093"/>
                </a:lnTo>
                <a:lnTo>
                  <a:pt x="80839" y="981393"/>
                </a:lnTo>
                <a:lnTo>
                  <a:pt x="81458" y="968476"/>
                </a:lnTo>
                <a:lnTo>
                  <a:pt x="82100" y="955340"/>
                </a:lnTo>
                <a:lnTo>
                  <a:pt x="82778" y="941979"/>
                </a:lnTo>
                <a:lnTo>
                  <a:pt x="83312" y="931926"/>
                </a:lnTo>
                <a:lnTo>
                  <a:pt x="83565" y="919341"/>
                </a:lnTo>
                <a:lnTo>
                  <a:pt x="83708" y="906702"/>
                </a:lnTo>
                <a:lnTo>
                  <a:pt x="83481" y="843078"/>
                </a:lnTo>
                <a:lnTo>
                  <a:pt x="83326" y="817632"/>
                </a:lnTo>
                <a:lnTo>
                  <a:pt x="83312" y="808990"/>
                </a:lnTo>
                <a:lnTo>
                  <a:pt x="82968" y="796592"/>
                </a:lnTo>
                <a:lnTo>
                  <a:pt x="82637" y="784124"/>
                </a:lnTo>
                <a:lnTo>
                  <a:pt x="82326" y="771587"/>
                </a:lnTo>
                <a:lnTo>
                  <a:pt x="82039" y="758981"/>
                </a:lnTo>
                <a:lnTo>
                  <a:pt x="81783" y="746308"/>
                </a:lnTo>
                <a:lnTo>
                  <a:pt x="81563" y="733568"/>
                </a:lnTo>
                <a:lnTo>
                  <a:pt x="81384" y="720761"/>
                </a:lnTo>
                <a:lnTo>
                  <a:pt x="81253" y="707890"/>
                </a:lnTo>
                <a:lnTo>
                  <a:pt x="81152" y="684149"/>
                </a:lnTo>
                <a:lnTo>
                  <a:pt x="80777" y="671531"/>
                </a:lnTo>
                <a:lnTo>
                  <a:pt x="80492" y="659014"/>
                </a:lnTo>
                <a:lnTo>
                  <a:pt x="80301" y="646554"/>
                </a:lnTo>
                <a:lnTo>
                  <a:pt x="80230" y="621626"/>
                </a:lnTo>
                <a:lnTo>
                  <a:pt x="80362" y="609072"/>
                </a:lnTo>
                <a:lnTo>
                  <a:pt x="80613" y="596399"/>
                </a:lnTo>
                <a:lnTo>
                  <a:pt x="80990" y="583564"/>
                </a:lnTo>
                <a:lnTo>
                  <a:pt x="81498" y="570522"/>
                </a:lnTo>
                <a:lnTo>
                  <a:pt x="82144" y="557231"/>
                </a:lnTo>
                <a:lnTo>
                  <a:pt x="82169" y="556768"/>
                </a:lnTo>
                <a:lnTo>
                  <a:pt x="82474" y="544683"/>
                </a:lnTo>
                <a:lnTo>
                  <a:pt x="82769" y="532475"/>
                </a:lnTo>
                <a:lnTo>
                  <a:pt x="83051" y="520144"/>
                </a:lnTo>
                <a:lnTo>
                  <a:pt x="83314" y="507691"/>
                </a:lnTo>
                <a:lnTo>
                  <a:pt x="83555" y="495116"/>
                </a:lnTo>
                <a:lnTo>
                  <a:pt x="83771" y="482420"/>
                </a:lnTo>
                <a:lnTo>
                  <a:pt x="83957" y="469604"/>
                </a:lnTo>
                <a:lnTo>
                  <a:pt x="84110" y="456667"/>
                </a:lnTo>
                <a:lnTo>
                  <a:pt x="84299" y="430437"/>
                </a:lnTo>
                <a:lnTo>
                  <a:pt x="84147" y="378211"/>
                </a:lnTo>
                <a:lnTo>
                  <a:pt x="84030" y="365572"/>
                </a:lnTo>
                <a:lnTo>
                  <a:pt x="83899" y="352900"/>
                </a:lnTo>
                <a:lnTo>
                  <a:pt x="83763" y="340198"/>
                </a:lnTo>
                <a:lnTo>
                  <a:pt x="83631" y="327465"/>
                </a:lnTo>
                <a:lnTo>
                  <a:pt x="83412" y="301913"/>
                </a:lnTo>
                <a:lnTo>
                  <a:pt x="83278" y="248226"/>
                </a:lnTo>
                <a:lnTo>
                  <a:pt x="83117" y="209264"/>
                </a:lnTo>
                <a:lnTo>
                  <a:pt x="82946" y="183122"/>
                </a:lnTo>
                <a:lnTo>
                  <a:pt x="82733" y="156821"/>
                </a:lnTo>
                <a:lnTo>
                  <a:pt x="82613" y="143605"/>
                </a:lnTo>
                <a:lnTo>
                  <a:pt x="82486" y="130341"/>
                </a:lnTo>
                <a:lnTo>
                  <a:pt x="82351" y="117026"/>
                </a:lnTo>
                <a:lnTo>
                  <a:pt x="82212" y="103659"/>
                </a:lnTo>
                <a:lnTo>
                  <a:pt x="82067" y="90236"/>
                </a:lnTo>
                <a:lnTo>
                  <a:pt x="81918" y="76755"/>
                </a:lnTo>
                <a:lnTo>
                  <a:pt x="81767" y="63213"/>
                </a:lnTo>
                <a:lnTo>
                  <a:pt x="81614" y="49607"/>
                </a:lnTo>
                <a:lnTo>
                  <a:pt x="81460" y="35935"/>
                </a:lnTo>
                <a:lnTo>
                  <a:pt x="81306" y="22194"/>
                </a:lnTo>
                <a:lnTo>
                  <a:pt x="81152" y="8382"/>
                </a:lnTo>
                <a:lnTo>
                  <a:pt x="1853945" y="7747"/>
                </a:lnTo>
                <a:lnTo>
                  <a:pt x="2790316" y="7112"/>
                </a:lnTo>
                <a:lnTo>
                  <a:pt x="3183172" y="7276"/>
                </a:lnTo>
                <a:lnTo>
                  <a:pt x="3301317" y="7429"/>
                </a:lnTo>
                <a:lnTo>
                  <a:pt x="3420225" y="7616"/>
                </a:lnTo>
                <a:lnTo>
                  <a:pt x="3499955" y="7754"/>
                </a:lnTo>
                <a:lnTo>
                  <a:pt x="3580075" y="7901"/>
                </a:lnTo>
                <a:lnTo>
                  <a:pt x="3660607" y="8051"/>
                </a:lnTo>
                <a:lnTo>
                  <a:pt x="3747984" y="8196"/>
                </a:lnTo>
                <a:lnTo>
                  <a:pt x="3889323" y="8327"/>
                </a:lnTo>
                <a:lnTo>
                  <a:pt x="4442449" y="8172"/>
                </a:lnTo>
                <a:lnTo>
                  <a:pt x="4535485" y="8006"/>
                </a:lnTo>
                <a:lnTo>
                  <a:pt x="4604291" y="7857"/>
                </a:lnTo>
                <a:lnTo>
                  <a:pt x="4706239" y="7747"/>
                </a:lnTo>
                <a:lnTo>
                  <a:pt x="4706239" y="23113"/>
                </a:lnTo>
                <a:lnTo>
                  <a:pt x="4707382" y="28829"/>
                </a:lnTo>
                <a:lnTo>
                  <a:pt x="4707382" y="34289"/>
                </a:lnTo>
                <a:lnTo>
                  <a:pt x="4707719" y="47067"/>
                </a:lnTo>
                <a:lnTo>
                  <a:pt x="4708263" y="59757"/>
                </a:lnTo>
                <a:lnTo>
                  <a:pt x="4708397" y="67183"/>
                </a:lnTo>
                <a:lnTo>
                  <a:pt x="4708506" y="79984"/>
                </a:lnTo>
                <a:lnTo>
                  <a:pt x="4708723" y="92713"/>
                </a:lnTo>
                <a:lnTo>
                  <a:pt x="4708889" y="105387"/>
                </a:lnTo>
                <a:lnTo>
                  <a:pt x="4708844" y="118026"/>
                </a:lnTo>
                <a:lnTo>
                  <a:pt x="4708426" y="130645"/>
                </a:lnTo>
                <a:lnTo>
                  <a:pt x="4708397" y="131191"/>
                </a:lnTo>
                <a:lnTo>
                  <a:pt x="4707843" y="143737"/>
                </a:lnTo>
                <a:lnTo>
                  <a:pt x="4707288" y="156308"/>
                </a:lnTo>
                <a:lnTo>
                  <a:pt x="4706733" y="168902"/>
                </a:lnTo>
                <a:lnTo>
                  <a:pt x="4706178" y="181522"/>
                </a:lnTo>
                <a:lnTo>
                  <a:pt x="4705623" y="194168"/>
                </a:lnTo>
                <a:lnTo>
                  <a:pt x="4705068" y="206841"/>
                </a:lnTo>
                <a:lnTo>
                  <a:pt x="4704513" y="219542"/>
                </a:lnTo>
                <a:lnTo>
                  <a:pt x="4703958" y="232273"/>
                </a:lnTo>
                <a:lnTo>
                  <a:pt x="4703403" y="245033"/>
                </a:lnTo>
                <a:lnTo>
                  <a:pt x="4702848" y="257824"/>
                </a:lnTo>
                <a:lnTo>
                  <a:pt x="4702293" y="270648"/>
                </a:lnTo>
                <a:lnTo>
                  <a:pt x="4701645" y="292419"/>
                </a:lnTo>
                <a:lnTo>
                  <a:pt x="4701469" y="305511"/>
                </a:lnTo>
                <a:lnTo>
                  <a:pt x="4701672" y="382375"/>
                </a:lnTo>
                <a:lnTo>
                  <a:pt x="4701862" y="407127"/>
                </a:lnTo>
                <a:lnTo>
                  <a:pt x="4701920" y="425831"/>
                </a:lnTo>
                <a:lnTo>
                  <a:pt x="4702218" y="439155"/>
                </a:lnTo>
                <a:lnTo>
                  <a:pt x="4702459" y="452306"/>
                </a:lnTo>
                <a:lnTo>
                  <a:pt x="4702649" y="465298"/>
                </a:lnTo>
                <a:lnTo>
                  <a:pt x="4702795" y="478146"/>
                </a:lnTo>
                <a:lnTo>
                  <a:pt x="4702975" y="503468"/>
                </a:lnTo>
                <a:lnTo>
                  <a:pt x="4703064" y="558546"/>
                </a:lnTo>
                <a:lnTo>
                  <a:pt x="4703340" y="571948"/>
                </a:lnTo>
                <a:lnTo>
                  <a:pt x="4703568" y="585209"/>
                </a:lnTo>
                <a:lnTo>
                  <a:pt x="4703761" y="598322"/>
                </a:lnTo>
                <a:lnTo>
                  <a:pt x="4703932" y="611282"/>
                </a:lnTo>
                <a:lnTo>
                  <a:pt x="4704094" y="624084"/>
                </a:lnTo>
                <a:lnTo>
                  <a:pt x="4704260" y="636723"/>
                </a:lnTo>
                <a:lnTo>
                  <a:pt x="4704443" y="649193"/>
                </a:lnTo>
                <a:lnTo>
                  <a:pt x="4704654" y="661489"/>
                </a:lnTo>
                <a:lnTo>
                  <a:pt x="4704909" y="673605"/>
                </a:lnTo>
                <a:lnTo>
                  <a:pt x="4705219" y="685537"/>
                </a:lnTo>
                <a:lnTo>
                  <a:pt x="4705222" y="685673"/>
                </a:lnTo>
                <a:lnTo>
                  <a:pt x="4705533" y="699188"/>
                </a:lnTo>
                <a:lnTo>
                  <a:pt x="4705772" y="712550"/>
                </a:lnTo>
                <a:lnTo>
                  <a:pt x="4705950" y="725732"/>
                </a:lnTo>
                <a:lnTo>
                  <a:pt x="4706159" y="751458"/>
                </a:lnTo>
                <a:lnTo>
                  <a:pt x="4706239" y="796798"/>
                </a:lnTo>
                <a:lnTo>
                  <a:pt x="4705849" y="809722"/>
                </a:lnTo>
                <a:lnTo>
                  <a:pt x="4705451" y="822592"/>
                </a:lnTo>
                <a:lnTo>
                  <a:pt x="4705047" y="835401"/>
                </a:lnTo>
                <a:lnTo>
                  <a:pt x="4704640" y="848144"/>
                </a:lnTo>
                <a:lnTo>
                  <a:pt x="4704232" y="860815"/>
                </a:lnTo>
                <a:lnTo>
                  <a:pt x="4703828" y="873406"/>
                </a:lnTo>
                <a:lnTo>
                  <a:pt x="4703431" y="885913"/>
                </a:lnTo>
                <a:lnTo>
                  <a:pt x="4703064" y="897636"/>
                </a:lnTo>
                <a:lnTo>
                  <a:pt x="4702216" y="910798"/>
                </a:lnTo>
                <a:lnTo>
                  <a:pt x="4701594" y="923856"/>
                </a:lnTo>
                <a:lnTo>
                  <a:pt x="4701164" y="936788"/>
                </a:lnTo>
                <a:lnTo>
                  <a:pt x="4700889" y="949570"/>
                </a:lnTo>
                <a:lnTo>
                  <a:pt x="4700736" y="962181"/>
                </a:lnTo>
                <a:lnTo>
                  <a:pt x="4700651" y="992124"/>
                </a:lnTo>
                <a:lnTo>
                  <a:pt x="4701730" y="1005934"/>
                </a:lnTo>
                <a:lnTo>
                  <a:pt x="4702593" y="1019284"/>
                </a:lnTo>
                <a:lnTo>
                  <a:pt x="4703249" y="1032187"/>
                </a:lnTo>
                <a:lnTo>
                  <a:pt x="4703708" y="1044655"/>
                </a:lnTo>
                <a:lnTo>
                  <a:pt x="4703982" y="1056703"/>
                </a:lnTo>
                <a:lnTo>
                  <a:pt x="4704080" y="1069213"/>
                </a:lnTo>
                <a:lnTo>
                  <a:pt x="4705237" y="1085166"/>
                </a:lnTo>
                <a:lnTo>
                  <a:pt x="4706400" y="1100255"/>
                </a:lnTo>
                <a:lnTo>
                  <a:pt x="4707581" y="1114470"/>
                </a:lnTo>
                <a:lnTo>
                  <a:pt x="4708796" y="1127806"/>
                </a:lnTo>
                <a:lnTo>
                  <a:pt x="4710059" y="1140255"/>
                </a:lnTo>
                <a:lnTo>
                  <a:pt x="4711385" y="1151809"/>
                </a:lnTo>
                <a:lnTo>
                  <a:pt x="4712789" y="1162461"/>
                </a:lnTo>
                <a:lnTo>
                  <a:pt x="4714286" y="1172204"/>
                </a:lnTo>
                <a:lnTo>
                  <a:pt x="4715129" y="1177036"/>
                </a:lnTo>
                <a:lnTo>
                  <a:pt x="4719494" y="1196438"/>
                </a:lnTo>
                <a:lnTo>
                  <a:pt x="4724452" y="1209224"/>
                </a:lnTo>
                <a:lnTo>
                  <a:pt x="4729958" y="1215051"/>
                </a:lnTo>
                <a:lnTo>
                  <a:pt x="4731639" y="1215390"/>
                </a:lnTo>
                <a:lnTo>
                  <a:pt x="4737379" y="1211697"/>
                </a:lnTo>
                <a:lnTo>
                  <a:pt x="4742151" y="1200713"/>
                </a:lnTo>
                <a:lnTo>
                  <a:pt x="4746458" y="1182572"/>
                </a:lnTo>
                <a:lnTo>
                  <a:pt x="4747387" y="1177671"/>
                </a:lnTo>
                <a:lnTo>
                  <a:pt x="4748457" y="1168428"/>
                </a:lnTo>
                <a:lnTo>
                  <a:pt x="4749444" y="1158237"/>
                </a:lnTo>
                <a:lnTo>
                  <a:pt x="4750349" y="1147116"/>
                </a:lnTo>
                <a:lnTo>
                  <a:pt x="4751170" y="1135085"/>
                </a:lnTo>
                <a:lnTo>
                  <a:pt x="4751908" y="1122160"/>
                </a:lnTo>
                <a:lnTo>
                  <a:pt x="4752563" y="1108360"/>
                </a:lnTo>
                <a:lnTo>
                  <a:pt x="4753135" y="1093703"/>
                </a:lnTo>
                <a:lnTo>
                  <a:pt x="4753624" y="1078208"/>
                </a:lnTo>
                <a:lnTo>
                  <a:pt x="4753864" y="1069086"/>
                </a:lnTo>
                <a:lnTo>
                  <a:pt x="4754445" y="1057355"/>
                </a:lnTo>
                <a:lnTo>
                  <a:pt x="4754837" y="1045203"/>
                </a:lnTo>
                <a:lnTo>
                  <a:pt x="4755078" y="1032660"/>
                </a:lnTo>
                <a:lnTo>
                  <a:pt x="4755252" y="1006522"/>
                </a:lnTo>
                <a:lnTo>
                  <a:pt x="4755261" y="991743"/>
                </a:lnTo>
                <a:close/>
              </a:path>
            </a:pathLst>
          </a:custGeom>
          <a:solidFill>
            <a:srgbClr val="007C8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85563" y="3303778"/>
            <a:ext cx="4762754" cy="1224153"/>
          </a:xfrm>
          <a:custGeom>
            <a:avLst/>
            <a:gdLst/>
            <a:ahLst/>
            <a:cxnLst/>
            <a:rect l="l" t="t" r="r" b="b"/>
            <a:pathLst>
              <a:path w="4762754" h="1224152">
                <a:moveTo>
                  <a:pt x="28956" y="0"/>
                </a:moveTo>
                <a:lnTo>
                  <a:pt x="25400" y="283083"/>
                </a:lnTo>
                <a:lnTo>
                  <a:pt x="25373" y="295970"/>
                </a:lnTo>
                <a:lnTo>
                  <a:pt x="25301" y="308820"/>
                </a:lnTo>
                <a:lnTo>
                  <a:pt x="25193" y="321633"/>
                </a:lnTo>
                <a:lnTo>
                  <a:pt x="25060" y="334408"/>
                </a:lnTo>
                <a:lnTo>
                  <a:pt x="24911" y="347147"/>
                </a:lnTo>
                <a:lnTo>
                  <a:pt x="24756" y="359847"/>
                </a:lnTo>
                <a:lnTo>
                  <a:pt x="24606" y="372511"/>
                </a:lnTo>
                <a:lnTo>
                  <a:pt x="24471" y="385137"/>
                </a:lnTo>
                <a:lnTo>
                  <a:pt x="24361" y="397726"/>
                </a:lnTo>
                <a:lnTo>
                  <a:pt x="24286" y="410278"/>
                </a:lnTo>
                <a:lnTo>
                  <a:pt x="24257" y="422792"/>
                </a:lnTo>
                <a:lnTo>
                  <a:pt x="24257" y="423672"/>
                </a:lnTo>
                <a:lnTo>
                  <a:pt x="23934" y="436104"/>
                </a:lnTo>
                <a:lnTo>
                  <a:pt x="23555" y="448602"/>
                </a:lnTo>
                <a:lnTo>
                  <a:pt x="23126" y="461162"/>
                </a:lnTo>
                <a:lnTo>
                  <a:pt x="22651" y="473779"/>
                </a:lnTo>
                <a:lnTo>
                  <a:pt x="22138" y="486451"/>
                </a:lnTo>
                <a:lnTo>
                  <a:pt x="21592" y="499172"/>
                </a:lnTo>
                <a:lnTo>
                  <a:pt x="21019" y="511939"/>
                </a:lnTo>
                <a:lnTo>
                  <a:pt x="20426" y="524747"/>
                </a:lnTo>
                <a:lnTo>
                  <a:pt x="19817" y="537594"/>
                </a:lnTo>
                <a:lnTo>
                  <a:pt x="19200" y="550474"/>
                </a:lnTo>
                <a:lnTo>
                  <a:pt x="18923" y="556260"/>
                </a:lnTo>
                <a:lnTo>
                  <a:pt x="17989" y="568837"/>
                </a:lnTo>
                <a:lnTo>
                  <a:pt x="17181" y="581559"/>
                </a:lnTo>
                <a:lnTo>
                  <a:pt x="16493" y="594385"/>
                </a:lnTo>
                <a:lnTo>
                  <a:pt x="15915" y="607272"/>
                </a:lnTo>
                <a:lnTo>
                  <a:pt x="15441" y="620178"/>
                </a:lnTo>
                <a:lnTo>
                  <a:pt x="15063" y="633062"/>
                </a:lnTo>
                <a:lnTo>
                  <a:pt x="14774" y="645881"/>
                </a:lnTo>
                <a:lnTo>
                  <a:pt x="14566" y="658594"/>
                </a:lnTo>
                <a:lnTo>
                  <a:pt x="14432" y="671158"/>
                </a:lnTo>
                <a:lnTo>
                  <a:pt x="14363" y="683532"/>
                </a:lnTo>
                <a:lnTo>
                  <a:pt x="14350" y="691769"/>
                </a:lnTo>
                <a:lnTo>
                  <a:pt x="14350" y="816229"/>
                </a:lnTo>
                <a:lnTo>
                  <a:pt x="14466" y="829184"/>
                </a:lnTo>
                <a:lnTo>
                  <a:pt x="14681" y="842026"/>
                </a:lnTo>
                <a:lnTo>
                  <a:pt x="14802" y="854712"/>
                </a:lnTo>
                <a:lnTo>
                  <a:pt x="14633" y="867203"/>
                </a:lnTo>
                <a:lnTo>
                  <a:pt x="14350" y="873887"/>
                </a:lnTo>
                <a:lnTo>
                  <a:pt x="14188" y="886753"/>
                </a:lnTo>
                <a:lnTo>
                  <a:pt x="13824" y="899432"/>
                </a:lnTo>
                <a:lnTo>
                  <a:pt x="13439" y="912035"/>
                </a:lnTo>
                <a:lnTo>
                  <a:pt x="13217" y="924672"/>
                </a:lnTo>
                <a:lnTo>
                  <a:pt x="12436" y="940222"/>
                </a:lnTo>
                <a:lnTo>
                  <a:pt x="11665" y="952943"/>
                </a:lnTo>
                <a:lnTo>
                  <a:pt x="10893" y="965646"/>
                </a:lnTo>
                <a:lnTo>
                  <a:pt x="10122" y="978330"/>
                </a:lnTo>
                <a:lnTo>
                  <a:pt x="9350" y="990998"/>
                </a:lnTo>
                <a:lnTo>
                  <a:pt x="8579" y="1003651"/>
                </a:lnTo>
                <a:lnTo>
                  <a:pt x="7807" y="1016290"/>
                </a:lnTo>
                <a:lnTo>
                  <a:pt x="7036" y="1028916"/>
                </a:lnTo>
                <a:lnTo>
                  <a:pt x="6731" y="1033907"/>
                </a:lnTo>
                <a:lnTo>
                  <a:pt x="5778" y="1046623"/>
                </a:lnTo>
                <a:lnTo>
                  <a:pt x="4915" y="1059341"/>
                </a:lnTo>
                <a:lnTo>
                  <a:pt x="4100" y="1072018"/>
                </a:lnTo>
                <a:lnTo>
                  <a:pt x="3290" y="1084610"/>
                </a:lnTo>
                <a:lnTo>
                  <a:pt x="3175" y="1086358"/>
                </a:lnTo>
                <a:lnTo>
                  <a:pt x="2689" y="1099190"/>
                </a:lnTo>
                <a:lnTo>
                  <a:pt x="2161" y="1111757"/>
                </a:lnTo>
                <a:lnTo>
                  <a:pt x="2159" y="1112520"/>
                </a:lnTo>
                <a:lnTo>
                  <a:pt x="2159" y="1136269"/>
                </a:lnTo>
                <a:lnTo>
                  <a:pt x="0" y="1221232"/>
                </a:lnTo>
                <a:lnTo>
                  <a:pt x="83312" y="1221232"/>
                </a:lnTo>
                <a:lnTo>
                  <a:pt x="891921" y="1221994"/>
                </a:lnTo>
                <a:lnTo>
                  <a:pt x="1400048" y="1222248"/>
                </a:lnTo>
                <a:lnTo>
                  <a:pt x="2106803" y="1223010"/>
                </a:lnTo>
                <a:lnTo>
                  <a:pt x="2119954" y="1223011"/>
                </a:lnTo>
                <a:lnTo>
                  <a:pt x="2133054" y="1223013"/>
                </a:lnTo>
                <a:lnTo>
                  <a:pt x="2146103" y="1223018"/>
                </a:lnTo>
                <a:lnTo>
                  <a:pt x="2159101" y="1223024"/>
                </a:lnTo>
                <a:lnTo>
                  <a:pt x="2172048" y="1223031"/>
                </a:lnTo>
                <a:lnTo>
                  <a:pt x="2184945" y="1223039"/>
                </a:lnTo>
                <a:lnTo>
                  <a:pt x="2197791" y="1223048"/>
                </a:lnTo>
                <a:lnTo>
                  <a:pt x="2210588" y="1223058"/>
                </a:lnTo>
                <a:lnTo>
                  <a:pt x="2223336" y="1223067"/>
                </a:lnTo>
                <a:lnTo>
                  <a:pt x="2236034" y="1223077"/>
                </a:lnTo>
                <a:lnTo>
                  <a:pt x="2248684" y="1223087"/>
                </a:lnTo>
                <a:lnTo>
                  <a:pt x="2261285" y="1223097"/>
                </a:lnTo>
                <a:lnTo>
                  <a:pt x="2273838" y="1223106"/>
                </a:lnTo>
                <a:lnTo>
                  <a:pt x="2286344" y="1223114"/>
                </a:lnTo>
                <a:lnTo>
                  <a:pt x="2298802" y="1223121"/>
                </a:lnTo>
                <a:lnTo>
                  <a:pt x="2311213" y="1223127"/>
                </a:lnTo>
                <a:lnTo>
                  <a:pt x="2323577" y="1223132"/>
                </a:lnTo>
                <a:lnTo>
                  <a:pt x="2335895" y="1223135"/>
                </a:lnTo>
                <a:lnTo>
                  <a:pt x="2348166" y="1223136"/>
                </a:lnTo>
                <a:lnTo>
                  <a:pt x="2349881" y="1223137"/>
                </a:lnTo>
                <a:lnTo>
                  <a:pt x="2373245" y="1223136"/>
                </a:lnTo>
                <a:lnTo>
                  <a:pt x="2396440" y="1223133"/>
                </a:lnTo>
                <a:lnTo>
                  <a:pt x="2419464" y="1223129"/>
                </a:lnTo>
                <a:lnTo>
                  <a:pt x="2442320" y="1223123"/>
                </a:lnTo>
                <a:lnTo>
                  <a:pt x="2465008" y="1223117"/>
                </a:lnTo>
                <a:lnTo>
                  <a:pt x="2487529" y="1223109"/>
                </a:lnTo>
                <a:lnTo>
                  <a:pt x="2509883" y="1223101"/>
                </a:lnTo>
                <a:lnTo>
                  <a:pt x="2532072" y="1223092"/>
                </a:lnTo>
                <a:lnTo>
                  <a:pt x="2554096" y="1223082"/>
                </a:lnTo>
                <a:lnTo>
                  <a:pt x="2575956" y="1223073"/>
                </a:lnTo>
                <a:lnTo>
                  <a:pt x="2597654" y="1223064"/>
                </a:lnTo>
                <a:lnTo>
                  <a:pt x="2619190" y="1223054"/>
                </a:lnTo>
                <a:lnTo>
                  <a:pt x="2640564" y="1223045"/>
                </a:lnTo>
                <a:lnTo>
                  <a:pt x="2661778" y="1223037"/>
                </a:lnTo>
                <a:lnTo>
                  <a:pt x="2682833" y="1223029"/>
                </a:lnTo>
                <a:lnTo>
                  <a:pt x="2703729" y="1223023"/>
                </a:lnTo>
                <a:lnTo>
                  <a:pt x="2724467" y="1223017"/>
                </a:lnTo>
                <a:lnTo>
                  <a:pt x="2745049" y="1223013"/>
                </a:lnTo>
                <a:lnTo>
                  <a:pt x="2765474" y="1223010"/>
                </a:lnTo>
                <a:lnTo>
                  <a:pt x="2785744" y="1223010"/>
                </a:lnTo>
                <a:lnTo>
                  <a:pt x="3323843" y="1222756"/>
                </a:lnTo>
                <a:lnTo>
                  <a:pt x="3347302" y="1222758"/>
                </a:lnTo>
                <a:lnTo>
                  <a:pt x="3370733" y="1222766"/>
                </a:lnTo>
                <a:lnTo>
                  <a:pt x="3394127" y="1222780"/>
                </a:lnTo>
                <a:lnTo>
                  <a:pt x="3417476" y="1222797"/>
                </a:lnTo>
                <a:lnTo>
                  <a:pt x="3440771" y="1222819"/>
                </a:lnTo>
                <a:lnTo>
                  <a:pt x="3464003" y="1222845"/>
                </a:lnTo>
                <a:lnTo>
                  <a:pt x="3487163" y="1222874"/>
                </a:lnTo>
                <a:lnTo>
                  <a:pt x="3510243" y="1222906"/>
                </a:lnTo>
                <a:lnTo>
                  <a:pt x="3533234" y="1222941"/>
                </a:lnTo>
                <a:lnTo>
                  <a:pt x="3556126" y="1222978"/>
                </a:lnTo>
                <a:lnTo>
                  <a:pt x="3578913" y="1223017"/>
                </a:lnTo>
                <a:lnTo>
                  <a:pt x="3601583" y="1223057"/>
                </a:lnTo>
                <a:lnTo>
                  <a:pt x="3624130" y="1223099"/>
                </a:lnTo>
                <a:lnTo>
                  <a:pt x="3646543" y="1223141"/>
                </a:lnTo>
                <a:lnTo>
                  <a:pt x="3668815" y="1223184"/>
                </a:lnTo>
                <a:lnTo>
                  <a:pt x="3690936" y="1223227"/>
                </a:lnTo>
                <a:lnTo>
                  <a:pt x="3712899" y="1223269"/>
                </a:lnTo>
                <a:lnTo>
                  <a:pt x="3734693" y="1223311"/>
                </a:lnTo>
                <a:lnTo>
                  <a:pt x="3756310" y="1223352"/>
                </a:lnTo>
                <a:lnTo>
                  <a:pt x="3777741" y="1223391"/>
                </a:lnTo>
                <a:lnTo>
                  <a:pt x="3820156" y="1223448"/>
                </a:lnTo>
                <a:lnTo>
                  <a:pt x="3861889" y="1223504"/>
                </a:lnTo>
                <a:lnTo>
                  <a:pt x="3902919" y="1223561"/>
                </a:lnTo>
                <a:lnTo>
                  <a:pt x="3943228" y="1223616"/>
                </a:lnTo>
                <a:lnTo>
                  <a:pt x="3982793" y="1223670"/>
                </a:lnTo>
                <a:lnTo>
                  <a:pt x="4021595" y="1223723"/>
                </a:lnTo>
                <a:lnTo>
                  <a:pt x="4059613" y="1223774"/>
                </a:lnTo>
                <a:lnTo>
                  <a:pt x="4096826" y="1223823"/>
                </a:lnTo>
                <a:lnTo>
                  <a:pt x="4133215" y="1223870"/>
                </a:lnTo>
                <a:lnTo>
                  <a:pt x="4168759" y="1223914"/>
                </a:lnTo>
                <a:lnTo>
                  <a:pt x="4203436" y="1223956"/>
                </a:lnTo>
                <a:lnTo>
                  <a:pt x="4237228" y="1223994"/>
                </a:lnTo>
                <a:lnTo>
                  <a:pt x="4270112" y="1224029"/>
                </a:lnTo>
                <a:lnTo>
                  <a:pt x="4302069" y="1224060"/>
                </a:lnTo>
                <a:lnTo>
                  <a:pt x="4333079" y="1224087"/>
                </a:lnTo>
                <a:lnTo>
                  <a:pt x="4363120" y="1224110"/>
                </a:lnTo>
                <a:lnTo>
                  <a:pt x="4392173" y="1224128"/>
                </a:lnTo>
                <a:lnTo>
                  <a:pt x="4420216" y="1224141"/>
                </a:lnTo>
                <a:lnTo>
                  <a:pt x="4447230" y="1224150"/>
                </a:lnTo>
                <a:lnTo>
                  <a:pt x="4473194" y="1224153"/>
                </a:lnTo>
                <a:lnTo>
                  <a:pt x="4498105" y="1224112"/>
                </a:lnTo>
                <a:lnTo>
                  <a:pt x="4544550" y="1224020"/>
                </a:lnTo>
                <a:lnTo>
                  <a:pt x="4586436" y="1223910"/>
                </a:lnTo>
                <a:lnTo>
                  <a:pt x="4623694" y="1223782"/>
                </a:lnTo>
                <a:lnTo>
                  <a:pt x="4656258" y="1223632"/>
                </a:lnTo>
                <a:lnTo>
                  <a:pt x="4684059" y="1223461"/>
                </a:lnTo>
                <a:lnTo>
                  <a:pt x="4716681" y="1223159"/>
                </a:lnTo>
                <a:lnTo>
                  <a:pt x="4742874" y="1222664"/>
                </a:lnTo>
                <a:lnTo>
                  <a:pt x="4749126" y="1222223"/>
                </a:lnTo>
                <a:lnTo>
                  <a:pt x="4748305" y="1222065"/>
                </a:lnTo>
                <a:lnTo>
                  <a:pt x="4721593" y="1221188"/>
                </a:lnTo>
                <a:lnTo>
                  <a:pt x="4688051" y="1220608"/>
                </a:lnTo>
                <a:lnTo>
                  <a:pt x="4658657" y="1220204"/>
                </a:lnTo>
                <a:lnTo>
                  <a:pt x="4623784" y="1219792"/>
                </a:lnTo>
                <a:lnTo>
                  <a:pt x="4583560" y="1219372"/>
                </a:lnTo>
                <a:lnTo>
                  <a:pt x="4538112" y="1218950"/>
                </a:lnTo>
                <a:lnTo>
                  <a:pt x="4537583" y="1218946"/>
                </a:lnTo>
                <a:lnTo>
                  <a:pt x="4515303" y="1218733"/>
                </a:lnTo>
                <a:lnTo>
                  <a:pt x="4467793" y="1218292"/>
                </a:lnTo>
                <a:lnTo>
                  <a:pt x="4416266" y="1217832"/>
                </a:lnTo>
                <a:lnTo>
                  <a:pt x="4360623" y="1217355"/>
                </a:lnTo>
                <a:lnTo>
                  <a:pt x="4300769" y="1216863"/>
                </a:lnTo>
                <a:lnTo>
                  <a:pt x="4236604" y="1216358"/>
                </a:lnTo>
                <a:lnTo>
                  <a:pt x="4168033" y="1215843"/>
                </a:lnTo>
                <a:lnTo>
                  <a:pt x="4094956" y="1215320"/>
                </a:lnTo>
                <a:lnTo>
                  <a:pt x="4056698" y="1215056"/>
                </a:lnTo>
                <a:lnTo>
                  <a:pt x="4017276" y="1214791"/>
                </a:lnTo>
                <a:lnTo>
                  <a:pt x="3976680" y="1214526"/>
                </a:lnTo>
                <a:lnTo>
                  <a:pt x="3934897" y="1214259"/>
                </a:lnTo>
                <a:lnTo>
                  <a:pt x="3891915" y="1213993"/>
                </a:lnTo>
                <a:lnTo>
                  <a:pt x="3847656" y="1213726"/>
                </a:lnTo>
                <a:lnTo>
                  <a:pt x="3802044" y="1213462"/>
                </a:lnTo>
                <a:lnTo>
                  <a:pt x="3755069" y="1213203"/>
                </a:lnTo>
                <a:lnTo>
                  <a:pt x="3706718" y="1212950"/>
                </a:lnTo>
                <a:lnTo>
                  <a:pt x="3656980" y="1212707"/>
                </a:lnTo>
                <a:lnTo>
                  <a:pt x="3605844" y="1212475"/>
                </a:lnTo>
                <a:lnTo>
                  <a:pt x="3553299" y="1212256"/>
                </a:lnTo>
                <a:lnTo>
                  <a:pt x="3499332" y="1212054"/>
                </a:lnTo>
                <a:lnTo>
                  <a:pt x="3443933" y="1211870"/>
                </a:lnTo>
                <a:lnTo>
                  <a:pt x="3387090" y="1211707"/>
                </a:lnTo>
                <a:lnTo>
                  <a:pt x="3328852" y="1211554"/>
                </a:lnTo>
                <a:lnTo>
                  <a:pt x="3270006" y="1211405"/>
                </a:lnTo>
                <a:lnTo>
                  <a:pt x="3210610" y="1211260"/>
                </a:lnTo>
                <a:lnTo>
                  <a:pt x="3150727" y="1211121"/>
                </a:lnTo>
                <a:lnTo>
                  <a:pt x="3090417" y="1210992"/>
                </a:lnTo>
                <a:lnTo>
                  <a:pt x="3029742" y="1210874"/>
                </a:lnTo>
                <a:lnTo>
                  <a:pt x="2968762" y="1210770"/>
                </a:lnTo>
                <a:lnTo>
                  <a:pt x="2907538" y="1210682"/>
                </a:lnTo>
                <a:lnTo>
                  <a:pt x="2846130" y="1210613"/>
                </a:lnTo>
                <a:lnTo>
                  <a:pt x="2784602" y="1210564"/>
                </a:lnTo>
                <a:lnTo>
                  <a:pt x="2753803" y="1210527"/>
                </a:lnTo>
                <a:lnTo>
                  <a:pt x="2722980" y="1210494"/>
                </a:lnTo>
                <a:lnTo>
                  <a:pt x="2692142" y="1210464"/>
                </a:lnTo>
                <a:lnTo>
                  <a:pt x="2661294" y="1210436"/>
                </a:lnTo>
                <a:lnTo>
                  <a:pt x="2630443" y="1210411"/>
                </a:lnTo>
                <a:lnTo>
                  <a:pt x="2599598" y="1210386"/>
                </a:lnTo>
                <a:lnTo>
                  <a:pt x="2568764" y="1210363"/>
                </a:lnTo>
                <a:lnTo>
                  <a:pt x="2537949" y="1210340"/>
                </a:lnTo>
                <a:lnTo>
                  <a:pt x="2507160" y="1210317"/>
                </a:lnTo>
                <a:lnTo>
                  <a:pt x="2476404" y="1210294"/>
                </a:lnTo>
                <a:lnTo>
                  <a:pt x="2445688" y="1210269"/>
                </a:lnTo>
                <a:lnTo>
                  <a:pt x="2415019" y="1210243"/>
                </a:lnTo>
                <a:lnTo>
                  <a:pt x="2384404" y="1210216"/>
                </a:lnTo>
                <a:lnTo>
                  <a:pt x="2353851" y="1210186"/>
                </a:lnTo>
                <a:lnTo>
                  <a:pt x="2323365" y="1210153"/>
                </a:lnTo>
                <a:lnTo>
                  <a:pt x="2292955" y="1210116"/>
                </a:lnTo>
                <a:lnTo>
                  <a:pt x="2262627" y="1210076"/>
                </a:lnTo>
                <a:lnTo>
                  <a:pt x="2232388" y="1210032"/>
                </a:lnTo>
                <a:lnTo>
                  <a:pt x="2202246" y="1209983"/>
                </a:lnTo>
                <a:lnTo>
                  <a:pt x="2172208" y="1209929"/>
                </a:lnTo>
                <a:lnTo>
                  <a:pt x="1461135" y="1208786"/>
                </a:lnTo>
                <a:lnTo>
                  <a:pt x="940942" y="1208151"/>
                </a:lnTo>
                <a:lnTo>
                  <a:pt x="113284" y="1207770"/>
                </a:lnTo>
                <a:lnTo>
                  <a:pt x="74295" y="1207770"/>
                </a:lnTo>
                <a:lnTo>
                  <a:pt x="75437" y="1138809"/>
                </a:lnTo>
                <a:lnTo>
                  <a:pt x="76059" y="1125849"/>
                </a:lnTo>
                <a:lnTo>
                  <a:pt x="76355" y="1113194"/>
                </a:lnTo>
                <a:lnTo>
                  <a:pt x="76447" y="1100650"/>
                </a:lnTo>
                <a:lnTo>
                  <a:pt x="76453" y="1091819"/>
                </a:lnTo>
                <a:lnTo>
                  <a:pt x="76644" y="1079457"/>
                </a:lnTo>
                <a:lnTo>
                  <a:pt x="77056" y="1066853"/>
                </a:lnTo>
                <a:lnTo>
                  <a:pt x="77451" y="1054020"/>
                </a:lnTo>
                <a:lnTo>
                  <a:pt x="77597" y="1042797"/>
                </a:lnTo>
                <a:lnTo>
                  <a:pt x="78310" y="1030928"/>
                </a:lnTo>
                <a:lnTo>
                  <a:pt x="78977" y="1018857"/>
                </a:lnTo>
                <a:lnTo>
                  <a:pt x="79612" y="1006580"/>
                </a:lnTo>
                <a:lnTo>
                  <a:pt x="80228" y="994093"/>
                </a:lnTo>
                <a:lnTo>
                  <a:pt x="80839" y="981393"/>
                </a:lnTo>
                <a:lnTo>
                  <a:pt x="81458" y="968476"/>
                </a:lnTo>
                <a:lnTo>
                  <a:pt x="82100" y="955340"/>
                </a:lnTo>
                <a:lnTo>
                  <a:pt x="82778" y="941979"/>
                </a:lnTo>
                <a:lnTo>
                  <a:pt x="83312" y="931926"/>
                </a:lnTo>
                <a:lnTo>
                  <a:pt x="83565" y="919341"/>
                </a:lnTo>
                <a:lnTo>
                  <a:pt x="83708" y="906702"/>
                </a:lnTo>
                <a:lnTo>
                  <a:pt x="83761" y="894020"/>
                </a:lnTo>
                <a:lnTo>
                  <a:pt x="83745" y="881306"/>
                </a:lnTo>
                <a:lnTo>
                  <a:pt x="83680" y="868570"/>
                </a:lnTo>
                <a:lnTo>
                  <a:pt x="83585" y="855824"/>
                </a:lnTo>
                <a:lnTo>
                  <a:pt x="83481" y="843078"/>
                </a:lnTo>
                <a:lnTo>
                  <a:pt x="83387" y="830344"/>
                </a:lnTo>
                <a:lnTo>
                  <a:pt x="83326" y="817632"/>
                </a:lnTo>
                <a:lnTo>
                  <a:pt x="83312" y="808990"/>
                </a:lnTo>
                <a:lnTo>
                  <a:pt x="82968" y="796592"/>
                </a:lnTo>
                <a:lnTo>
                  <a:pt x="82637" y="784124"/>
                </a:lnTo>
                <a:lnTo>
                  <a:pt x="82326" y="771587"/>
                </a:lnTo>
                <a:lnTo>
                  <a:pt x="82039" y="758981"/>
                </a:lnTo>
                <a:lnTo>
                  <a:pt x="81783" y="746308"/>
                </a:lnTo>
                <a:lnTo>
                  <a:pt x="81563" y="733568"/>
                </a:lnTo>
                <a:lnTo>
                  <a:pt x="81384" y="720761"/>
                </a:lnTo>
                <a:lnTo>
                  <a:pt x="81253" y="707890"/>
                </a:lnTo>
                <a:lnTo>
                  <a:pt x="81174" y="694953"/>
                </a:lnTo>
                <a:lnTo>
                  <a:pt x="81152" y="684149"/>
                </a:lnTo>
                <a:lnTo>
                  <a:pt x="80777" y="671531"/>
                </a:lnTo>
                <a:lnTo>
                  <a:pt x="80492" y="659014"/>
                </a:lnTo>
                <a:lnTo>
                  <a:pt x="80301" y="646554"/>
                </a:lnTo>
                <a:lnTo>
                  <a:pt x="80212" y="634106"/>
                </a:lnTo>
                <a:lnTo>
                  <a:pt x="80230" y="621626"/>
                </a:lnTo>
                <a:lnTo>
                  <a:pt x="80362" y="609072"/>
                </a:lnTo>
                <a:lnTo>
                  <a:pt x="80613" y="596399"/>
                </a:lnTo>
                <a:lnTo>
                  <a:pt x="80990" y="583564"/>
                </a:lnTo>
                <a:lnTo>
                  <a:pt x="81498" y="570522"/>
                </a:lnTo>
                <a:lnTo>
                  <a:pt x="82144" y="557231"/>
                </a:lnTo>
                <a:lnTo>
                  <a:pt x="82169" y="556768"/>
                </a:lnTo>
                <a:lnTo>
                  <a:pt x="82474" y="544683"/>
                </a:lnTo>
                <a:lnTo>
                  <a:pt x="82769" y="532475"/>
                </a:lnTo>
                <a:lnTo>
                  <a:pt x="83051" y="520144"/>
                </a:lnTo>
                <a:lnTo>
                  <a:pt x="83314" y="507691"/>
                </a:lnTo>
                <a:lnTo>
                  <a:pt x="83555" y="495116"/>
                </a:lnTo>
                <a:lnTo>
                  <a:pt x="83771" y="482420"/>
                </a:lnTo>
                <a:lnTo>
                  <a:pt x="83957" y="469604"/>
                </a:lnTo>
                <a:lnTo>
                  <a:pt x="84110" y="456667"/>
                </a:lnTo>
                <a:lnTo>
                  <a:pt x="84225" y="443612"/>
                </a:lnTo>
                <a:lnTo>
                  <a:pt x="84299" y="430437"/>
                </a:lnTo>
                <a:lnTo>
                  <a:pt x="84327" y="417144"/>
                </a:lnTo>
                <a:lnTo>
                  <a:pt x="84327" y="415925"/>
                </a:lnTo>
                <a:lnTo>
                  <a:pt x="84305" y="403389"/>
                </a:lnTo>
                <a:lnTo>
                  <a:pt x="84241" y="390817"/>
                </a:lnTo>
                <a:lnTo>
                  <a:pt x="84147" y="378211"/>
                </a:lnTo>
                <a:lnTo>
                  <a:pt x="84030" y="365572"/>
                </a:lnTo>
                <a:lnTo>
                  <a:pt x="83899" y="352900"/>
                </a:lnTo>
                <a:lnTo>
                  <a:pt x="83763" y="340198"/>
                </a:lnTo>
                <a:lnTo>
                  <a:pt x="83631" y="327465"/>
                </a:lnTo>
                <a:lnTo>
                  <a:pt x="83511" y="314703"/>
                </a:lnTo>
                <a:lnTo>
                  <a:pt x="83412" y="301913"/>
                </a:lnTo>
                <a:lnTo>
                  <a:pt x="83343" y="289097"/>
                </a:lnTo>
                <a:lnTo>
                  <a:pt x="83312" y="276255"/>
                </a:lnTo>
                <a:lnTo>
                  <a:pt x="83312" y="274066"/>
                </a:lnTo>
                <a:lnTo>
                  <a:pt x="83303" y="261158"/>
                </a:lnTo>
                <a:lnTo>
                  <a:pt x="83278" y="248226"/>
                </a:lnTo>
                <a:lnTo>
                  <a:pt x="83239" y="235269"/>
                </a:lnTo>
                <a:lnTo>
                  <a:pt x="83185" y="222282"/>
                </a:lnTo>
                <a:lnTo>
                  <a:pt x="83117" y="209264"/>
                </a:lnTo>
                <a:lnTo>
                  <a:pt x="83037" y="196211"/>
                </a:lnTo>
                <a:lnTo>
                  <a:pt x="82946" y="183122"/>
                </a:lnTo>
                <a:lnTo>
                  <a:pt x="82844" y="169993"/>
                </a:lnTo>
                <a:lnTo>
                  <a:pt x="82733" y="156821"/>
                </a:lnTo>
                <a:lnTo>
                  <a:pt x="82613" y="143605"/>
                </a:lnTo>
                <a:lnTo>
                  <a:pt x="82486" y="130341"/>
                </a:lnTo>
                <a:lnTo>
                  <a:pt x="82351" y="117026"/>
                </a:lnTo>
                <a:lnTo>
                  <a:pt x="82212" y="103659"/>
                </a:lnTo>
                <a:lnTo>
                  <a:pt x="82067" y="90236"/>
                </a:lnTo>
                <a:lnTo>
                  <a:pt x="81918" y="76755"/>
                </a:lnTo>
                <a:lnTo>
                  <a:pt x="81767" y="63213"/>
                </a:lnTo>
                <a:lnTo>
                  <a:pt x="81614" y="49607"/>
                </a:lnTo>
                <a:lnTo>
                  <a:pt x="81460" y="35935"/>
                </a:lnTo>
                <a:lnTo>
                  <a:pt x="81306" y="22194"/>
                </a:lnTo>
                <a:lnTo>
                  <a:pt x="81152" y="8382"/>
                </a:lnTo>
                <a:lnTo>
                  <a:pt x="1853945" y="7747"/>
                </a:lnTo>
                <a:lnTo>
                  <a:pt x="2790316" y="7112"/>
                </a:lnTo>
                <a:lnTo>
                  <a:pt x="2802971" y="7111"/>
                </a:lnTo>
                <a:lnTo>
                  <a:pt x="2815641" y="7112"/>
                </a:lnTo>
                <a:lnTo>
                  <a:pt x="2828324" y="7112"/>
                </a:lnTo>
                <a:lnTo>
                  <a:pt x="2841019" y="7112"/>
                </a:lnTo>
                <a:lnTo>
                  <a:pt x="2853724" y="7112"/>
                </a:lnTo>
                <a:lnTo>
                  <a:pt x="2866436" y="7112"/>
                </a:lnTo>
                <a:lnTo>
                  <a:pt x="2879155" y="7111"/>
                </a:lnTo>
                <a:lnTo>
                  <a:pt x="2891879" y="7112"/>
                </a:lnTo>
                <a:lnTo>
                  <a:pt x="2904605" y="7112"/>
                </a:lnTo>
                <a:lnTo>
                  <a:pt x="2910078" y="7112"/>
                </a:lnTo>
                <a:lnTo>
                  <a:pt x="2948893" y="7115"/>
                </a:lnTo>
                <a:lnTo>
                  <a:pt x="2987771" y="7126"/>
                </a:lnTo>
                <a:lnTo>
                  <a:pt x="3026712" y="7144"/>
                </a:lnTo>
                <a:lnTo>
                  <a:pt x="3065721" y="7168"/>
                </a:lnTo>
                <a:lnTo>
                  <a:pt x="3104798" y="7199"/>
                </a:lnTo>
                <a:lnTo>
                  <a:pt x="3143948" y="7235"/>
                </a:lnTo>
                <a:lnTo>
                  <a:pt x="3183172" y="7276"/>
                </a:lnTo>
                <a:lnTo>
                  <a:pt x="3222473" y="7323"/>
                </a:lnTo>
                <a:lnTo>
                  <a:pt x="3261854" y="7374"/>
                </a:lnTo>
                <a:lnTo>
                  <a:pt x="3301317" y="7429"/>
                </a:lnTo>
                <a:lnTo>
                  <a:pt x="3340865" y="7488"/>
                </a:lnTo>
                <a:lnTo>
                  <a:pt x="3380500" y="7550"/>
                </a:lnTo>
                <a:lnTo>
                  <a:pt x="3420225" y="7616"/>
                </a:lnTo>
                <a:lnTo>
                  <a:pt x="3460042" y="7684"/>
                </a:lnTo>
                <a:lnTo>
                  <a:pt x="3499955" y="7754"/>
                </a:lnTo>
                <a:lnTo>
                  <a:pt x="3539965" y="7827"/>
                </a:lnTo>
                <a:lnTo>
                  <a:pt x="3580075" y="7901"/>
                </a:lnTo>
                <a:lnTo>
                  <a:pt x="3620289" y="7976"/>
                </a:lnTo>
                <a:lnTo>
                  <a:pt x="3660607" y="8051"/>
                </a:lnTo>
                <a:lnTo>
                  <a:pt x="3701034" y="8127"/>
                </a:lnTo>
                <a:lnTo>
                  <a:pt x="3724505" y="8164"/>
                </a:lnTo>
                <a:lnTo>
                  <a:pt x="3771476" y="8226"/>
                </a:lnTo>
                <a:lnTo>
                  <a:pt x="3818520" y="8274"/>
                </a:lnTo>
                <a:lnTo>
                  <a:pt x="3865683" y="8312"/>
                </a:lnTo>
                <a:lnTo>
                  <a:pt x="3913008" y="8339"/>
                </a:lnTo>
                <a:lnTo>
                  <a:pt x="3960540" y="8358"/>
                </a:lnTo>
                <a:lnTo>
                  <a:pt x="4008322" y="8371"/>
                </a:lnTo>
                <a:lnTo>
                  <a:pt x="4056399" y="8378"/>
                </a:lnTo>
                <a:lnTo>
                  <a:pt x="4104816" y="8381"/>
                </a:lnTo>
                <a:lnTo>
                  <a:pt x="4153615" y="8381"/>
                </a:lnTo>
                <a:lnTo>
                  <a:pt x="4178172" y="8382"/>
                </a:lnTo>
                <a:lnTo>
                  <a:pt x="4202746" y="8380"/>
                </a:lnTo>
                <a:lnTo>
                  <a:pt x="4251552" y="8365"/>
                </a:lnTo>
                <a:lnTo>
                  <a:pt x="4299912" y="8336"/>
                </a:lnTo>
                <a:lnTo>
                  <a:pt x="4347840" y="8294"/>
                </a:lnTo>
                <a:lnTo>
                  <a:pt x="4395348" y="8239"/>
                </a:lnTo>
                <a:lnTo>
                  <a:pt x="4442449" y="8172"/>
                </a:lnTo>
                <a:lnTo>
                  <a:pt x="4489158" y="8094"/>
                </a:lnTo>
                <a:lnTo>
                  <a:pt x="4535485" y="8006"/>
                </a:lnTo>
                <a:lnTo>
                  <a:pt x="4581445" y="7909"/>
                </a:lnTo>
                <a:lnTo>
                  <a:pt x="4627050" y="7803"/>
                </a:lnTo>
                <a:lnTo>
                  <a:pt x="4649723" y="7747"/>
                </a:lnTo>
                <a:lnTo>
                  <a:pt x="4706239" y="7747"/>
                </a:lnTo>
                <a:lnTo>
                  <a:pt x="4706239" y="9017"/>
                </a:lnTo>
                <a:lnTo>
                  <a:pt x="4706239" y="17525"/>
                </a:lnTo>
                <a:lnTo>
                  <a:pt x="4706239" y="23113"/>
                </a:lnTo>
                <a:lnTo>
                  <a:pt x="4707382" y="28829"/>
                </a:lnTo>
                <a:lnTo>
                  <a:pt x="4707382" y="34289"/>
                </a:lnTo>
                <a:lnTo>
                  <a:pt x="4707719" y="47067"/>
                </a:lnTo>
                <a:lnTo>
                  <a:pt x="4708263" y="59757"/>
                </a:lnTo>
                <a:lnTo>
                  <a:pt x="4708397" y="67183"/>
                </a:lnTo>
                <a:lnTo>
                  <a:pt x="4708506" y="79984"/>
                </a:lnTo>
                <a:lnTo>
                  <a:pt x="4708723" y="92713"/>
                </a:lnTo>
                <a:lnTo>
                  <a:pt x="4708889" y="105387"/>
                </a:lnTo>
                <a:lnTo>
                  <a:pt x="4708844" y="118026"/>
                </a:lnTo>
                <a:lnTo>
                  <a:pt x="4708426" y="130645"/>
                </a:lnTo>
                <a:lnTo>
                  <a:pt x="4708397" y="131191"/>
                </a:lnTo>
                <a:lnTo>
                  <a:pt x="4707843" y="143737"/>
                </a:lnTo>
                <a:lnTo>
                  <a:pt x="4707288" y="156308"/>
                </a:lnTo>
                <a:lnTo>
                  <a:pt x="4706733" y="168902"/>
                </a:lnTo>
                <a:lnTo>
                  <a:pt x="4706178" y="181522"/>
                </a:lnTo>
                <a:lnTo>
                  <a:pt x="4705623" y="194168"/>
                </a:lnTo>
                <a:lnTo>
                  <a:pt x="4705068" y="206841"/>
                </a:lnTo>
                <a:lnTo>
                  <a:pt x="4704513" y="219542"/>
                </a:lnTo>
                <a:lnTo>
                  <a:pt x="4703958" y="232273"/>
                </a:lnTo>
                <a:lnTo>
                  <a:pt x="4703403" y="245033"/>
                </a:lnTo>
                <a:lnTo>
                  <a:pt x="4702848" y="257824"/>
                </a:lnTo>
                <a:lnTo>
                  <a:pt x="4702293" y="270648"/>
                </a:lnTo>
                <a:lnTo>
                  <a:pt x="4701920" y="279273"/>
                </a:lnTo>
                <a:lnTo>
                  <a:pt x="4701645" y="292419"/>
                </a:lnTo>
                <a:lnTo>
                  <a:pt x="4701469" y="305511"/>
                </a:lnTo>
                <a:lnTo>
                  <a:pt x="4701378" y="318538"/>
                </a:lnTo>
                <a:lnTo>
                  <a:pt x="4701357" y="331491"/>
                </a:lnTo>
                <a:lnTo>
                  <a:pt x="4701390" y="344361"/>
                </a:lnTo>
                <a:lnTo>
                  <a:pt x="4701464" y="357137"/>
                </a:lnTo>
                <a:lnTo>
                  <a:pt x="4701563" y="369812"/>
                </a:lnTo>
                <a:lnTo>
                  <a:pt x="4701672" y="382375"/>
                </a:lnTo>
                <a:lnTo>
                  <a:pt x="4701776" y="394816"/>
                </a:lnTo>
                <a:lnTo>
                  <a:pt x="4701862" y="407127"/>
                </a:lnTo>
                <a:lnTo>
                  <a:pt x="4701913" y="419299"/>
                </a:lnTo>
                <a:lnTo>
                  <a:pt x="4701920" y="425831"/>
                </a:lnTo>
                <a:lnTo>
                  <a:pt x="4702218" y="439155"/>
                </a:lnTo>
                <a:lnTo>
                  <a:pt x="4702459" y="452306"/>
                </a:lnTo>
                <a:lnTo>
                  <a:pt x="4702649" y="465298"/>
                </a:lnTo>
                <a:lnTo>
                  <a:pt x="4702795" y="478146"/>
                </a:lnTo>
                <a:lnTo>
                  <a:pt x="4702901" y="490864"/>
                </a:lnTo>
                <a:lnTo>
                  <a:pt x="4702975" y="503468"/>
                </a:lnTo>
                <a:lnTo>
                  <a:pt x="4703022" y="515970"/>
                </a:lnTo>
                <a:lnTo>
                  <a:pt x="4703049" y="528388"/>
                </a:lnTo>
                <a:lnTo>
                  <a:pt x="4703060" y="540734"/>
                </a:lnTo>
                <a:lnTo>
                  <a:pt x="4703063" y="553025"/>
                </a:lnTo>
                <a:lnTo>
                  <a:pt x="4703064" y="558546"/>
                </a:lnTo>
                <a:lnTo>
                  <a:pt x="4703340" y="571948"/>
                </a:lnTo>
                <a:lnTo>
                  <a:pt x="4703568" y="585209"/>
                </a:lnTo>
                <a:lnTo>
                  <a:pt x="4703761" y="598322"/>
                </a:lnTo>
                <a:lnTo>
                  <a:pt x="4703932" y="611282"/>
                </a:lnTo>
                <a:lnTo>
                  <a:pt x="4704094" y="624084"/>
                </a:lnTo>
                <a:lnTo>
                  <a:pt x="4704260" y="636723"/>
                </a:lnTo>
                <a:lnTo>
                  <a:pt x="4704443" y="649193"/>
                </a:lnTo>
                <a:lnTo>
                  <a:pt x="4704654" y="661489"/>
                </a:lnTo>
                <a:lnTo>
                  <a:pt x="4704909" y="673605"/>
                </a:lnTo>
                <a:lnTo>
                  <a:pt x="4705219" y="685537"/>
                </a:lnTo>
                <a:lnTo>
                  <a:pt x="4705222" y="685673"/>
                </a:lnTo>
                <a:lnTo>
                  <a:pt x="4705533" y="699188"/>
                </a:lnTo>
                <a:lnTo>
                  <a:pt x="4705772" y="712550"/>
                </a:lnTo>
                <a:lnTo>
                  <a:pt x="4705950" y="725732"/>
                </a:lnTo>
                <a:lnTo>
                  <a:pt x="4706076" y="738710"/>
                </a:lnTo>
                <a:lnTo>
                  <a:pt x="4706159" y="751458"/>
                </a:lnTo>
                <a:lnTo>
                  <a:pt x="4706207" y="763952"/>
                </a:lnTo>
                <a:lnTo>
                  <a:pt x="4706230" y="776166"/>
                </a:lnTo>
                <a:lnTo>
                  <a:pt x="4706238" y="788076"/>
                </a:lnTo>
                <a:lnTo>
                  <a:pt x="4706239" y="796798"/>
                </a:lnTo>
                <a:lnTo>
                  <a:pt x="4705849" y="809722"/>
                </a:lnTo>
                <a:lnTo>
                  <a:pt x="4705451" y="822592"/>
                </a:lnTo>
                <a:lnTo>
                  <a:pt x="4705047" y="835401"/>
                </a:lnTo>
                <a:lnTo>
                  <a:pt x="4704640" y="848144"/>
                </a:lnTo>
                <a:lnTo>
                  <a:pt x="4704232" y="860815"/>
                </a:lnTo>
                <a:lnTo>
                  <a:pt x="4703828" y="873406"/>
                </a:lnTo>
                <a:lnTo>
                  <a:pt x="4703431" y="885913"/>
                </a:lnTo>
                <a:lnTo>
                  <a:pt x="4703064" y="897636"/>
                </a:lnTo>
                <a:lnTo>
                  <a:pt x="4702216" y="910798"/>
                </a:lnTo>
                <a:lnTo>
                  <a:pt x="4701594" y="923856"/>
                </a:lnTo>
                <a:lnTo>
                  <a:pt x="4701164" y="936788"/>
                </a:lnTo>
                <a:lnTo>
                  <a:pt x="4700889" y="949570"/>
                </a:lnTo>
                <a:lnTo>
                  <a:pt x="4700736" y="962181"/>
                </a:lnTo>
                <a:lnTo>
                  <a:pt x="4700668" y="974598"/>
                </a:lnTo>
                <a:lnTo>
                  <a:pt x="4700651" y="986800"/>
                </a:lnTo>
                <a:lnTo>
                  <a:pt x="4700651" y="992124"/>
                </a:lnTo>
                <a:lnTo>
                  <a:pt x="4701730" y="1005934"/>
                </a:lnTo>
                <a:lnTo>
                  <a:pt x="4702593" y="1019284"/>
                </a:lnTo>
                <a:lnTo>
                  <a:pt x="4703249" y="1032187"/>
                </a:lnTo>
                <a:lnTo>
                  <a:pt x="4703708" y="1044655"/>
                </a:lnTo>
                <a:lnTo>
                  <a:pt x="4703982" y="1056703"/>
                </a:lnTo>
                <a:lnTo>
                  <a:pt x="4704079" y="1068344"/>
                </a:lnTo>
                <a:lnTo>
                  <a:pt x="4704080" y="1069213"/>
                </a:lnTo>
                <a:lnTo>
                  <a:pt x="4705237" y="1085166"/>
                </a:lnTo>
                <a:lnTo>
                  <a:pt x="4706400" y="1100255"/>
                </a:lnTo>
                <a:lnTo>
                  <a:pt x="4707581" y="1114470"/>
                </a:lnTo>
                <a:lnTo>
                  <a:pt x="4708796" y="1127806"/>
                </a:lnTo>
                <a:lnTo>
                  <a:pt x="4710059" y="1140255"/>
                </a:lnTo>
                <a:lnTo>
                  <a:pt x="4711385" y="1151809"/>
                </a:lnTo>
                <a:lnTo>
                  <a:pt x="4712789" y="1162461"/>
                </a:lnTo>
                <a:lnTo>
                  <a:pt x="4714286" y="1172204"/>
                </a:lnTo>
                <a:lnTo>
                  <a:pt x="4715129" y="1177036"/>
                </a:lnTo>
                <a:lnTo>
                  <a:pt x="4719494" y="1196438"/>
                </a:lnTo>
                <a:lnTo>
                  <a:pt x="4724452" y="1209224"/>
                </a:lnTo>
                <a:lnTo>
                  <a:pt x="4729958" y="1215051"/>
                </a:lnTo>
                <a:lnTo>
                  <a:pt x="4731639" y="1215390"/>
                </a:lnTo>
                <a:lnTo>
                  <a:pt x="4737379" y="1211697"/>
                </a:lnTo>
                <a:lnTo>
                  <a:pt x="4742151" y="1200713"/>
                </a:lnTo>
                <a:lnTo>
                  <a:pt x="4746458" y="1182572"/>
                </a:lnTo>
                <a:lnTo>
                  <a:pt x="4747387" y="1177671"/>
                </a:lnTo>
                <a:lnTo>
                  <a:pt x="4748457" y="1168428"/>
                </a:lnTo>
                <a:lnTo>
                  <a:pt x="4749444" y="1158237"/>
                </a:lnTo>
                <a:lnTo>
                  <a:pt x="4750349" y="1147116"/>
                </a:lnTo>
                <a:lnTo>
                  <a:pt x="4751170" y="1135085"/>
                </a:lnTo>
                <a:lnTo>
                  <a:pt x="4751908" y="1122160"/>
                </a:lnTo>
                <a:lnTo>
                  <a:pt x="4752563" y="1108360"/>
                </a:lnTo>
                <a:lnTo>
                  <a:pt x="4753135" y="1093703"/>
                </a:lnTo>
                <a:lnTo>
                  <a:pt x="4753624" y="1078208"/>
                </a:lnTo>
                <a:lnTo>
                  <a:pt x="4753864" y="1069086"/>
                </a:lnTo>
                <a:lnTo>
                  <a:pt x="4754445" y="1057355"/>
                </a:lnTo>
                <a:lnTo>
                  <a:pt x="4754837" y="1045203"/>
                </a:lnTo>
                <a:lnTo>
                  <a:pt x="4755078" y="1032660"/>
                </a:lnTo>
                <a:lnTo>
                  <a:pt x="4755204" y="1019757"/>
                </a:lnTo>
                <a:lnTo>
                  <a:pt x="4755252" y="1006522"/>
                </a:lnTo>
                <a:lnTo>
                  <a:pt x="4755260" y="992988"/>
                </a:lnTo>
                <a:lnTo>
                  <a:pt x="4755261" y="991743"/>
                </a:lnTo>
                <a:lnTo>
                  <a:pt x="4755714" y="980182"/>
                </a:lnTo>
                <a:lnTo>
                  <a:pt x="4756179" y="968241"/>
                </a:lnTo>
                <a:lnTo>
                  <a:pt x="4756650" y="955916"/>
                </a:lnTo>
                <a:lnTo>
                  <a:pt x="4757124" y="943201"/>
                </a:lnTo>
                <a:lnTo>
                  <a:pt x="4757595" y="930092"/>
                </a:lnTo>
                <a:lnTo>
                  <a:pt x="4758058" y="916584"/>
                </a:lnTo>
                <a:lnTo>
                  <a:pt x="4758436" y="905002"/>
                </a:lnTo>
                <a:lnTo>
                  <a:pt x="4759200" y="893436"/>
                </a:lnTo>
                <a:lnTo>
                  <a:pt x="4759942" y="881584"/>
                </a:lnTo>
                <a:lnTo>
                  <a:pt x="4760642" y="869439"/>
                </a:lnTo>
                <a:lnTo>
                  <a:pt x="4761276" y="856993"/>
                </a:lnTo>
                <a:lnTo>
                  <a:pt x="4761825" y="844238"/>
                </a:lnTo>
                <a:lnTo>
                  <a:pt x="4762265" y="831166"/>
                </a:lnTo>
                <a:lnTo>
                  <a:pt x="4762576" y="817770"/>
                </a:lnTo>
                <a:lnTo>
                  <a:pt x="4762736" y="804043"/>
                </a:lnTo>
                <a:lnTo>
                  <a:pt x="4762754" y="797941"/>
                </a:lnTo>
                <a:lnTo>
                  <a:pt x="4762721" y="785227"/>
                </a:lnTo>
                <a:lnTo>
                  <a:pt x="4762627" y="772576"/>
                </a:lnTo>
                <a:lnTo>
                  <a:pt x="4762478" y="759962"/>
                </a:lnTo>
                <a:lnTo>
                  <a:pt x="4762280" y="747364"/>
                </a:lnTo>
                <a:lnTo>
                  <a:pt x="4762039" y="734757"/>
                </a:lnTo>
                <a:lnTo>
                  <a:pt x="4761762" y="722120"/>
                </a:lnTo>
                <a:lnTo>
                  <a:pt x="4761455" y="709428"/>
                </a:lnTo>
                <a:lnTo>
                  <a:pt x="4761123" y="696659"/>
                </a:lnTo>
                <a:lnTo>
                  <a:pt x="4760774" y="683790"/>
                </a:lnTo>
                <a:lnTo>
                  <a:pt x="4759965" y="664757"/>
                </a:lnTo>
                <a:lnTo>
                  <a:pt x="4759399" y="652179"/>
                </a:lnTo>
                <a:lnTo>
                  <a:pt x="4758889" y="639559"/>
                </a:lnTo>
                <a:lnTo>
                  <a:pt x="4758426" y="626901"/>
                </a:lnTo>
                <a:lnTo>
                  <a:pt x="4758003" y="614208"/>
                </a:lnTo>
                <a:lnTo>
                  <a:pt x="4757610" y="601484"/>
                </a:lnTo>
                <a:lnTo>
                  <a:pt x="4757241" y="588731"/>
                </a:lnTo>
                <a:lnTo>
                  <a:pt x="4756886" y="575952"/>
                </a:lnTo>
                <a:lnTo>
                  <a:pt x="4756537" y="563153"/>
                </a:lnTo>
                <a:lnTo>
                  <a:pt x="4756277" y="553593"/>
                </a:lnTo>
                <a:lnTo>
                  <a:pt x="4755959" y="541024"/>
                </a:lnTo>
                <a:lnTo>
                  <a:pt x="4755578" y="528405"/>
                </a:lnTo>
                <a:lnTo>
                  <a:pt x="4755148" y="515745"/>
                </a:lnTo>
                <a:lnTo>
                  <a:pt x="4754683" y="503052"/>
                </a:lnTo>
                <a:lnTo>
                  <a:pt x="4754198" y="490334"/>
                </a:lnTo>
                <a:lnTo>
                  <a:pt x="4753707" y="477599"/>
                </a:lnTo>
                <a:lnTo>
                  <a:pt x="4753224" y="464857"/>
                </a:lnTo>
                <a:lnTo>
                  <a:pt x="4752764" y="452114"/>
                </a:lnTo>
                <a:lnTo>
                  <a:pt x="4752341" y="439380"/>
                </a:lnTo>
                <a:lnTo>
                  <a:pt x="4751969" y="426663"/>
                </a:lnTo>
                <a:lnTo>
                  <a:pt x="4751705" y="415925"/>
                </a:lnTo>
                <a:lnTo>
                  <a:pt x="4751138" y="403148"/>
                </a:lnTo>
                <a:lnTo>
                  <a:pt x="4750628" y="390428"/>
                </a:lnTo>
                <a:lnTo>
                  <a:pt x="4750181" y="377751"/>
                </a:lnTo>
                <a:lnTo>
                  <a:pt x="4749803" y="365104"/>
                </a:lnTo>
                <a:lnTo>
                  <a:pt x="4749499" y="352474"/>
                </a:lnTo>
                <a:lnTo>
                  <a:pt x="4749276" y="339847"/>
                </a:lnTo>
                <a:lnTo>
                  <a:pt x="4749139" y="327209"/>
                </a:lnTo>
                <a:lnTo>
                  <a:pt x="4749095" y="314547"/>
                </a:lnTo>
                <a:lnTo>
                  <a:pt x="4749148" y="301848"/>
                </a:lnTo>
                <a:lnTo>
                  <a:pt x="4749305" y="289098"/>
                </a:lnTo>
                <a:lnTo>
                  <a:pt x="4749545" y="277368"/>
                </a:lnTo>
                <a:lnTo>
                  <a:pt x="4749803" y="265429"/>
                </a:lnTo>
                <a:lnTo>
                  <a:pt x="4750064" y="253351"/>
                </a:lnTo>
                <a:lnTo>
                  <a:pt x="4750329" y="241136"/>
                </a:lnTo>
                <a:lnTo>
                  <a:pt x="4750597" y="228782"/>
                </a:lnTo>
                <a:lnTo>
                  <a:pt x="4750866" y="216291"/>
                </a:lnTo>
                <a:lnTo>
                  <a:pt x="4751137" y="203661"/>
                </a:lnTo>
                <a:lnTo>
                  <a:pt x="4751407" y="190892"/>
                </a:lnTo>
                <a:lnTo>
                  <a:pt x="4751676" y="177986"/>
                </a:lnTo>
                <a:lnTo>
                  <a:pt x="4751944" y="164941"/>
                </a:lnTo>
                <a:lnTo>
                  <a:pt x="4752209" y="151758"/>
                </a:lnTo>
                <a:lnTo>
                  <a:pt x="4752471" y="138437"/>
                </a:lnTo>
                <a:lnTo>
                  <a:pt x="4752720" y="125349"/>
                </a:lnTo>
                <a:lnTo>
                  <a:pt x="4752936" y="112367"/>
                </a:lnTo>
                <a:lnTo>
                  <a:pt x="4752905" y="99428"/>
                </a:lnTo>
                <a:lnTo>
                  <a:pt x="4752657" y="86540"/>
                </a:lnTo>
                <a:lnTo>
                  <a:pt x="4752220" y="73715"/>
                </a:lnTo>
                <a:lnTo>
                  <a:pt x="4751622" y="60963"/>
                </a:lnTo>
                <a:lnTo>
                  <a:pt x="4750894" y="48295"/>
                </a:lnTo>
                <a:lnTo>
                  <a:pt x="4750063" y="35720"/>
                </a:lnTo>
                <a:lnTo>
                  <a:pt x="4749157" y="23249"/>
                </a:lnTo>
                <a:lnTo>
                  <a:pt x="4748207" y="10892"/>
                </a:lnTo>
                <a:lnTo>
                  <a:pt x="4747387" y="508"/>
                </a:lnTo>
                <a:lnTo>
                  <a:pt x="4538598" y="888"/>
                </a:lnTo>
                <a:lnTo>
                  <a:pt x="4517019" y="946"/>
                </a:lnTo>
                <a:lnTo>
                  <a:pt x="4495486" y="1002"/>
                </a:lnTo>
                <a:lnTo>
                  <a:pt x="4452565" y="1114"/>
                </a:lnTo>
                <a:lnTo>
                  <a:pt x="4409843" y="1221"/>
                </a:lnTo>
                <a:lnTo>
                  <a:pt x="4367329" y="1321"/>
                </a:lnTo>
                <a:lnTo>
                  <a:pt x="4325032" y="1412"/>
                </a:lnTo>
                <a:lnTo>
                  <a:pt x="4282960" y="1492"/>
                </a:lnTo>
                <a:lnTo>
                  <a:pt x="4241120" y="1558"/>
                </a:lnTo>
                <a:lnTo>
                  <a:pt x="4199523" y="1608"/>
                </a:lnTo>
                <a:lnTo>
                  <a:pt x="4158175" y="1639"/>
                </a:lnTo>
                <a:lnTo>
                  <a:pt x="4117086" y="1650"/>
                </a:lnTo>
                <a:lnTo>
                  <a:pt x="4095746" y="1650"/>
                </a:lnTo>
                <a:lnTo>
                  <a:pt x="4052826" y="1642"/>
                </a:lnTo>
                <a:lnTo>
                  <a:pt x="4009602" y="1627"/>
                </a:lnTo>
                <a:lnTo>
                  <a:pt x="3966094" y="1604"/>
                </a:lnTo>
                <a:lnTo>
                  <a:pt x="3922322" y="1573"/>
                </a:lnTo>
                <a:lnTo>
                  <a:pt x="3878308" y="1535"/>
                </a:lnTo>
                <a:lnTo>
                  <a:pt x="3834072" y="1490"/>
                </a:lnTo>
                <a:lnTo>
                  <a:pt x="3789634" y="1436"/>
                </a:lnTo>
                <a:lnTo>
                  <a:pt x="3745015" y="1375"/>
                </a:lnTo>
                <a:lnTo>
                  <a:pt x="3700236" y="1307"/>
                </a:lnTo>
                <a:lnTo>
                  <a:pt x="3677792" y="1270"/>
                </a:lnTo>
                <a:lnTo>
                  <a:pt x="3632854" y="1211"/>
                </a:lnTo>
                <a:lnTo>
                  <a:pt x="3587545" y="1152"/>
                </a:lnTo>
                <a:lnTo>
                  <a:pt x="3541883" y="1092"/>
                </a:lnTo>
                <a:lnTo>
                  <a:pt x="3495886" y="1031"/>
                </a:lnTo>
                <a:lnTo>
                  <a:pt x="3449570" y="970"/>
                </a:lnTo>
                <a:lnTo>
                  <a:pt x="3402951" y="909"/>
                </a:lnTo>
                <a:lnTo>
                  <a:pt x="3356048" y="850"/>
                </a:lnTo>
                <a:lnTo>
                  <a:pt x="3308877" y="792"/>
                </a:lnTo>
                <a:lnTo>
                  <a:pt x="3261454" y="736"/>
                </a:lnTo>
                <a:lnTo>
                  <a:pt x="3213798" y="682"/>
                </a:lnTo>
                <a:lnTo>
                  <a:pt x="3165924" y="631"/>
                </a:lnTo>
                <a:lnTo>
                  <a:pt x="3117851" y="584"/>
                </a:lnTo>
                <a:lnTo>
                  <a:pt x="3069593" y="540"/>
                </a:lnTo>
                <a:lnTo>
                  <a:pt x="3021170" y="501"/>
                </a:lnTo>
                <a:lnTo>
                  <a:pt x="2972597" y="466"/>
                </a:lnTo>
                <a:lnTo>
                  <a:pt x="2923892" y="436"/>
                </a:lnTo>
                <a:lnTo>
                  <a:pt x="2875071" y="413"/>
                </a:lnTo>
                <a:lnTo>
                  <a:pt x="2826152" y="395"/>
                </a:lnTo>
                <a:lnTo>
                  <a:pt x="2777152" y="384"/>
                </a:lnTo>
                <a:lnTo>
                  <a:pt x="2728087" y="381"/>
                </a:lnTo>
                <a:lnTo>
                  <a:pt x="1784985" y="508"/>
                </a:lnTo>
                <a:lnTo>
                  <a:pt x="28956" y="0"/>
                </a:lnTo>
                <a:close/>
              </a:path>
            </a:pathLst>
          </a:custGeom>
          <a:ln w="9524">
            <a:solidFill>
              <a:srgbClr val="52525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7127" y="3918330"/>
            <a:ext cx="987044" cy="32257"/>
          </a:xfrm>
          <a:custGeom>
            <a:avLst/>
            <a:gdLst/>
            <a:ahLst/>
            <a:cxnLst/>
            <a:rect l="l" t="t" r="r" b="b"/>
            <a:pathLst>
              <a:path w="987044" h="32257">
                <a:moveTo>
                  <a:pt x="3360" y="8158"/>
                </a:moveTo>
                <a:lnTo>
                  <a:pt x="0" y="11557"/>
                </a:lnTo>
                <a:lnTo>
                  <a:pt x="4502" y="15466"/>
                </a:lnTo>
                <a:lnTo>
                  <a:pt x="17730" y="17733"/>
                </a:lnTo>
                <a:lnTo>
                  <a:pt x="35306" y="18542"/>
                </a:lnTo>
                <a:lnTo>
                  <a:pt x="40894" y="18923"/>
                </a:lnTo>
                <a:lnTo>
                  <a:pt x="60198" y="18923"/>
                </a:lnTo>
                <a:lnTo>
                  <a:pt x="67183" y="19558"/>
                </a:lnTo>
                <a:lnTo>
                  <a:pt x="74930" y="19939"/>
                </a:lnTo>
                <a:lnTo>
                  <a:pt x="86948" y="20651"/>
                </a:lnTo>
                <a:lnTo>
                  <a:pt x="100245" y="21207"/>
                </a:lnTo>
                <a:lnTo>
                  <a:pt x="100837" y="21209"/>
                </a:lnTo>
                <a:lnTo>
                  <a:pt x="113485" y="21042"/>
                </a:lnTo>
                <a:lnTo>
                  <a:pt x="126196" y="20459"/>
                </a:lnTo>
                <a:lnTo>
                  <a:pt x="129921" y="20193"/>
                </a:lnTo>
                <a:lnTo>
                  <a:pt x="142525" y="19693"/>
                </a:lnTo>
                <a:lnTo>
                  <a:pt x="155245" y="19225"/>
                </a:lnTo>
                <a:lnTo>
                  <a:pt x="159893" y="19177"/>
                </a:lnTo>
                <a:lnTo>
                  <a:pt x="172484" y="18714"/>
                </a:lnTo>
                <a:lnTo>
                  <a:pt x="185213" y="18103"/>
                </a:lnTo>
                <a:lnTo>
                  <a:pt x="193167" y="17780"/>
                </a:lnTo>
                <a:lnTo>
                  <a:pt x="201295" y="17272"/>
                </a:lnTo>
                <a:lnTo>
                  <a:pt x="209423" y="17018"/>
                </a:lnTo>
                <a:lnTo>
                  <a:pt x="226568" y="17145"/>
                </a:lnTo>
                <a:lnTo>
                  <a:pt x="238707" y="17538"/>
                </a:lnTo>
                <a:lnTo>
                  <a:pt x="251425" y="17981"/>
                </a:lnTo>
                <a:lnTo>
                  <a:pt x="263271" y="18161"/>
                </a:lnTo>
                <a:lnTo>
                  <a:pt x="266826" y="18161"/>
                </a:lnTo>
                <a:lnTo>
                  <a:pt x="279852" y="17655"/>
                </a:lnTo>
                <a:lnTo>
                  <a:pt x="292534" y="16465"/>
                </a:lnTo>
                <a:lnTo>
                  <a:pt x="302133" y="15367"/>
                </a:lnTo>
                <a:lnTo>
                  <a:pt x="308356" y="14605"/>
                </a:lnTo>
                <a:lnTo>
                  <a:pt x="314325" y="14351"/>
                </a:lnTo>
                <a:lnTo>
                  <a:pt x="332359" y="14351"/>
                </a:lnTo>
                <a:lnTo>
                  <a:pt x="338709" y="14605"/>
                </a:lnTo>
                <a:lnTo>
                  <a:pt x="350985" y="15619"/>
                </a:lnTo>
                <a:lnTo>
                  <a:pt x="363699" y="16391"/>
                </a:lnTo>
                <a:lnTo>
                  <a:pt x="376685" y="16754"/>
                </a:lnTo>
                <a:lnTo>
                  <a:pt x="378968" y="16764"/>
                </a:lnTo>
                <a:lnTo>
                  <a:pt x="391914" y="16612"/>
                </a:lnTo>
                <a:lnTo>
                  <a:pt x="404629" y="16321"/>
                </a:lnTo>
                <a:lnTo>
                  <a:pt x="417115" y="16133"/>
                </a:lnTo>
                <a:lnTo>
                  <a:pt x="418973" y="16129"/>
                </a:lnTo>
                <a:lnTo>
                  <a:pt x="561594" y="18542"/>
                </a:lnTo>
                <a:lnTo>
                  <a:pt x="595630" y="18923"/>
                </a:lnTo>
                <a:lnTo>
                  <a:pt x="608166" y="19424"/>
                </a:lnTo>
                <a:lnTo>
                  <a:pt x="620920" y="20168"/>
                </a:lnTo>
                <a:lnTo>
                  <a:pt x="627634" y="20574"/>
                </a:lnTo>
                <a:lnTo>
                  <a:pt x="640453" y="21234"/>
                </a:lnTo>
                <a:lnTo>
                  <a:pt x="653247" y="21645"/>
                </a:lnTo>
                <a:lnTo>
                  <a:pt x="704214" y="21717"/>
                </a:lnTo>
                <a:lnTo>
                  <a:pt x="708787" y="21971"/>
                </a:lnTo>
                <a:lnTo>
                  <a:pt x="712851" y="21971"/>
                </a:lnTo>
                <a:lnTo>
                  <a:pt x="717296" y="22352"/>
                </a:lnTo>
                <a:lnTo>
                  <a:pt x="729955" y="23354"/>
                </a:lnTo>
                <a:lnTo>
                  <a:pt x="742618" y="24359"/>
                </a:lnTo>
                <a:lnTo>
                  <a:pt x="742950" y="24384"/>
                </a:lnTo>
                <a:lnTo>
                  <a:pt x="755650" y="25527"/>
                </a:lnTo>
                <a:lnTo>
                  <a:pt x="767714" y="25527"/>
                </a:lnTo>
                <a:lnTo>
                  <a:pt x="788924" y="26543"/>
                </a:lnTo>
                <a:lnTo>
                  <a:pt x="803026" y="26928"/>
                </a:lnTo>
                <a:lnTo>
                  <a:pt x="815499" y="27286"/>
                </a:lnTo>
                <a:lnTo>
                  <a:pt x="823087" y="27559"/>
                </a:lnTo>
                <a:lnTo>
                  <a:pt x="844803" y="28956"/>
                </a:lnTo>
                <a:lnTo>
                  <a:pt x="874776" y="30353"/>
                </a:lnTo>
                <a:lnTo>
                  <a:pt x="880110" y="30480"/>
                </a:lnTo>
                <a:lnTo>
                  <a:pt x="899287" y="30480"/>
                </a:lnTo>
                <a:lnTo>
                  <a:pt x="903477" y="30353"/>
                </a:lnTo>
                <a:lnTo>
                  <a:pt x="912113" y="29972"/>
                </a:lnTo>
                <a:lnTo>
                  <a:pt x="932942" y="29972"/>
                </a:lnTo>
                <a:lnTo>
                  <a:pt x="939546" y="30353"/>
                </a:lnTo>
                <a:lnTo>
                  <a:pt x="945514" y="30988"/>
                </a:lnTo>
                <a:lnTo>
                  <a:pt x="955421" y="31623"/>
                </a:lnTo>
                <a:lnTo>
                  <a:pt x="964057" y="32258"/>
                </a:lnTo>
                <a:lnTo>
                  <a:pt x="982218" y="32131"/>
                </a:lnTo>
                <a:lnTo>
                  <a:pt x="986282" y="30988"/>
                </a:lnTo>
                <a:lnTo>
                  <a:pt x="987044" y="27559"/>
                </a:lnTo>
                <a:lnTo>
                  <a:pt x="983869" y="25527"/>
                </a:lnTo>
                <a:lnTo>
                  <a:pt x="977773" y="22987"/>
                </a:lnTo>
                <a:lnTo>
                  <a:pt x="967955" y="19421"/>
                </a:lnTo>
                <a:lnTo>
                  <a:pt x="954523" y="15422"/>
                </a:lnTo>
                <a:lnTo>
                  <a:pt x="950340" y="14351"/>
                </a:lnTo>
                <a:lnTo>
                  <a:pt x="944245" y="12573"/>
                </a:lnTo>
                <a:lnTo>
                  <a:pt x="937133" y="11176"/>
                </a:lnTo>
                <a:lnTo>
                  <a:pt x="929005" y="10160"/>
                </a:lnTo>
                <a:lnTo>
                  <a:pt x="916536" y="8914"/>
                </a:lnTo>
                <a:lnTo>
                  <a:pt x="903688" y="8137"/>
                </a:lnTo>
                <a:lnTo>
                  <a:pt x="890695" y="7614"/>
                </a:lnTo>
                <a:lnTo>
                  <a:pt x="878090" y="7032"/>
                </a:lnTo>
                <a:lnTo>
                  <a:pt x="865158" y="6134"/>
                </a:lnTo>
                <a:lnTo>
                  <a:pt x="852268" y="5262"/>
                </a:lnTo>
                <a:lnTo>
                  <a:pt x="847344" y="4953"/>
                </a:lnTo>
                <a:lnTo>
                  <a:pt x="825246" y="3810"/>
                </a:lnTo>
                <a:lnTo>
                  <a:pt x="813924" y="3603"/>
                </a:lnTo>
                <a:lnTo>
                  <a:pt x="801011" y="3416"/>
                </a:lnTo>
                <a:lnTo>
                  <a:pt x="790194" y="3175"/>
                </a:lnTo>
                <a:lnTo>
                  <a:pt x="768350" y="2794"/>
                </a:lnTo>
                <a:lnTo>
                  <a:pt x="753237" y="2794"/>
                </a:lnTo>
                <a:lnTo>
                  <a:pt x="749173" y="2540"/>
                </a:lnTo>
                <a:lnTo>
                  <a:pt x="745109" y="2159"/>
                </a:lnTo>
                <a:lnTo>
                  <a:pt x="732901" y="1452"/>
                </a:lnTo>
                <a:lnTo>
                  <a:pt x="719832" y="802"/>
                </a:lnTo>
                <a:lnTo>
                  <a:pt x="715137" y="635"/>
                </a:lnTo>
                <a:lnTo>
                  <a:pt x="688721" y="762"/>
                </a:lnTo>
                <a:lnTo>
                  <a:pt x="658495" y="1524"/>
                </a:lnTo>
                <a:lnTo>
                  <a:pt x="642620" y="1524"/>
                </a:lnTo>
                <a:lnTo>
                  <a:pt x="635508" y="1270"/>
                </a:lnTo>
                <a:lnTo>
                  <a:pt x="627761" y="1016"/>
                </a:lnTo>
                <a:lnTo>
                  <a:pt x="615512" y="583"/>
                </a:lnTo>
                <a:lnTo>
                  <a:pt x="602730" y="124"/>
                </a:lnTo>
                <a:lnTo>
                  <a:pt x="593851" y="0"/>
                </a:lnTo>
                <a:lnTo>
                  <a:pt x="559562" y="381"/>
                </a:lnTo>
                <a:lnTo>
                  <a:pt x="547176" y="547"/>
                </a:lnTo>
                <a:lnTo>
                  <a:pt x="534722" y="710"/>
                </a:lnTo>
                <a:lnTo>
                  <a:pt x="522201" y="872"/>
                </a:lnTo>
                <a:lnTo>
                  <a:pt x="509616" y="1036"/>
                </a:lnTo>
                <a:lnTo>
                  <a:pt x="496971" y="1204"/>
                </a:lnTo>
                <a:lnTo>
                  <a:pt x="484266" y="1380"/>
                </a:lnTo>
                <a:lnTo>
                  <a:pt x="471506" y="1566"/>
                </a:lnTo>
                <a:lnTo>
                  <a:pt x="458693" y="1765"/>
                </a:lnTo>
                <a:lnTo>
                  <a:pt x="445829" y="1978"/>
                </a:lnTo>
                <a:lnTo>
                  <a:pt x="432918" y="2210"/>
                </a:lnTo>
                <a:lnTo>
                  <a:pt x="419961" y="2462"/>
                </a:lnTo>
                <a:lnTo>
                  <a:pt x="403271" y="2897"/>
                </a:lnTo>
                <a:lnTo>
                  <a:pt x="390571" y="3317"/>
                </a:lnTo>
                <a:lnTo>
                  <a:pt x="378055" y="3552"/>
                </a:lnTo>
                <a:lnTo>
                  <a:pt x="372363" y="3556"/>
                </a:lnTo>
                <a:lnTo>
                  <a:pt x="359850" y="3175"/>
                </a:lnTo>
                <a:lnTo>
                  <a:pt x="347157" y="2360"/>
                </a:lnTo>
                <a:lnTo>
                  <a:pt x="337820" y="1778"/>
                </a:lnTo>
                <a:lnTo>
                  <a:pt x="331215" y="1016"/>
                </a:lnTo>
                <a:lnTo>
                  <a:pt x="317626" y="1016"/>
                </a:lnTo>
                <a:lnTo>
                  <a:pt x="310642" y="1524"/>
                </a:lnTo>
                <a:lnTo>
                  <a:pt x="304038" y="1778"/>
                </a:lnTo>
                <a:lnTo>
                  <a:pt x="297688" y="2540"/>
                </a:lnTo>
                <a:lnTo>
                  <a:pt x="284578" y="3613"/>
                </a:lnTo>
                <a:lnTo>
                  <a:pt x="272173" y="4382"/>
                </a:lnTo>
                <a:lnTo>
                  <a:pt x="261747" y="4191"/>
                </a:lnTo>
                <a:lnTo>
                  <a:pt x="249185" y="3592"/>
                </a:lnTo>
                <a:lnTo>
                  <a:pt x="236522" y="2787"/>
                </a:lnTo>
                <a:lnTo>
                  <a:pt x="225933" y="2159"/>
                </a:lnTo>
                <a:lnTo>
                  <a:pt x="213868" y="1905"/>
                </a:lnTo>
                <a:lnTo>
                  <a:pt x="190626" y="2159"/>
                </a:lnTo>
                <a:lnTo>
                  <a:pt x="177586" y="2455"/>
                </a:lnTo>
                <a:lnTo>
                  <a:pt x="145341" y="2662"/>
                </a:lnTo>
                <a:lnTo>
                  <a:pt x="132820" y="2992"/>
                </a:lnTo>
                <a:lnTo>
                  <a:pt x="127888" y="3175"/>
                </a:lnTo>
                <a:lnTo>
                  <a:pt x="114674" y="3499"/>
                </a:lnTo>
                <a:lnTo>
                  <a:pt x="100964" y="3556"/>
                </a:lnTo>
                <a:lnTo>
                  <a:pt x="92710" y="3175"/>
                </a:lnTo>
                <a:lnTo>
                  <a:pt x="84582" y="2794"/>
                </a:lnTo>
                <a:lnTo>
                  <a:pt x="76581" y="2540"/>
                </a:lnTo>
                <a:lnTo>
                  <a:pt x="68707" y="1778"/>
                </a:lnTo>
                <a:lnTo>
                  <a:pt x="53848" y="1778"/>
                </a:lnTo>
                <a:lnTo>
                  <a:pt x="46989" y="2159"/>
                </a:lnTo>
                <a:lnTo>
                  <a:pt x="40767" y="2540"/>
                </a:lnTo>
                <a:lnTo>
                  <a:pt x="35178" y="2794"/>
                </a:lnTo>
                <a:lnTo>
                  <a:pt x="15337" y="5052"/>
                </a:lnTo>
                <a:lnTo>
                  <a:pt x="3360" y="8158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37127" y="3918330"/>
            <a:ext cx="987044" cy="32257"/>
          </a:xfrm>
          <a:custGeom>
            <a:avLst/>
            <a:gdLst/>
            <a:ahLst/>
            <a:cxnLst/>
            <a:rect l="l" t="t" r="r" b="b"/>
            <a:pathLst>
              <a:path w="987044" h="32257">
                <a:moveTo>
                  <a:pt x="593851" y="0"/>
                </a:moveTo>
                <a:lnTo>
                  <a:pt x="559562" y="381"/>
                </a:lnTo>
                <a:lnTo>
                  <a:pt x="547176" y="547"/>
                </a:lnTo>
                <a:lnTo>
                  <a:pt x="534722" y="710"/>
                </a:lnTo>
                <a:lnTo>
                  <a:pt x="522201" y="872"/>
                </a:lnTo>
                <a:lnTo>
                  <a:pt x="509616" y="1036"/>
                </a:lnTo>
                <a:lnTo>
                  <a:pt x="496971" y="1204"/>
                </a:lnTo>
                <a:lnTo>
                  <a:pt x="484266" y="1380"/>
                </a:lnTo>
                <a:lnTo>
                  <a:pt x="471506" y="1566"/>
                </a:lnTo>
                <a:lnTo>
                  <a:pt x="458693" y="1765"/>
                </a:lnTo>
                <a:lnTo>
                  <a:pt x="445829" y="1978"/>
                </a:lnTo>
                <a:lnTo>
                  <a:pt x="432918" y="2210"/>
                </a:lnTo>
                <a:lnTo>
                  <a:pt x="419961" y="2462"/>
                </a:lnTo>
                <a:lnTo>
                  <a:pt x="403271" y="2897"/>
                </a:lnTo>
                <a:lnTo>
                  <a:pt x="390571" y="3317"/>
                </a:lnTo>
                <a:lnTo>
                  <a:pt x="378055" y="3552"/>
                </a:lnTo>
                <a:lnTo>
                  <a:pt x="376427" y="3556"/>
                </a:lnTo>
                <a:lnTo>
                  <a:pt x="375031" y="3556"/>
                </a:lnTo>
                <a:lnTo>
                  <a:pt x="373761" y="3556"/>
                </a:lnTo>
                <a:lnTo>
                  <a:pt x="372363" y="3556"/>
                </a:lnTo>
                <a:lnTo>
                  <a:pt x="359850" y="3175"/>
                </a:lnTo>
                <a:lnTo>
                  <a:pt x="347157" y="2360"/>
                </a:lnTo>
                <a:lnTo>
                  <a:pt x="337820" y="1778"/>
                </a:lnTo>
                <a:lnTo>
                  <a:pt x="331215" y="1016"/>
                </a:lnTo>
                <a:lnTo>
                  <a:pt x="324485" y="1016"/>
                </a:lnTo>
                <a:lnTo>
                  <a:pt x="317626" y="1016"/>
                </a:lnTo>
                <a:lnTo>
                  <a:pt x="310642" y="1524"/>
                </a:lnTo>
                <a:lnTo>
                  <a:pt x="304038" y="1778"/>
                </a:lnTo>
                <a:lnTo>
                  <a:pt x="297688" y="2540"/>
                </a:lnTo>
                <a:lnTo>
                  <a:pt x="284578" y="3613"/>
                </a:lnTo>
                <a:lnTo>
                  <a:pt x="272173" y="4382"/>
                </a:lnTo>
                <a:lnTo>
                  <a:pt x="268224" y="4445"/>
                </a:lnTo>
                <a:lnTo>
                  <a:pt x="266064" y="4445"/>
                </a:lnTo>
                <a:lnTo>
                  <a:pt x="263906" y="4318"/>
                </a:lnTo>
                <a:lnTo>
                  <a:pt x="261747" y="4191"/>
                </a:lnTo>
                <a:lnTo>
                  <a:pt x="249185" y="3592"/>
                </a:lnTo>
                <a:lnTo>
                  <a:pt x="236522" y="2787"/>
                </a:lnTo>
                <a:lnTo>
                  <a:pt x="225933" y="2159"/>
                </a:lnTo>
                <a:lnTo>
                  <a:pt x="219837" y="2032"/>
                </a:lnTo>
                <a:lnTo>
                  <a:pt x="213868" y="1905"/>
                </a:lnTo>
                <a:lnTo>
                  <a:pt x="207899" y="1905"/>
                </a:lnTo>
                <a:lnTo>
                  <a:pt x="202057" y="1905"/>
                </a:lnTo>
                <a:lnTo>
                  <a:pt x="196214" y="2032"/>
                </a:lnTo>
                <a:lnTo>
                  <a:pt x="190626" y="2159"/>
                </a:lnTo>
                <a:lnTo>
                  <a:pt x="177586" y="2455"/>
                </a:lnTo>
                <a:lnTo>
                  <a:pt x="165050" y="2536"/>
                </a:lnTo>
                <a:lnTo>
                  <a:pt x="158496" y="2540"/>
                </a:lnTo>
                <a:lnTo>
                  <a:pt x="145341" y="2662"/>
                </a:lnTo>
                <a:lnTo>
                  <a:pt x="132820" y="2992"/>
                </a:lnTo>
                <a:lnTo>
                  <a:pt x="127888" y="3175"/>
                </a:lnTo>
                <a:lnTo>
                  <a:pt x="114674" y="3499"/>
                </a:lnTo>
                <a:lnTo>
                  <a:pt x="102358" y="3555"/>
                </a:lnTo>
                <a:lnTo>
                  <a:pt x="100964" y="3556"/>
                </a:lnTo>
                <a:lnTo>
                  <a:pt x="92710" y="3175"/>
                </a:lnTo>
                <a:lnTo>
                  <a:pt x="84582" y="2794"/>
                </a:lnTo>
                <a:lnTo>
                  <a:pt x="76581" y="2540"/>
                </a:lnTo>
                <a:lnTo>
                  <a:pt x="68707" y="1778"/>
                </a:lnTo>
                <a:lnTo>
                  <a:pt x="61087" y="1778"/>
                </a:lnTo>
                <a:lnTo>
                  <a:pt x="53848" y="1778"/>
                </a:lnTo>
                <a:lnTo>
                  <a:pt x="46989" y="2159"/>
                </a:lnTo>
                <a:lnTo>
                  <a:pt x="40767" y="2540"/>
                </a:lnTo>
                <a:lnTo>
                  <a:pt x="35178" y="2794"/>
                </a:lnTo>
                <a:lnTo>
                  <a:pt x="15337" y="5052"/>
                </a:lnTo>
                <a:lnTo>
                  <a:pt x="3360" y="8158"/>
                </a:lnTo>
                <a:lnTo>
                  <a:pt x="0" y="11557"/>
                </a:lnTo>
                <a:lnTo>
                  <a:pt x="4502" y="15466"/>
                </a:lnTo>
                <a:lnTo>
                  <a:pt x="17730" y="17733"/>
                </a:lnTo>
                <a:lnTo>
                  <a:pt x="35306" y="18542"/>
                </a:lnTo>
                <a:lnTo>
                  <a:pt x="40894" y="18923"/>
                </a:lnTo>
                <a:lnTo>
                  <a:pt x="47244" y="18923"/>
                </a:lnTo>
                <a:lnTo>
                  <a:pt x="53975" y="18923"/>
                </a:lnTo>
                <a:lnTo>
                  <a:pt x="60198" y="18923"/>
                </a:lnTo>
                <a:lnTo>
                  <a:pt x="67183" y="19558"/>
                </a:lnTo>
                <a:lnTo>
                  <a:pt x="74930" y="19939"/>
                </a:lnTo>
                <a:lnTo>
                  <a:pt x="86948" y="20651"/>
                </a:lnTo>
                <a:lnTo>
                  <a:pt x="100245" y="21207"/>
                </a:lnTo>
                <a:lnTo>
                  <a:pt x="100837" y="21209"/>
                </a:lnTo>
                <a:lnTo>
                  <a:pt x="113485" y="21042"/>
                </a:lnTo>
                <a:lnTo>
                  <a:pt x="126196" y="20459"/>
                </a:lnTo>
                <a:lnTo>
                  <a:pt x="129921" y="20193"/>
                </a:lnTo>
                <a:lnTo>
                  <a:pt x="142525" y="19693"/>
                </a:lnTo>
                <a:lnTo>
                  <a:pt x="155245" y="19225"/>
                </a:lnTo>
                <a:lnTo>
                  <a:pt x="159893" y="19177"/>
                </a:lnTo>
                <a:lnTo>
                  <a:pt x="172484" y="18714"/>
                </a:lnTo>
                <a:lnTo>
                  <a:pt x="185213" y="18103"/>
                </a:lnTo>
                <a:lnTo>
                  <a:pt x="193167" y="17780"/>
                </a:lnTo>
                <a:lnTo>
                  <a:pt x="201295" y="17272"/>
                </a:lnTo>
                <a:lnTo>
                  <a:pt x="209423" y="17018"/>
                </a:lnTo>
                <a:lnTo>
                  <a:pt x="217550" y="17018"/>
                </a:lnTo>
                <a:lnTo>
                  <a:pt x="220472" y="17018"/>
                </a:lnTo>
                <a:lnTo>
                  <a:pt x="223520" y="17018"/>
                </a:lnTo>
                <a:lnTo>
                  <a:pt x="226568" y="17145"/>
                </a:lnTo>
                <a:lnTo>
                  <a:pt x="238707" y="17538"/>
                </a:lnTo>
                <a:lnTo>
                  <a:pt x="251425" y="17981"/>
                </a:lnTo>
                <a:lnTo>
                  <a:pt x="263271" y="18161"/>
                </a:lnTo>
                <a:lnTo>
                  <a:pt x="264413" y="18161"/>
                </a:lnTo>
                <a:lnTo>
                  <a:pt x="265557" y="18161"/>
                </a:lnTo>
                <a:lnTo>
                  <a:pt x="266826" y="18161"/>
                </a:lnTo>
                <a:lnTo>
                  <a:pt x="279852" y="17655"/>
                </a:lnTo>
                <a:lnTo>
                  <a:pt x="292534" y="16465"/>
                </a:lnTo>
                <a:lnTo>
                  <a:pt x="302133" y="15367"/>
                </a:lnTo>
                <a:lnTo>
                  <a:pt x="308356" y="14605"/>
                </a:lnTo>
                <a:lnTo>
                  <a:pt x="314325" y="14351"/>
                </a:lnTo>
                <a:lnTo>
                  <a:pt x="320167" y="14351"/>
                </a:lnTo>
                <a:lnTo>
                  <a:pt x="326136" y="14351"/>
                </a:lnTo>
                <a:lnTo>
                  <a:pt x="332359" y="14351"/>
                </a:lnTo>
                <a:lnTo>
                  <a:pt x="338709" y="14605"/>
                </a:lnTo>
                <a:lnTo>
                  <a:pt x="350985" y="15619"/>
                </a:lnTo>
                <a:lnTo>
                  <a:pt x="363699" y="16391"/>
                </a:lnTo>
                <a:lnTo>
                  <a:pt x="376685" y="16754"/>
                </a:lnTo>
                <a:lnTo>
                  <a:pt x="378968" y="16764"/>
                </a:lnTo>
                <a:lnTo>
                  <a:pt x="391914" y="16612"/>
                </a:lnTo>
                <a:lnTo>
                  <a:pt x="404629" y="16321"/>
                </a:lnTo>
                <a:lnTo>
                  <a:pt x="417115" y="16133"/>
                </a:lnTo>
                <a:lnTo>
                  <a:pt x="418973" y="16129"/>
                </a:lnTo>
                <a:lnTo>
                  <a:pt x="561594" y="18542"/>
                </a:lnTo>
                <a:lnTo>
                  <a:pt x="595630" y="18923"/>
                </a:lnTo>
                <a:lnTo>
                  <a:pt x="608166" y="19424"/>
                </a:lnTo>
                <a:lnTo>
                  <a:pt x="620920" y="20168"/>
                </a:lnTo>
                <a:lnTo>
                  <a:pt x="627634" y="20574"/>
                </a:lnTo>
                <a:lnTo>
                  <a:pt x="640453" y="21234"/>
                </a:lnTo>
                <a:lnTo>
                  <a:pt x="653247" y="21645"/>
                </a:lnTo>
                <a:lnTo>
                  <a:pt x="660273" y="21717"/>
                </a:lnTo>
                <a:lnTo>
                  <a:pt x="704214" y="21717"/>
                </a:lnTo>
                <a:lnTo>
                  <a:pt x="708787" y="21971"/>
                </a:lnTo>
                <a:lnTo>
                  <a:pt x="712851" y="21971"/>
                </a:lnTo>
                <a:lnTo>
                  <a:pt x="717296" y="22352"/>
                </a:lnTo>
                <a:lnTo>
                  <a:pt x="729955" y="23354"/>
                </a:lnTo>
                <a:lnTo>
                  <a:pt x="742618" y="24359"/>
                </a:lnTo>
                <a:lnTo>
                  <a:pt x="742950" y="24384"/>
                </a:lnTo>
                <a:lnTo>
                  <a:pt x="755650" y="25527"/>
                </a:lnTo>
                <a:lnTo>
                  <a:pt x="767714" y="25527"/>
                </a:lnTo>
                <a:lnTo>
                  <a:pt x="788924" y="26543"/>
                </a:lnTo>
                <a:lnTo>
                  <a:pt x="803026" y="26928"/>
                </a:lnTo>
                <a:lnTo>
                  <a:pt x="815499" y="27286"/>
                </a:lnTo>
                <a:lnTo>
                  <a:pt x="823087" y="27559"/>
                </a:lnTo>
                <a:lnTo>
                  <a:pt x="844803" y="28956"/>
                </a:lnTo>
                <a:lnTo>
                  <a:pt x="874776" y="30353"/>
                </a:lnTo>
                <a:lnTo>
                  <a:pt x="880110" y="30480"/>
                </a:lnTo>
                <a:lnTo>
                  <a:pt x="885063" y="30607"/>
                </a:lnTo>
                <a:lnTo>
                  <a:pt x="889888" y="30607"/>
                </a:lnTo>
                <a:lnTo>
                  <a:pt x="894714" y="30607"/>
                </a:lnTo>
                <a:lnTo>
                  <a:pt x="899287" y="30480"/>
                </a:lnTo>
                <a:lnTo>
                  <a:pt x="903477" y="30353"/>
                </a:lnTo>
                <a:lnTo>
                  <a:pt x="912113" y="29972"/>
                </a:lnTo>
                <a:lnTo>
                  <a:pt x="919734" y="29972"/>
                </a:lnTo>
                <a:lnTo>
                  <a:pt x="926338" y="29972"/>
                </a:lnTo>
                <a:lnTo>
                  <a:pt x="932942" y="29972"/>
                </a:lnTo>
                <a:lnTo>
                  <a:pt x="939546" y="30353"/>
                </a:lnTo>
                <a:lnTo>
                  <a:pt x="945514" y="30988"/>
                </a:lnTo>
                <a:lnTo>
                  <a:pt x="955421" y="31623"/>
                </a:lnTo>
                <a:lnTo>
                  <a:pt x="964057" y="32258"/>
                </a:lnTo>
                <a:lnTo>
                  <a:pt x="970788" y="32258"/>
                </a:lnTo>
                <a:lnTo>
                  <a:pt x="972312" y="32258"/>
                </a:lnTo>
                <a:lnTo>
                  <a:pt x="973709" y="32131"/>
                </a:lnTo>
                <a:lnTo>
                  <a:pt x="975106" y="32131"/>
                </a:lnTo>
                <a:lnTo>
                  <a:pt x="982218" y="32131"/>
                </a:lnTo>
                <a:lnTo>
                  <a:pt x="986282" y="30988"/>
                </a:lnTo>
                <a:lnTo>
                  <a:pt x="986789" y="29337"/>
                </a:lnTo>
                <a:lnTo>
                  <a:pt x="987044" y="27559"/>
                </a:lnTo>
                <a:lnTo>
                  <a:pt x="983869" y="25527"/>
                </a:lnTo>
                <a:lnTo>
                  <a:pt x="977773" y="22987"/>
                </a:lnTo>
                <a:lnTo>
                  <a:pt x="967955" y="19421"/>
                </a:lnTo>
                <a:lnTo>
                  <a:pt x="954523" y="15422"/>
                </a:lnTo>
                <a:lnTo>
                  <a:pt x="950340" y="14351"/>
                </a:lnTo>
                <a:lnTo>
                  <a:pt x="944245" y="12573"/>
                </a:lnTo>
                <a:lnTo>
                  <a:pt x="937133" y="11176"/>
                </a:lnTo>
                <a:lnTo>
                  <a:pt x="929005" y="10160"/>
                </a:lnTo>
                <a:lnTo>
                  <a:pt x="916536" y="8914"/>
                </a:lnTo>
                <a:lnTo>
                  <a:pt x="903688" y="8137"/>
                </a:lnTo>
                <a:lnTo>
                  <a:pt x="890695" y="7614"/>
                </a:lnTo>
                <a:lnTo>
                  <a:pt x="878090" y="7032"/>
                </a:lnTo>
                <a:lnTo>
                  <a:pt x="865158" y="6134"/>
                </a:lnTo>
                <a:lnTo>
                  <a:pt x="852268" y="5262"/>
                </a:lnTo>
                <a:lnTo>
                  <a:pt x="847344" y="4953"/>
                </a:lnTo>
                <a:lnTo>
                  <a:pt x="825246" y="3810"/>
                </a:lnTo>
                <a:lnTo>
                  <a:pt x="813924" y="3603"/>
                </a:lnTo>
                <a:lnTo>
                  <a:pt x="801011" y="3416"/>
                </a:lnTo>
                <a:lnTo>
                  <a:pt x="790194" y="3175"/>
                </a:lnTo>
                <a:lnTo>
                  <a:pt x="768350" y="2794"/>
                </a:lnTo>
                <a:lnTo>
                  <a:pt x="756920" y="2794"/>
                </a:lnTo>
                <a:lnTo>
                  <a:pt x="753237" y="2794"/>
                </a:lnTo>
                <a:lnTo>
                  <a:pt x="749173" y="2540"/>
                </a:lnTo>
                <a:lnTo>
                  <a:pt x="745109" y="2159"/>
                </a:lnTo>
                <a:lnTo>
                  <a:pt x="732901" y="1452"/>
                </a:lnTo>
                <a:lnTo>
                  <a:pt x="719832" y="802"/>
                </a:lnTo>
                <a:lnTo>
                  <a:pt x="718438" y="762"/>
                </a:lnTo>
                <a:lnTo>
                  <a:pt x="715137" y="635"/>
                </a:lnTo>
                <a:lnTo>
                  <a:pt x="711835" y="635"/>
                </a:lnTo>
                <a:lnTo>
                  <a:pt x="708533" y="635"/>
                </a:lnTo>
                <a:lnTo>
                  <a:pt x="701928" y="635"/>
                </a:lnTo>
                <a:lnTo>
                  <a:pt x="695325" y="762"/>
                </a:lnTo>
                <a:lnTo>
                  <a:pt x="688721" y="762"/>
                </a:lnTo>
                <a:lnTo>
                  <a:pt x="658495" y="1524"/>
                </a:lnTo>
                <a:lnTo>
                  <a:pt x="655574" y="1524"/>
                </a:lnTo>
                <a:lnTo>
                  <a:pt x="652652" y="1524"/>
                </a:lnTo>
                <a:lnTo>
                  <a:pt x="649732" y="1524"/>
                </a:lnTo>
                <a:lnTo>
                  <a:pt x="642620" y="1524"/>
                </a:lnTo>
                <a:lnTo>
                  <a:pt x="635508" y="1270"/>
                </a:lnTo>
                <a:lnTo>
                  <a:pt x="627761" y="1016"/>
                </a:lnTo>
                <a:lnTo>
                  <a:pt x="615512" y="583"/>
                </a:lnTo>
                <a:lnTo>
                  <a:pt x="602730" y="124"/>
                </a:lnTo>
                <a:lnTo>
                  <a:pt x="593851" y="0"/>
                </a:lnTo>
                <a:close/>
              </a:path>
            </a:pathLst>
          </a:custGeom>
          <a:ln w="9525">
            <a:solidFill>
              <a:srgbClr val="52525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57960" y="2455291"/>
            <a:ext cx="2914268" cy="2956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40418" y="1228852"/>
            <a:ext cx="1213230" cy="2264029"/>
          </a:xfrm>
          <a:custGeom>
            <a:avLst/>
            <a:gdLst/>
            <a:ahLst/>
            <a:cxnLst/>
            <a:rect l="l" t="t" r="r" b="b"/>
            <a:pathLst>
              <a:path w="1213230" h="2264029">
                <a:moveTo>
                  <a:pt x="685139" y="719938"/>
                </a:moveTo>
                <a:lnTo>
                  <a:pt x="686216" y="732550"/>
                </a:lnTo>
                <a:lnTo>
                  <a:pt x="687157" y="745213"/>
                </a:lnTo>
                <a:lnTo>
                  <a:pt x="687994" y="757916"/>
                </a:lnTo>
                <a:lnTo>
                  <a:pt x="688756" y="770645"/>
                </a:lnTo>
                <a:lnTo>
                  <a:pt x="689477" y="783387"/>
                </a:lnTo>
                <a:lnTo>
                  <a:pt x="690185" y="796132"/>
                </a:lnTo>
                <a:lnTo>
                  <a:pt x="690914" y="808865"/>
                </a:lnTo>
                <a:lnTo>
                  <a:pt x="691693" y="821575"/>
                </a:lnTo>
                <a:lnTo>
                  <a:pt x="692555" y="834249"/>
                </a:lnTo>
                <a:lnTo>
                  <a:pt x="693530" y="846875"/>
                </a:lnTo>
                <a:lnTo>
                  <a:pt x="694649" y="859439"/>
                </a:lnTo>
                <a:lnTo>
                  <a:pt x="694943" y="862457"/>
                </a:lnTo>
                <a:lnTo>
                  <a:pt x="690879" y="868807"/>
                </a:lnTo>
                <a:lnTo>
                  <a:pt x="686434" y="875157"/>
                </a:lnTo>
                <a:lnTo>
                  <a:pt x="682371" y="882014"/>
                </a:lnTo>
                <a:lnTo>
                  <a:pt x="681591" y="869295"/>
                </a:lnTo>
                <a:lnTo>
                  <a:pt x="680552" y="856577"/>
                </a:lnTo>
                <a:lnTo>
                  <a:pt x="679280" y="843873"/>
                </a:lnTo>
                <a:lnTo>
                  <a:pt x="677801" y="831196"/>
                </a:lnTo>
                <a:lnTo>
                  <a:pt x="676143" y="818555"/>
                </a:lnTo>
                <a:lnTo>
                  <a:pt x="674331" y="805964"/>
                </a:lnTo>
                <a:lnTo>
                  <a:pt x="672394" y="793434"/>
                </a:lnTo>
                <a:lnTo>
                  <a:pt x="670357" y="780977"/>
                </a:lnTo>
                <a:lnTo>
                  <a:pt x="668401" y="769493"/>
                </a:lnTo>
                <a:lnTo>
                  <a:pt x="668020" y="766572"/>
                </a:lnTo>
                <a:lnTo>
                  <a:pt x="663448" y="765683"/>
                </a:lnTo>
                <a:lnTo>
                  <a:pt x="659256" y="767842"/>
                </a:lnTo>
                <a:lnTo>
                  <a:pt x="659637" y="770763"/>
                </a:lnTo>
                <a:lnTo>
                  <a:pt x="661617" y="783389"/>
                </a:lnTo>
                <a:lnTo>
                  <a:pt x="663338" y="796012"/>
                </a:lnTo>
                <a:lnTo>
                  <a:pt x="664823" y="808634"/>
                </a:lnTo>
                <a:lnTo>
                  <a:pt x="666095" y="821260"/>
                </a:lnTo>
                <a:lnTo>
                  <a:pt x="667178" y="833893"/>
                </a:lnTo>
                <a:lnTo>
                  <a:pt x="668096" y="846536"/>
                </a:lnTo>
                <a:lnTo>
                  <a:pt x="668870" y="859193"/>
                </a:lnTo>
                <a:lnTo>
                  <a:pt x="669525" y="871868"/>
                </a:lnTo>
                <a:lnTo>
                  <a:pt x="670084" y="884563"/>
                </a:lnTo>
                <a:lnTo>
                  <a:pt x="670570" y="897283"/>
                </a:lnTo>
                <a:lnTo>
                  <a:pt x="670686" y="900557"/>
                </a:lnTo>
                <a:lnTo>
                  <a:pt x="667511" y="905637"/>
                </a:lnTo>
                <a:lnTo>
                  <a:pt x="664209" y="910336"/>
                </a:lnTo>
                <a:lnTo>
                  <a:pt x="660653" y="915797"/>
                </a:lnTo>
                <a:lnTo>
                  <a:pt x="659785" y="902862"/>
                </a:lnTo>
                <a:lnTo>
                  <a:pt x="658329" y="889958"/>
                </a:lnTo>
                <a:lnTo>
                  <a:pt x="656428" y="877182"/>
                </a:lnTo>
                <a:lnTo>
                  <a:pt x="654223" y="864634"/>
                </a:lnTo>
                <a:lnTo>
                  <a:pt x="651856" y="852412"/>
                </a:lnTo>
                <a:lnTo>
                  <a:pt x="649985" y="843152"/>
                </a:lnTo>
                <a:lnTo>
                  <a:pt x="649224" y="839470"/>
                </a:lnTo>
                <a:lnTo>
                  <a:pt x="646176" y="837946"/>
                </a:lnTo>
                <a:lnTo>
                  <a:pt x="643508" y="838326"/>
                </a:lnTo>
                <a:lnTo>
                  <a:pt x="640714" y="838708"/>
                </a:lnTo>
                <a:lnTo>
                  <a:pt x="638428" y="840994"/>
                </a:lnTo>
                <a:lnTo>
                  <a:pt x="639063" y="844676"/>
                </a:lnTo>
                <a:lnTo>
                  <a:pt x="641369" y="857514"/>
                </a:lnTo>
                <a:lnTo>
                  <a:pt x="643139" y="870230"/>
                </a:lnTo>
                <a:lnTo>
                  <a:pt x="644467" y="882860"/>
                </a:lnTo>
                <a:lnTo>
                  <a:pt x="645442" y="895438"/>
                </a:lnTo>
                <a:lnTo>
                  <a:pt x="646157" y="908000"/>
                </a:lnTo>
                <a:lnTo>
                  <a:pt x="646703" y="920580"/>
                </a:lnTo>
                <a:lnTo>
                  <a:pt x="647171" y="933213"/>
                </a:lnTo>
                <a:lnTo>
                  <a:pt x="647318" y="937260"/>
                </a:lnTo>
                <a:lnTo>
                  <a:pt x="643762" y="942721"/>
                </a:lnTo>
                <a:lnTo>
                  <a:pt x="640333" y="948182"/>
                </a:lnTo>
                <a:lnTo>
                  <a:pt x="637158" y="953643"/>
                </a:lnTo>
                <a:lnTo>
                  <a:pt x="630191" y="964203"/>
                </a:lnTo>
                <a:lnTo>
                  <a:pt x="623207" y="974814"/>
                </a:lnTo>
                <a:lnTo>
                  <a:pt x="616273" y="985484"/>
                </a:lnTo>
                <a:lnTo>
                  <a:pt x="609454" y="996223"/>
                </a:lnTo>
                <a:lnTo>
                  <a:pt x="607186" y="999871"/>
                </a:lnTo>
                <a:lnTo>
                  <a:pt x="606940" y="987080"/>
                </a:lnTo>
                <a:lnTo>
                  <a:pt x="606479" y="974270"/>
                </a:lnTo>
                <a:lnTo>
                  <a:pt x="605819" y="961454"/>
                </a:lnTo>
                <a:lnTo>
                  <a:pt x="604979" y="948647"/>
                </a:lnTo>
                <a:lnTo>
                  <a:pt x="603975" y="935864"/>
                </a:lnTo>
                <a:lnTo>
                  <a:pt x="602826" y="923120"/>
                </a:lnTo>
                <a:lnTo>
                  <a:pt x="601547" y="910430"/>
                </a:lnTo>
                <a:lnTo>
                  <a:pt x="600157" y="897807"/>
                </a:lnTo>
                <a:lnTo>
                  <a:pt x="598672" y="885268"/>
                </a:lnTo>
                <a:lnTo>
                  <a:pt x="597110" y="872826"/>
                </a:lnTo>
                <a:lnTo>
                  <a:pt x="595489" y="860496"/>
                </a:lnTo>
                <a:lnTo>
                  <a:pt x="594740" y="854963"/>
                </a:lnTo>
                <a:lnTo>
                  <a:pt x="594359" y="851915"/>
                </a:lnTo>
                <a:lnTo>
                  <a:pt x="589660" y="851026"/>
                </a:lnTo>
                <a:lnTo>
                  <a:pt x="585597" y="853186"/>
                </a:lnTo>
                <a:lnTo>
                  <a:pt x="585977" y="856234"/>
                </a:lnTo>
                <a:lnTo>
                  <a:pt x="587514" y="869003"/>
                </a:lnTo>
                <a:lnTo>
                  <a:pt x="588842" y="881751"/>
                </a:lnTo>
                <a:lnTo>
                  <a:pt x="589980" y="894479"/>
                </a:lnTo>
                <a:lnTo>
                  <a:pt x="590946" y="907189"/>
                </a:lnTo>
                <a:lnTo>
                  <a:pt x="591757" y="919884"/>
                </a:lnTo>
                <a:lnTo>
                  <a:pt x="592430" y="932563"/>
                </a:lnTo>
                <a:lnTo>
                  <a:pt x="592984" y="945231"/>
                </a:lnTo>
                <a:lnTo>
                  <a:pt x="593437" y="957887"/>
                </a:lnTo>
                <a:lnTo>
                  <a:pt x="593806" y="970535"/>
                </a:lnTo>
                <a:lnTo>
                  <a:pt x="594109" y="983177"/>
                </a:lnTo>
                <a:lnTo>
                  <a:pt x="594363" y="995813"/>
                </a:lnTo>
                <a:lnTo>
                  <a:pt x="594587" y="1008446"/>
                </a:lnTo>
                <a:lnTo>
                  <a:pt x="594740" y="1017651"/>
                </a:lnTo>
                <a:lnTo>
                  <a:pt x="587796" y="1028387"/>
                </a:lnTo>
                <a:lnTo>
                  <a:pt x="580819" y="1039107"/>
                </a:lnTo>
                <a:lnTo>
                  <a:pt x="573821" y="1049796"/>
                </a:lnTo>
                <a:lnTo>
                  <a:pt x="566817" y="1060439"/>
                </a:lnTo>
                <a:lnTo>
                  <a:pt x="559820" y="1071019"/>
                </a:lnTo>
                <a:lnTo>
                  <a:pt x="552843" y="1081521"/>
                </a:lnTo>
                <a:lnTo>
                  <a:pt x="545973" y="1091819"/>
                </a:lnTo>
                <a:lnTo>
                  <a:pt x="545956" y="1066460"/>
                </a:lnTo>
                <a:lnTo>
                  <a:pt x="545783" y="1053735"/>
                </a:lnTo>
                <a:lnTo>
                  <a:pt x="545508" y="1040991"/>
                </a:lnTo>
                <a:lnTo>
                  <a:pt x="545141" y="1028235"/>
                </a:lnTo>
                <a:lnTo>
                  <a:pt x="544688" y="1015475"/>
                </a:lnTo>
                <a:lnTo>
                  <a:pt x="544156" y="1002720"/>
                </a:lnTo>
                <a:lnTo>
                  <a:pt x="543554" y="989978"/>
                </a:lnTo>
                <a:lnTo>
                  <a:pt x="542888" y="977255"/>
                </a:lnTo>
                <a:lnTo>
                  <a:pt x="542166" y="964562"/>
                </a:lnTo>
                <a:lnTo>
                  <a:pt x="541396" y="951904"/>
                </a:lnTo>
                <a:lnTo>
                  <a:pt x="540584" y="939292"/>
                </a:lnTo>
                <a:lnTo>
                  <a:pt x="539739" y="926731"/>
                </a:lnTo>
                <a:lnTo>
                  <a:pt x="538987" y="915924"/>
                </a:lnTo>
                <a:lnTo>
                  <a:pt x="538860" y="912368"/>
                </a:lnTo>
                <a:lnTo>
                  <a:pt x="534034" y="911351"/>
                </a:lnTo>
                <a:lnTo>
                  <a:pt x="529335" y="913764"/>
                </a:lnTo>
                <a:lnTo>
                  <a:pt x="529589" y="917194"/>
                </a:lnTo>
                <a:lnTo>
                  <a:pt x="530230" y="929933"/>
                </a:lnTo>
                <a:lnTo>
                  <a:pt x="530771" y="942661"/>
                </a:lnTo>
                <a:lnTo>
                  <a:pt x="531221" y="955379"/>
                </a:lnTo>
                <a:lnTo>
                  <a:pt x="531588" y="968088"/>
                </a:lnTo>
                <a:lnTo>
                  <a:pt x="531878" y="980789"/>
                </a:lnTo>
                <a:lnTo>
                  <a:pt x="532098" y="993483"/>
                </a:lnTo>
                <a:lnTo>
                  <a:pt x="532257" y="1006172"/>
                </a:lnTo>
                <a:lnTo>
                  <a:pt x="532417" y="1031539"/>
                </a:lnTo>
                <a:lnTo>
                  <a:pt x="532238" y="1094951"/>
                </a:lnTo>
                <a:lnTo>
                  <a:pt x="532129" y="1113027"/>
                </a:lnTo>
                <a:lnTo>
                  <a:pt x="525110" y="1123552"/>
                </a:lnTo>
                <a:lnTo>
                  <a:pt x="518129" y="1134129"/>
                </a:lnTo>
                <a:lnTo>
                  <a:pt x="511159" y="1144746"/>
                </a:lnTo>
                <a:lnTo>
                  <a:pt x="504171" y="1155387"/>
                </a:lnTo>
                <a:lnTo>
                  <a:pt x="498855" y="1163447"/>
                </a:lnTo>
                <a:lnTo>
                  <a:pt x="497741" y="1150864"/>
                </a:lnTo>
                <a:lnTo>
                  <a:pt x="496372" y="1138270"/>
                </a:lnTo>
                <a:lnTo>
                  <a:pt x="494795" y="1125666"/>
                </a:lnTo>
                <a:lnTo>
                  <a:pt x="493052" y="1113053"/>
                </a:lnTo>
                <a:lnTo>
                  <a:pt x="491190" y="1100436"/>
                </a:lnTo>
                <a:lnTo>
                  <a:pt x="489251" y="1087815"/>
                </a:lnTo>
                <a:lnTo>
                  <a:pt x="487281" y="1075193"/>
                </a:lnTo>
                <a:lnTo>
                  <a:pt x="485324" y="1062572"/>
                </a:lnTo>
                <a:lnTo>
                  <a:pt x="483424" y="1049955"/>
                </a:lnTo>
                <a:lnTo>
                  <a:pt x="481626" y="1037344"/>
                </a:lnTo>
                <a:lnTo>
                  <a:pt x="479974" y="1024741"/>
                </a:lnTo>
                <a:lnTo>
                  <a:pt x="478513" y="1012148"/>
                </a:lnTo>
                <a:lnTo>
                  <a:pt x="477286" y="999567"/>
                </a:lnTo>
                <a:lnTo>
                  <a:pt x="476339" y="987002"/>
                </a:lnTo>
                <a:lnTo>
                  <a:pt x="475996" y="980948"/>
                </a:lnTo>
                <a:lnTo>
                  <a:pt x="473582" y="977264"/>
                </a:lnTo>
                <a:lnTo>
                  <a:pt x="469900" y="977773"/>
                </a:lnTo>
                <a:lnTo>
                  <a:pt x="468629" y="981201"/>
                </a:lnTo>
                <a:lnTo>
                  <a:pt x="468727" y="993797"/>
                </a:lnTo>
                <a:lnTo>
                  <a:pt x="469010" y="1006416"/>
                </a:lnTo>
                <a:lnTo>
                  <a:pt x="469463" y="1019055"/>
                </a:lnTo>
                <a:lnTo>
                  <a:pt x="470073" y="1031711"/>
                </a:lnTo>
                <a:lnTo>
                  <a:pt x="470826" y="1044382"/>
                </a:lnTo>
                <a:lnTo>
                  <a:pt x="471705" y="1057063"/>
                </a:lnTo>
                <a:lnTo>
                  <a:pt x="472699" y="1069752"/>
                </a:lnTo>
                <a:lnTo>
                  <a:pt x="473791" y="1082446"/>
                </a:lnTo>
                <a:lnTo>
                  <a:pt x="474967" y="1095141"/>
                </a:lnTo>
                <a:lnTo>
                  <a:pt x="476214" y="1107835"/>
                </a:lnTo>
                <a:lnTo>
                  <a:pt x="477516" y="1120525"/>
                </a:lnTo>
                <a:lnTo>
                  <a:pt x="478859" y="1133206"/>
                </a:lnTo>
                <a:lnTo>
                  <a:pt x="480230" y="1145877"/>
                </a:lnTo>
                <a:lnTo>
                  <a:pt x="481612" y="1158534"/>
                </a:lnTo>
                <a:lnTo>
                  <a:pt x="482993" y="1171175"/>
                </a:lnTo>
                <a:lnTo>
                  <a:pt x="484358" y="1183795"/>
                </a:lnTo>
                <a:lnTo>
                  <a:pt x="484504" y="1185164"/>
                </a:lnTo>
                <a:lnTo>
                  <a:pt x="477583" y="1195756"/>
                </a:lnTo>
                <a:lnTo>
                  <a:pt x="470502" y="1206308"/>
                </a:lnTo>
                <a:lnTo>
                  <a:pt x="467995" y="1210056"/>
                </a:lnTo>
                <a:lnTo>
                  <a:pt x="467613" y="1207897"/>
                </a:lnTo>
                <a:lnTo>
                  <a:pt x="467232" y="1204849"/>
                </a:lnTo>
                <a:lnTo>
                  <a:pt x="467232" y="1202563"/>
                </a:lnTo>
                <a:lnTo>
                  <a:pt x="466468" y="1189932"/>
                </a:lnTo>
                <a:lnTo>
                  <a:pt x="465655" y="1177307"/>
                </a:lnTo>
                <a:lnTo>
                  <a:pt x="464805" y="1164675"/>
                </a:lnTo>
                <a:lnTo>
                  <a:pt x="463926" y="1152029"/>
                </a:lnTo>
                <a:lnTo>
                  <a:pt x="463029" y="1139356"/>
                </a:lnTo>
                <a:lnTo>
                  <a:pt x="462124" y="1126648"/>
                </a:lnTo>
                <a:lnTo>
                  <a:pt x="461222" y="1113894"/>
                </a:lnTo>
                <a:lnTo>
                  <a:pt x="461009" y="1110869"/>
                </a:lnTo>
                <a:lnTo>
                  <a:pt x="460755" y="1108202"/>
                </a:lnTo>
                <a:lnTo>
                  <a:pt x="456946" y="1107439"/>
                </a:lnTo>
                <a:lnTo>
                  <a:pt x="453262" y="1109345"/>
                </a:lnTo>
                <a:lnTo>
                  <a:pt x="453262" y="1112012"/>
                </a:lnTo>
                <a:lnTo>
                  <a:pt x="453709" y="1124621"/>
                </a:lnTo>
                <a:lnTo>
                  <a:pt x="454176" y="1137267"/>
                </a:lnTo>
                <a:lnTo>
                  <a:pt x="454644" y="1149946"/>
                </a:lnTo>
                <a:lnTo>
                  <a:pt x="455095" y="1162656"/>
                </a:lnTo>
                <a:lnTo>
                  <a:pt x="455508" y="1175392"/>
                </a:lnTo>
                <a:lnTo>
                  <a:pt x="455865" y="1188152"/>
                </a:lnTo>
                <a:lnTo>
                  <a:pt x="455929" y="1190752"/>
                </a:lnTo>
                <a:lnTo>
                  <a:pt x="456560" y="1201175"/>
                </a:lnTo>
                <a:lnTo>
                  <a:pt x="457971" y="1214681"/>
                </a:lnTo>
                <a:lnTo>
                  <a:pt x="458850" y="1223264"/>
                </a:lnTo>
                <a:lnTo>
                  <a:pt x="451747" y="1233863"/>
                </a:lnTo>
                <a:lnTo>
                  <a:pt x="444674" y="1244285"/>
                </a:lnTo>
                <a:lnTo>
                  <a:pt x="443102" y="1246632"/>
                </a:lnTo>
                <a:lnTo>
                  <a:pt x="442411" y="1233751"/>
                </a:lnTo>
                <a:lnTo>
                  <a:pt x="441648" y="1220901"/>
                </a:lnTo>
                <a:lnTo>
                  <a:pt x="440943" y="1208192"/>
                </a:lnTo>
                <a:lnTo>
                  <a:pt x="440424" y="1195734"/>
                </a:lnTo>
                <a:lnTo>
                  <a:pt x="440308" y="1191387"/>
                </a:lnTo>
                <a:lnTo>
                  <a:pt x="440054" y="1188465"/>
                </a:lnTo>
                <a:lnTo>
                  <a:pt x="437260" y="1187069"/>
                </a:lnTo>
                <a:lnTo>
                  <a:pt x="435331" y="1326131"/>
                </a:lnTo>
                <a:lnTo>
                  <a:pt x="442483" y="1315629"/>
                </a:lnTo>
                <a:lnTo>
                  <a:pt x="449645" y="1305131"/>
                </a:lnTo>
                <a:lnTo>
                  <a:pt x="456818" y="1294638"/>
                </a:lnTo>
                <a:lnTo>
                  <a:pt x="467676" y="1288299"/>
                </a:lnTo>
                <a:lnTo>
                  <a:pt x="478311" y="1281525"/>
                </a:lnTo>
                <a:lnTo>
                  <a:pt x="488759" y="1274387"/>
                </a:lnTo>
                <a:lnTo>
                  <a:pt x="499057" y="1266958"/>
                </a:lnTo>
                <a:lnTo>
                  <a:pt x="509242" y="1259309"/>
                </a:lnTo>
                <a:lnTo>
                  <a:pt x="519351" y="1251511"/>
                </a:lnTo>
                <a:lnTo>
                  <a:pt x="529421" y="1243638"/>
                </a:lnTo>
                <a:lnTo>
                  <a:pt x="539489" y="1235760"/>
                </a:lnTo>
                <a:lnTo>
                  <a:pt x="549591" y="1227949"/>
                </a:lnTo>
                <a:lnTo>
                  <a:pt x="559765" y="1220278"/>
                </a:lnTo>
                <a:lnTo>
                  <a:pt x="566801" y="1215136"/>
                </a:lnTo>
                <a:lnTo>
                  <a:pt x="577056" y="1207725"/>
                </a:lnTo>
                <a:lnTo>
                  <a:pt x="587429" y="1200435"/>
                </a:lnTo>
                <a:lnTo>
                  <a:pt x="597877" y="1193216"/>
                </a:lnTo>
                <a:lnTo>
                  <a:pt x="608360" y="1186020"/>
                </a:lnTo>
                <a:lnTo>
                  <a:pt x="618836" y="1178798"/>
                </a:lnTo>
                <a:lnTo>
                  <a:pt x="629264" y="1171500"/>
                </a:lnTo>
                <a:lnTo>
                  <a:pt x="639602" y="1164079"/>
                </a:lnTo>
                <a:lnTo>
                  <a:pt x="649810" y="1156485"/>
                </a:lnTo>
                <a:lnTo>
                  <a:pt x="659844" y="1148669"/>
                </a:lnTo>
                <a:lnTo>
                  <a:pt x="669666" y="1140583"/>
                </a:lnTo>
                <a:lnTo>
                  <a:pt x="679232" y="1132178"/>
                </a:lnTo>
                <a:lnTo>
                  <a:pt x="688593" y="1123314"/>
                </a:lnTo>
                <a:lnTo>
                  <a:pt x="687577" y="1121156"/>
                </a:lnTo>
                <a:lnTo>
                  <a:pt x="675854" y="1125853"/>
                </a:lnTo>
                <a:lnTo>
                  <a:pt x="664341" y="1131081"/>
                </a:lnTo>
                <a:lnTo>
                  <a:pt x="653018" y="1136776"/>
                </a:lnTo>
                <a:lnTo>
                  <a:pt x="641865" y="1142875"/>
                </a:lnTo>
                <a:lnTo>
                  <a:pt x="630863" y="1149314"/>
                </a:lnTo>
                <a:lnTo>
                  <a:pt x="619992" y="1156029"/>
                </a:lnTo>
                <a:lnTo>
                  <a:pt x="609232" y="1162957"/>
                </a:lnTo>
                <a:lnTo>
                  <a:pt x="598564" y="1170034"/>
                </a:lnTo>
                <a:lnTo>
                  <a:pt x="587968" y="1177196"/>
                </a:lnTo>
                <a:lnTo>
                  <a:pt x="577424" y="1184381"/>
                </a:lnTo>
                <a:lnTo>
                  <a:pt x="570864" y="1188847"/>
                </a:lnTo>
                <a:lnTo>
                  <a:pt x="560618" y="1195941"/>
                </a:lnTo>
                <a:lnTo>
                  <a:pt x="550260" y="1203061"/>
                </a:lnTo>
                <a:lnTo>
                  <a:pt x="539840" y="1210242"/>
                </a:lnTo>
                <a:lnTo>
                  <a:pt x="529407" y="1217521"/>
                </a:lnTo>
                <a:lnTo>
                  <a:pt x="519011" y="1224934"/>
                </a:lnTo>
                <a:lnTo>
                  <a:pt x="508699" y="1232518"/>
                </a:lnTo>
                <a:lnTo>
                  <a:pt x="498521" y="1240309"/>
                </a:lnTo>
                <a:lnTo>
                  <a:pt x="488527" y="1248343"/>
                </a:lnTo>
                <a:lnTo>
                  <a:pt x="486917" y="1249680"/>
                </a:lnTo>
                <a:lnTo>
                  <a:pt x="494081" y="1239089"/>
                </a:lnTo>
                <a:lnTo>
                  <a:pt x="501200" y="1228484"/>
                </a:lnTo>
                <a:lnTo>
                  <a:pt x="508287" y="1217889"/>
                </a:lnTo>
                <a:lnTo>
                  <a:pt x="515353" y="1207325"/>
                </a:lnTo>
                <a:lnTo>
                  <a:pt x="522410" y="1196817"/>
                </a:lnTo>
                <a:lnTo>
                  <a:pt x="529469" y="1186388"/>
                </a:lnTo>
                <a:lnTo>
                  <a:pt x="532383" y="1182115"/>
                </a:lnTo>
                <a:lnTo>
                  <a:pt x="545000" y="1173067"/>
                </a:lnTo>
                <a:lnTo>
                  <a:pt x="557520" y="1163841"/>
                </a:lnTo>
                <a:lnTo>
                  <a:pt x="569954" y="1154458"/>
                </a:lnTo>
                <a:lnTo>
                  <a:pt x="582311" y="1144935"/>
                </a:lnTo>
                <a:lnTo>
                  <a:pt x="594602" y="1135292"/>
                </a:lnTo>
                <a:lnTo>
                  <a:pt x="606836" y="1125548"/>
                </a:lnTo>
                <a:lnTo>
                  <a:pt x="619025" y="1115723"/>
                </a:lnTo>
                <a:lnTo>
                  <a:pt x="631177" y="1105834"/>
                </a:lnTo>
                <a:lnTo>
                  <a:pt x="643304" y="1095902"/>
                </a:lnTo>
                <a:lnTo>
                  <a:pt x="655415" y="1085945"/>
                </a:lnTo>
                <a:lnTo>
                  <a:pt x="667520" y="1075982"/>
                </a:lnTo>
                <a:lnTo>
                  <a:pt x="679629" y="1066032"/>
                </a:lnTo>
                <a:lnTo>
                  <a:pt x="691753" y="1056115"/>
                </a:lnTo>
                <a:lnTo>
                  <a:pt x="703902" y="1046250"/>
                </a:lnTo>
                <a:lnTo>
                  <a:pt x="716085" y="1036454"/>
                </a:lnTo>
                <a:lnTo>
                  <a:pt x="728313" y="1026749"/>
                </a:lnTo>
                <a:lnTo>
                  <a:pt x="740596" y="1017152"/>
                </a:lnTo>
                <a:lnTo>
                  <a:pt x="752944" y="1007682"/>
                </a:lnTo>
                <a:lnTo>
                  <a:pt x="765366" y="998360"/>
                </a:lnTo>
                <a:lnTo>
                  <a:pt x="777875" y="989202"/>
                </a:lnTo>
                <a:lnTo>
                  <a:pt x="783716" y="985138"/>
                </a:lnTo>
                <a:lnTo>
                  <a:pt x="778255" y="976502"/>
                </a:lnTo>
                <a:lnTo>
                  <a:pt x="772286" y="977392"/>
                </a:lnTo>
                <a:lnTo>
                  <a:pt x="769492" y="978535"/>
                </a:lnTo>
                <a:lnTo>
                  <a:pt x="759334" y="985651"/>
                </a:lnTo>
                <a:lnTo>
                  <a:pt x="749104" y="992773"/>
                </a:lnTo>
                <a:lnTo>
                  <a:pt x="738814" y="999907"/>
                </a:lnTo>
                <a:lnTo>
                  <a:pt x="728473" y="1007061"/>
                </a:lnTo>
                <a:lnTo>
                  <a:pt x="718093" y="1014238"/>
                </a:lnTo>
                <a:lnTo>
                  <a:pt x="707684" y="1021447"/>
                </a:lnTo>
                <a:lnTo>
                  <a:pt x="697257" y="1028693"/>
                </a:lnTo>
                <a:lnTo>
                  <a:pt x="686822" y="1035981"/>
                </a:lnTo>
                <a:lnTo>
                  <a:pt x="676390" y="1043320"/>
                </a:lnTo>
                <a:lnTo>
                  <a:pt x="665972" y="1050713"/>
                </a:lnTo>
                <a:lnTo>
                  <a:pt x="655579" y="1058169"/>
                </a:lnTo>
                <a:lnTo>
                  <a:pt x="645220" y="1065692"/>
                </a:lnTo>
                <a:lnTo>
                  <a:pt x="634907" y="1073289"/>
                </a:lnTo>
                <a:lnTo>
                  <a:pt x="624650" y="1080967"/>
                </a:lnTo>
                <a:lnTo>
                  <a:pt x="614460" y="1088731"/>
                </a:lnTo>
                <a:lnTo>
                  <a:pt x="604348" y="1096587"/>
                </a:lnTo>
                <a:lnTo>
                  <a:pt x="594324" y="1104542"/>
                </a:lnTo>
                <a:lnTo>
                  <a:pt x="584398" y="1112602"/>
                </a:lnTo>
                <a:lnTo>
                  <a:pt x="574583" y="1120773"/>
                </a:lnTo>
                <a:lnTo>
                  <a:pt x="571880" y="1123061"/>
                </a:lnTo>
                <a:lnTo>
                  <a:pt x="616076" y="1056513"/>
                </a:lnTo>
                <a:lnTo>
                  <a:pt x="621283" y="1055751"/>
                </a:lnTo>
                <a:lnTo>
                  <a:pt x="634152" y="1046097"/>
                </a:lnTo>
                <a:lnTo>
                  <a:pt x="646932" y="1036273"/>
                </a:lnTo>
                <a:lnTo>
                  <a:pt x="659630" y="1026294"/>
                </a:lnTo>
                <a:lnTo>
                  <a:pt x="672255" y="1016178"/>
                </a:lnTo>
                <a:lnTo>
                  <a:pt x="684815" y="1005941"/>
                </a:lnTo>
                <a:lnTo>
                  <a:pt x="697318" y="995598"/>
                </a:lnTo>
                <a:lnTo>
                  <a:pt x="709772" y="985166"/>
                </a:lnTo>
                <a:lnTo>
                  <a:pt x="722184" y="974662"/>
                </a:lnTo>
                <a:lnTo>
                  <a:pt x="734564" y="964101"/>
                </a:lnTo>
                <a:lnTo>
                  <a:pt x="746918" y="953500"/>
                </a:lnTo>
                <a:lnTo>
                  <a:pt x="759255" y="942875"/>
                </a:lnTo>
                <a:lnTo>
                  <a:pt x="771583" y="932242"/>
                </a:lnTo>
                <a:lnTo>
                  <a:pt x="783910" y="921619"/>
                </a:lnTo>
                <a:lnTo>
                  <a:pt x="796244" y="911020"/>
                </a:lnTo>
                <a:lnTo>
                  <a:pt x="808593" y="900463"/>
                </a:lnTo>
                <a:lnTo>
                  <a:pt x="820964" y="889964"/>
                </a:lnTo>
                <a:lnTo>
                  <a:pt x="833366" y="879538"/>
                </a:lnTo>
                <a:lnTo>
                  <a:pt x="845808" y="869203"/>
                </a:lnTo>
                <a:lnTo>
                  <a:pt x="858296" y="858974"/>
                </a:lnTo>
                <a:lnTo>
                  <a:pt x="870838" y="848868"/>
                </a:lnTo>
                <a:lnTo>
                  <a:pt x="873378" y="846963"/>
                </a:lnTo>
                <a:lnTo>
                  <a:pt x="871092" y="843026"/>
                </a:lnTo>
                <a:lnTo>
                  <a:pt x="855234" y="851926"/>
                </a:lnTo>
                <a:lnTo>
                  <a:pt x="843404" y="859886"/>
                </a:lnTo>
                <a:lnTo>
                  <a:pt x="831552" y="867924"/>
                </a:lnTo>
                <a:lnTo>
                  <a:pt x="819690" y="876047"/>
                </a:lnTo>
                <a:lnTo>
                  <a:pt x="807831" y="884257"/>
                </a:lnTo>
                <a:lnTo>
                  <a:pt x="795986" y="892560"/>
                </a:lnTo>
                <a:lnTo>
                  <a:pt x="784170" y="900959"/>
                </a:lnTo>
                <a:lnTo>
                  <a:pt x="772394" y="909460"/>
                </a:lnTo>
                <a:lnTo>
                  <a:pt x="760671" y="918066"/>
                </a:lnTo>
                <a:lnTo>
                  <a:pt x="749014" y="926782"/>
                </a:lnTo>
                <a:lnTo>
                  <a:pt x="737434" y="935612"/>
                </a:lnTo>
                <a:lnTo>
                  <a:pt x="725946" y="944561"/>
                </a:lnTo>
                <a:lnTo>
                  <a:pt x="714560" y="953634"/>
                </a:lnTo>
                <a:lnTo>
                  <a:pt x="703291" y="962833"/>
                </a:lnTo>
                <a:lnTo>
                  <a:pt x="692150" y="972165"/>
                </a:lnTo>
                <a:lnTo>
                  <a:pt x="681149" y="981632"/>
                </a:lnTo>
                <a:lnTo>
                  <a:pt x="670303" y="991241"/>
                </a:lnTo>
                <a:lnTo>
                  <a:pt x="659622" y="1000994"/>
                </a:lnTo>
                <a:lnTo>
                  <a:pt x="649120" y="1010896"/>
                </a:lnTo>
                <a:lnTo>
                  <a:pt x="638809" y="1020952"/>
                </a:lnTo>
                <a:lnTo>
                  <a:pt x="645663" y="1010288"/>
                </a:lnTo>
                <a:lnTo>
                  <a:pt x="652520" y="999620"/>
                </a:lnTo>
                <a:lnTo>
                  <a:pt x="659377" y="988947"/>
                </a:lnTo>
                <a:lnTo>
                  <a:pt x="666233" y="978267"/>
                </a:lnTo>
                <a:lnTo>
                  <a:pt x="673084" y="967579"/>
                </a:lnTo>
                <a:lnTo>
                  <a:pt x="679927" y="956882"/>
                </a:lnTo>
                <a:lnTo>
                  <a:pt x="686761" y="946175"/>
                </a:lnTo>
                <a:lnTo>
                  <a:pt x="693581" y="935457"/>
                </a:lnTo>
                <a:lnTo>
                  <a:pt x="700386" y="924727"/>
                </a:lnTo>
                <a:lnTo>
                  <a:pt x="699392" y="762996"/>
                </a:lnTo>
                <a:lnTo>
                  <a:pt x="696923" y="750486"/>
                </a:lnTo>
                <a:lnTo>
                  <a:pt x="694343" y="738087"/>
                </a:lnTo>
                <a:lnTo>
                  <a:pt x="691687" y="725819"/>
                </a:lnTo>
                <a:lnTo>
                  <a:pt x="688991" y="713703"/>
                </a:lnTo>
                <a:lnTo>
                  <a:pt x="684402" y="705485"/>
                </a:lnTo>
                <a:lnTo>
                  <a:pt x="683895" y="707389"/>
                </a:lnTo>
                <a:lnTo>
                  <a:pt x="685139" y="719938"/>
                </a:lnTo>
                <a:close/>
              </a:path>
              <a:path w="1213230" h="2264029">
                <a:moveTo>
                  <a:pt x="1010920" y="312038"/>
                </a:moveTo>
                <a:lnTo>
                  <a:pt x="1014602" y="310388"/>
                </a:lnTo>
                <a:lnTo>
                  <a:pt x="1017486" y="295565"/>
                </a:lnTo>
                <a:lnTo>
                  <a:pt x="1019268" y="283033"/>
                </a:lnTo>
                <a:lnTo>
                  <a:pt x="1020513" y="270406"/>
                </a:lnTo>
                <a:lnTo>
                  <a:pt x="1021275" y="257712"/>
                </a:lnTo>
                <a:lnTo>
                  <a:pt x="1021611" y="244977"/>
                </a:lnTo>
                <a:lnTo>
                  <a:pt x="1021577" y="232229"/>
                </a:lnTo>
                <a:lnTo>
                  <a:pt x="1021229" y="219494"/>
                </a:lnTo>
                <a:lnTo>
                  <a:pt x="1020952" y="213106"/>
                </a:lnTo>
                <a:lnTo>
                  <a:pt x="1030455" y="204685"/>
                </a:lnTo>
                <a:lnTo>
                  <a:pt x="1039942" y="196236"/>
                </a:lnTo>
                <a:lnTo>
                  <a:pt x="1049409" y="187756"/>
                </a:lnTo>
                <a:lnTo>
                  <a:pt x="1058850" y="179243"/>
                </a:lnTo>
                <a:lnTo>
                  <a:pt x="1068259" y="170692"/>
                </a:lnTo>
                <a:lnTo>
                  <a:pt x="1077632" y="162103"/>
                </a:lnTo>
                <a:lnTo>
                  <a:pt x="1086964" y="153473"/>
                </a:lnTo>
                <a:lnTo>
                  <a:pt x="1096250" y="144798"/>
                </a:lnTo>
                <a:lnTo>
                  <a:pt x="1105483" y="136077"/>
                </a:lnTo>
                <a:lnTo>
                  <a:pt x="1114660" y="127306"/>
                </a:lnTo>
                <a:lnTo>
                  <a:pt x="1123775" y="118484"/>
                </a:lnTo>
                <a:lnTo>
                  <a:pt x="1132823" y="109607"/>
                </a:lnTo>
                <a:lnTo>
                  <a:pt x="1133728" y="108712"/>
                </a:lnTo>
                <a:lnTo>
                  <a:pt x="1127260" y="119726"/>
                </a:lnTo>
                <a:lnTo>
                  <a:pt x="1120808" y="130748"/>
                </a:lnTo>
                <a:lnTo>
                  <a:pt x="1114370" y="141775"/>
                </a:lnTo>
                <a:lnTo>
                  <a:pt x="1107948" y="152809"/>
                </a:lnTo>
                <a:lnTo>
                  <a:pt x="1101538" y="163847"/>
                </a:lnTo>
                <a:lnTo>
                  <a:pt x="1095141" y="174890"/>
                </a:lnTo>
                <a:lnTo>
                  <a:pt x="1088755" y="185936"/>
                </a:lnTo>
                <a:lnTo>
                  <a:pt x="1082380" y="196986"/>
                </a:lnTo>
                <a:lnTo>
                  <a:pt x="1076014" y="208037"/>
                </a:lnTo>
                <a:lnTo>
                  <a:pt x="1069657" y="219090"/>
                </a:lnTo>
                <a:lnTo>
                  <a:pt x="1063307" y="230145"/>
                </a:lnTo>
                <a:lnTo>
                  <a:pt x="1056965" y="241199"/>
                </a:lnTo>
                <a:lnTo>
                  <a:pt x="1050627" y="252253"/>
                </a:lnTo>
                <a:lnTo>
                  <a:pt x="1044295" y="263306"/>
                </a:lnTo>
                <a:lnTo>
                  <a:pt x="1037967" y="274357"/>
                </a:lnTo>
                <a:lnTo>
                  <a:pt x="1031641" y="285406"/>
                </a:lnTo>
                <a:lnTo>
                  <a:pt x="1025317" y="296452"/>
                </a:lnTo>
                <a:lnTo>
                  <a:pt x="1018994" y="307494"/>
                </a:lnTo>
                <a:lnTo>
                  <a:pt x="1012671" y="318532"/>
                </a:lnTo>
                <a:lnTo>
                  <a:pt x="1018335" y="372093"/>
                </a:lnTo>
                <a:lnTo>
                  <a:pt x="1024375" y="360908"/>
                </a:lnTo>
                <a:lnTo>
                  <a:pt x="1030426" y="349729"/>
                </a:lnTo>
                <a:lnTo>
                  <a:pt x="1036479" y="338553"/>
                </a:lnTo>
                <a:lnTo>
                  <a:pt x="1042527" y="327377"/>
                </a:lnTo>
                <a:lnTo>
                  <a:pt x="1048560" y="316201"/>
                </a:lnTo>
                <a:lnTo>
                  <a:pt x="1054570" y="305021"/>
                </a:lnTo>
                <a:lnTo>
                  <a:pt x="1060549" y="293835"/>
                </a:lnTo>
                <a:lnTo>
                  <a:pt x="1065783" y="283972"/>
                </a:lnTo>
                <a:lnTo>
                  <a:pt x="1071640" y="273148"/>
                </a:lnTo>
                <a:lnTo>
                  <a:pt x="1077706" y="262273"/>
                </a:lnTo>
                <a:lnTo>
                  <a:pt x="1083943" y="251350"/>
                </a:lnTo>
                <a:lnTo>
                  <a:pt x="1090319" y="240379"/>
                </a:lnTo>
                <a:lnTo>
                  <a:pt x="1096797" y="229361"/>
                </a:lnTo>
                <a:lnTo>
                  <a:pt x="1103341" y="218298"/>
                </a:lnTo>
                <a:lnTo>
                  <a:pt x="1109918" y="207191"/>
                </a:lnTo>
                <a:lnTo>
                  <a:pt x="1116490" y="196042"/>
                </a:lnTo>
                <a:lnTo>
                  <a:pt x="1123023" y="184852"/>
                </a:lnTo>
                <a:lnTo>
                  <a:pt x="1129482" y="173622"/>
                </a:lnTo>
                <a:lnTo>
                  <a:pt x="1135832" y="162354"/>
                </a:lnTo>
                <a:lnTo>
                  <a:pt x="1142036" y="151049"/>
                </a:lnTo>
                <a:lnTo>
                  <a:pt x="1148059" y="139708"/>
                </a:lnTo>
                <a:lnTo>
                  <a:pt x="1153868" y="128333"/>
                </a:lnTo>
                <a:lnTo>
                  <a:pt x="1159425" y="116924"/>
                </a:lnTo>
                <a:lnTo>
                  <a:pt x="1164695" y="105485"/>
                </a:lnTo>
                <a:lnTo>
                  <a:pt x="1169644" y="94015"/>
                </a:lnTo>
                <a:lnTo>
                  <a:pt x="1174236" y="82515"/>
                </a:lnTo>
                <a:lnTo>
                  <a:pt x="1175892" y="78105"/>
                </a:lnTo>
                <a:lnTo>
                  <a:pt x="1179449" y="68072"/>
                </a:lnTo>
                <a:lnTo>
                  <a:pt x="1182370" y="60706"/>
                </a:lnTo>
                <a:lnTo>
                  <a:pt x="1184148" y="56261"/>
                </a:lnTo>
                <a:lnTo>
                  <a:pt x="1187323" y="53086"/>
                </a:lnTo>
                <a:lnTo>
                  <a:pt x="1188592" y="51435"/>
                </a:lnTo>
                <a:lnTo>
                  <a:pt x="1187030" y="59262"/>
                </a:lnTo>
                <a:lnTo>
                  <a:pt x="1184451" y="70551"/>
                </a:lnTo>
                <a:lnTo>
                  <a:pt x="1181232" y="84175"/>
                </a:lnTo>
                <a:lnTo>
                  <a:pt x="1177750" y="99008"/>
                </a:lnTo>
                <a:lnTo>
                  <a:pt x="1174383" y="113925"/>
                </a:lnTo>
                <a:lnTo>
                  <a:pt x="1171508" y="127798"/>
                </a:lnTo>
                <a:lnTo>
                  <a:pt x="1169502" y="139503"/>
                </a:lnTo>
                <a:lnTo>
                  <a:pt x="1167867" y="155504"/>
                </a:lnTo>
                <a:lnTo>
                  <a:pt x="1166826" y="167860"/>
                </a:lnTo>
                <a:lnTo>
                  <a:pt x="1165891" y="180315"/>
                </a:lnTo>
                <a:lnTo>
                  <a:pt x="1165043" y="192857"/>
                </a:lnTo>
                <a:lnTo>
                  <a:pt x="1164261" y="205477"/>
                </a:lnTo>
                <a:lnTo>
                  <a:pt x="1163527" y="218164"/>
                </a:lnTo>
                <a:lnTo>
                  <a:pt x="1162820" y="230908"/>
                </a:lnTo>
                <a:lnTo>
                  <a:pt x="1162120" y="243700"/>
                </a:lnTo>
                <a:lnTo>
                  <a:pt x="1161409" y="256528"/>
                </a:lnTo>
                <a:lnTo>
                  <a:pt x="1161010" y="422555"/>
                </a:lnTo>
                <a:lnTo>
                  <a:pt x="1166667" y="393327"/>
                </a:lnTo>
                <a:lnTo>
                  <a:pt x="1171192" y="363654"/>
                </a:lnTo>
                <a:lnTo>
                  <a:pt x="1174797" y="333613"/>
                </a:lnTo>
                <a:lnTo>
                  <a:pt x="1177692" y="303281"/>
                </a:lnTo>
                <a:lnTo>
                  <a:pt x="1180089" y="272737"/>
                </a:lnTo>
                <a:lnTo>
                  <a:pt x="1182197" y="242056"/>
                </a:lnTo>
                <a:lnTo>
                  <a:pt x="1184229" y="211316"/>
                </a:lnTo>
                <a:lnTo>
                  <a:pt x="1186396" y="180595"/>
                </a:lnTo>
                <a:lnTo>
                  <a:pt x="1188907" y="149970"/>
                </a:lnTo>
                <a:lnTo>
                  <a:pt x="1191975" y="119518"/>
                </a:lnTo>
                <a:lnTo>
                  <a:pt x="1195811" y="89316"/>
                </a:lnTo>
                <a:lnTo>
                  <a:pt x="1200624" y="59441"/>
                </a:lnTo>
                <a:lnTo>
                  <a:pt x="1206627" y="29972"/>
                </a:lnTo>
                <a:lnTo>
                  <a:pt x="1210945" y="25146"/>
                </a:lnTo>
                <a:lnTo>
                  <a:pt x="1213230" y="21717"/>
                </a:lnTo>
                <a:lnTo>
                  <a:pt x="1212341" y="18034"/>
                </a:lnTo>
                <a:lnTo>
                  <a:pt x="1210182" y="15239"/>
                </a:lnTo>
                <a:lnTo>
                  <a:pt x="1210945" y="13208"/>
                </a:lnTo>
                <a:lnTo>
                  <a:pt x="1212723" y="6731"/>
                </a:lnTo>
                <a:lnTo>
                  <a:pt x="1206753" y="0"/>
                </a:lnTo>
                <a:lnTo>
                  <a:pt x="1201547" y="762"/>
                </a:lnTo>
                <a:lnTo>
                  <a:pt x="1198117" y="2159"/>
                </a:lnTo>
                <a:lnTo>
                  <a:pt x="1196848" y="4445"/>
                </a:lnTo>
                <a:lnTo>
                  <a:pt x="1190769" y="15926"/>
                </a:lnTo>
                <a:lnTo>
                  <a:pt x="1184738" y="26958"/>
                </a:lnTo>
                <a:lnTo>
                  <a:pt x="1169892" y="43570"/>
                </a:lnTo>
                <a:lnTo>
                  <a:pt x="1157836" y="55069"/>
                </a:lnTo>
                <a:lnTo>
                  <a:pt x="1145702" y="66507"/>
                </a:lnTo>
                <a:lnTo>
                  <a:pt x="1133495" y="77888"/>
                </a:lnTo>
                <a:lnTo>
                  <a:pt x="1121221" y="89219"/>
                </a:lnTo>
                <a:lnTo>
                  <a:pt x="1108887" y="100505"/>
                </a:lnTo>
                <a:lnTo>
                  <a:pt x="1096498" y="111750"/>
                </a:lnTo>
                <a:lnTo>
                  <a:pt x="1084061" y="122962"/>
                </a:lnTo>
                <a:lnTo>
                  <a:pt x="1071583" y="134144"/>
                </a:lnTo>
                <a:lnTo>
                  <a:pt x="1059068" y="145303"/>
                </a:lnTo>
                <a:lnTo>
                  <a:pt x="1046525" y="156444"/>
                </a:lnTo>
                <a:lnTo>
                  <a:pt x="1033957" y="167572"/>
                </a:lnTo>
                <a:lnTo>
                  <a:pt x="1021373" y="178693"/>
                </a:lnTo>
                <a:lnTo>
                  <a:pt x="1008778" y="189813"/>
                </a:lnTo>
                <a:lnTo>
                  <a:pt x="996178" y="200935"/>
                </a:lnTo>
                <a:lnTo>
                  <a:pt x="993064" y="351270"/>
                </a:lnTo>
                <a:lnTo>
                  <a:pt x="993266" y="352678"/>
                </a:lnTo>
                <a:lnTo>
                  <a:pt x="992518" y="428513"/>
                </a:lnTo>
                <a:lnTo>
                  <a:pt x="1002767" y="420998"/>
                </a:lnTo>
                <a:lnTo>
                  <a:pt x="1012983" y="413463"/>
                </a:lnTo>
                <a:lnTo>
                  <a:pt x="1006348" y="329564"/>
                </a:lnTo>
                <a:lnTo>
                  <a:pt x="1004951" y="309880"/>
                </a:lnTo>
                <a:lnTo>
                  <a:pt x="1004361" y="297179"/>
                </a:lnTo>
                <a:lnTo>
                  <a:pt x="1003942" y="284465"/>
                </a:lnTo>
                <a:lnTo>
                  <a:pt x="1003478" y="271763"/>
                </a:lnTo>
                <a:lnTo>
                  <a:pt x="1002754" y="259100"/>
                </a:lnTo>
                <a:lnTo>
                  <a:pt x="1001555" y="246502"/>
                </a:lnTo>
                <a:lnTo>
                  <a:pt x="999664" y="233996"/>
                </a:lnTo>
                <a:lnTo>
                  <a:pt x="999362" y="232410"/>
                </a:lnTo>
                <a:lnTo>
                  <a:pt x="1002791" y="229235"/>
                </a:lnTo>
                <a:lnTo>
                  <a:pt x="1006221" y="226060"/>
                </a:lnTo>
                <a:lnTo>
                  <a:pt x="1010411" y="222758"/>
                </a:lnTo>
                <a:lnTo>
                  <a:pt x="1010032" y="235379"/>
                </a:lnTo>
                <a:lnTo>
                  <a:pt x="1009493" y="248031"/>
                </a:lnTo>
                <a:lnTo>
                  <a:pt x="1008831" y="260706"/>
                </a:lnTo>
                <a:lnTo>
                  <a:pt x="1008080" y="273401"/>
                </a:lnTo>
                <a:lnTo>
                  <a:pt x="1007274" y="286110"/>
                </a:lnTo>
                <a:lnTo>
                  <a:pt x="1006448" y="298827"/>
                </a:lnTo>
                <a:lnTo>
                  <a:pt x="1005966" y="306324"/>
                </a:lnTo>
                <a:lnTo>
                  <a:pt x="1005204" y="310514"/>
                </a:lnTo>
                <a:lnTo>
                  <a:pt x="1008126" y="312420"/>
                </a:lnTo>
                <a:lnTo>
                  <a:pt x="1010920" y="312038"/>
                </a:lnTo>
                <a:close/>
              </a:path>
              <a:path w="1213230" h="2264029">
                <a:moveTo>
                  <a:pt x="193675" y="1747265"/>
                </a:moveTo>
                <a:lnTo>
                  <a:pt x="194817" y="1770888"/>
                </a:lnTo>
                <a:lnTo>
                  <a:pt x="197738" y="1773555"/>
                </a:lnTo>
                <a:lnTo>
                  <a:pt x="201802" y="1774825"/>
                </a:lnTo>
                <a:lnTo>
                  <a:pt x="205866" y="1774317"/>
                </a:lnTo>
                <a:lnTo>
                  <a:pt x="209839" y="1722517"/>
                </a:lnTo>
                <a:lnTo>
                  <a:pt x="204503" y="1733987"/>
                </a:lnTo>
                <a:lnTo>
                  <a:pt x="198836" y="1745608"/>
                </a:lnTo>
                <a:lnTo>
                  <a:pt x="195833" y="1746758"/>
                </a:lnTo>
                <a:lnTo>
                  <a:pt x="193675" y="1747265"/>
                </a:lnTo>
                <a:close/>
              </a:path>
              <a:path w="1213230" h="2264029">
                <a:moveTo>
                  <a:pt x="953859" y="507872"/>
                </a:moveTo>
                <a:lnTo>
                  <a:pt x="956055" y="418211"/>
                </a:lnTo>
                <a:lnTo>
                  <a:pt x="953261" y="423290"/>
                </a:lnTo>
                <a:lnTo>
                  <a:pt x="953240" y="410620"/>
                </a:lnTo>
                <a:lnTo>
                  <a:pt x="952920" y="397932"/>
                </a:lnTo>
                <a:lnTo>
                  <a:pt x="952347" y="385238"/>
                </a:lnTo>
                <a:lnTo>
                  <a:pt x="951565" y="372547"/>
                </a:lnTo>
                <a:lnTo>
                  <a:pt x="950616" y="359869"/>
                </a:lnTo>
                <a:lnTo>
                  <a:pt x="950213" y="354964"/>
                </a:lnTo>
                <a:lnTo>
                  <a:pt x="949381" y="343119"/>
                </a:lnTo>
                <a:lnTo>
                  <a:pt x="948491" y="330600"/>
                </a:lnTo>
                <a:lnTo>
                  <a:pt x="947396" y="317685"/>
                </a:lnTo>
                <a:lnTo>
                  <a:pt x="945947" y="304650"/>
                </a:lnTo>
                <a:lnTo>
                  <a:pt x="943997" y="291770"/>
                </a:lnTo>
                <a:lnTo>
                  <a:pt x="943901" y="516012"/>
                </a:lnTo>
                <a:lnTo>
                  <a:pt x="953859" y="507872"/>
                </a:lnTo>
                <a:close/>
              </a:path>
              <a:path w="1213230" h="2264029">
                <a:moveTo>
                  <a:pt x="923630" y="562297"/>
                </a:moveTo>
                <a:lnTo>
                  <a:pt x="933667" y="554436"/>
                </a:lnTo>
                <a:lnTo>
                  <a:pt x="943802" y="546726"/>
                </a:lnTo>
                <a:lnTo>
                  <a:pt x="954034" y="539167"/>
                </a:lnTo>
                <a:lnTo>
                  <a:pt x="964361" y="531755"/>
                </a:lnTo>
                <a:lnTo>
                  <a:pt x="974783" y="524488"/>
                </a:lnTo>
                <a:lnTo>
                  <a:pt x="985298" y="517365"/>
                </a:lnTo>
                <a:lnTo>
                  <a:pt x="995904" y="510384"/>
                </a:lnTo>
                <a:lnTo>
                  <a:pt x="1006601" y="503541"/>
                </a:lnTo>
                <a:lnTo>
                  <a:pt x="1017386" y="496834"/>
                </a:lnTo>
                <a:lnTo>
                  <a:pt x="1028258" y="490263"/>
                </a:lnTo>
                <a:lnTo>
                  <a:pt x="1039217" y="483823"/>
                </a:lnTo>
                <a:lnTo>
                  <a:pt x="1050259" y="477514"/>
                </a:lnTo>
                <a:lnTo>
                  <a:pt x="1061385" y="471333"/>
                </a:lnTo>
                <a:lnTo>
                  <a:pt x="1068704" y="467360"/>
                </a:lnTo>
                <a:lnTo>
                  <a:pt x="1072260" y="465074"/>
                </a:lnTo>
                <a:lnTo>
                  <a:pt x="1070228" y="459359"/>
                </a:lnTo>
                <a:lnTo>
                  <a:pt x="1066673" y="459867"/>
                </a:lnTo>
                <a:lnTo>
                  <a:pt x="1065783" y="460121"/>
                </a:lnTo>
                <a:lnTo>
                  <a:pt x="1053665" y="464618"/>
                </a:lnTo>
                <a:lnTo>
                  <a:pt x="1041734" y="469455"/>
                </a:lnTo>
                <a:lnTo>
                  <a:pt x="1029992" y="474627"/>
                </a:lnTo>
                <a:lnTo>
                  <a:pt x="1018441" y="480127"/>
                </a:lnTo>
                <a:lnTo>
                  <a:pt x="1007082" y="485951"/>
                </a:lnTo>
                <a:lnTo>
                  <a:pt x="995916" y="492091"/>
                </a:lnTo>
                <a:lnTo>
                  <a:pt x="984945" y="498544"/>
                </a:lnTo>
                <a:lnTo>
                  <a:pt x="974170" y="505302"/>
                </a:lnTo>
                <a:lnTo>
                  <a:pt x="963593" y="512361"/>
                </a:lnTo>
                <a:lnTo>
                  <a:pt x="953214" y="519715"/>
                </a:lnTo>
                <a:lnTo>
                  <a:pt x="943037" y="527359"/>
                </a:lnTo>
                <a:lnTo>
                  <a:pt x="933061" y="535286"/>
                </a:lnTo>
                <a:lnTo>
                  <a:pt x="923798" y="543051"/>
                </a:lnTo>
                <a:lnTo>
                  <a:pt x="927226" y="536828"/>
                </a:lnTo>
                <a:lnTo>
                  <a:pt x="930909" y="530478"/>
                </a:lnTo>
                <a:lnTo>
                  <a:pt x="933957" y="524256"/>
                </a:lnTo>
                <a:lnTo>
                  <a:pt x="943901" y="516012"/>
                </a:lnTo>
                <a:lnTo>
                  <a:pt x="937386" y="447801"/>
                </a:lnTo>
                <a:lnTo>
                  <a:pt x="933703" y="452120"/>
                </a:lnTo>
                <a:lnTo>
                  <a:pt x="929385" y="456564"/>
                </a:lnTo>
                <a:lnTo>
                  <a:pt x="926083" y="461263"/>
                </a:lnTo>
                <a:lnTo>
                  <a:pt x="926100" y="448571"/>
                </a:lnTo>
                <a:lnTo>
                  <a:pt x="925897" y="435853"/>
                </a:lnTo>
                <a:lnTo>
                  <a:pt x="925473" y="423119"/>
                </a:lnTo>
                <a:lnTo>
                  <a:pt x="924830" y="410382"/>
                </a:lnTo>
                <a:lnTo>
                  <a:pt x="923965" y="397651"/>
                </a:lnTo>
                <a:lnTo>
                  <a:pt x="922879" y="384938"/>
                </a:lnTo>
                <a:lnTo>
                  <a:pt x="921571" y="372253"/>
                </a:lnTo>
                <a:lnTo>
                  <a:pt x="920041" y="359607"/>
                </a:lnTo>
                <a:lnTo>
                  <a:pt x="918288" y="347011"/>
                </a:lnTo>
                <a:lnTo>
                  <a:pt x="916312" y="334476"/>
                </a:lnTo>
                <a:lnTo>
                  <a:pt x="914113" y="322012"/>
                </a:lnTo>
                <a:lnTo>
                  <a:pt x="911689" y="309630"/>
                </a:lnTo>
                <a:lnTo>
                  <a:pt x="913694" y="570312"/>
                </a:lnTo>
                <a:lnTo>
                  <a:pt x="923630" y="562297"/>
                </a:lnTo>
                <a:close/>
              </a:path>
              <a:path w="1213230" h="2264029">
                <a:moveTo>
                  <a:pt x="229973" y="1675261"/>
                </a:moveTo>
                <a:lnTo>
                  <a:pt x="232537" y="1753649"/>
                </a:lnTo>
                <a:lnTo>
                  <a:pt x="244430" y="1749373"/>
                </a:lnTo>
                <a:lnTo>
                  <a:pt x="256289" y="1744901"/>
                </a:lnTo>
                <a:lnTo>
                  <a:pt x="268126" y="1740285"/>
                </a:lnTo>
                <a:lnTo>
                  <a:pt x="279951" y="1735575"/>
                </a:lnTo>
                <a:lnTo>
                  <a:pt x="291774" y="1730824"/>
                </a:lnTo>
                <a:lnTo>
                  <a:pt x="303609" y="1726081"/>
                </a:lnTo>
                <a:lnTo>
                  <a:pt x="315464" y="1721398"/>
                </a:lnTo>
                <a:lnTo>
                  <a:pt x="327352" y="1716826"/>
                </a:lnTo>
                <a:lnTo>
                  <a:pt x="339284" y="1712416"/>
                </a:lnTo>
                <a:lnTo>
                  <a:pt x="351270" y="1708219"/>
                </a:lnTo>
                <a:lnTo>
                  <a:pt x="359155" y="1705610"/>
                </a:lnTo>
                <a:lnTo>
                  <a:pt x="363984" y="1697884"/>
                </a:lnTo>
                <a:lnTo>
                  <a:pt x="358409" y="1689782"/>
                </a:lnTo>
                <a:lnTo>
                  <a:pt x="353695" y="1688973"/>
                </a:lnTo>
                <a:lnTo>
                  <a:pt x="352171" y="1689353"/>
                </a:lnTo>
                <a:lnTo>
                  <a:pt x="340127" y="1692827"/>
                </a:lnTo>
                <a:lnTo>
                  <a:pt x="328029" y="1696356"/>
                </a:lnTo>
                <a:lnTo>
                  <a:pt x="315901" y="1699979"/>
                </a:lnTo>
                <a:lnTo>
                  <a:pt x="303770" y="1703738"/>
                </a:lnTo>
                <a:lnTo>
                  <a:pt x="291660" y="1707671"/>
                </a:lnTo>
                <a:lnTo>
                  <a:pt x="279595" y="1711818"/>
                </a:lnTo>
                <a:lnTo>
                  <a:pt x="267602" y="1716218"/>
                </a:lnTo>
                <a:lnTo>
                  <a:pt x="255705" y="1720912"/>
                </a:lnTo>
                <a:lnTo>
                  <a:pt x="243930" y="1725939"/>
                </a:lnTo>
                <a:lnTo>
                  <a:pt x="234568" y="1730248"/>
                </a:lnTo>
                <a:lnTo>
                  <a:pt x="240445" y="1719169"/>
                </a:lnTo>
                <a:lnTo>
                  <a:pt x="234726" y="1663699"/>
                </a:lnTo>
                <a:lnTo>
                  <a:pt x="229973" y="1675261"/>
                </a:lnTo>
                <a:close/>
              </a:path>
              <a:path w="1213230" h="2264029">
                <a:moveTo>
                  <a:pt x="268604" y="1658239"/>
                </a:moveTo>
                <a:lnTo>
                  <a:pt x="273451" y="1646619"/>
                </a:lnTo>
                <a:lnTo>
                  <a:pt x="278173" y="1634867"/>
                </a:lnTo>
                <a:lnTo>
                  <a:pt x="282683" y="1622965"/>
                </a:lnTo>
                <a:lnTo>
                  <a:pt x="286895" y="1610896"/>
                </a:lnTo>
                <a:lnTo>
                  <a:pt x="288671" y="1605407"/>
                </a:lnTo>
                <a:lnTo>
                  <a:pt x="298293" y="1597288"/>
                </a:lnTo>
                <a:lnTo>
                  <a:pt x="307739" y="1588810"/>
                </a:lnTo>
                <a:lnTo>
                  <a:pt x="317039" y="1580055"/>
                </a:lnTo>
                <a:lnTo>
                  <a:pt x="326229" y="1571108"/>
                </a:lnTo>
                <a:lnTo>
                  <a:pt x="335340" y="1562055"/>
                </a:lnTo>
                <a:lnTo>
                  <a:pt x="344406" y="1552980"/>
                </a:lnTo>
                <a:lnTo>
                  <a:pt x="353461" y="1543968"/>
                </a:lnTo>
                <a:lnTo>
                  <a:pt x="362538" y="1535103"/>
                </a:lnTo>
                <a:lnTo>
                  <a:pt x="371669" y="1526470"/>
                </a:lnTo>
                <a:lnTo>
                  <a:pt x="379729" y="1519174"/>
                </a:lnTo>
                <a:lnTo>
                  <a:pt x="389335" y="1510765"/>
                </a:lnTo>
                <a:lnTo>
                  <a:pt x="398973" y="1502410"/>
                </a:lnTo>
                <a:lnTo>
                  <a:pt x="408642" y="1494107"/>
                </a:lnTo>
                <a:lnTo>
                  <a:pt x="418340" y="1485854"/>
                </a:lnTo>
                <a:lnTo>
                  <a:pt x="428063" y="1477649"/>
                </a:lnTo>
                <a:lnTo>
                  <a:pt x="437809" y="1469489"/>
                </a:lnTo>
                <a:lnTo>
                  <a:pt x="447575" y="1461372"/>
                </a:lnTo>
                <a:lnTo>
                  <a:pt x="457360" y="1453297"/>
                </a:lnTo>
                <a:lnTo>
                  <a:pt x="467161" y="1445262"/>
                </a:lnTo>
                <a:lnTo>
                  <a:pt x="476974" y="1437263"/>
                </a:lnTo>
                <a:lnTo>
                  <a:pt x="486799" y="1429300"/>
                </a:lnTo>
                <a:lnTo>
                  <a:pt x="496631" y="1421370"/>
                </a:lnTo>
                <a:lnTo>
                  <a:pt x="501903" y="1417320"/>
                </a:lnTo>
                <a:lnTo>
                  <a:pt x="499363" y="1411986"/>
                </a:lnTo>
                <a:lnTo>
                  <a:pt x="494791" y="1412875"/>
                </a:lnTo>
                <a:lnTo>
                  <a:pt x="484063" y="1419628"/>
                </a:lnTo>
                <a:lnTo>
                  <a:pt x="473396" y="1426492"/>
                </a:lnTo>
                <a:lnTo>
                  <a:pt x="462795" y="1433467"/>
                </a:lnTo>
                <a:lnTo>
                  <a:pt x="452260" y="1440553"/>
                </a:lnTo>
                <a:lnTo>
                  <a:pt x="441793" y="1447750"/>
                </a:lnTo>
                <a:lnTo>
                  <a:pt x="431398" y="1455059"/>
                </a:lnTo>
                <a:lnTo>
                  <a:pt x="421076" y="1462478"/>
                </a:lnTo>
                <a:lnTo>
                  <a:pt x="410828" y="1470008"/>
                </a:lnTo>
                <a:lnTo>
                  <a:pt x="400658" y="1477650"/>
                </a:lnTo>
                <a:lnTo>
                  <a:pt x="390566" y="1485402"/>
                </a:lnTo>
                <a:lnTo>
                  <a:pt x="380556" y="1493266"/>
                </a:lnTo>
                <a:lnTo>
                  <a:pt x="370629" y="1501240"/>
                </a:lnTo>
                <a:lnTo>
                  <a:pt x="367791" y="1503552"/>
                </a:lnTo>
                <a:lnTo>
                  <a:pt x="358257" y="1511323"/>
                </a:lnTo>
                <a:lnTo>
                  <a:pt x="348537" y="1519197"/>
                </a:lnTo>
                <a:lnTo>
                  <a:pt x="338698" y="1527188"/>
                </a:lnTo>
                <a:lnTo>
                  <a:pt x="328806" y="1535310"/>
                </a:lnTo>
                <a:lnTo>
                  <a:pt x="318928" y="1543578"/>
                </a:lnTo>
                <a:lnTo>
                  <a:pt x="309129" y="1552005"/>
                </a:lnTo>
                <a:lnTo>
                  <a:pt x="304164" y="1556385"/>
                </a:lnTo>
                <a:lnTo>
                  <a:pt x="307885" y="1544044"/>
                </a:lnTo>
                <a:lnTo>
                  <a:pt x="311846" y="1531916"/>
                </a:lnTo>
                <a:lnTo>
                  <a:pt x="316087" y="1520081"/>
                </a:lnTo>
                <a:lnTo>
                  <a:pt x="317753" y="1515745"/>
                </a:lnTo>
                <a:lnTo>
                  <a:pt x="331620" y="1505124"/>
                </a:lnTo>
                <a:lnTo>
                  <a:pt x="345342" y="1494310"/>
                </a:lnTo>
                <a:lnTo>
                  <a:pt x="358941" y="1483330"/>
                </a:lnTo>
                <a:lnTo>
                  <a:pt x="372438" y="1472210"/>
                </a:lnTo>
                <a:lnTo>
                  <a:pt x="385851" y="1460976"/>
                </a:lnTo>
                <a:lnTo>
                  <a:pt x="399203" y="1449654"/>
                </a:lnTo>
                <a:lnTo>
                  <a:pt x="412512" y="1438271"/>
                </a:lnTo>
                <a:lnTo>
                  <a:pt x="425799" y="1426853"/>
                </a:lnTo>
                <a:lnTo>
                  <a:pt x="439085" y="1415426"/>
                </a:lnTo>
                <a:lnTo>
                  <a:pt x="452389" y="1404016"/>
                </a:lnTo>
                <a:lnTo>
                  <a:pt x="465733" y="1392651"/>
                </a:lnTo>
                <a:lnTo>
                  <a:pt x="479136" y="1381355"/>
                </a:lnTo>
                <a:lnTo>
                  <a:pt x="492619" y="1370156"/>
                </a:lnTo>
                <a:lnTo>
                  <a:pt x="506201" y="1359080"/>
                </a:lnTo>
                <a:lnTo>
                  <a:pt x="519904" y="1348152"/>
                </a:lnTo>
                <a:lnTo>
                  <a:pt x="533747" y="1337400"/>
                </a:lnTo>
                <a:lnTo>
                  <a:pt x="547751" y="1326849"/>
                </a:lnTo>
                <a:lnTo>
                  <a:pt x="561936" y="1316526"/>
                </a:lnTo>
                <a:lnTo>
                  <a:pt x="576322" y="1306458"/>
                </a:lnTo>
                <a:lnTo>
                  <a:pt x="590930" y="1296670"/>
                </a:lnTo>
                <a:lnTo>
                  <a:pt x="594486" y="1294384"/>
                </a:lnTo>
                <a:lnTo>
                  <a:pt x="591565" y="1287780"/>
                </a:lnTo>
                <a:lnTo>
                  <a:pt x="573554" y="1296033"/>
                </a:lnTo>
                <a:lnTo>
                  <a:pt x="560761" y="1303422"/>
                </a:lnTo>
                <a:lnTo>
                  <a:pt x="547878" y="1310969"/>
                </a:lnTo>
                <a:lnTo>
                  <a:pt x="534930" y="1318679"/>
                </a:lnTo>
                <a:lnTo>
                  <a:pt x="521942" y="1326558"/>
                </a:lnTo>
                <a:lnTo>
                  <a:pt x="508940" y="1334612"/>
                </a:lnTo>
                <a:lnTo>
                  <a:pt x="495948" y="1342845"/>
                </a:lnTo>
                <a:lnTo>
                  <a:pt x="482994" y="1351263"/>
                </a:lnTo>
                <a:lnTo>
                  <a:pt x="470101" y="1359873"/>
                </a:lnTo>
                <a:lnTo>
                  <a:pt x="457295" y="1368679"/>
                </a:lnTo>
                <a:lnTo>
                  <a:pt x="444601" y="1377686"/>
                </a:lnTo>
                <a:lnTo>
                  <a:pt x="432045" y="1386901"/>
                </a:lnTo>
                <a:lnTo>
                  <a:pt x="419653" y="1396330"/>
                </a:lnTo>
                <a:lnTo>
                  <a:pt x="407448" y="1405976"/>
                </a:lnTo>
                <a:lnTo>
                  <a:pt x="395458" y="1415847"/>
                </a:lnTo>
                <a:lnTo>
                  <a:pt x="383706" y="1425947"/>
                </a:lnTo>
                <a:lnTo>
                  <a:pt x="372219" y="1436283"/>
                </a:lnTo>
                <a:lnTo>
                  <a:pt x="361022" y="1446859"/>
                </a:lnTo>
                <a:lnTo>
                  <a:pt x="350139" y="1457681"/>
                </a:lnTo>
                <a:lnTo>
                  <a:pt x="339598" y="1468755"/>
                </a:lnTo>
                <a:lnTo>
                  <a:pt x="346376" y="1458045"/>
                </a:lnTo>
                <a:lnTo>
                  <a:pt x="353286" y="1447343"/>
                </a:lnTo>
                <a:lnTo>
                  <a:pt x="360275" y="1436719"/>
                </a:lnTo>
                <a:lnTo>
                  <a:pt x="363981" y="1431163"/>
                </a:lnTo>
                <a:lnTo>
                  <a:pt x="371128" y="1420668"/>
                </a:lnTo>
                <a:lnTo>
                  <a:pt x="378268" y="1410170"/>
                </a:lnTo>
                <a:lnTo>
                  <a:pt x="385402" y="1399669"/>
                </a:lnTo>
                <a:lnTo>
                  <a:pt x="392532" y="1389165"/>
                </a:lnTo>
                <a:lnTo>
                  <a:pt x="399660" y="1378660"/>
                </a:lnTo>
                <a:lnTo>
                  <a:pt x="406788" y="1368153"/>
                </a:lnTo>
                <a:lnTo>
                  <a:pt x="413917" y="1357646"/>
                </a:lnTo>
                <a:lnTo>
                  <a:pt x="421050" y="1347140"/>
                </a:lnTo>
                <a:lnTo>
                  <a:pt x="428187" y="1336634"/>
                </a:lnTo>
                <a:lnTo>
                  <a:pt x="435331" y="1326131"/>
                </a:lnTo>
                <a:lnTo>
                  <a:pt x="437260" y="1187069"/>
                </a:lnTo>
                <a:lnTo>
                  <a:pt x="432942" y="1187703"/>
                </a:lnTo>
                <a:lnTo>
                  <a:pt x="431291" y="1191133"/>
                </a:lnTo>
                <a:lnTo>
                  <a:pt x="431265" y="1203558"/>
                </a:lnTo>
                <a:lnTo>
                  <a:pt x="431011" y="1216181"/>
                </a:lnTo>
                <a:lnTo>
                  <a:pt x="430651" y="1228933"/>
                </a:lnTo>
                <a:lnTo>
                  <a:pt x="430309" y="1241747"/>
                </a:lnTo>
                <a:lnTo>
                  <a:pt x="430109" y="1254556"/>
                </a:lnTo>
                <a:lnTo>
                  <a:pt x="430149" y="1265809"/>
                </a:lnTo>
                <a:lnTo>
                  <a:pt x="425703" y="1272539"/>
                </a:lnTo>
                <a:lnTo>
                  <a:pt x="421385" y="1279778"/>
                </a:lnTo>
                <a:lnTo>
                  <a:pt x="416559" y="1286128"/>
                </a:lnTo>
                <a:lnTo>
                  <a:pt x="416134" y="1272809"/>
                </a:lnTo>
                <a:lnTo>
                  <a:pt x="415410" y="1259823"/>
                </a:lnTo>
                <a:lnTo>
                  <a:pt x="414520" y="1247717"/>
                </a:lnTo>
                <a:lnTo>
                  <a:pt x="414274" y="1244727"/>
                </a:lnTo>
                <a:lnTo>
                  <a:pt x="413765" y="1240409"/>
                </a:lnTo>
                <a:lnTo>
                  <a:pt x="410845" y="1238758"/>
                </a:lnTo>
                <a:lnTo>
                  <a:pt x="407924" y="1239265"/>
                </a:lnTo>
                <a:lnTo>
                  <a:pt x="405002" y="1239647"/>
                </a:lnTo>
                <a:lnTo>
                  <a:pt x="402081" y="1242314"/>
                </a:lnTo>
                <a:lnTo>
                  <a:pt x="402335" y="1246377"/>
                </a:lnTo>
                <a:lnTo>
                  <a:pt x="403041" y="1259095"/>
                </a:lnTo>
                <a:lnTo>
                  <a:pt x="403222" y="1271738"/>
                </a:lnTo>
                <a:lnTo>
                  <a:pt x="402904" y="1284386"/>
                </a:lnTo>
                <a:lnTo>
                  <a:pt x="402208" y="1295908"/>
                </a:lnTo>
                <a:lnTo>
                  <a:pt x="402208" y="1300480"/>
                </a:lnTo>
                <a:lnTo>
                  <a:pt x="401320" y="1304798"/>
                </a:lnTo>
                <a:lnTo>
                  <a:pt x="400684" y="1310005"/>
                </a:lnTo>
                <a:lnTo>
                  <a:pt x="393811" y="1320308"/>
                </a:lnTo>
                <a:lnTo>
                  <a:pt x="386809" y="1330978"/>
                </a:lnTo>
                <a:lnTo>
                  <a:pt x="381507" y="1339214"/>
                </a:lnTo>
                <a:lnTo>
                  <a:pt x="383021" y="1326397"/>
                </a:lnTo>
                <a:lnTo>
                  <a:pt x="384413" y="1313891"/>
                </a:lnTo>
                <a:lnTo>
                  <a:pt x="385190" y="1307211"/>
                </a:lnTo>
                <a:lnTo>
                  <a:pt x="385699" y="1303147"/>
                </a:lnTo>
                <a:lnTo>
                  <a:pt x="382270" y="1300988"/>
                </a:lnTo>
                <a:lnTo>
                  <a:pt x="379349" y="1301369"/>
                </a:lnTo>
                <a:lnTo>
                  <a:pt x="375792" y="1303147"/>
                </a:lnTo>
                <a:lnTo>
                  <a:pt x="375792" y="1305814"/>
                </a:lnTo>
                <a:lnTo>
                  <a:pt x="374133" y="1318505"/>
                </a:lnTo>
                <a:lnTo>
                  <a:pt x="372565" y="1331092"/>
                </a:lnTo>
                <a:lnTo>
                  <a:pt x="371135" y="1343653"/>
                </a:lnTo>
                <a:lnTo>
                  <a:pt x="369888" y="1356268"/>
                </a:lnTo>
                <a:lnTo>
                  <a:pt x="369824" y="1356995"/>
                </a:lnTo>
                <a:lnTo>
                  <a:pt x="368173" y="1360297"/>
                </a:lnTo>
                <a:lnTo>
                  <a:pt x="366013" y="1362837"/>
                </a:lnTo>
                <a:lnTo>
                  <a:pt x="363981" y="1365885"/>
                </a:lnTo>
                <a:lnTo>
                  <a:pt x="363092" y="1367536"/>
                </a:lnTo>
                <a:lnTo>
                  <a:pt x="363276" y="1354838"/>
                </a:lnTo>
                <a:lnTo>
                  <a:pt x="363248" y="1278520"/>
                </a:lnTo>
                <a:lnTo>
                  <a:pt x="363458" y="1265894"/>
                </a:lnTo>
                <a:lnTo>
                  <a:pt x="363727" y="1256538"/>
                </a:lnTo>
                <a:lnTo>
                  <a:pt x="363854" y="1252220"/>
                </a:lnTo>
                <a:lnTo>
                  <a:pt x="360299" y="1249934"/>
                </a:lnTo>
                <a:lnTo>
                  <a:pt x="357250" y="1250442"/>
                </a:lnTo>
                <a:lnTo>
                  <a:pt x="353313" y="1252347"/>
                </a:lnTo>
                <a:lnTo>
                  <a:pt x="353186" y="1255268"/>
                </a:lnTo>
                <a:lnTo>
                  <a:pt x="352759" y="1267758"/>
                </a:lnTo>
                <a:lnTo>
                  <a:pt x="352218" y="1280323"/>
                </a:lnTo>
                <a:lnTo>
                  <a:pt x="351600" y="1292951"/>
                </a:lnTo>
                <a:lnTo>
                  <a:pt x="350944" y="1305631"/>
                </a:lnTo>
                <a:lnTo>
                  <a:pt x="350290" y="1318349"/>
                </a:lnTo>
                <a:lnTo>
                  <a:pt x="349677" y="1331096"/>
                </a:lnTo>
                <a:lnTo>
                  <a:pt x="349142" y="1343857"/>
                </a:lnTo>
                <a:lnTo>
                  <a:pt x="348725" y="1356623"/>
                </a:lnTo>
                <a:lnTo>
                  <a:pt x="348465" y="1369380"/>
                </a:lnTo>
                <a:lnTo>
                  <a:pt x="348487" y="1390777"/>
                </a:lnTo>
                <a:lnTo>
                  <a:pt x="347599" y="1391665"/>
                </a:lnTo>
                <a:lnTo>
                  <a:pt x="344550" y="1395857"/>
                </a:lnTo>
                <a:lnTo>
                  <a:pt x="341756" y="1400937"/>
                </a:lnTo>
                <a:lnTo>
                  <a:pt x="338835" y="1405509"/>
                </a:lnTo>
                <a:lnTo>
                  <a:pt x="339077" y="1392876"/>
                </a:lnTo>
                <a:lnTo>
                  <a:pt x="339239" y="1380208"/>
                </a:lnTo>
                <a:lnTo>
                  <a:pt x="339146" y="1316560"/>
                </a:lnTo>
                <a:lnTo>
                  <a:pt x="339011" y="1303817"/>
                </a:lnTo>
                <a:lnTo>
                  <a:pt x="338857" y="1291085"/>
                </a:lnTo>
                <a:lnTo>
                  <a:pt x="338695" y="1278370"/>
                </a:lnTo>
                <a:lnTo>
                  <a:pt x="338532" y="1265680"/>
                </a:lnTo>
                <a:lnTo>
                  <a:pt x="338379" y="1253021"/>
                </a:lnTo>
                <a:lnTo>
                  <a:pt x="338243" y="1240400"/>
                </a:lnTo>
                <a:lnTo>
                  <a:pt x="338327" y="1232027"/>
                </a:lnTo>
                <a:lnTo>
                  <a:pt x="335152" y="1230122"/>
                </a:lnTo>
                <a:lnTo>
                  <a:pt x="331088" y="1230630"/>
                </a:lnTo>
                <a:lnTo>
                  <a:pt x="329818" y="1234439"/>
                </a:lnTo>
                <a:lnTo>
                  <a:pt x="329565" y="1247159"/>
                </a:lnTo>
                <a:lnTo>
                  <a:pt x="329259" y="1259877"/>
                </a:lnTo>
                <a:lnTo>
                  <a:pt x="328907" y="1272594"/>
                </a:lnTo>
                <a:lnTo>
                  <a:pt x="328517" y="1285309"/>
                </a:lnTo>
                <a:lnTo>
                  <a:pt x="328098" y="1298022"/>
                </a:lnTo>
                <a:lnTo>
                  <a:pt x="327658" y="1310731"/>
                </a:lnTo>
                <a:lnTo>
                  <a:pt x="327204" y="1323437"/>
                </a:lnTo>
                <a:lnTo>
                  <a:pt x="326745" y="1336138"/>
                </a:lnTo>
                <a:lnTo>
                  <a:pt x="326289" y="1348835"/>
                </a:lnTo>
                <a:lnTo>
                  <a:pt x="325843" y="1361525"/>
                </a:lnTo>
                <a:lnTo>
                  <a:pt x="325416" y="1374209"/>
                </a:lnTo>
                <a:lnTo>
                  <a:pt x="325016" y="1386887"/>
                </a:lnTo>
                <a:lnTo>
                  <a:pt x="324650" y="1399556"/>
                </a:lnTo>
                <a:lnTo>
                  <a:pt x="324327" y="1412217"/>
                </a:lnTo>
                <a:lnTo>
                  <a:pt x="324055" y="1424870"/>
                </a:lnTo>
                <a:lnTo>
                  <a:pt x="323976" y="1429131"/>
                </a:lnTo>
                <a:lnTo>
                  <a:pt x="317273" y="1439868"/>
                </a:lnTo>
                <a:lnTo>
                  <a:pt x="310535" y="1450617"/>
                </a:lnTo>
                <a:lnTo>
                  <a:pt x="303856" y="1461451"/>
                </a:lnTo>
                <a:lnTo>
                  <a:pt x="300989" y="1466214"/>
                </a:lnTo>
                <a:lnTo>
                  <a:pt x="300632" y="1453525"/>
                </a:lnTo>
                <a:lnTo>
                  <a:pt x="300200" y="1440826"/>
                </a:lnTo>
                <a:lnTo>
                  <a:pt x="299699" y="1428122"/>
                </a:lnTo>
                <a:lnTo>
                  <a:pt x="299134" y="1415415"/>
                </a:lnTo>
                <a:lnTo>
                  <a:pt x="298509" y="1402709"/>
                </a:lnTo>
                <a:lnTo>
                  <a:pt x="297830" y="1390009"/>
                </a:lnTo>
                <a:lnTo>
                  <a:pt x="297101" y="1377318"/>
                </a:lnTo>
                <a:lnTo>
                  <a:pt x="296327" y="1364639"/>
                </a:lnTo>
                <a:lnTo>
                  <a:pt x="295513" y="1351977"/>
                </a:lnTo>
                <a:lnTo>
                  <a:pt x="294665" y="1339335"/>
                </a:lnTo>
                <a:lnTo>
                  <a:pt x="294004" y="1329817"/>
                </a:lnTo>
                <a:lnTo>
                  <a:pt x="292607" y="1327277"/>
                </a:lnTo>
                <a:lnTo>
                  <a:pt x="289940" y="1327658"/>
                </a:lnTo>
                <a:lnTo>
                  <a:pt x="288671" y="1330578"/>
                </a:lnTo>
                <a:lnTo>
                  <a:pt x="289128" y="1343283"/>
                </a:lnTo>
                <a:lnTo>
                  <a:pt x="289502" y="1355984"/>
                </a:lnTo>
                <a:lnTo>
                  <a:pt x="289795" y="1368681"/>
                </a:lnTo>
                <a:lnTo>
                  <a:pt x="290010" y="1381376"/>
                </a:lnTo>
                <a:lnTo>
                  <a:pt x="290152" y="1394068"/>
                </a:lnTo>
                <a:lnTo>
                  <a:pt x="290048" y="1444839"/>
                </a:lnTo>
                <a:lnTo>
                  <a:pt x="289871" y="1457535"/>
                </a:lnTo>
                <a:lnTo>
                  <a:pt x="289640" y="1470235"/>
                </a:lnTo>
                <a:lnTo>
                  <a:pt x="289359" y="1482939"/>
                </a:lnTo>
                <a:lnTo>
                  <a:pt x="282735" y="1495945"/>
                </a:lnTo>
                <a:lnTo>
                  <a:pt x="276280" y="1506843"/>
                </a:lnTo>
                <a:lnTo>
                  <a:pt x="269929" y="1517824"/>
                </a:lnTo>
                <a:lnTo>
                  <a:pt x="263670" y="1528876"/>
                </a:lnTo>
                <a:lnTo>
                  <a:pt x="257492" y="1539990"/>
                </a:lnTo>
                <a:lnTo>
                  <a:pt x="251384" y="1551157"/>
                </a:lnTo>
                <a:lnTo>
                  <a:pt x="245334" y="1562366"/>
                </a:lnTo>
                <a:lnTo>
                  <a:pt x="240791" y="1570863"/>
                </a:lnTo>
                <a:lnTo>
                  <a:pt x="239463" y="1558374"/>
                </a:lnTo>
                <a:lnTo>
                  <a:pt x="238089" y="1545891"/>
                </a:lnTo>
                <a:lnTo>
                  <a:pt x="236714" y="1533402"/>
                </a:lnTo>
                <a:lnTo>
                  <a:pt x="235384" y="1520893"/>
                </a:lnTo>
                <a:lnTo>
                  <a:pt x="234142" y="1508352"/>
                </a:lnTo>
                <a:lnTo>
                  <a:pt x="233034" y="1495765"/>
                </a:lnTo>
                <a:lnTo>
                  <a:pt x="232103" y="1483121"/>
                </a:lnTo>
                <a:lnTo>
                  <a:pt x="231394" y="1470405"/>
                </a:lnTo>
                <a:lnTo>
                  <a:pt x="230952" y="1457606"/>
                </a:lnTo>
                <a:lnTo>
                  <a:pt x="230821" y="1444709"/>
                </a:lnTo>
                <a:lnTo>
                  <a:pt x="231012" y="1432814"/>
                </a:lnTo>
                <a:lnTo>
                  <a:pt x="231012" y="1427734"/>
                </a:lnTo>
                <a:lnTo>
                  <a:pt x="226440" y="1424939"/>
                </a:lnTo>
                <a:lnTo>
                  <a:pt x="222757" y="1425448"/>
                </a:lnTo>
                <a:lnTo>
                  <a:pt x="218439" y="1427480"/>
                </a:lnTo>
                <a:lnTo>
                  <a:pt x="217667" y="1442836"/>
                </a:lnTo>
                <a:lnTo>
                  <a:pt x="217226" y="1455133"/>
                </a:lnTo>
                <a:lnTo>
                  <a:pt x="216892" y="1467636"/>
                </a:lnTo>
                <a:lnTo>
                  <a:pt x="216692" y="1480303"/>
                </a:lnTo>
                <a:lnTo>
                  <a:pt x="216658" y="1493098"/>
                </a:lnTo>
                <a:lnTo>
                  <a:pt x="216818" y="1505979"/>
                </a:lnTo>
                <a:lnTo>
                  <a:pt x="217202" y="1518908"/>
                </a:lnTo>
                <a:lnTo>
                  <a:pt x="217838" y="1531847"/>
                </a:lnTo>
                <a:lnTo>
                  <a:pt x="218756" y="1544755"/>
                </a:lnTo>
                <a:lnTo>
                  <a:pt x="219986" y="1557593"/>
                </a:lnTo>
                <a:lnTo>
                  <a:pt x="221555" y="1570324"/>
                </a:lnTo>
                <a:lnTo>
                  <a:pt x="223495" y="1582907"/>
                </a:lnTo>
                <a:lnTo>
                  <a:pt x="225834" y="1595303"/>
                </a:lnTo>
                <a:lnTo>
                  <a:pt x="226440" y="1598168"/>
                </a:lnTo>
                <a:lnTo>
                  <a:pt x="218058" y="1615186"/>
                </a:lnTo>
                <a:lnTo>
                  <a:pt x="216503" y="1602591"/>
                </a:lnTo>
                <a:lnTo>
                  <a:pt x="214822" y="1590023"/>
                </a:lnTo>
                <a:lnTo>
                  <a:pt x="213049" y="1577474"/>
                </a:lnTo>
                <a:lnTo>
                  <a:pt x="211221" y="1564936"/>
                </a:lnTo>
                <a:lnTo>
                  <a:pt x="209372" y="1552402"/>
                </a:lnTo>
                <a:lnTo>
                  <a:pt x="207538" y="1539863"/>
                </a:lnTo>
                <a:lnTo>
                  <a:pt x="205754" y="1527313"/>
                </a:lnTo>
                <a:lnTo>
                  <a:pt x="204055" y="1514743"/>
                </a:lnTo>
                <a:lnTo>
                  <a:pt x="202477" y="1502146"/>
                </a:lnTo>
                <a:lnTo>
                  <a:pt x="201054" y="1489515"/>
                </a:lnTo>
                <a:lnTo>
                  <a:pt x="199823" y="1476841"/>
                </a:lnTo>
                <a:lnTo>
                  <a:pt x="198818" y="1464118"/>
                </a:lnTo>
                <a:lnTo>
                  <a:pt x="198074" y="1451337"/>
                </a:lnTo>
                <a:lnTo>
                  <a:pt x="197865" y="1446402"/>
                </a:lnTo>
                <a:lnTo>
                  <a:pt x="197992" y="1442339"/>
                </a:lnTo>
                <a:lnTo>
                  <a:pt x="194309" y="1440561"/>
                </a:lnTo>
                <a:lnTo>
                  <a:pt x="191007" y="1441069"/>
                </a:lnTo>
                <a:lnTo>
                  <a:pt x="186308" y="1443101"/>
                </a:lnTo>
                <a:lnTo>
                  <a:pt x="186435" y="1446149"/>
                </a:lnTo>
                <a:lnTo>
                  <a:pt x="186173" y="1458328"/>
                </a:lnTo>
                <a:lnTo>
                  <a:pt x="185999" y="1470739"/>
                </a:lnTo>
                <a:lnTo>
                  <a:pt x="186033" y="1496100"/>
                </a:lnTo>
                <a:lnTo>
                  <a:pt x="186296" y="1508973"/>
                </a:lnTo>
                <a:lnTo>
                  <a:pt x="186760" y="1521925"/>
                </a:lnTo>
                <a:lnTo>
                  <a:pt x="187452" y="1534915"/>
                </a:lnTo>
                <a:lnTo>
                  <a:pt x="188402" y="1547907"/>
                </a:lnTo>
                <a:lnTo>
                  <a:pt x="189637" y="1560862"/>
                </a:lnTo>
                <a:lnTo>
                  <a:pt x="191184" y="1573741"/>
                </a:lnTo>
                <a:lnTo>
                  <a:pt x="193072" y="1586507"/>
                </a:lnTo>
                <a:lnTo>
                  <a:pt x="195328" y="1599121"/>
                </a:lnTo>
                <a:lnTo>
                  <a:pt x="197981" y="1611545"/>
                </a:lnTo>
                <a:lnTo>
                  <a:pt x="201058" y="1623740"/>
                </a:lnTo>
                <a:lnTo>
                  <a:pt x="204588" y="1635669"/>
                </a:lnTo>
                <a:lnTo>
                  <a:pt x="205866" y="1639570"/>
                </a:lnTo>
                <a:lnTo>
                  <a:pt x="200519" y="1651015"/>
                </a:lnTo>
                <a:lnTo>
                  <a:pt x="195255" y="1662538"/>
                </a:lnTo>
                <a:lnTo>
                  <a:pt x="190072" y="1674128"/>
                </a:lnTo>
                <a:lnTo>
                  <a:pt x="184964" y="1685775"/>
                </a:lnTo>
                <a:lnTo>
                  <a:pt x="179927" y="1697469"/>
                </a:lnTo>
                <a:lnTo>
                  <a:pt x="174959" y="1709200"/>
                </a:lnTo>
                <a:lnTo>
                  <a:pt x="170055" y="1720957"/>
                </a:lnTo>
                <a:lnTo>
                  <a:pt x="165210" y="1732730"/>
                </a:lnTo>
                <a:lnTo>
                  <a:pt x="160421" y="1744509"/>
                </a:lnTo>
                <a:lnTo>
                  <a:pt x="155685" y="1756284"/>
                </a:lnTo>
                <a:lnTo>
                  <a:pt x="150996" y="1768044"/>
                </a:lnTo>
                <a:lnTo>
                  <a:pt x="150875" y="1768348"/>
                </a:lnTo>
                <a:lnTo>
                  <a:pt x="145426" y="1755950"/>
                </a:lnTo>
                <a:lnTo>
                  <a:pt x="141242" y="1743523"/>
                </a:lnTo>
                <a:lnTo>
                  <a:pt x="138225" y="1731074"/>
                </a:lnTo>
                <a:lnTo>
                  <a:pt x="136278" y="1718604"/>
                </a:lnTo>
                <a:lnTo>
                  <a:pt x="135300" y="1706119"/>
                </a:lnTo>
                <a:lnTo>
                  <a:pt x="135195" y="1693624"/>
                </a:lnTo>
                <a:lnTo>
                  <a:pt x="135863" y="1681122"/>
                </a:lnTo>
                <a:lnTo>
                  <a:pt x="137206" y="1668617"/>
                </a:lnTo>
                <a:lnTo>
                  <a:pt x="139126" y="1656114"/>
                </a:lnTo>
                <a:lnTo>
                  <a:pt x="141525" y="1643618"/>
                </a:lnTo>
                <a:lnTo>
                  <a:pt x="144304" y="1631132"/>
                </a:lnTo>
                <a:lnTo>
                  <a:pt x="147364" y="1618660"/>
                </a:lnTo>
                <a:lnTo>
                  <a:pt x="150608" y="1606208"/>
                </a:lnTo>
                <a:lnTo>
                  <a:pt x="153936" y="1593779"/>
                </a:lnTo>
                <a:lnTo>
                  <a:pt x="157251" y="1581378"/>
                </a:lnTo>
                <a:lnTo>
                  <a:pt x="160454" y="1569008"/>
                </a:lnTo>
                <a:lnTo>
                  <a:pt x="163447" y="1556675"/>
                </a:lnTo>
                <a:lnTo>
                  <a:pt x="166131" y="1544382"/>
                </a:lnTo>
                <a:lnTo>
                  <a:pt x="168408" y="1532134"/>
                </a:lnTo>
                <a:lnTo>
                  <a:pt x="170179" y="1519936"/>
                </a:lnTo>
                <a:lnTo>
                  <a:pt x="171604" y="1503858"/>
                </a:lnTo>
                <a:lnTo>
                  <a:pt x="172041" y="1489720"/>
                </a:lnTo>
                <a:lnTo>
                  <a:pt x="171950" y="1477331"/>
                </a:lnTo>
                <a:lnTo>
                  <a:pt x="171794" y="1466498"/>
                </a:lnTo>
                <a:lnTo>
                  <a:pt x="172033" y="1457029"/>
                </a:lnTo>
                <a:lnTo>
                  <a:pt x="173128" y="1448733"/>
                </a:lnTo>
                <a:lnTo>
                  <a:pt x="175539" y="1441418"/>
                </a:lnTo>
                <a:lnTo>
                  <a:pt x="179729" y="1434891"/>
                </a:lnTo>
                <a:lnTo>
                  <a:pt x="186158" y="1428961"/>
                </a:lnTo>
                <a:lnTo>
                  <a:pt x="195287" y="1423436"/>
                </a:lnTo>
                <a:lnTo>
                  <a:pt x="207577" y="1418124"/>
                </a:lnTo>
                <a:lnTo>
                  <a:pt x="223489" y="1412834"/>
                </a:lnTo>
                <a:lnTo>
                  <a:pt x="225932" y="1412113"/>
                </a:lnTo>
                <a:lnTo>
                  <a:pt x="232155" y="1410462"/>
                </a:lnTo>
                <a:lnTo>
                  <a:pt x="237998" y="1401445"/>
                </a:lnTo>
                <a:lnTo>
                  <a:pt x="222588" y="1381645"/>
                </a:lnTo>
                <a:lnTo>
                  <a:pt x="215857" y="1367617"/>
                </a:lnTo>
                <a:lnTo>
                  <a:pt x="211973" y="1352988"/>
                </a:lnTo>
                <a:lnTo>
                  <a:pt x="210691" y="1337862"/>
                </a:lnTo>
                <a:lnTo>
                  <a:pt x="211768" y="1322343"/>
                </a:lnTo>
                <a:lnTo>
                  <a:pt x="214958" y="1306536"/>
                </a:lnTo>
                <a:lnTo>
                  <a:pt x="220018" y="1290544"/>
                </a:lnTo>
                <a:lnTo>
                  <a:pt x="226702" y="1274472"/>
                </a:lnTo>
                <a:lnTo>
                  <a:pt x="234766" y="1258424"/>
                </a:lnTo>
                <a:lnTo>
                  <a:pt x="243966" y="1242504"/>
                </a:lnTo>
                <a:lnTo>
                  <a:pt x="254058" y="1226817"/>
                </a:lnTo>
                <a:lnTo>
                  <a:pt x="264798" y="1211466"/>
                </a:lnTo>
                <a:lnTo>
                  <a:pt x="275939" y="1196556"/>
                </a:lnTo>
                <a:lnTo>
                  <a:pt x="287239" y="1182191"/>
                </a:lnTo>
                <a:lnTo>
                  <a:pt x="298453" y="1168475"/>
                </a:lnTo>
                <a:lnTo>
                  <a:pt x="309337" y="1155513"/>
                </a:lnTo>
                <a:lnTo>
                  <a:pt x="319646" y="1143408"/>
                </a:lnTo>
                <a:lnTo>
                  <a:pt x="329135" y="1132265"/>
                </a:lnTo>
                <a:lnTo>
                  <a:pt x="337560" y="1122188"/>
                </a:lnTo>
                <a:lnTo>
                  <a:pt x="344677" y="1113282"/>
                </a:lnTo>
                <a:lnTo>
                  <a:pt x="352439" y="1103297"/>
                </a:lnTo>
                <a:lnTo>
                  <a:pt x="360232" y="1093318"/>
                </a:lnTo>
                <a:lnTo>
                  <a:pt x="368047" y="1083342"/>
                </a:lnTo>
                <a:lnTo>
                  <a:pt x="375880" y="1073366"/>
                </a:lnTo>
                <a:lnTo>
                  <a:pt x="383722" y="1063385"/>
                </a:lnTo>
                <a:lnTo>
                  <a:pt x="391569" y="1053397"/>
                </a:lnTo>
                <a:lnTo>
                  <a:pt x="399413" y="1043398"/>
                </a:lnTo>
                <a:lnTo>
                  <a:pt x="407247" y="1033386"/>
                </a:lnTo>
                <a:lnTo>
                  <a:pt x="415066" y="1023356"/>
                </a:lnTo>
                <a:lnTo>
                  <a:pt x="422862" y="1013306"/>
                </a:lnTo>
                <a:lnTo>
                  <a:pt x="430628" y="1003233"/>
                </a:lnTo>
                <a:lnTo>
                  <a:pt x="438359" y="993132"/>
                </a:lnTo>
                <a:lnTo>
                  <a:pt x="446048" y="983001"/>
                </a:lnTo>
                <a:lnTo>
                  <a:pt x="453688" y="972836"/>
                </a:lnTo>
                <a:lnTo>
                  <a:pt x="461273" y="962635"/>
                </a:lnTo>
                <a:lnTo>
                  <a:pt x="479756" y="936781"/>
                </a:lnTo>
                <a:lnTo>
                  <a:pt x="491653" y="918681"/>
                </a:lnTo>
                <a:lnTo>
                  <a:pt x="502987" y="900266"/>
                </a:lnTo>
                <a:lnTo>
                  <a:pt x="513822" y="881573"/>
                </a:lnTo>
                <a:lnTo>
                  <a:pt x="524224" y="862635"/>
                </a:lnTo>
                <a:lnTo>
                  <a:pt x="534256" y="843489"/>
                </a:lnTo>
                <a:lnTo>
                  <a:pt x="543983" y="824170"/>
                </a:lnTo>
                <a:lnTo>
                  <a:pt x="553469" y="804712"/>
                </a:lnTo>
                <a:lnTo>
                  <a:pt x="562778" y="785152"/>
                </a:lnTo>
                <a:lnTo>
                  <a:pt x="571976" y="765524"/>
                </a:lnTo>
                <a:lnTo>
                  <a:pt x="581126" y="745863"/>
                </a:lnTo>
                <a:lnTo>
                  <a:pt x="590292" y="726206"/>
                </a:lnTo>
                <a:lnTo>
                  <a:pt x="599540" y="706586"/>
                </a:lnTo>
                <a:lnTo>
                  <a:pt x="608934" y="687040"/>
                </a:lnTo>
                <a:lnTo>
                  <a:pt x="618537" y="667603"/>
                </a:lnTo>
                <a:lnTo>
                  <a:pt x="628415" y="648309"/>
                </a:lnTo>
                <a:lnTo>
                  <a:pt x="638631" y="629194"/>
                </a:lnTo>
                <a:lnTo>
                  <a:pt x="649251" y="610294"/>
                </a:lnTo>
                <a:lnTo>
                  <a:pt x="660338" y="591643"/>
                </a:lnTo>
                <a:lnTo>
                  <a:pt x="671956" y="573277"/>
                </a:lnTo>
                <a:lnTo>
                  <a:pt x="681799" y="558481"/>
                </a:lnTo>
                <a:lnTo>
                  <a:pt x="691888" y="543956"/>
                </a:lnTo>
                <a:lnTo>
                  <a:pt x="702215" y="529690"/>
                </a:lnTo>
                <a:lnTo>
                  <a:pt x="712768" y="515671"/>
                </a:lnTo>
                <a:lnTo>
                  <a:pt x="723538" y="501890"/>
                </a:lnTo>
                <a:lnTo>
                  <a:pt x="734515" y="488333"/>
                </a:lnTo>
                <a:lnTo>
                  <a:pt x="745689" y="474991"/>
                </a:lnTo>
                <a:lnTo>
                  <a:pt x="757049" y="461851"/>
                </a:lnTo>
                <a:lnTo>
                  <a:pt x="768585" y="448902"/>
                </a:lnTo>
                <a:lnTo>
                  <a:pt x="780287" y="436133"/>
                </a:lnTo>
                <a:lnTo>
                  <a:pt x="792146" y="423533"/>
                </a:lnTo>
                <a:lnTo>
                  <a:pt x="804151" y="411090"/>
                </a:lnTo>
                <a:lnTo>
                  <a:pt x="816292" y="398793"/>
                </a:lnTo>
                <a:lnTo>
                  <a:pt x="828559" y="386631"/>
                </a:lnTo>
                <a:lnTo>
                  <a:pt x="840942" y="374592"/>
                </a:lnTo>
                <a:lnTo>
                  <a:pt x="853430" y="362665"/>
                </a:lnTo>
                <a:lnTo>
                  <a:pt x="866014" y="350838"/>
                </a:lnTo>
                <a:lnTo>
                  <a:pt x="878684" y="339101"/>
                </a:lnTo>
                <a:lnTo>
                  <a:pt x="891429" y="327441"/>
                </a:lnTo>
                <a:lnTo>
                  <a:pt x="904239" y="315849"/>
                </a:lnTo>
                <a:lnTo>
                  <a:pt x="905181" y="328605"/>
                </a:lnTo>
                <a:lnTo>
                  <a:pt x="906753" y="354078"/>
                </a:lnTo>
                <a:lnTo>
                  <a:pt x="907956" y="379505"/>
                </a:lnTo>
                <a:lnTo>
                  <a:pt x="908841" y="404895"/>
                </a:lnTo>
                <a:lnTo>
                  <a:pt x="909459" y="430254"/>
                </a:lnTo>
                <a:lnTo>
                  <a:pt x="909863" y="455592"/>
                </a:lnTo>
                <a:lnTo>
                  <a:pt x="910178" y="493574"/>
                </a:lnTo>
                <a:lnTo>
                  <a:pt x="910208" y="500380"/>
                </a:lnTo>
                <a:lnTo>
                  <a:pt x="903908" y="511436"/>
                </a:lnTo>
                <a:lnTo>
                  <a:pt x="897607" y="522409"/>
                </a:lnTo>
                <a:lnTo>
                  <a:pt x="891306" y="533444"/>
                </a:lnTo>
                <a:lnTo>
                  <a:pt x="890397" y="535051"/>
                </a:lnTo>
                <a:lnTo>
                  <a:pt x="890835" y="522295"/>
                </a:lnTo>
                <a:lnTo>
                  <a:pt x="890597" y="509352"/>
                </a:lnTo>
                <a:lnTo>
                  <a:pt x="889828" y="496505"/>
                </a:lnTo>
                <a:lnTo>
                  <a:pt x="888678" y="484032"/>
                </a:lnTo>
                <a:lnTo>
                  <a:pt x="887856" y="476758"/>
                </a:lnTo>
                <a:lnTo>
                  <a:pt x="887476" y="473837"/>
                </a:lnTo>
                <a:lnTo>
                  <a:pt x="883411" y="473075"/>
                </a:lnTo>
                <a:lnTo>
                  <a:pt x="879728" y="474980"/>
                </a:lnTo>
                <a:lnTo>
                  <a:pt x="880109" y="477900"/>
                </a:lnTo>
                <a:lnTo>
                  <a:pt x="880842" y="490903"/>
                </a:lnTo>
                <a:lnTo>
                  <a:pt x="880727" y="503653"/>
                </a:lnTo>
                <a:lnTo>
                  <a:pt x="880014" y="516226"/>
                </a:lnTo>
                <a:lnTo>
                  <a:pt x="878952" y="528700"/>
                </a:lnTo>
                <a:lnTo>
                  <a:pt x="877789" y="541151"/>
                </a:lnTo>
                <a:lnTo>
                  <a:pt x="876774" y="553655"/>
                </a:lnTo>
                <a:lnTo>
                  <a:pt x="876426" y="559435"/>
                </a:lnTo>
                <a:lnTo>
                  <a:pt x="874776" y="562737"/>
                </a:lnTo>
                <a:lnTo>
                  <a:pt x="873505" y="564388"/>
                </a:lnTo>
                <a:lnTo>
                  <a:pt x="874355" y="551723"/>
                </a:lnTo>
                <a:lnTo>
                  <a:pt x="875141" y="539067"/>
                </a:lnTo>
                <a:lnTo>
                  <a:pt x="875901" y="526413"/>
                </a:lnTo>
                <a:lnTo>
                  <a:pt x="876674" y="513756"/>
                </a:lnTo>
                <a:lnTo>
                  <a:pt x="877497" y="501089"/>
                </a:lnTo>
                <a:lnTo>
                  <a:pt x="878410" y="488407"/>
                </a:lnTo>
                <a:lnTo>
                  <a:pt x="879448" y="475703"/>
                </a:lnTo>
                <a:lnTo>
                  <a:pt x="879728" y="472567"/>
                </a:lnTo>
                <a:lnTo>
                  <a:pt x="880236" y="468249"/>
                </a:lnTo>
                <a:lnTo>
                  <a:pt x="876300" y="465836"/>
                </a:lnTo>
                <a:lnTo>
                  <a:pt x="872998" y="466344"/>
                </a:lnTo>
                <a:lnTo>
                  <a:pt x="869060" y="468122"/>
                </a:lnTo>
                <a:lnTo>
                  <a:pt x="868806" y="471043"/>
                </a:lnTo>
                <a:lnTo>
                  <a:pt x="867748" y="483597"/>
                </a:lnTo>
                <a:lnTo>
                  <a:pt x="866675" y="496199"/>
                </a:lnTo>
                <a:lnTo>
                  <a:pt x="865609" y="508839"/>
                </a:lnTo>
                <a:lnTo>
                  <a:pt x="864573" y="521510"/>
                </a:lnTo>
                <a:lnTo>
                  <a:pt x="863588" y="534204"/>
                </a:lnTo>
                <a:lnTo>
                  <a:pt x="862678" y="546913"/>
                </a:lnTo>
                <a:lnTo>
                  <a:pt x="861863" y="559629"/>
                </a:lnTo>
                <a:lnTo>
                  <a:pt x="861166" y="572343"/>
                </a:lnTo>
                <a:lnTo>
                  <a:pt x="860609" y="585048"/>
                </a:lnTo>
                <a:lnTo>
                  <a:pt x="860551" y="586613"/>
                </a:lnTo>
                <a:lnTo>
                  <a:pt x="857503" y="592327"/>
                </a:lnTo>
                <a:lnTo>
                  <a:pt x="853693" y="598297"/>
                </a:lnTo>
                <a:lnTo>
                  <a:pt x="850518" y="604138"/>
                </a:lnTo>
                <a:lnTo>
                  <a:pt x="850726" y="591466"/>
                </a:lnTo>
                <a:lnTo>
                  <a:pt x="850762" y="578817"/>
                </a:lnTo>
                <a:lnTo>
                  <a:pt x="850633" y="566176"/>
                </a:lnTo>
                <a:lnTo>
                  <a:pt x="850347" y="553529"/>
                </a:lnTo>
                <a:lnTo>
                  <a:pt x="849908" y="540862"/>
                </a:lnTo>
                <a:lnTo>
                  <a:pt x="849325" y="528158"/>
                </a:lnTo>
                <a:lnTo>
                  <a:pt x="848604" y="515404"/>
                </a:lnTo>
                <a:lnTo>
                  <a:pt x="847978" y="505840"/>
                </a:lnTo>
                <a:lnTo>
                  <a:pt x="846074" y="502538"/>
                </a:lnTo>
                <a:lnTo>
                  <a:pt x="842645" y="503047"/>
                </a:lnTo>
                <a:lnTo>
                  <a:pt x="840866" y="506095"/>
                </a:lnTo>
                <a:lnTo>
                  <a:pt x="840231" y="508888"/>
                </a:lnTo>
                <a:lnTo>
                  <a:pt x="839215" y="511683"/>
                </a:lnTo>
                <a:lnTo>
                  <a:pt x="838834" y="514476"/>
                </a:lnTo>
                <a:lnTo>
                  <a:pt x="839724" y="517778"/>
                </a:lnTo>
                <a:lnTo>
                  <a:pt x="841121" y="518287"/>
                </a:lnTo>
                <a:lnTo>
                  <a:pt x="841566" y="530942"/>
                </a:lnTo>
                <a:lnTo>
                  <a:pt x="841872" y="543608"/>
                </a:lnTo>
                <a:lnTo>
                  <a:pt x="842053" y="556287"/>
                </a:lnTo>
                <a:lnTo>
                  <a:pt x="841969" y="594393"/>
                </a:lnTo>
                <a:lnTo>
                  <a:pt x="841776" y="607118"/>
                </a:lnTo>
                <a:lnTo>
                  <a:pt x="841522" y="619855"/>
                </a:lnTo>
                <a:lnTo>
                  <a:pt x="841501" y="620776"/>
                </a:lnTo>
                <a:lnTo>
                  <a:pt x="835001" y="631636"/>
                </a:lnTo>
                <a:lnTo>
                  <a:pt x="828563" y="642617"/>
                </a:lnTo>
                <a:lnTo>
                  <a:pt x="826261" y="646430"/>
                </a:lnTo>
                <a:lnTo>
                  <a:pt x="826516" y="633681"/>
                </a:lnTo>
                <a:lnTo>
                  <a:pt x="826756" y="620944"/>
                </a:lnTo>
                <a:lnTo>
                  <a:pt x="826987" y="608217"/>
                </a:lnTo>
                <a:lnTo>
                  <a:pt x="827211" y="595500"/>
                </a:lnTo>
                <a:lnTo>
                  <a:pt x="827432" y="582791"/>
                </a:lnTo>
                <a:lnTo>
                  <a:pt x="827655" y="570090"/>
                </a:lnTo>
                <a:lnTo>
                  <a:pt x="827883" y="557396"/>
                </a:lnTo>
                <a:lnTo>
                  <a:pt x="828119" y="544707"/>
                </a:lnTo>
                <a:lnTo>
                  <a:pt x="828368" y="532022"/>
                </a:lnTo>
                <a:lnTo>
                  <a:pt x="828633" y="519341"/>
                </a:lnTo>
                <a:lnTo>
                  <a:pt x="828917" y="506662"/>
                </a:lnTo>
                <a:lnTo>
                  <a:pt x="829226" y="493985"/>
                </a:lnTo>
                <a:lnTo>
                  <a:pt x="829562" y="481309"/>
                </a:lnTo>
                <a:lnTo>
                  <a:pt x="829929" y="468631"/>
                </a:lnTo>
                <a:lnTo>
                  <a:pt x="830331" y="455952"/>
                </a:lnTo>
                <a:lnTo>
                  <a:pt x="830772" y="443271"/>
                </a:lnTo>
                <a:lnTo>
                  <a:pt x="831255" y="430586"/>
                </a:lnTo>
                <a:lnTo>
                  <a:pt x="831468" y="425323"/>
                </a:lnTo>
                <a:lnTo>
                  <a:pt x="829563" y="421639"/>
                </a:lnTo>
                <a:lnTo>
                  <a:pt x="824125" y="437046"/>
                </a:lnTo>
                <a:lnTo>
                  <a:pt x="822709" y="449571"/>
                </a:lnTo>
                <a:lnTo>
                  <a:pt x="821381" y="462134"/>
                </a:lnTo>
                <a:lnTo>
                  <a:pt x="820144" y="474730"/>
                </a:lnTo>
                <a:lnTo>
                  <a:pt x="819002" y="487356"/>
                </a:lnTo>
                <a:lnTo>
                  <a:pt x="817956" y="500007"/>
                </a:lnTo>
                <a:lnTo>
                  <a:pt x="817011" y="512681"/>
                </a:lnTo>
                <a:lnTo>
                  <a:pt x="816169" y="525374"/>
                </a:lnTo>
                <a:lnTo>
                  <a:pt x="815433" y="538082"/>
                </a:lnTo>
                <a:lnTo>
                  <a:pt x="814806" y="550800"/>
                </a:lnTo>
                <a:lnTo>
                  <a:pt x="814291" y="563527"/>
                </a:lnTo>
                <a:lnTo>
                  <a:pt x="813892" y="576258"/>
                </a:lnTo>
                <a:lnTo>
                  <a:pt x="813610" y="588989"/>
                </a:lnTo>
                <a:lnTo>
                  <a:pt x="813450" y="601716"/>
                </a:lnTo>
                <a:lnTo>
                  <a:pt x="813505" y="627147"/>
                </a:lnTo>
                <a:lnTo>
                  <a:pt x="813726" y="639843"/>
                </a:lnTo>
                <a:lnTo>
                  <a:pt x="814080" y="652521"/>
                </a:lnTo>
                <a:lnTo>
                  <a:pt x="814570" y="665177"/>
                </a:lnTo>
                <a:lnTo>
                  <a:pt x="814577" y="665352"/>
                </a:lnTo>
                <a:lnTo>
                  <a:pt x="808148" y="676259"/>
                </a:lnTo>
                <a:lnTo>
                  <a:pt x="801719" y="687186"/>
                </a:lnTo>
                <a:lnTo>
                  <a:pt x="795282" y="698124"/>
                </a:lnTo>
                <a:lnTo>
                  <a:pt x="788829" y="709065"/>
                </a:lnTo>
                <a:lnTo>
                  <a:pt x="782351" y="720001"/>
                </a:lnTo>
                <a:lnTo>
                  <a:pt x="775839" y="730922"/>
                </a:lnTo>
                <a:lnTo>
                  <a:pt x="769285" y="741819"/>
                </a:lnTo>
                <a:lnTo>
                  <a:pt x="762679" y="752685"/>
                </a:lnTo>
                <a:lnTo>
                  <a:pt x="756792" y="762253"/>
                </a:lnTo>
                <a:lnTo>
                  <a:pt x="757700" y="748591"/>
                </a:lnTo>
                <a:lnTo>
                  <a:pt x="758583" y="734817"/>
                </a:lnTo>
                <a:lnTo>
                  <a:pt x="759429" y="720945"/>
                </a:lnTo>
                <a:lnTo>
                  <a:pt x="760223" y="706988"/>
                </a:lnTo>
                <a:lnTo>
                  <a:pt x="760950" y="692961"/>
                </a:lnTo>
                <a:lnTo>
                  <a:pt x="761597" y="678877"/>
                </a:lnTo>
                <a:lnTo>
                  <a:pt x="762149" y="664751"/>
                </a:lnTo>
                <a:lnTo>
                  <a:pt x="762592" y="650595"/>
                </a:lnTo>
                <a:lnTo>
                  <a:pt x="762912" y="636424"/>
                </a:lnTo>
                <a:lnTo>
                  <a:pt x="763095" y="622252"/>
                </a:lnTo>
                <a:lnTo>
                  <a:pt x="763126" y="608092"/>
                </a:lnTo>
                <a:lnTo>
                  <a:pt x="762992" y="593958"/>
                </a:lnTo>
                <a:lnTo>
                  <a:pt x="762678" y="579864"/>
                </a:lnTo>
                <a:lnTo>
                  <a:pt x="762170" y="565825"/>
                </a:lnTo>
                <a:lnTo>
                  <a:pt x="761454" y="551852"/>
                </a:lnTo>
                <a:lnTo>
                  <a:pt x="760515" y="537961"/>
                </a:lnTo>
                <a:lnTo>
                  <a:pt x="759340" y="524166"/>
                </a:lnTo>
                <a:lnTo>
                  <a:pt x="757914" y="510479"/>
                </a:lnTo>
                <a:lnTo>
                  <a:pt x="756223" y="496915"/>
                </a:lnTo>
                <a:lnTo>
                  <a:pt x="754252" y="483488"/>
                </a:lnTo>
                <a:lnTo>
                  <a:pt x="752348" y="480313"/>
                </a:lnTo>
                <a:lnTo>
                  <a:pt x="749300" y="480822"/>
                </a:lnTo>
                <a:lnTo>
                  <a:pt x="748283" y="484377"/>
                </a:lnTo>
                <a:lnTo>
                  <a:pt x="749046" y="489203"/>
                </a:lnTo>
                <a:lnTo>
                  <a:pt x="749807" y="494919"/>
                </a:lnTo>
                <a:lnTo>
                  <a:pt x="749807" y="500252"/>
                </a:lnTo>
                <a:lnTo>
                  <a:pt x="751077" y="501650"/>
                </a:lnTo>
                <a:lnTo>
                  <a:pt x="743794" y="509390"/>
                </a:lnTo>
                <a:lnTo>
                  <a:pt x="743446" y="521296"/>
                </a:lnTo>
                <a:lnTo>
                  <a:pt x="745616" y="527812"/>
                </a:lnTo>
                <a:lnTo>
                  <a:pt x="745235" y="535813"/>
                </a:lnTo>
                <a:lnTo>
                  <a:pt x="745362" y="544322"/>
                </a:lnTo>
                <a:lnTo>
                  <a:pt x="745871" y="552323"/>
                </a:lnTo>
                <a:lnTo>
                  <a:pt x="745976" y="564949"/>
                </a:lnTo>
                <a:lnTo>
                  <a:pt x="746164" y="577585"/>
                </a:lnTo>
                <a:lnTo>
                  <a:pt x="746403" y="590239"/>
                </a:lnTo>
                <a:lnTo>
                  <a:pt x="746664" y="602921"/>
                </a:lnTo>
                <a:lnTo>
                  <a:pt x="746917" y="615639"/>
                </a:lnTo>
                <a:lnTo>
                  <a:pt x="747131" y="628404"/>
                </a:lnTo>
                <a:lnTo>
                  <a:pt x="747267" y="640080"/>
                </a:lnTo>
                <a:lnTo>
                  <a:pt x="747431" y="665325"/>
                </a:lnTo>
                <a:lnTo>
                  <a:pt x="747658" y="690646"/>
                </a:lnTo>
                <a:lnTo>
                  <a:pt x="747806" y="703334"/>
                </a:lnTo>
                <a:lnTo>
                  <a:pt x="747984" y="716039"/>
                </a:lnTo>
                <a:lnTo>
                  <a:pt x="748196" y="728761"/>
                </a:lnTo>
                <a:lnTo>
                  <a:pt x="748446" y="741498"/>
                </a:lnTo>
                <a:lnTo>
                  <a:pt x="748738" y="754251"/>
                </a:lnTo>
                <a:lnTo>
                  <a:pt x="749078" y="767018"/>
                </a:lnTo>
                <a:lnTo>
                  <a:pt x="749300" y="774446"/>
                </a:lnTo>
                <a:lnTo>
                  <a:pt x="742641" y="785199"/>
                </a:lnTo>
                <a:lnTo>
                  <a:pt x="736242" y="796241"/>
                </a:lnTo>
                <a:lnTo>
                  <a:pt x="735710" y="797178"/>
                </a:lnTo>
                <a:lnTo>
                  <a:pt x="735088" y="784518"/>
                </a:lnTo>
                <a:lnTo>
                  <a:pt x="734202" y="771866"/>
                </a:lnTo>
                <a:lnTo>
                  <a:pt x="733056" y="759226"/>
                </a:lnTo>
                <a:lnTo>
                  <a:pt x="731653" y="746603"/>
                </a:lnTo>
                <a:lnTo>
                  <a:pt x="729997" y="733999"/>
                </a:lnTo>
                <a:lnTo>
                  <a:pt x="728091" y="721421"/>
                </a:lnTo>
                <a:lnTo>
                  <a:pt x="725940" y="708871"/>
                </a:lnTo>
                <a:lnTo>
                  <a:pt x="723546" y="696354"/>
                </a:lnTo>
                <a:lnTo>
                  <a:pt x="720913" y="683874"/>
                </a:lnTo>
                <a:lnTo>
                  <a:pt x="718046" y="671435"/>
                </a:lnTo>
                <a:lnTo>
                  <a:pt x="714947" y="659042"/>
                </a:lnTo>
                <a:lnTo>
                  <a:pt x="711620" y="646698"/>
                </a:lnTo>
                <a:lnTo>
                  <a:pt x="708068" y="634408"/>
                </a:lnTo>
                <a:lnTo>
                  <a:pt x="704296" y="622176"/>
                </a:lnTo>
                <a:lnTo>
                  <a:pt x="701039" y="620013"/>
                </a:lnTo>
                <a:lnTo>
                  <a:pt x="697229" y="621919"/>
                </a:lnTo>
                <a:lnTo>
                  <a:pt x="697737" y="624077"/>
                </a:lnTo>
                <a:lnTo>
                  <a:pt x="700849" y="636647"/>
                </a:lnTo>
                <a:lnTo>
                  <a:pt x="703746" y="649195"/>
                </a:lnTo>
                <a:lnTo>
                  <a:pt x="706433" y="661727"/>
                </a:lnTo>
                <a:lnTo>
                  <a:pt x="708915" y="674249"/>
                </a:lnTo>
                <a:lnTo>
                  <a:pt x="711197" y="686765"/>
                </a:lnTo>
                <a:lnTo>
                  <a:pt x="713284" y="699281"/>
                </a:lnTo>
                <a:lnTo>
                  <a:pt x="715179" y="711801"/>
                </a:lnTo>
                <a:lnTo>
                  <a:pt x="716889" y="724331"/>
                </a:lnTo>
                <a:lnTo>
                  <a:pt x="718416" y="736876"/>
                </a:lnTo>
                <a:lnTo>
                  <a:pt x="719767" y="749441"/>
                </a:lnTo>
                <a:lnTo>
                  <a:pt x="720947" y="762032"/>
                </a:lnTo>
                <a:lnTo>
                  <a:pt x="721958" y="774653"/>
                </a:lnTo>
                <a:lnTo>
                  <a:pt x="722808" y="787309"/>
                </a:lnTo>
                <a:lnTo>
                  <a:pt x="723499" y="800006"/>
                </a:lnTo>
                <a:lnTo>
                  <a:pt x="724037" y="812750"/>
                </a:lnTo>
                <a:lnTo>
                  <a:pt x="724153" y="816101"/>
                </a:lnTo>
                <a:lnTo>
                  <a:pt x="717304" y="826958"/>
                </a:lnTo>
                <a:lnTo>
                  <a:pt x="710809" y="837768"/>
                </a:lnTo>
                <a:lnTo>
                  <a:pt x="709929" y="839215"/>
                </a:lnTo>
                <a:lnTo>
                  <a:pt x="708857" y="826477"/>
                </a:lnTo>
                <a:lnTo>
                  <a:pt x="707464" y="813725"/>
                </a:lnTo>
                <a:lnTo>
                  <a:pt x="705787" y="800980"/>
                </a:lnTo>
                <a:lnTo>
                  <a:pt x="703859" y="788263"/>
                </a:lnTo>
                <a:lnTo>
                  <a:pt x="701716" y="775595"/>
                </a:lnTo>
                <a:lnTo>
                  <a:pt x="699392" y="762996"/>
                </a:lnTo>
                <a:lnTo>
                  <a:pt x="700386" y="924727"/>
                </a:lnTo>
                <a:lnTo>
                  <a:pt x="707172" y="913984"/>
                </a:lnTo>
                <a:lnTo>
                  <a:pt x="713938" y="903225"/>
                </a:lnTo>
                <a:lnTo>
                  <a:pt x="720680" y="892451"/>
                </a:lnTo>
                <a:lnTo>
                  <a:pt x="727396" y="881660"/>
                </a:lnTo>
                <a:lnTo>
                  <a:pt x="734082" y="870850"/>
                </a:lnTo>
                <a:lnTo>
                  <a:pt x="740737" y="860022"/>
                </a:lnTo>
                <a:lnTo>
                  <a:pt x="745998" y="851408"/>
                </a:lnTo>
                <a:lnTo>
                  <a:pt x="756434" y="844262"/>
                </a:lnTo>
                <a:lnTo>
                  <a:pt x="766772" y="836880"/>
                </a:lnTo>
                <a:lnTo>
                  <a:pt x="777021" y="829302"/>
                </a:lnTo>
                <a:lnTo>
                  <a:pt x="787189" y="821567"/>
                </a:lnTo>
                <a:lnTo>
                  <a:pt x="797286" y="813713"/>
                </a:lnTo>
                <a:lnTo>
                  <a:pt x="807320" y="805781"/>
                </a:lnTo>
                <a:lnTo>
                  <a:pt x="817301" y="797808"/>
                </a:lnTo>
                <a:lnTo>
                  <a:pt x="827237" y="789835"/>
                </a:lnTo>
                <a:lnTo>
                  <a:pt x="837137" y="781900"/>
                </a:lnTo>
                <a:lnTo>
                  <a:pt x="847011" y="774042"/>
                </a:lnTo>
                <a:lnTo>
                  <a:pt x="856867" y="766300"/>
                </a:lnTo>
                <a:lnTo>
                  <a:pt x="859789" y="764032"/>
                </a:lnTo>
                <a:lnTo>
                  <a:pt x="866577" y="759438"/>
                </a:lnTo>
                <a:lnTo>
                  <a:pt x="876380" y="753158"/>
                </a:lnTo>
                <a:lnTo>
                  <a:pt x="887644" y="745571"/>
                </a:lnTo>
                <a:lnTo>
                  <a:pt x="898812" y="737057"/>
                </a:lnTo>
                <a:lnTo>
                  <a:pt x="908331" y="727996"/>
                </a:lnTo>
                <a:lnTo>
                  <a:pt x="914644" y="718769"/>
                </a:lnTo>
                <a:lnTo>
                  <a:pt x="916198" y="709756"/>
                </a:lnTo>
                <a:lnTo>
                  <a:pt x="915288" y="706627"/>
                </a:lnTo>
                <a:lnTo>
                  <a:pt x="913129" y="703834"/>
                </a:lnTo>
                <a:lnTo>
                  <a:pt x="909827" y="703580"/>
                </a:lnTo>
                <a:lnTo>
                  <a:pt x="907541" y="703326"/>
                </a:lnTo>
                <a:lnTo>
                  <a:pt x="903731" y="703834"/>
                </a:lnTo>
                <a:lnTo>
                  <a:pt x="902334" y="710311"/>
                </a:lnTo>
                <a:lnTo>
                  <a:pt x="906526" y="711581"/>
                </a:lnTo>
                <a:lnTo>
                  <a:pt x="905001" y="711581"/>
                </a:lnTo>
                <a:lnTo>
                  <a:pt x="896657" y="715443"/>
                </a:lnTo>
                <a:lnTo>
                  <a:pt x="885122" y="723708"/>
                </a:lnTo>
                <a:lnTo>
                  <a:pt x="872540" y="733982"/>
                </a:lnTo>
                <a:lnTo>
                  <a:pt x="861056" y="743870"/>
                </a:lnTo>
                <a:lnTo>
                  <a:pt x="852816" y="750976"/>
                </a:lnTo>
                <a:lnTo>
                  <a:pt x="851280" y="752221"/>
                </a:lnTo>
                <a:lnTo>
                  <a:pt x="840966" y="759874"/>
                </a:lnTo>
                <a:lnTo>
                  <a:pt x="830800" y="767529"/>
                </a:lnTo>
                <a:lnTo>
                  <a:pt x="820782" y="775236"/>
                </a:lnTo>
                <a:lnTo>
                  <a:pt x="811656" y="782447"/>
                </a:lnTo>
                <a:lnTo>
                  <a:pt x="801447" y="790051"/>
                </a:lnTo>
                <a:lnTo>
                  <a:pt x="791193" y="797626"/>
                </a:lnTo>
                <a:lnTo>
                  <a:pt x="780934" y="805145"/>
                </a:lnTo>
                <a:lnTo>
                  <a:pt x="770707" y="812577"/>
                </a:lnTo>
                <a:lnTo>
                  <a:pt x="767587" y="814832"/>
                </a:lnTo>
                <a:lnTo>
                  <a:pt x="774316" y="804122"/>
                </a:lnTo>
                <a:lnTo>
                  <a:pt x="780903" y="793146"/>
                </a:lnTo>
                <a:lnTo>
                  <a:pt x="784098" y="787526"/>
                </a:lnTo>
                <a:lnTo>
                  <a:pt x="785113" y="787400"/>
                </a:lnTo>
                <a:lnTo>
                  <a:pt x="795210" y="779784"/>
                </a:lnTo>
                <a:lnTo>
                  <a:pt x="805193" y="772002"/>
                </a:lnTo>
                <a:lnTo>
                  <a:pt x="815077" y="764074"/>
                </a:lnTo>
                <a:lnTo>
                  <a:pt x="824876" y="756021"/>
                </a:lnTo>
                <a:lnTo>
                  <a:pt x="834605" y="747864"/>
                </a:lnTo>
                <a:lnTo>
                  <a:pt x="844279" y="739624"/>
                </a:lnTo>
                <a:lnTo>
                  <a:pt x="853912" y="731321"/>
                </a:lnTo>
                <a:lnTo>
                  <a:pt x="863519" y="722977"/>
                </a:lnTo>
                <a:lnTo>
                  <a:pt x="873114" y="714613"/>
                </a:lnTo>
                <a:lnTo>
                  <a:pt x="882712" y="706249"/>
                </a:lnTo>
                <a:lnTo>
                  <a:pt x="892329" y="697907"/>
                </a:lnTo>
                <a:lnTo>
                  <a:pt x="901978" y="689607"/>
                </a:lnTo>
                <a:lnTo>
                  <a:pt x="911673" y="681370"/>
                </a:lnTo>
                <a:lnTo>
                  <a:pt x="921431" y="673218"/>
                </a:lnTo>
                <a:lnTo>
                  <a:pt x="931265" y="665170"/>
                </a:lnTo>
                <a:lnTo>
                  <a:pt x="941190" y="657249"/>
                </a:lnTo>
                <a:lnTo>
                  <a:pt x="951221" y="649474"/>
                </a:lnTo>
                <a:lnTo>
                  <a:pt x="955675" y="646176"/>
                </a:lnTo>
                <a:lnTo>
                  <a:pt x="953770" y="643255"/>
                </a:lnTo>
                <a:lnTo>
                  <a:pt x="951102" y="643636"/>
                </a:lnTo>
                <a:lnTo>
                  <a:pt x="950722" y="644017"/>
                </a:lnTo>
                <a:lnTo>
                  <a:pt x="940350" y="651048"/>
                </a:lnTo>
                <a:lnTo>
                  <a:pt x="929921" y="658108"/>
                </a:lnTo>
                <a:lnTo>
                  <a:pt x="919457" y="665213"/>
                </a:lnTo>
                <a:lnTo>
                  <a:pt x="908978" y="672376"/>
                </a:lnTo>
                <a:lnTo>
                  <a:pt x="898508" y="679613"/>
                </a:lnTo>
                <a:lnTo>
                  <a:pt x="888068" y="686939"/>
                </a:lnTo>
                <a:lnTo>
                  <a:pt x="877681" y="694368"/>
                </a:lnTo>
                <a:lnTo>
                  <a:pt x="867368" y="701914"/>
                </a:lnTo>
                <a:lnTo>
                  <a:pt x="857152" y="709594"/>
                </a:lnTo>
                <a:lnTo>
                  <a:pt x="847054" y="717421"/>
                </a:lnTo>
                <a:lnTo>
                  <a:pt x="837097" y="725410"/>
                </a:lnTo>
                <a:lnTo>
                  <a:pt x="827302" y="733577"/>
                </a:lnTo>
                <a:lnTo>
                  <a:pt x="817693" y="741936"/>
                </a:lnTo>
                <a:lnTo>
                  <a:pt x="808290" y="750501"/>
                </a:lnTo>
                <a:lnTo>
                  <a:pt x="803782" y="754761"/>
                </a:lnTo>
                <a:lnTo>
                  <a:pt x="810192" y="743842"/>
                </a:lnTo>
                <a:lnTo>
                  <a:pt x="816597" y="732939"/>
                </a:lnTo>
                <a:lnTo>
                  <a:pt x="822996" y="722021"/>
                </a:lnTo>
                <a:lnTo>
                  <a:pt x="829385" y="711064"/>
                </a:lnTo>
                <a:lnTo>
                  <a:pt x="835760" y="700038"/>
                </a:lnTo>
                <a:lnTo>
                  <a:pt x="842118" y="688917"/>
                </a:lnTo>
                <a:lnTo>
                  <a:pt x="842517" y="688213"/>
                </a:lnTo>
                <a:lnTo>
                  <a:pt x="854948" y="678647"/>
                </a:lnTo>
                <a:lnTo>
                  <a:pt x="867360" y="669040"/>
                </a:lnTo>
                <a:lnTo>
                  <a:pt x="879756" y="659395"/>
                </a:lnTo>
                <a:lnTo>
                  <a:pt x="892136" y="649714"/>
                </a:lnTo>
                <a:lnTo>
                  <a:pt x="904501" y="640000"/>
                </a:lnTo>
                <a:lnTo>
                  <a:pt x="916854" y="630256"/>
                </a:lnTo>
                <a:lnTo>
                  <a:pt x="929194" y="620483"/>
                </a:lnTo>
                <a:lnTo>
                  <a:pt x="941523" y="610686"/>
                </a:lnTo>
                <a:lnTo>
                  <a:pt x="953842" y="600866"/>
                </a:lnTo>
                <a:lnTo>
                  <a:pt x="966152" y="591026"/>
                </a:lnTo>
                <a:lnTo>
                  <a:pt x="978455" y="581169"/>
                </a:lnTo>
                <a:lnTo>
                  <a:pt x="990751" y="571297"/>
                </a:lnTo>
                <a:lnTo>
                  <a:pt x="1003042" y="561414"/>
                </a:lnTo>
                <a:lnTo>
                  <a:pt x="1015328" y="551522"/>
                </a:lnTo>
                <a:lnTo>
                  <a:pt x="1027612" y="541623"/>
                </a:lnTo>
                <a:lnTo>
                  <a:pt x="1039894" y="531720"/>
                </a:lnTo>
                <a:lnTo>
                  <a:pt x="1052175" y="521816"/>
                </a:lnTo>
                <a:lnTo>
                  <a:pt x="1064456" y="511914"/>
                </a:lnTo>
                <a:lnTo>
                  <a:pt x="1076739" y="502016"/>
                </a:lnTo>
                <a:lnTo>
                  <a:pt x="1089025" y="492125"/>
                </a:lnTo>
                <a:lnTo>
                  <a:pt x="1089532" y="488442"/>
                </a:lnTo>
                <a:lnTo>
                  <a:pt x="1075205" y="496508"/>
                </a:lnTo>
                <a:lnTo>
                  <a:pt x="1063695" y="504019"/>
                </a:lnTo>
                <a:lnTo>
                  <a:pt x="1052209" y="511609"/>
                </a:lnTo>
                <a:lnTo>
                  <a:pt x="1040751" y="519277"/>
                </a:lnTo>
                <a:lnTo>
                  <a:pt x="1029323" y="527024"/>
                </a:lnTo>
                <a:lnTo>
                  <a:pt x="1017925" y="534848"/>
                </a:lnTo>
                <a:lnTo>
                  <a:pt x="1006562" y="542749"/>
                </a:lnTo>
                <a:lnTo>
                  <a:pt x="995233" y="550727"/>
                </a:lnTo>
                <a:lnTo>
                  <a:pt x="983943" y="558782"/>
                </a:lnTo>
                <a:lnTo>
                  <a:pt x="972692" y="566912"/>
                </a:lnTo>
                <a:lnTo>
                  <a:pt x="961484" y="575117"/>
                </a:lnTo>
                <a:lnTo>
                  <a:pt x="950319" y="583397"/>
                </a:lnTo>
                <a:lnTo>
                  <a:pt x="939201" y="591751"/>
                </a:lnTo>
                <a:lnTo>
                  <a:pt x="928130" y="600179"/>
                </a:lnTo>
                <a:lnTo>
                  <a:pt x="917110" y="608681"/>
                </a:lnTo>
                <a:lnTo>
                  <a:pt x="906142" y="617255"/>
                </a:lnTo>
                <a:lnTo>
                  <a:pt x="895229" y="625902"/>
                </a:lnTo>
                <a:lnTo>
                  <a:pt x="884373" y="634620"/>
                </a:lnTo>
                <a:lnTo>
                  <a:pt x="873575" y="643410"/>
                </a:lnTo>
                <a:lnTo>
                  <a:pt x="862837" y="652272"/>
                </a:lnTo>
                <a:lnTo>
                  <a:pt x="869102" y="641160"/>
                </a:lnTo>
                <a:lnTo>
                  <a:pt x="875302" y="630061"/>
                </a:lnTo>
                <a:lnTo>
                  <a:pt x="881457" y="618968"/>
                </a:lnTo>
                <a:lnTo>
                  <a:pt x="887588" y="607878"/>
                </a:lnTo>
                <a:lnTo>
                  <a:pt x="893715" y="596783"/>
                </a:lnTo>
                <a:lnTo>
                  <a:pt x="899860" y="585681"/>
                </a:lnTo>
                <a:lnTo>
                  <a:pt x="903858" y="578485"/>
                </a:lnTo>
                <a:lnTo>
                  <a:pt x="913694" y="570312"/>
                </a:lnTo>
                <a:lnTo>
                  <a:pt x="911689" y="309630"/>
                </a:lnTo>
                <a:lnTo>
                  <a:pt x="911478" y="308610"/>
                </a:lnTo>
                <a:lnTo>
                  <a:pt x="916812" y="304038"/>
                </a:lnTo>
                <a:lnTo>
                  <a:pt x="922274" y="299085"/>
                </a:lnTo>
                <a:lnTo>
                  <a:pt x="927607" y="294386"/>
                </a:lnTo>
                <a:lnTo>
                  <a:pt x="929072" y="307398"/>
                </a:lnTo>
                <a:lnTo>
                  <a:pt x="930640" y="320240"/>
                </a:lnTo>
                <a:lnTo>
                  <a:pt x="931889" y="332683"/>
                </a:lnTo>
                <a:lnTo>
                  <a:pt x="932306" y="339851"/>
                </a:lnTo>
                <a:lnTo>
                  <a:pt x="933163" y="352567"/>
                </a:lnTo>
                <a:lnTo>
                  <a:pt x="933875" y="365280"/>
                </a:lnTo>
                <a:lnTo>
                  <a:pt x="934478" y="377988"/>
                </a:lnTo>
                <a:lnTo>
                  <a:pt x="935006" y="390688"/>
                </a:lnTo>
                <a:lnTo>
                  <a:pt x="935493" y="403379"/>
                </a:lnTo>
                <a:lnTo>
                  <a:pt x="935974" y="416057"/>
                </a:lnTo>
                <a:lnTo>
                  <a:pt x="936485" y="428721"/>
                </a:lnTo>
                <a:lnTo>
                  <a:pt x="937059" y="441367"/>
                </a:lnTo>
                <a:lnTo>
                  <a:pt x="937386" y="447801"/>
                </a:lnTo>
                <a:lnTo>
                  <a:pt x="943901" y="516012"/>
                </a:lnTo>
                <a:lnTo>
                  <a:pt x="943997" y="291770"/>
                </a:lnTo>
                <a:lnTo>
                  <a:pt x="941958" y="281686"/>
                </a:lnTo>
                <a:lnTo>
                  <a:pt x="947420" y="277368"/>
                </a:lnTo>
                <a:lnTo>
                  <a:pt x="953134" y="272034"/>
                </a:lnTo>
                <a:lnTo>
                  <a:pt x="958850" y="267335"/>
                </a:lnTo>
                <a:lnTo>
                  <a:pt x="957945" y="279917"/>
                </a:lnTo>
                <a:lnTo>
                  <a:pt x="957307" y="292574"/>
                </a:lnTo>
                <a:lnTo>
                  <a:pt x="956923" y="305288"/>
                </a:lnTo>
                <a:lnTo>
                  <a:pt x="956781" y="318037"/>
                </a:lnTo>
                <a:lnTo>
                  <a:pt x="956870" y="330803"/>
                </a:lnTo>
                <a:lnTo>
                  <a:pt x="957176" y="343566"/>
                </a:lnTo>
                <a:lnTo>
                  <a:pt x="957689" y="356306"/>
                </a:lnTo>
                <a:lnTo>
                  <a:pt x="958395" y="369003"/>
                </a:lnTo>
                <a:lnTo>
                  <a:pt x="959283" y="381639"/>
                </a:lnTo>
                <a:lnTo>
                  <a:pt x="960340" y="394192"/>
                </a:lnTo>
                <a:lnTo>
                  <a:pt x="961516" y="406273"/>
                </a:lnTo>
                <a:lnTo>
                  <a:pt x="962025" y="407797"/>
                </a:lnTo>
                <a:lnTo>
                  <a:pt x="959230" y="412750"/>
                </a:lnTo>
                <a:lnTo>
                  <a:pt x="956055" y="418211"/>
                </a:lnTo>
                <a:lnTo>
                  <a:pt x="953859" y="507872"/>
                </a:lnTo>
                <a:lnTo>
                  <a:pt x="963846" y="499842"/>
                </a:lnTo>
                <a:lnTo>
                  <a:pt x="973872" y="491933"/>
                </a:lnTo>
                <a:lnTo>
                  <a:pt x="983952" y="484154"/>
                </a:lnTo>
                <a:lnTo>
                  <a:pt x="994096" y="476513"/>
                </a:lnTo>
                <a:lnTo>
                  <a:pt x="1004318" y="469021"/>
                </a:lnTo>
                <a:lnTo>
                  <a:pt x="1014629" y="461686"/>
                </a:lnTo>
                <a:lnTo>
                  <a:pt x="1025043" y="454518"/>
                </a:lnTo>
                <a:lnTo>
                  <a:pt x="1035571" y="447525"/>
                </a:lnTo>
                <a:lnTo>
                  <a:pt x="1046227" y="440718"/>
                </a:lnTo>
                <a:lnTo>
                  <a:pt x="1057022" y="434104"/>
                </a:lnTo>
                <a:lnTo>
                  <a:pt x="1067968" y="427694"/>
                </a:lnTo>
                <a:lnTo>
                  <a:pt x="1079079" y="421497"/>
                </a:lnTo>
                <a:lnTo>
                  <a:pt x="1090367" y="415522"/>
                </a:lnTo>
                <a:lnTo>
                  <a:pt x="1101216" y="410083"/>
                </a:lnTo>
                <a:lnTo>
                  <a:pt x="1108202" y="407035"/>
                </a:lnTo>
                <a:lnTo>
                  <a:pt x="1103883" y="396239"/>
                </a:lnTo>
                <a:lnTo>
                  <a:pt x="1097152" y="397128"/>
                </a:lnTo>
                <a:lnTo>
                  <a:pt x="1084002" y="401996"/>
                </a:lnTo>
                <a:lnTo>
                  <a:pt x="1072223" y="406802"/>
                </a:lnTo>
                <a:lnTo>
                  <a:pt x="1060563" y="411930"/>
                </a:lnTo>
                <a:lnTo>
                  <a:pt x="1049036" y="417384"/>
                </a:lnTo>
                <a:lnTo>
                  <a:pt x="1037660" y="423167"/>
                </a:lnTo>
                <a:lnTo>
                  <a:pt x="1026448" y="429281"/>
                </a:lnTo>
                <a:lnTo>
                  <a:pt x="1015419" y="435732"/>
                </a:lnTo>
                <a:lnTo>
                  <a:pt x="1004586" y="442521"/>
                </a:lnTo>
                <a:lnTo>
                  <a:pt x="993967" y="449653"/>
                </a:lnTo>
                <a:lnTo>
                  <a:pt x="983576" y="457130"/>
                </a:lnTo>
                <a:lnTo>
                  <a:pt x="973430" y="464956"/>
                </a:lnTo>
                <a:lnTo>
                  <a:pt x="963545" y="473134"/>
                </a:lnTo>
                <a:lnTo>
                  <a:pt x="961262" y="475107"/>
                </a:lnTo>
                <a:lnTo>
                  <a:pt x="967360" y="463745"/>
                </a:lnTo>
                <a:lnTo>
                  <a:pt x="973404" y="452535"/>
                </a:lnTo>
                <a:lnTo>
                  <a:pt x="979340" y="441441"/>
                </a:lnTo>
                <a:lnTo>
                  <a:pt x="982217" y="435990"/>
                </a:lnTo>
                <a:lnTo>
                  <a:pt x="992518" y="428513"/>
                </a:lnTo>
                <a:lnTo>
                  <a:pt x="993266" y="352678"/>
                </a:lnTo>
                <a:lnTo>
                  <a:pt x="987089" y="363834"/>
                </a:lnTo>
                <a:lnTo>
                  <a:pt x="980831" y="374803"/>
                </a:lnTo>
                <a:lnTo>
                  <a:pt x="974601" y="385834"/>
                </a:lnTo>
                <a:lnTo>
                  <a:pt x="971550" y="391413"/>
                </a:lnTo>
                <a:lnTo>
                  <a:pt x="972441" y="378849"/>
                </a:lnTo>
                <a:lnTo>
                  <a:pt x="973163" y="366203"/>
                </a:lnTo>
                <a:lnTo>
                  <a:pt x="973705" y="353496"/>
                </a:lnTo>
                <a:lnTo>
                  <a:pt x="974055" y="340749"/>
                </a:lnTo>
                <a:lnTo>
                  <a:pt x="974199" y="327982"/>
                </a:lnTo>
                <a:lnTo>
                  <a:pt x="974126" y="315215"/>
                </a:lnTo>
                <a:lnTo>
                  <a:pt x="973824" y="302470"/>
                </a:lnTo>
                <a:lnTo>
                  <a:pt x="973281" y="289767"/>
                </a:lnTo>
                <a:lnTo>
                  <a:pt x="972484" y="277126"/>
                </a:lnTo>
                <a:lnTo>
                  <a:pt x="971421" y="264568"/>
                </a:lnTo>
                <a:lnTo>
                  <a:pt x="970660" y="257175"/>
                </a:lnTo>
                <a:lnTo>
                  <a:pt x="980332" y="248678"/>
                </a:lnTo>
                <a:lnTo>
                  <a:pt x="989803" y="240440"/>
                </a:lnTo>
                <a:lnTo>
                  <a:pt x="991615" y="238887"/>
                </a:lnTo>
                <a:lnTo>
                  <a:pt x="989907" y="251151"/>
                </a:lnTo>
                <a:lnTo>
                  <a:pt x="989028" y="263677"/>
                </a:lnTo>
                <a:lnTo>
                  <a:pt x="988780" y="276406"/>
                </a:lnTo>
                <a:lnTo>
                  <a:pt x="988966" y="289277"/>
                </a:lnTo>
                <a:lnTo>
                  <a:pt x="989329" y="300609"/>
                </a:lnTo>
                <a:lnTo>
                  <a:pt x="989892" y="313195"/>
                </a:lnTo>
                <a:lnTo>
                  <a:pt x="990585" y="325886"/>
                </a:lnTo>
                <a:lnTo>
                  <a:pt x="991584" y="338603"/>
                </a:lnTo>
                <a:lnTo>
                  <a:pt x="993064" y="351270"/>
                </a:lnTo>
                <a:lnTo>
                  <a:pt x="996178" y="200935"/>
                </a:lnTo>
                <a:lnTo>
                  <a:pt x="983579" y="212067"/>
                </a:lnTo>
                <a:lnTo>
                  <a:pt x="970988" y="223213"/>
                </a:lnTo>
                <a:lnTo>
                  <a:pt x="958411" y="234380"/>
                </a:lnTo>
                <a:lnTo>
                  <a:pt x="945854" y="245571"/>
                </a:lnTo>
                <a:lnTo>
                  <a:pt x="933323" y="256794"/>
                </a:lnTo>
                <a:lnTo>
                  <a:pt x="931672" y="252730"/>
                </a:lnTo>
                <a:lnTo>
                  <a:pt x="929131" y="252349"/>
                </a:lnTo>
                <a:lnTo>
                  <a:pt x="928497" y="255524"/>
                </a:lnTo>
                <a:lnTo>
                  <a:pt x="927988" y="259080"/>
                </a:lnTo>
                <a:lnTo>
                  <a:pt x="927353" y="261874"/>
                </a:lnTo>
                <a:lnTo>
                  <a:pt x="907170" y="280315"/>
                </a:lnTo>
                <a:lnTo>
                  <a:pt x="887140" y="298892"/>
                </a:lnTo>
                <a:lnTo>
                  <a:pt x="867291" y="317629"/>
                </a:lnTo>
                <a:lnTo>
                  <a:pt x="847654" y="336554"/>
                </a:lnTo>
                <a:lnTo>
                  <a:pt x="828258" y="355691"/>
                </a:lnTo>
                <a:lnTo>
                  <a:pt x="809131" y="375067"/>
                </a:lnTo>
                <a:lnTo>
                  <a:pt x="790302" y="394709"/>
                </a:lnTo>
                <a:lnTo>
                  <a:pt x="771802" y="414641"/>
                </a:lnTo>
                <a:lnTo>
                  <a:pt x="753658" y="434891"/>
                </a:lnTo>
                <a:lnTo>
                  <a:pt x="735901" y="455485"/>
                </a:lnTo>
                <a:lnTo>
                  <a:pt x="718559" y="476448"/>
                </a:lnTo>
                <a:lnTo>
                  <a:pt x="701661" y="497807"/>
                </a:lnTo>
                <a:lnTo>
                  <a:pt x="685237" y="519588"/>
                </a:lnTo>
                <a:lnTo>
                  <a:pt x="669316" y="541816"/>
                </a:lnTo>
                <a:lnTo>
                  <a:pt x="653926" y="564518"/>
                </a:lnTo>
                <a:lnTo>
                  <a:pt x="639098" y="587721"/>
                </a:lnTo>
                <a:lnTo>
                  <a:pt x="624860" y="611450"/>
                </a:lnTo>
                <a:lnTo>
                  <a:pt x="611241" y="635731"/>
                </a:lnTo>
                <a:lnTo>
                  <a:pt x="598270" y="660590"/>
                </a:lnTo>
                <a:lnTo>
                  <a:pt x="585977" y="686053"/>
                </a:lnTo>
                <a:lnTo>
                  <a:pt x="573761" y="712547"/>
                </a:lnTo>
                <a:lnTo>
                  <a:pt x="567693" y="725765"/>
                </a:lnTo>
                <a:lnTo>
                  <a:pt x="561626" y="738955"/>
                </a:lnTo>
                <a:lnTo>
                  <a:pt x="555543" y="752109"/>
                </a:lnTo>
                <a:lnTo>
                  <a:pt x="549426" y="765222"/>
                </a:lnTo>
                <a:lnTo>
                  <a:pt x="543255" y="778286"/>
                </a:lnTo>
                <a:lnTo>
                  <a:pt x="537012" y="791295"/>
                </a:lnTo>
                <a:lnTo>
                  <a:pt x="530680" y="804241"/>
                </a:lnTo>
                <a:lnTo>
                  <a:pt x="524240" y="817118"/>
                </a:lnTo>
                <a:lnTo>
                  <a:pt x="517672" y="829918"/>
                </a:lnTo>
                <a:lnTo>
                  <a:pt x="510960" y="842635"/>
                </a:lnTo>
                <a:lnTo>
                  <a:pt x="504084" y="855263"/>
                </a:lnTo>
                <a:lnTo>
                  <a:pt x="497027" y="867794"/>
                </a:lnTo>
                <a:lnTo>
                  <a:pt x="489769" y="880221"/>
                </a:lnTo>
                <a:lnTo>
                  <a:pt x="482293" y="892537"/>
                </a:lnTo>
                <a:lnTo>
                  <a:pt x="474579" y="904736"/>
                </a:lnTo>
                <a:lnTo>
                  <a:pt x="466611" y="916811"/>
                </a:lnTo>
                <a:lnTo>
                  <a:pt x="458368" y="928755"/>
                </a:lnTo>
                <a:lnTo>
                  <a:pt x="449833" y="940562"/>
                </a:lnTo>
                <a:lnTo>
                  <a:pt x="441720" y="951479"/>
                </a:lnTo>
                <a:lnTo>
                  <a:pt x="433572" y="962366"/>
                </a:lnTo>
                <a:lnTo>
                  <a:pt x="425393" y="973223"/>
                </a:lnTo>
                <a:lnTo>
                  <a:pt x="417184" y="984053"/>
                </a:lnTo>
                <a:lnTo>
                  <a:pt x="408949" y="994860"/>
                </a:lnTo>
                <a:lnTo>
                  <a:pt x="400690" y="1005645"/>
                </a:lnTo>
                <a:lnTo>
                  <a:pt x="392409" y="1016411"/>
                </a:lnTo>
                <a:lnTo>
                  <a:pt x="384108" y="1027161"/>
                </a:lnTo>
                <a:lnTo>
                  <a:pt x="375791" y="1037898"/>
                </a:lnTo>
                <a:lnTo>
                  <a:pt x="367458" y="1048623"/>
                </a:lnTo>
                <a:lnTo>
                  <a:pt x="359113" y="1059339"/>
                </a:lnTo>
                <a:lnTo>
                  <a:pt x="350758" y="1070050"/>
                </a:lnTo>
                <a:lnTo>
                  <a:pt x="342396" y="1080757"/>
                </a:lnTo>
                <a:lnTo>
                  <a:pt x="334028" y="1091463"/>
                </a:lnTo>
                <a:lnTo>
                  <a:pt x="325657" y="1102171"/>
                </a:lnTo>
                <a:lnTo>
                  <a:pt x="317286" y="1112883"/>
                </a:lnTo>
                <a:lnTo>
                  <a:pt x="308917" y="1123602"/>
                </a:lnTo>
                <a:lnTo>
                  <a:pt x="300552" y="1134331"/>
                </a:lnTo>
                <a:lnTo>
                  <a:pt x="292194" y="1145071"/>
                </a:lnTo>
                <a:lnTo>
                  <a:pt x="283845" y="1155827"/>
                </a:lnTo>
                <a:lnTo>
                  <a:pt x="276312" y="1165353"/>
                </a:lnTo>
                <a:lnTo>
                  <a:pt x="268431" y="1175006"/>
                </a:lnTo>
                <a:lnTo>
                  <a:pt x="260314" y="1184801"/>
                </a:lnTo>
                <a:lnTo>
                  <a:pt x="252077" y="1194754"/>
                </a:lnTo>
                <a:lnTo>
                  <a:pt x="243833" y="1204883"/>
                </a:lnTo>
                <a:lnTo>
                  <a:pt x="235699" y="1215202"/>
                </a:lnTo>
                <a:lnTo>
                  <a:pt x="227787" y="1225728"/>
                </a:lnTo>
                <a:lnTo>
                  <a:pt x="220213" y="1236477"/>
                </a:lnTo>
                <a:lnTo>
                  <a:pt x="213092" y="1247465"/>
                </a:lnTo>
                <a:lnTo>
                  <a:pt x="206537" y="1258710"/>
                </a:lnTo>
                <a:lnTo>
                  <a:pt x="200663" y="1270225"/>
                </a:lnTo>
                <a:lnTo>
                  <a:pt x="195585" y="1282029"/>
                </a:lnTo>
                <a:lnTo>
                  <a:pt x="191417" y="1294136"/>
                </a:lnTo>
                <a:lnTo>
                  <a:pt x="188274" y="1306564"/>
                </a:lnTo>
                <a:lnTo>
                  <a:pt x="186435" y="1317878"/>
                </a:lnTo>
                <a:lnTo>
                  <a:pt x="185445" y="1332344"/>
                </a:lnTo>
                <a:lnTo>
                  <a:pt x="185940" y="1344789"/>
                </a:lnTo>
                <a:lnTo>
                  <a:pt x="187409" y="1355442"/>
                </a:lnTo>
                <a:lnTo>
                  <a:pt x="189341" y="1364530"/>
                </a:lnTo>
                <a:lnTo>
                  <a:pt x="191226" y="1372277"/>
                </a:lnTo>
                <a:lnTo>
                  <a:pt x="192554" y="1378913"/>
                </a:lnTo>
                <a:lnTo>
                  <a:pt x="192813" y="1384662"/>
                </a:lnTo>
                <a:lnTo>
                  <a:pt x="191493" y="1389752"/>
                </a:lnTo>
                <a:lnTo>
                  <a:pt x="188084" y="1394410"/>
                </a:lnTo>
                <a:lnTo>
                  <a:pt x="182074" y="1398863"/>
                </a:lnTo>
                <a:lnTo>
                  <a:pt x="172953" y="1403336"/>
                </a:lnTo>
                <a:lnTo>
                  <a:pt x="160211" y="1408057"/>
                </a:lnTo>
                <a:lnTo>
                  <a:pt x="146811" y="1412239"/>
                </a:lnTo>
                <a:lnTo>
                  <a:pt x="141477" y="1414145"/>
                </a:lnTo>
                <a:lnTo>
                  <a:pt x="140334" y="1421638"/>
                </a:lnTo>
                <a:lnTo>
                  <a:pt x="141731" y="1426464"/>
                </a:lnTo>
                <a:lnTo>
                  <a:pt x="146536" y="1444859"/>
                </a:lnTo>
                <a:lnTo>
                  <a:pt x="149372" y="1463170"/>
                </a:lnTo>
                <a:lnTo>
                  <a:pt x="150477" y="1481402"/>
                </a:lnTo>
                <a:lnTo>
                  <a:pt x="150091" y="1499563"/>
                </a:lnTo>
                <a:lnTo>
                  <a:pt x="148451" y="1517657"/>
                </a:lnTo>
                <a:lnTo>
                  <a:pt x="145794" y="1535693"/>
                </a:lnTo>
                <a:lnTo>
                  <a:pt x="142358" y="1553676"/>
                </a:lnTo>
                <a:lnTo>
                  <a:pt x="138383" y="1571613"/>
                </a:lnTo>
                <a:lnTo>
                  <a:pt x="134105" y="1589511"/>
                </a:lnTo>
                <a:lnTo>
                  <a:pt x="129762" y="1607375"/>
                </a:lnTo>
                <a:lnTo>
                  <a:pt x="125592" y="1625213"/>
                </a:lnTo>
                <a:lnTo>
                  <a:pt x="121834" y="1643030"/>
                </a:lnTo>
                <a:lnTo>
                  <a:pt x="118725" y="1660834"/>
                </a:lnTo>
                <a:lnTo>
                  <a:pt x="116503" y="1678630"/>
                </a:lnTo>
                <a:lnTo>
                  <a:pt x="115407" y="1696426"/>
                </a:lnTo>
                <a:lnTo>
                  <a:pt x="115673" y="1714227"/>
                </a:lnTo>
                <a:lnTo>
                  <a:pt x="117540" y="1732041"/>
                </a:lnTo>
                <a:lnTo>
                  <a:pt x="121247" y="1749873"/>
                </a:lnTo>
                <a:lnTo>
                  <a:pt x="127030" y="1767730"/>
                </a:lnTo>
                <a:lnTo>
                  <a:pt x="135127" y="1785620"/>
                </a:lnTo>
                <a:lnTo>
                  <a:pt x="139064" y="1790827"/>
                </a:lnTo>
                <a:lnTo>
                  <a:pt x="141731" y="1791843"/>
                </a:lnTo>
                <a:lnTo>
                  <a:pt x="133242" y="1814498"/>
                </a:lnTo>
                <a:lnTo>
                  <a:pt x="124953" y="1837238"/>
                </a:lnTo>
                <a:lnTo>
                  <a:pt x="116856" y="1860057"/>
                </a:lnTo>
                <a:lnTo>
                  <a:pt x="108942" y="1882953"/>
                </a:lnTo>
                <a:lnTo>
                  <a:pt x="101205" y="1905922"/>
                </a:lnTo>
                <a:lnTo>
                  <a:pt x="93635" y="1928960"/>
                </a:lnTo>
                <a:lnTo>
                  <a:pt x="86226" y="1952064"/>
                </a:lnTo>
                <a:lnTo>
                  <a:pt x="78969" y="1975228"/>
                </a:lnTo>
                <a:lnTo>
                  <a:pt x="71857" y="1998451"/>
                </a:lnTo>
                <a:lnTo>
                  <a:pt x="64881" y="2021728"/>
                </a:lnTo>
                <a:lnTo>
                  <a:pt x="58033" y="2045056"/>
                </a:lnTo>
                <a:lnTo>
                  <a:pt x="51306" y="2068430"/>
                </a:lnTo>
                <a:lnTo>
                  <a:pt x="44693" y="2091848"/>
                </a:lnTo>
                <a:lnTo>
                  <a:pt x="38183" y="2115304"/>
                </a:lnTo>
                <a:lnTo>
                  <a:pt x="31771" y="2138797"/>
                </a:lnTo>
                <a:lnTo>
                  <a:pt x="25448" y="2162321"/>
                </a:lnTo>
                <a:lnTo>
                  <a:pt x="19206" y="2185873"/>
                </a:lnTo>
                <a:lnTo>
                  <a:pt x="13038" y="2209450"/>
                </a:lnTo>
                <a:lnTo>
                  <a:pt x="6934" y="2233048"/>
                </a:lnTo>
                <a:lnTo>
                  <a:pt x="888" y="2256663"/>
                </a:lnTo>
                <a:lnTo>
                  <a:pt x="0" y="2260727"/>
                </a:lnTo>
                <a:lnTo>
                  <a:pt x="3682" y="2264029"/>
                </a:lnTo>
                <a:lnTo>
                  <a:pt x="17340" y="2238307"/>
                </a:lnTo>
                <a:lnTo>
                  <a:pt x="24637" y="2215896"/>
                </a:lnTo>
                <a:lnTo>
                  <a:pt x="31933" y="2193496"/>
                </a:lnTo>
                <a:lnTo>
                  <a:pt x="39236" y="2171111"/>
                </a:lnTo>
                <a:lnTo>
                  <a:pt x="46557" y="2148746"/>
                </a:lnTo>
                <a:lnTo>
                  <a:pt x="53903" y="2126405"/>
                </a:lnTo>
                <a:lnTo>
                  <a:pt x="61284" y="2104090"/>
                </a:lnTo>
                <a:lnTo>
                  <a:pt x="68709" y="2081807"/>
                </a:lnTo>
                <a:lnTo>
                  <a:pt x="76186" y="2059559"/>
                </a:lnTo>
                <a:lnTo>
                  <a:pt x="83724" y="2037349"/>
                </a:lnTo>
                <a:lnTo>
                  <a:pt x="91333" y="2015183"/>
                </a:lnTo>
                <a:lnTo>
                  <a:pt x="99022" y="1993063"/>
                </a:lnTo>
                <a:lnTo>
                  <a:pt x="106799" y="1970994"/>
                </a:lnTo>
                <a:lnTo>
                  <a:pt x="114673" y="1948980"/>
                </a:lnTo>
                <a:lnTo>
                  <a:pt x="122654" y="1927024"/>
                </a:lnTo>
                <a:lnTo>
                  <a:pt x="130750" y="1905131"/>
                </a:lnTo>
                <a:lnTo>
                  <a:pt x="138970" y="1883303"/>
                </a:lnTo>
                <a:lnTo>
                  <a:pt x="147323" y="1861546"/>
                </a:lnTo>
                <a:lnTo>
                  <a:pt x="155818" y="1839863"/>
                </a:lnTo>
                <a:lnTo>
                  <a:pt x="164464" y="1818259"/>
                </a:lnTo>
                <a:lnTo>
                  <a:pt x="189439" y="1814279"/>
                </a:lnTo>
                <a:lnTo>
                  <a:pt x="205016" y="1812098"/>
                </a:lnTo>
                <a:lnTo>
                  <a:pt x="217625" y="1810378"/>
                </a:lnTo>
                <a:lnTo>
                  <a:pt x="228346" y="1808861"/>
                </a:lnTo>
                <a:lnTo>
                  <a:pt x="241398" y="1806959"/>
                </a:lnTo>
                <a:lnTo>
                  <a:pt x="254568" y="1804908"/>
                </a:lnTo>
                <a:lnTo>
                  <a:pt x="267793" y="1802664"/>
                </a:lnTo>
                <a:lnTo>
                  <a:pt x="281008" y="1800182"/>
                </a:lnTo>
                <a:lnTo>
                  <a:pt x="294152" y="1797416"/>
                </a:lnTo>
                <a:lnTo>
                  <a:pt x="307160" y="1794321"/>
                </a:lnTo>
                <a:lnTo>
                  <a:pt x="319971" y="1790853"/>
                </a:lnTo>
                <a:lnTo>
                  <a:pt x="332520" y="1786967"/>
                </a:lnTo>
                <a:lnTo>
                  <a:pt x="344744" y="1782617"/>
                </a:lnTo>
                <a:lnTo>
                  <a:pt x="356581" y="1777758"/>
                </a:lnTo>
                <a:lnTo>
                  <a:pt x="367967" y="1772347"/>
                </a:lnTo>
                <a:lnTo>
                  <a:pt x="378839" y="1766337"/>
                </a:lnTo>
                <a:lnTo>
                  <a:pt x="389134" y="1759684"/>
                </a:lnTo>
                <a:lnTo>
                  <a:pt x="398790" y="1752342"/>
                </a:lnTo>
                <a:lnTo>
                  <a:pt x="407741" y="1744268"/>
                </a:lnTo>
                <a:lnTo>
                  <a:pt x="417036" y="1734132"/>
                </a:lnTo>
                <a:lnTo>
                  <a:pt x="424792" y="1724177"/>
                </a:lnTo>
                <a:lnTo>
                  <a:pt x="431983" y="1713728"/>
                </a:lnTo>
                <a:lnTo>
                  <a:pt x="438766" y="1702920"/>
                </a:lnTo>
                <a:lnTo>
                  <a:pt x="445297" y="1691889"/>
                </a:lnTo>
                <a:lnTo>
                  <a:pt x="451734" y="1680772"/>
                </a:lnTo>
                <a:lnTo>
                  <a:pt x="458232" y="1669703"/>
                </a:lnTo>
                <a:lnTo>
                  <a:pt x="464948" y="1658820"/>
                </a:lnTo>
                <a:lnTo>
                  <a:pt x="472039" y="1648258"/>
                </a:lnTo>
                <a:lnTo>
                  <a:pt x="479661" y="1638153"/>
                </a:lnTo>
                <a:lnTo>
                  <a:pt x="483361" y="1633727"/>
                </a:lnTo>
                <a:lnTo>
                  <a:pt x="491993" y="1624069"/>
                </a:lnTo>
                <a:lnTo>
                  <a:pt x="500819" y="1614810"/>
                </a:lnTo>
                <a:lnTo>
                  <a:pt x="509750" y="1605818"/>
                </a:lnTo>
                <a:lnTo>
                  <a:pt x="518699" y="1596959"/>
                </a:lnTo>
                <a:lnTo>
                  <a:pt x="527574" y="1588099"/>
                </a:lnTo>
                <a:lnTo>
                  <a:pt x="536288" y="1579105"/>
                </a:lnTo>
                <a:lnTo>
                  <a:pt x="544751" y="1569842"/>
                </a:lnTo>
                <a:lnTo>
                  <a:pt x="552874" y="1560178"/>
                </a:lnTo>
                <a:lnTo>
                  <a:pt x="560568" y="1549978"/>
                </a:lnTo>
                <a:lnTo>
                  <a:pt x="567744" y="1539110"/>
                </a:lnTo>
                <a:lnTo>
                  <a:pt x="571880" y="1532001"/>
                </a:lnTo>
                <a:lnTo>
                  <a:pt x="578209" y="1520139"/>
                </a:lnTo>
                <a:lnTo>
                  <a:pt x="584117" y="1508003"/>
                </a:lnTo>
                <a:lnTo>
                  <a:pt x="589647" y="1495621"/>
                </a:lnTo>
                <a:lnTo>
                  <a:pt x="594841" y="1483018"/>
                </a:lnTo>
                <a:lnTo>
                  <a:pt x="599741" y="1470223"/>
                </a:lnTo>
                <a:lnTo>
                  <a:pt x="604390" y="1457262"/>
                </a:lnTo>
                <a:lnTo>
                  <a:pt x="608829" y="1444162"/>
                </a:lnTo>
                <a:lnTo>
                  <a:pt x="613102" y="1430951"/>
                </a:lnTo>
                <a:lnTo>
                  <a:pt x="617250" y="1417655"/>
                </a:lnTo>
                <a:lnTo>
                  <a:pt x="621315" y="1404302"/>
                </a:lnTo>
                <a:lnTo>
                  <a:pt x="625341" y="1390918"/>
                </a:lnTo>
                <a:lnTo>
                  <a:pt x="629369" y="1377531"/>
                </a:lnTo>
                <a:lnTo>
                  <a:pt x="633441" y="1364167"/>
                </a:lnTo>
                <a:lnTo>
                  <a:pt x="637601" y="1350854"/>
                </a:lnTo>
                <a:lnTo>
                  <a:pt x="646349" y="1324489"/>
                </a:lnTo>
                <a:lnTo>
                  <a:pt x="655953" y="1298650"/>
                </a:lnTo>
                <a:lnTo>
                  <a:pt x="666750" y="1273556"/>
                </a:lnTo>
                <a:lnTo>
                  <a:pt x="675273" y="1255641"/>
                </a:lnTo>
                <a:lnTo>
                  <a:pt x="684114" y="1237943"/>
                </a:lnTo>
                <a:lnTo>
                  <a:pt x="693270" y="1220464"/>
                </a:lnTo>
                <a:lnTo>
                  <a:pt x="702737" y="1203206"/>
                </a:lnTo>
                <a:lnTo>
                  <a:pt x="712511" y="1186172"/>
                </a:lnTo>
                <a:lnTo>
                  <a:pt x="722588" y="1169364"/>
                </a:lnTo>
                <a:lnTo>
                  <a:pt x="732965" y="1152786"/>
                </a:lnTo>
                <a:lnTo>
                  <a:pt x="743638" y="1136440"/>
                </a:lnTo>
                <a:lnTo>
                  <a:pt x="754603" y="1120329"/>
                </a:lnTo>
                <a:lnTo>
                  <a:pt x="765857" y="1104455"/>
                </a:lnTo>
                <a:lnTo>
                  <a:pt x="777396" y="1088821"/>
                </a:lnTo>
                <a:lnTo>
                  <a:pt x="789215" y="1073430"/>
                </a:lnTo>
                <a:lnTo>
                  <a:pt x="801312" y="1058284"/>
                </a:lnTo>
                <a:lnTo>
                  <a:pt x="813683" y="1043386"/>
                </a:lnTo>
                <a:lnTo>
                  <a:pt x="826323" y="1028739"/>
                </a:lnTo>
                <a:lnTo>
                  <a:pt x="839230" y="1014345"/>
                </a:lnTo>
                <a:lnTo>
                  <a:pt x="852399" y="1000208"/>
                </a:lnTo>
                <a:lnTo>
                  <a:pt x="865827" y="986329"/>
                </a:lnTo>
                <a:lnTo>
                  <a:pt x="879510" y="972711"/>
                </a:lnTo>
                <a:lnTo>
                  <a:pt x="893445" y="959358"/>
                </a:lnTo>
                <a:lnTo>
                  <a:pt x="897508" y="955294"/>
                </a:lnTo>
                <a:lnTo>
                  <a:pt x="898398" y="948563"/>
                </a:lnTo>
                <a:lnTo>
                  <a:pt x="895096" y="943356"/>
                </a:lnTo>
                <a:lnTo>
                  <a:pt x="888041" y="932803"/>
                </a:lnTo>
                <a:lnTo>
                  <a:pt x="881043" y="922108"/>
                </a:lnTo>
                <a:lnTo>
                  <a:pt x="873994" y="911619"/>
                </a:lnTo>
                <a:lnTo>
                  <a:pt x="873632" y="911098"/>
                </a:lnTo>
                <a:lnTo>
                  <a:pt x="878204" y="911225"/>
                </a:lnTo>
                <a:lnTo>
                  <a:pt x="887095" y="910336"/>
                </a:lnTo>
                <a:lnTo>
                  <a:pt x="899015" y="907667"/>
                </a:lnTo>
                <a:lnTo>
                  <a:pt x="910315" y="903201"/>
                </a:lnTo>
                <a:lnTo>
                  <a:pt x="920997" y="897001"/>
                </a:lnTo>
                <a:lnTo>
                  <a:pt x="931066" y="889134"/>
                </a:lnTo>
                <a:lnTo>
                  <a:pt x="940526" y="879664"/>
                </a:lnTo>
                <a:lnTo>
                  <a:pt x="949383" y="868656"/>
                </a:lnTo>
                <a:lnTo>
                  <a:pt x="957452" y="856488"/>
                </a:lnTo>
                <a:lnTo>
                  <a:pt x="963513" y="845172"/>
                </a:lnTo>
                <a:lnTo>
                  <a:pt x="968512" y="833604"/>
                </a:lnTo>
                <a:lnTo>
                  <a:pt x="972649" y="821773"/>
                </a:lnTo>
                <a:lnTo>
                  <a:pt x="976126" y="809668"/>
                </a:lnTo>
                <a:lnTo>
                  <a:pt x="979142" y="797280"/>
                </a:lnTo>
                <a:lnTo>
                  <a:pt x="981899" y="784597"/>
                </a:lnTo>
                <a:lnTo>
                  <a:pt x="983614" y="776351"/>
                </a:lnTo>
                <a:lnTo>
                  <a:pt x="985970" y="764400"/>
                </a:lnTo>
                <a:lnTo>
                  <a:pt x="988347" y="751945"/>
                </a:lnTo>
                <a:lnTo>
                  <a:pt x="990863" y="739171"/>
                </a:lnTo>
                <a:lnTo>
                  <a:pt x="993639" y="726265"/>
                </a:lnTo>
                <a:lnTo>
                  <a:pt x="996791" y="713413"/>
                </a:lnTo>
                <a:lnTo>
                  <a:pt x="1000439" y="700803"/>
                </a:lnTo>
                <a:lnTo>
                  <a:pt x="1004703" y="688621"/>
                </a:lnTo>
                <a:lnTo>
                  <a:pt x="1009700" y="677054"/>
                </a:lnTo>
                <a:lnTo>
                  <a:pt x="1015549" y="666289"/>
                </a:lnTo>
                <a:lnTo>
                  <a:pt x="1025207" y="652994"/>
                </a:lnTo>
                <a:lnTo>
                  <a:pt x="1033918" y="643677"/>
                </a:lnTo>
                <a:lnTo>
                  <a:pt x="1043121" y="635144"/>
                </a:lnTo>
                <a:lnTo>
                  <a:pt x="1052535" y="626917"/>
                </a:lnTo>
                <a:lnTo>
                  <a:pt x="1061879" y="618515"/>
                </a:lnTo>
                <a:lnTo>
                  <a:pt x="1070872" y="609460"/>
                </a:lnTo>
                <a:lnTo>
                  <a:pt x="1091492" y="584252"/>
                </a:lnTo>
                <a:lnTo>
                  <a:pt x="1108369" y="559317"/>
                </a:lnTo>
                <a:lnTo>
                  <a:pt x="1122848" y="533472"/>
                </a:lnTo>
                <a:lnTo>
                  <a:pt x="1135141" y="506797"/>
                </a:lnTo>
                <a:lnTo>
                  <a:pt x="1145458" y="479367"/>
                </a:lnTo>
                <a:lnTo>
                  <a:pt x="1154011" y="451261"/>
                </a:lnTo>
                <a:lnTo>
                  <a:pt x="1161010" y="422555"/>
                </a:lnTo>
                <a:lnTo>
                  <a:pt x="1161409" y="256528"/>
                </a:lnTo>
                <a:lnTo>
                  <a:pt x="1160666" y="269382"/>
                </a:lnTo>
                <a:lnTo>
                  <a:pt x="1159872" y="282253"/>
                </a:lnTo>
                <a:lnTo>
                  <a:pt x="1159007" y="295130"/>
                </a:lnTo>
                <a:lnTo>
                  <a:pt x="1158112" y="307213"/>
                </a:lnTo>
                <a:lnTo>
                  <a:pt x="1156715" y="307467"/>
                </a:lnTo>
                <a:lnTo>
                  <a:pt x="1145530" y="312181"/>
                </a:lnTo>
                <a:lnTo>
                  <a:pt x="1134240" y="317074"/>
                </a:lnTo>
                <a:lnTo>
                  <a:pt x="1122873" y="322150"/>
                </a:lnTo>
                <a:lnTo>
                  <a:pt x="1111455" y="327416"/>
                </a:lnTo>
                <a:lnTo>
                  <a:pt x="1100010" y="332880"/>
                </a:lnTo>
                <a:lnTo>
                  <a:pt x="1088566" y="338546"/>
                </a:lnTo>
                <a:lnTo>
                  <a:pt x="1077148" y="344423"/>
                </a:lnTo>
                <a:lnTo>
                  <a:pt x="1065782" y="350516"/>
                </a:lnTo>
                <a:lnTo>
                  <a:pt x="1054493" y="356831"/>
                </a:lnTo>
                <a:lnTo>
                  <a:pt x="1043309" y="363376"/>
                </a:lnTo>
                <a:lnTo>
                  <a:pt x="1032254" y="370157"/>
                </a:lnTo>
                <a:lnTo>
                  <a:pt x="1021354" y="377180"/>
                </a:lnTo>
                <a:lnTo>
                  <a:pt x="1012316" y="383286"/>
                </a:lnTo>
                <a:lnTo>
                  <a:pt x="1018335" y="372093"/>
                </a:lnTo>
                <a:lnTo>
                  <a:pt x="1012671" y="318532"/>
                </a:lnTo>
                <a:lnTo>
                  <a:pt x="1006348" y="329564"/>
                </a:lnTo>
                <a:lnTo>
                  <a:pt x="1012983" y="413463"/>
                </a:lnTo>
                <a:lnTo>
                  <a:pt x="1023183" y="405928"/>
                </a:lnTo>
                <a:lnTo>
                  <a:pt x="1033384" y="398412"/>
                </a:lnTo>
                <a:lnTo>
                  <a:pt x="1043603" y="390934"/>
                </a:lnTo>
                <a:lnTo>
                  <a:pt x="1053858" y="383511"/>
                </a:lnTo>
                <a:lnTo>
                  <a:pt x="1064166" y="376164"/>
                </a:lnTo>
                <a:lnTo>
                  <a:pt x="1074543" y="368910"/>
                </a:lnTo>
                <a:lnTo>
                  <a:pt x="1085008" y="361769"/>
                </a:lnTo>
                <a:lnTo>
                  <a:pt x="1095578" y="354759"/>
                </a:lnTo>
                <a:lnTo>
                  <a:pt x="1106269" y="347899"/>
                </a:lnTo>
                <a:lnTo>
                  <a:pt x="1117099" y="341208"/>
                </a:lnTo>
                <a:lnTo>
                  <a:pt x="1128085" y="334705"/>
                </a:lnTo>
                <a:lnTo>
                  <a:pt x="1139245" y="328409"/>
                </a:lnTo>
                <a:lnTo>
                  <a:pt x="1150596" y="322337"/>
                </a:lnTo>
                <a:lnTo>
                  <a:pt x="1155318" y="319913"/>
                </a:lnTo>
                <a:lnTo>
                  <a:pt x="1154174" y="335128"/>
                </a:lnTo>
                <a:lnTo>
                  <a:pt x="1152817" y="350283"/>
                </a:lnTo>
                <a:lnTo>
                  <a:pt x="1151216" y="365361"/>
                </a:lnTo>
                <a:lnTo>
                  <a:pt x="1149341" y="380345"/>
                </a:lnTo>
                <a:lnTo>
                  <a:pt x="1147163" y="395220"/>
                </a:lnTo>
                <a:lnTo>
                  <a:pt x="1144650" y="409967"/>
                </a:lnTo>
                <a:lnTo>
                  <a:pt x="1141772" y="424572"/>
                </a:lnTo>
                <a:lnTo>
                  <a:pt x="1138500" y="439016"/>
                </a:lnTo>
                <a:lnTo>
                  <a:pt x="1134802" y="453284"/>
                </a:lnTo>
                <a:lnTo>
                  <a:pt x="1130649" y="467360"/>
                </a:lnTo>
                <a:lnTo>
                  <a:pt x="1126010" y="481225"/>
                </a:lnTo>
                <a:lnTo>
                  <a:pt x="1120855" y="494865"/>
                </a:lnTo>
                <a:lnTo>
                  <a:pt x="1115153" y="508261"/>
                </a:lnTo>
                <a:lnTo>
                  <a:pt x="1108875" y="521399"/>
                </a:lnTo>
                <a:lnTo>
                  <a:pt x="1101990" y="534261"/>
                </a:lnTo>
                <a:lnTo>
                  <a:pt x="1094468" y="546830"/>
                </a:lnTo>
                <a:lnTo>
                  <a:pt x="1086279" y="559090"/>
                </a:lnTo>
                <a:lnTo>
                  <a:pt x="1077391" y="571025"/>
                </a:lnTo>
                <a:lnTo>
                  <a:pt x="1067775" y="582618"/>
                </a:lnTo>
                <a:lnTo>
                  <a:pt x="1057402" y="593851"/>
                </a:lnTo>
                <a:lnTo>
                  <a:pt x="1048075" y="603003"/>
                </a:lnTo>
                <a:lnTo>
                  <a:pt x="1038675" y="611698"/>
                </a:lnTo>
                <a:lnTo>
                  <a:pt x="1029346" y="620187"/>
                </a:lnTo>
                <a:lnTo>
                  <a:pt x="1020231" y="628722"/>
                </a:lnTo>
                <a:lnTo>
                  <a:pt x="1011471" y="637555"/>
                </a:lnTo>
                <a:lnTo>
                  <a:pt x="1003212" y="646936"/>
                </a:lnTo>
                <a:lnTo>
                  <a:pt x="995594" y="657118"/>
                </a:lnTo>
                <a:lnTo>
                  <a:pt x="988762" y="668351"/>
                </a:lnTo>
                <a:lnTo>
                  <a:pt x="985011" y="675894"/>
                </a:lnTo>
                <a:lnTo>
                  <a:pt x="981110" y="685588"/>
                </a:lnTo>
                <a:lnTo>
                  <a:pt x="977630" y="696644"/>
                </a:lnTo>
                <a:lnTo>
                  <a:pt x="974470" y="708851"/>
                </a:lnTo>
                <a:lnTo>
                  <a:pt x="971531" y="722000"/>
                </a:lnTo>
                <a:lnTo>
                  <a:pt x="968713" y="735879"/>
                </a:lnTo>
                <a:lnTo>
                  <a:pt x="965915" y="750280"/>
                </a:lnTo>
                <a:lnTo>
                  <a:pt x="963038" y="764992"/>
                </a:lnTo>
                <a:lnTo>
                  <a:pt x="959981" y="779804"/>
                </a:lnTo>
                <a:lnTo>
                  <a:pt x="956645" y="794507"/>
                </a:lnTo>
                <a:lnTo>
                  <a:pt x="952929" y="808891"/>
                </a:lnTo>
                <a:lnTo>
                  <a:pt x="948734" y="822746"/>
                </a:lnTo>
                <a:lnTo>
                  <a:pt x="943958" y="835861"/>
                </a:lnTo>
                <a:lnTo>
                  <a:pt x="938503" y="848026"/>
                </a:lnTo>
                <a:lnTo>
                  <a:pt x="932268" y="859032"/>
                </a:lnTo>
                <a:lnTo>
                  <a:pt x="925154" y="868668"/>
                </a:lnTo>
                <a:lnTo>
                  <a:pt x="917059" y="876724"/>
                </a:lnTo>
                <a:lnTo>
                  <a:pt x="907884" y="882991"/>
                </a:lnTo>
                <a:lnTo>
                  <a:pt x="897529" y="887257"/>
                </a:lnTo>
                <a:lnTo>
                  <a:pt x="890015" y="888873"/>
                </a:lnTo>
                <a:lnTo>
                  <a:pt x="878773" y="889400"/>
                </a:lnTo>
                <a:lnTo>
                  <a:pt x="866349" y="887846"/>
                </a:lnTo>
                <a:lnTo>
                  <a:pt x="852677" y="884047"/>
                </a:lnTo>
                <a:lnTo>
                  <a:pt x="848613" y="883285"/>
                </a:lnTo>
                <a:lnTo>
                  <a:pt x="846835" y="883538"/>
                </a:lnTo>
                <a:lnTo>
                  <a:pt x="838181" y="889675"/>
                </a:lnTo>
                <a:lnTo>
                  <a:pt x="838617" y="901077"/>
                </a:lnTo>
                <a:lnTo>
                  <a:pt x="839470" y="902462"/>
                </a:lnTo>
                <a:lnTo>
                  <a:pt x="847775" y="915436"/>
                </a:lnTo>
                <a:lnTo>
                  <a:pt x="853382" y="926894"/>
                </a:lnTo>
                <a:lnTo>
                  <a:pt x="856510" y="937096"/>
                </a:lnTo>
                <a:lnTo>
                  <a:pt x="857379" y="946303"/>
                </a:lnTo>
                <a:lnTo>
                  <a:pt x="856207" y="954777"/>
                </a:lnTo>
                <a:lnTo>
                  <a:pt x="853215" y="962778"/>
                </a:lnTo>
                <a:lnTo>
                  <a:pt x="848622" y="970567"/>
                </a:lnTo>
                <a:lnTo>
                  <a:pt x="842648" y="978406"/>
                </a:lnTo>
                <a:lnTo>
                  <a:pt x="835511" y="986556"/>
                </a:lnTo>
                <a:lnTo>
                  <a:pt x="827431" y="995277"/>
                </a:lnTo>
                <a:lnTo>
                  <a:pt x="818628" y="1004830"/>
                </a:lnTo>
                <a:lnTo>
                  <a:pt x="806983" y="1017961"/>
                </a:lnTo>
                <a:lnTo>
                  <a:pt x="790571" y="1037218"/>
                </a:lnTo>
                <a:lnTo>
                  <a:pt x="774584" y="1056925"/>
                </a:lnTo>
                <a:lnTo>
                  <a:pt x="759045" y="1077068"/>
                </a:lnTo>
                <a:lnTo>
                  <a:pt x="743981" y="1097632"/>
                </a:lnTo>
                <a:lnTo>
                  <a:pt x="729416" y="1118603"/>
                </a:lnTo>
                <a:lnTo>
                  <a:pt x="715812" y="1139360"/>
                </a:lnTo>
                <a:lnTo>
                  <a:pt x="701990" y="1161586"/>
                </a:lnTo>
                <a:lnTo>
                  <a:pt x="688613" y="1184187"/>
                </a:lnTo>
                <a:lnTo>
                  <a:pt x="675697" y="1207147"/>
                </a:lnTo>
                <a:lnTo>
                  <a:pt x="663259" y="1230447"/>
                </a:lnTo>
                <a:lnTo>
                  <a:pt x="651316" y="1254068"/>
                </a:lnTo>
                <a:lnTo>
                  <a:pt x="639883" y="1277992"/>
                </a:lnTo>
                <a:lnTo>
                  <a:pt x="628979" y="1302202"/>
                </a:lnTo>
                <a:lnTo>
                  <a:pt x="618619" y="1326678"/>
                </a:lnTo>
                <a:lnTo>
                  <a:pt x="608822" y="1351403"/>
                </a:lnTo>
                <a:lnTo>
                  <a:pt x="599889" y="1375852"/>
                </a:lnTo>
                <a:lnTo>
                  <a:pt x="592015" y="1400080"/>
                </a:lnTo>
                <a:lnTo>
                  <a:pt x="584487" y="1424416"/>
                </a:lnTo>
                <a:lnTo>
                  <a:pt x="580669" y="1436551"/>
                </a:lnTo>
                <a:lnTo>
                  <a:pt x="576718" y="1448624"/>
                </a:lnTo>
                <a:lnTo>
                  <a:pt x="572560" y="1460605"/>
                </a:lnTo>
                <a:lnTo>
                  <a:pt x="568123" y="1472466"/>
                </a:lnTo>
                <a:lnTo>
                  <a:pt x="563333" y="1484177"/>
                </a:lnTo>
                <a:lnTo>
                  <a:pt x="560324" y="1490980"/>
                </a:lnTo>
                <a:lnTo>
                  <a:pt x="554247" y="1503494"/>
                </a:lnTo>
                <a:lnTo>
                  <a:pt x="547584" y="1515063"/>
                </a:lnTo>
                <a:lnTo>
                  <a:pt x="540402" y="1525820"/>
                </a:lnTo>
                <a:lnTo>
                  <a:pt x="532768" y="1535900"/>
                </a:lnTo>
                <a:lnTo>
                  <a:pt x="524749" y="1545439"/>
                </a:lnTo>
                <a:lnTo>
                  <a:pt x="516412" y="1554572"/>
                </a:lnTo>
                <a:lnTo>
                  <a:pt x="507823" y="1563434"/>
                </a:lnTo>
                <a:lnTo>
                  <a:pt x="499050" y="1572159"/>
                </a:lnTo>
                <a:lnTo>
                  <a:pt x="490159" y="1580883"/>
                </a:lnTo>
                <a:lnTo>
                  <a:pt x="481217" y="1589740"/>
                </a:lnTo>
                <a:lnTo>
                  <a:pt x="472292" y="1598866"/>
                </a:lnTo>
                <a:lnTo>
                  <a:pt x="463449" y="1608396"/>
                </a:lnTo>
                <a:lnTo>
                  <a:pt x="460248" y="1612011"/>
                </a:lnTo>
                <a:lnTo>
                  <a:pt x="450940" y="1623205"/>
                </a:lnTo>
                <a:lnTo>
                  <a:pt x="442739" y="1634107"/>
                </a:lnTo>
                <a:lnTo>
                  <a:pt x="435428" y="1644710"/>
                </a:lnTo>
                <a:lnTo>
                  <a:pt x="428792" y="1655007"/>
                </a:lnTo>
                <a:lnTo>
                  <a:pt x="422614" y="1664990"/>
                </a:lnTo>
                <a:lnTo>
                  <a:pt x="416679" y="1674652"/>
                </a:lnTo>
                <a:lnTo>
                  <a:pt x="410771" y="1683987"/>
                </a:lnTo>
                <a:lnTo>
                  <a:pt x="404673" y="1692986"/>
                </a:lnTo>
                <a:lnTo>
                  <a:pt x="398171" y="1701644"/>
                </a:lnTo>
                <a:lnTo>
                  <a:pt x="391047" y="1709953"/>
                </a:lnTo>
                <a:lnTo>
                  <a:pt x="383087" y="1717906"/>
                </a:lnTo>
                <a:lnTo>
                  <a:pt x="374073" y="1725496"/>
                </a:lnTo>
                <a:lnTo>
                  <a:pt x="363791" y="1732716"/>
                </a:lnTo>
                <a:lnTo>
                  <a:pt x="352024" y="1739558"/>
                </a:lnTo>
                <a:lnTo>
                  <a:pt x="338557" y="1746016"/>
                </a:lnTo>
                <a:lnTo>
                  <a:pt x="323173" y="1752082"/>
                </a:lnTo>
                <a:lnTo>
                  <a:pt x="306858" y="1757404"/>
                </a:lnTo>
                <a:lnTo>
                  <a:pt x="294753" y="1760809"/>
                </a:lnTo>
                <a:lnTo>
                  <a:pt x="282486" y="1763875"/>
                </a:lnTo>
                <a:lnTo>
                  <a:pt x="270083" y="1766649"/>
                </a:lnTo>
                <a:lnTo>
                  <a:pt x="257576" y="1769176"/>
                </a:lnTo>
                <a:lnTo>
                  <a:pt x="244991" y="1771500"/>
                </a:lnTo>
                <a:lnTo>
                  <a:pt x="232360" y="1773669"/>
                </a:lnTo>
                <a:lnTo>
                  <a:pt x="219710" y="1775728"/>
                </a:lnTo>
                <a:lnTo>
                  <a:pt x="207072" y="1777721"/>
                </a:lnTo>
                <a:lnTo>
                  <a:pt x="194473" y="1779695"/>
                </a:lnTo>
                <a:lnTo>
                  <a:pt x="188340" y="1780667"/>
                </a:lnTo>
                <a:lnTo>
                  <a:pt x="190880" y="1777619"/>
                </a:lnTo>
                <a:lnTo>
                  <a:pt x="192912" y="1774189"/>
                </a:lnTo>
                <a:lnTo>
                  <a:pt x="194817" y="1770888"/>
                </a:lnTo>
                <a:lnTo>
                  <a:pt x="193675" y="1747265"/>
                </a:lnTo>
                <a:lnTo>
                  <a:pt x="198711" y="1735629"/>
                </a:lnTo>
                <a:lnTo>
                  <a:pt x="203775" y="1723964"/>
                </a:lnTo>
                <a:lnTo>
                  <a:pt x="209041" y="1712468"/>
                </a:lnTo>
                <a:lnTo>
                  <a:pt x="213232" y="1711452"/>
                </a:lnTo>
                <a:lnTo>
                  <a:pt x="215010" y="1711198"/>
                </a:lnTo>
                <a:lnTo>
                  <a:pt x="209839" y="1722517"/>
                </a:lnTo>
                <a:lnTo>
                  <a:pt x="205866" y="1774317"/>
                </a:lnTo>
                <a:lnTo>
                  <a:pt x="209423" y="1773682"/>
                </a:lnTo>
                <a:lnTo>
                  <a:pt x="212978" y="1771650"/>
                </a:lnTo>
                <a:lnTo>
                  <a:pt x="215137" y="1767205"/>
                </a:lnTo>
                <a:lnTo>
                  <a:pt x="217170" y="1764284"/>
                </a:lnTo>
                <a:lnTo>
                  <a:pt x="218821" y="1760601"/>
                </a:lnTo>
                <a:lnTo>
                  <a:pt x="220599" y="1757680"/>
                </a:lnTo>
                <a:lnTo>
                  <a:pt x="232537" y="1753649"/>
                </a:lnTo>
                <a:lnTo>
                  <a:pt x="229973" y="1675261"/>
                </a:lnTo>
                <a:lnTo>
                  <a:pt x="227202" y="1678686"/>
                </a:lnTo>
                <a:lnTo>
                  <a:pt x="224154" y="1680337"/>
                </a:lnTo>
                <a:lnTo>
                  <a:pt x="244221" y="1639824"/>
                </a:lnTo>
                <a:lnTo>
                  <a:pt x="239459" y="1651777"/>
                </a:lnTo>
                <a:lnTo>
                  <a:pt x="234726" y="1663699"/>
                </a:lnTo>
                <a:lnTo>
                  <a:pt x="240445" y="1719169"/>
                </a:lnTo>
                <a:lnTo>
                  <a:pt x="245970" y="1707685"/>
                </a:lnTo>
                <a:lnTo>
                  <a:pt x="249554" y="1700149"/>
                </a:lnTo>
                <a:lnTo>
                  <a:pt x="261349" y="1695669"/>
                </a:lnTo>
                <a:lnTo>
                  <a:pt x="273067" y="1690826"/>
                </a:lnTo>
                <a:lnTo>
                  <a:pt x="284705" y="1685642"/>
                </a:lnTo>
                <a:lnTo>
                  <a:pt x="296256" y="1680141"/>
                </a:lnTo>
                <a:lnTo>
                  <a:pt x="307716" y="1674344"/>
                </a:lnTo>
                <a:lnTo>
                  <a:pt x="319078" y="1668274"/>
                </a:lnTo>
                <a:lnTo>
                  <a:pt x="330338" y="1661954"/>
                </a:lnTo>
                <a:lnTo>
                  <a:pt x="341490" y="1655406"/>
                </a:lnTo>
                <a:lnTo>
                  <a:pt x="352529" y="1648653"/>
                </a:lnTo>
                <a:lnTo>
                  <a:pt x="363449" y="1641717"/>
                </a:lnTo>
                <a:lnTo>
                  <a:pt x="374244" y="1634622"/>
                </a:lnTo>
                <a:lnTo>
                  <a:pt x="384910" y="1627388"/>
                </a:lnTo>
                <a:lnTo>
                  <a:pt x="395441" y="1620040"/>
                </a:lnTo>
                <a:lnTo>
                  <a:pt x="405832" y="1612600"/>
                </a:lnTo>
                <a:lnTo>
                  <a:pt x="416077" y="1605090"/>
                </a:lnTo>
                <a:lnTo>
                  <a:pt x="426170" y="1597532"/>
                </a:lnTo>
                <a:lnTo>
                  <a:pt x="436107" y="1589950"/>
                </a:lnTo>
                <a:lnTo>
                  <a:pt x="445882" y="1582366"/>
                </a:lnTo>
                <a:lnTo>
                  <a:pt x="452120" y="1577467"/>
                </a:lnTo>
                <a:lnTo>
                  <a:pt x="454274" y="1568031"/>
                </a:lnTo>
                <a:lnTo>
                  <a:pt x="446436" y="1562538"/>
                </a:lnTo>
                <a:lnTo>
                  <a:pt x="443102" y="1563243"/>
                </a:lnTo>
                <a:lnTo>
                  <a:pt x="441959" y="1564005"/>
                </a:lnTo>
                <a:lnTo>
                  <a:pt x="431180" y="1571390"/>
                </a:lnTo>
                <a:lnTo>
                  <a:pt x="420326" y="1578502"/>
                </a:lnTo>
                <a:lnTo>
                  <a:pt x="409403" y="1585361"/>
                </a:lnTo>
                <a:lnTo>
                  <a:pt x="398416" y="1591987"/>
                </a:lnTo>
                <a:lnTo>
                  <a:pt x="387369" y="1598401"/>
                </a:lnTo>
                <a:lnTo>
                  <a:pt x="376268" y="1604623"/>
                </a:lnTo>
                <a:lnTo>
                  <a:pt x="365117" y="1610673"/>
                </a:lnTo>
                <a:lnTo>
                  <a:pt x="353921" y="1616572"/>
                </a:lnTo>
                <a:lnTo>
                  <a:pt x="342686" y="1622340"/>
                </a:lnTo>
                <a:lnTo>
                  <a:pt x="331415" y="1627998"/>
                </a:lnTo>
                <a:lnTo>
                  <a:pt x="320114" y="1633564"/>
                </a:lnTo>
                <a:lnTo>
                  <a:pt x="308788" y="1639061"/>
                </a:lnTo>
                <a:lnTo>
                  <a:pt x="297442" y="1644508"/>
                </a:lnTo>
                <a:lnTo>
                  <a:pt x="286080" y="1649926"/>
                </a:lnTo>
                <a:lnTo>
                  <a:pt x="274707" y="1655334"/>
                </a:lnTo>
                <a:lnTo>
                  <a:pt x="268604" y="1658239"/>
                </a:lnTo>
                <a:close/>
              </a:path>
            </a:pathLst>
          </a:custGeom>
          <a:solidFill>
            <a:srgbClr val="3E374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096129" y="3585510"/>
            <a:ext cx="3176270" cy="279400"/>
          </a:xfrm>
          <a:prstGeom prst="rect">
            <a:avLst/>
          </a:prstGeom>
        </p:spPr>
        <p:txBody>
          <a:bodyPr wrap="square" lIns="0" tIns="13335" rIns="0" bIns="0" rtlCol="0">
            <a:noAutofit/>
          </a:bodyPr>
          <a:lstStyle/>
          <a:p>
            <a:pPr marL="12700">
              <a:lnSpc>
                <a:spcPts val="2100"/>
              </a:lnSpc>
            </a:pPr>
            <a:r>
              <a:rPr sz="2000" b="1" spc="139" dirty="0">
                <a:solidFill>
                  <a:srgbClr val="3E3742"/>
                </a:solidFill>
                <a:latin typeface="Times New Roman"/>
                <a:cs typeface="Times New Roman"/>
              </a:rPr>
              <a:t>Muhammad ibn Musa 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6129" y="3890091"/>
            <a:ext cx="1477335" cy="279679"/>
          </a:xfrm>
          <a:prstGeom prst="rect">
            <a:avLst/>
          </a:prstGeom>
        </p:spPr>
        <p:txBody>
          <a:bodyPr wrap="square" lIns="0" tIns="13335" rIns="0" bIns="0" rtlCol="0">
            <a:noAutofit/>
          </a:bodyPr>
          <a:lstStyle/>
          <a:p>
            <a:pPr marL="12700">
              <a:lnSpc>
                <a:spcPts val="2100"/>
              </a:lnSpc>
            </a:pPr>
            <a:r>
              <a:rPr sz="2000" b="1" spc="153" dirty="0">
                <a:solidFill>
                  <a:srgbClr val="3E3742"/>
                </a:solidFill>
                <a:latin typeface="Times New Roman"/>
                <a:cs typeface="Times New Roman"/>
              </a:rPr>
              <a:t>Khwarizmi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846949" y="4070040"/>
            <a:ext cx="1503400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spc="66" dirty="0">
                <a:solidFill>
                  <a:srgbClr val="3E3742"/>
                </a:solidFill>
                <a:latin typeface="Times New Roman"/>
                <a:cs typeface="Times New Roman"/>
              </a:rPr>
              <a:t>Bapak Aljabar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86270" y="974987"/>
            <a:ext cx="31538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43470" y="974987"/>
            <a:ext cx="157675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Khawarizmi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62428" y="974987"/>
            <a:ext cx="62448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lahir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29508" y="974987"/>
            <a:ext cx="1891534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sek</a:t>
            </a:r>
            <a:r>
              <a:rPr sz="2000" spc="-9" dirty="0">
                <a:latin typeface="Montserrat"/>
                <a:cs typeface="Montserrat"/>
              </a:rPr>
              <a:t>i</a:t>
            </a:r>
            <a:r>
              <a:rPr sz="2000" spc="0" dirty="0">
                <a:latin typeface="Montserrat"/>
                <a:cs typeface="Montserrat"/>
              </a:rPr>
              <a:t>tar  </a:t>
            </a:r>
            <a:r>
              <a:rPr sz="2000" spc="59" dirty="0">
                <a:latin typeface="Montserrat"/>
                <a:cs typeface="Montserrat"/>
              </a:rPr>
              <a:t> </a:t>
            </a:r>
            <a:r>
              <a:rPr sz="2000" spc="0" dirty="0">
                <a:latin typeface="Montserrat"/>
                <a:cs typeface="Montserrat"/>
              </a:rPr>
              <a:t>t</a:t>
            </a:r>
            <a:r>
              <a:rPr sz="2000" spc="-9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hun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63540" y="974987"/>
            <a:ext cx="543875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780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49594" y="974987"/>
            <a:ext cx="30637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98411" y="974987"/>
            <a:ext cx="304976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47103" y="974987"/>
            <a:ext cx="150988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Khawarizm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98357" y="974987"/>
            <a:ext cx="503445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jika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45168" y="974987"/>
            <a:ext cx="124161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sekarang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730611" y="974987"/>
            <a:ext cx="1014546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tempat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6270" y="1280263"/>
            <a:ext cx="277851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kelahirannya  dikenal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34766" y="1280263"/>
            <a:ext cx="586562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dengan  kota  Khiva  di  Uzbekistan.  Keluarga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272397" y="1280263"/>
            <a:ext cx="2472308" cy="5842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1904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beliau  merupakan</a:t>
            </a:r>
            <a:endParaRPr sz="2000">
              <a:latin typeface="Montserrat"/>
              <a:cs typeface="Montserrat"/>
            </a:endParaRPr>
          </a:p>
          <a:p>
            <a:pPr marL="73659">
              <a:lnSpc>
                <a:spcPts val="2400"/>
              </a:lnSpc>
              <a:spcBef>
                <a:spcPts val="10"/>
              </a:spcBef>
            </a:pPr>
            <a:r>
              <a:rPr sz="2000" spc="9" dirty="0">
                <a:latin typeface="Montserrat"/>
                <a:cs typeface="Montserrat"/>
              </a:rPr>
              <a:t>beberapa  catatan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6270" y="1585063"/>
            <a:ext cx="110388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turunan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83512" y="1585063"/>
            <a:ext cx="84124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Persia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8486" y="1585063"/>
            <a:ext cx="6979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09188" y="1585063"/>
            <a:ext cx="7091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2209" y="1585063"/>
            <a:ext cx="123774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menetap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41391" y="1585063"/>
            <a:ext cx="30505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di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38012" y="1585063"/>
            <a:ext cx="156336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Khawarizm,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94092" y="1585063"/>
            <a:ext cx="164744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7" dirty="0">
                <a:latin typeface="Montserrat"/>
                <a:cs typeface="Montserrat"/>
              </a:rPr>
              <a:t>namun  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6270" y="1889863"/>
            <a:ext cx="1125881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53" dirty="0">
                <a:latin typeface="Montserrat"/>
                <a:cs typeface="Montserrat"/>
              </a:rPr>
              <a:t>sejarah diketahui bahwa beliau ketika kecil pindah bersama keluarganya ke selatan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270" y="2194441"/>
            <a:ext cx="62905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kota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6134" y="2194441"/>
            <a:ext cx="129577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Baghdad,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3497" y="2194441"/>
            <a:ext cx="176827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sehing</a:t>
            </a:r>
            <a:r>
              <a:rPr sz="2000" spc="-9" dirty="0">
                <a:latin typeface="Montserrat"/>
                <a:cs typeface="Montserrat"/>
              </a:rPr>
              <a:t>g</a:t>
            </a:r>
            <a:r>
              <a:rPr sz="2000" spc="0" dirty="0">
                <a:latin typeface="Montserrat"/>
                <a:cs typeface="Montserrat"/>
              </a:rPr>
              <a:t>a   </a:t>
            </a:r>
            <a:r>
              <a:rPr sz="2000" spc="69" dirty="0">
                <a:latin typeface="Montserrat"/>
                <a:cs typeface="Montserrat"/>
              </a:rPr>
              <a:t> </a:t>
            </a:r>
            <a:r>
              <a:rPr sz="2000" spc="0" dirty="0">
                <a:latin typeface="Montserrat"/>
                <a:cs typeface="Montserrat"/>
              </a:rPr>
              <a:t>di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1649" y="2194441"/>
            <a:ext cx="88410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sinilah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7532" y="2194441"/>
            <a:ext cx="84672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beliau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4172" y="2194441"/>
            <a:ext cx="899104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meniti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3517" y="2194441"/>
            <a:ext cx="109795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karirnya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2506" y="2194441"/>
            <a:ext cx="105624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sebagai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6029" y="2194441"/>
            <a:ext cx="109973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seorang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86270" y="2499717"/>
            <a:ext cx="11255984" cy="2311711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9032709" algn="just">
              <a:lnSpc>
                <a:spcPts val="2190"/>
              </a:lnSpc>
            </a:pPr>
            <a:r>
              <a:rPr sz="2000" spc="2" dirty="0">
                <a:latin typeface="Montserrat"/>
                <a:cs typeface="Montserrat"/>
              </a:rPr>
              <a:t>matematikawan.</a:t>
            </a:r>
            <a:endParaRPr sz="2000" dirty="0">
              <a:latin typeface="Montserrat"/>
              <a:cs typeface="Montserrat"/>
            </a:endParaRPr>
          </a:p>
          <a:p>
            <a:pPr marL="12700" algn="just">
              <a:lnSpc>
                <a:spcPct val="100059"/>
              </a:lnSpc>
              <a:spcBef>
                <a:spcPts val="1481"/>
              </a:spcBef>
            </a:pPr>
            <a:r>
              <a:rPr sz="2000" spc="0" dirty="0">
                <a:latin typeface="Montserrat"/>
                <a:cs typeface="Montserrat"/>
              </a:rPr>
              <a:t>Beliau diperkirakan hidup di masa khalifah Abbasiyah Al-Ma’mun, Al-Mu’tashim dan Al- Watsiq yang dikenal sebagai masa keemasan ilmu pengetahuan di daerah Arab berkat translasi buku dan ilmu pengetahuan ke dalam bahasa Arab. Pada masa itu terdapat Bait Al-Hikmah yang menjadi pusat penelitian, penerjemahan buku ke dalam bahasa Arab, dan juga publikasi ilmu pengetahuan yang dilakukan oleh para cendekiawan muslim tak terkecuali Al Khawarizmi.</a:t>
            </a:r>
            <a:endParaRPr sz="2000" dirty="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22960" y="1423392"/>
            <a:ext cx="10587390" cy="736657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1432">
              <a:lnSpc>
                <a:spcPts val="2190"/>
              </a:lnSpc>
            </a:pPr>
            <a:r>
              <a:rPr sz="2000" spc="7" dirty="0">
                <a:latin typeface="Montserrat"/>
                <a:cs typeface="Montserrat"/>
              </a:rPr>
              <a:t>Al  Khawarizmi  bergabung  bersama  cendekiawan  yang  lain  di  Bait  Al-Hikmah</a:t>
            </a:r>
            <a:endParaRPr sz="20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1052"/>
              </a:spcBef>
            </a:pPr>
            <a:r>
              <a:rPr sz="2000" spc="17" dirty="0">
                <a:latin typeface="Montserrat"/>
                <a:cs typeface="Montserrat"/>
              </a:rPr>
              <a:t>ketika berusia 20 tahun. Semasa hidupnya beliau bekerja di Sekolah Kehormatan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2960" y="2338046"/>
            <a:ext cx="69799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5920" y="2338046"/>
            <a:ext cx="118541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didirikan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8592" y="2338046"/>
            <a:ext cx="61645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oleh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0272" y="2338046"/>
            <a:ext cx="110896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Khalifah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4966" y="2338046"/>
            <a:ext cx="152311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Al-Ma’mun.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82791" y="2338046"/>
            <a:ext cx="151561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38" dirty="0">
                <a:latin typeface="Montserrat"/>
                <a:cs typeface="Montserrat"/>
              </a:rPr>
              <a:t>Di  sanalah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4011" y="2338046"/>
            <a:ext cx="84683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beliau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4292" y="2338046"/>
            <a:ext cx="99821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banyak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7226" y="2338046"/>
            <a:ext cx="10901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menulis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960" y="2795246"/>
            <a:ext cx="1058519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1" dirty="0">
                <a:latin typeface="Montserrat"/>
                <a:cs typeface="Montserrat"/>
              </a:rPr>
              <a:t>berbagai gagasan dan mempublikasikan buku ilmu pengetahuan baik di bidang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960" y="3252700"/>
            <a:ext cx="168732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matematika,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1163" y="3252700"/>
            <a:ext cx="14245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astronomi,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6857" y="3252700"/>
            <a:ext cx="23469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sej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rah  </a:t>
            </a:r>
            <a:r>
              <a:rPr sz="2000" spc="454" dirty="0">
                <a:latin typeface="Montserrat"/>
                <a:cs typeface="Montserrat"/>
              </a:rPr>
              <a:t> </a:t>
            </a:r>
            <a:r>
              <a:rPr sz="2000" spc="0" dirty="0">
                <a:latin typeface="Montserrat"/>
                <a:cs typeface="Montserrat"/>
              </a:rPr>
              <a:t>mau</a:t>
            </a:r>
            <a:r>
              <a:rPr sz="2000" spc="9" dirty="0">
                <a:latin typeface="Montserrat"/>
                <a:cs typeface="Montserrat"/>
              </a:rPr>
              <a:t>p</a:t>
            </a:r>
            <a:r>
              <a:rPr sz="2000" spc="-9" dirty="0">
                <a:latin typeface="Montserrat"/>
                <a:cs typeface="Montserrat"/>
              </a:rPr>
              <a:t>u</a:t>
            </a:r>
            <a:r>
              <a:rPr sz="2000" spc="0" dirty="0">
                <a:latin typeface="Montserrat"/>
                <a:cs typeface="Montserrat"/>
              </a:rPr>
              <a:t>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7110" y="3252700"/>
            <a:ext cx="118618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geografi,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35823" y="3252700"/>
            <a:ext cx="128828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termasuk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17532" y="3252700"/>
            <a:ext cx="169290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" dirty="0">
                <a:latin typeface="Montserrat"/>
                <a:cs typeface="Montserrat"/>
              </a:rPr>
              <a:t>mempelajari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22960" y="3709900"/>
            <a:ext cx="567067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terjemahan literatur sansekerta dan Yunani.</a:t>
            </a:r>
            <a:endParaRPr sz="2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048740" y="909273"/>
            <a:ext cx="1002904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8" dirty="0">
                <a:latin typeface="Montserrat"/>
                <a:cs typeface="Montserrat"/>
              </a:rPr>
              <a:t>Karya pertama beliau dipublikasikan dalam buku al-Jabar (Al-Kitāb al-mukhtaṣar fī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48740" y="1183593"/>
            <a:ext cx="67645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-1" dirty="0">
                <a:latin typeface="Montserrat"/>
                <a:cs typeface="Montserrat"/>
              </a:rPr>
              <a:t>ḥisāb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75027" y="1183593"/>
            <a:ext cx="78986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al-jabr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811780" y="1183593"/>
            <a:ext cx="192973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wa-l-muqābala),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91532" y="1183593"/>
            <a:ext cx="66022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buku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00903" y="1183593"/>
            <a:ext cx="103581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tersebut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886448" y="1183593"/>
            <a:ext cx="140248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merupakan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37880" y="1183593"/>
            <a:ext cx="66022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buku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247251" y="1183593"/>
            <a:ext cx="105089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pertama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448163" y="1183593"/>
            <a:ext cx="62867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-2" dirty="0">
                <a:latin typeface="Montserrat"/>
                <a:cs typeface="Montserrat"/>
              </a:rPr>
              <a:t>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48740" y="1457913"/>
            <a:ext cx="1002972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6" dirty="0">
                <a:latin typeface="Montserrat"/>
                <a:cs typeface="Montserrat"/>
              </a:rPr>
              <a:t>menjelaskan solusi sistematik dari linear dan notasi kuadrat. Berkat karya tersebutlah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48740" y="1732011"/>
            <a:ext cx="76513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beliau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15668" y="1732011"/>
            <a:ext cx="91001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dijuluki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28620" y="1732011"/>
            <a:ext cx="955337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sebagai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85260" y="1732011"/>
            <a:ext cx="797181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2" dirty="0">
                <a:latin typeface="Montserrat"/>
                <a:cs typeface="Montserrat"/>
              </a:rPr>
              <a:t>Bapak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83023" y="1732011"/>
            <a:ext cx="914323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Aljabar,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99277" y="1732011"/>
            <a:ext cx="72416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selain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25666" y="1732011"/>
            <a:ext cx="368261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dirty="0">
                <a:latin typeface="Montserrat"/>
                <a:cs typeface="Montserrat"/>
              </a:rPr>
              <a:t>itu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94677" y="1732011"/>
            <a:ext cx="662600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3" dirty="0">
                <a:latin typeface="Montserrat"/>
                <a:cs typeface="Montserrat"/>
              </a:rPr>
              <a:t>buku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60359" y="1732011"/>
            <a:ext cx="1036131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tersebut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98280" y="1732011"/>
            <a:ext cx="567386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-2" dirty="0">
                <a:latin typeface="Montserrat"/>
                <a:cs typeface="Montserrat"/>
              </a:rPr>
              <a:t>juga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67443" y="1732011"/>
            <a:ext cx="1310100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dirty="0">
                <a:latin typeface="Montserrat"/>
                <a:cs typeface="Montserrat"/>
              </a:rPr>
              <a:t>membawa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48740" y="2006807"/>
            <a:ext cx="497189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7" dirty="0">
                <a:latin typeface="Montserrat"/>
                <a:cs typeface="Montserrat"/>
              </a:rPr>
              <a:t>kontribusi dalam kebahasaan. Kata aljabar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29706" y="2006807"/>
            <a:ext cx="504839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1" dirty="0">
                <a:latin typeface="Montserrat"/>
                <a:cs typeface="Montserrat"/>
              </a:rPr>
              <a:t>berasal dari kata al-Jabr yang tercantum di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48740" y="2281127"/>
            <a:ext cx="78892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41068" y="2281127"/>
            <a:ext cx="112618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bukunya.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70809" y="2281127"/>
            <a:ext cx="61587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Hasil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0391" y="2281127"/>
            <a:ext cx="124155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pemikiran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35194" y="2281127"/>
            <a:ext cx="76423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beliau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07557" y="2281127"/>
            <a:ext cx="78892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dalam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99985" y="2281127"/>
            <a:ext cx="66182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buku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68971" y="2281127"/>
            <a:ext cx="97647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al-Jabar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49360" y="2281127"/>
            <a:ext cx="2228849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2" dirty="0">
                <a:latin typeface="Montserrat"/>
                <a:cs typeface="Montserrat"/>
              </a:rPr>
              <a:t>dianggap  sebagai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8740" y="2555447"/>
            <a:ext cx="5005476" cy="802894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34289">
              <a:lnSpc>
                <a:spcPts val="1980"/>
              </a:lnSpc>
            </a:pPr>
            <a:r>
              <a:rPr sz="1800" spc="28" dirty="0">
                <a:latin typeface="Montserrat"/>
                <a:cs typeface="Montserrat"/>
              </a:rPr>
              <a:t>revolusi besar dalam bidang matematika.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ts val="2160"/>
              </a:lnSpc>
              <a:spcBef>
                <a:spcPts val="8"/>
              </a:spcBef>
            </a:pPr>
            <a:r>
              <a:rPr sz="1800" spc="33" dirty="0">
                <a:latin typeface="Montserrat"/>
                <a:cs typeface="Montserrat"/>
              </a:rPr>
              <a:t>konsep geometri dari matematika yunani</a:t>
            </a:r>
            <a:endParaRPr sz="1800">
              <a:latin typeface="Montserrat"/>
              <a:cs typeface="Montserrat"/>
            </a:endParaRPr>
          </a:p>
          <a:p>
            <a:pPr marL="12700" marR="34289">
              <a:lnSpc>
                <a:spcPts val="2160"/>
              </a:lnSpc>
            </a:pPr>
            <a:r>
              <a:rPr sz="1800" spc="1" dirty="0">
                <a:latin typeface="Montserrat"/>
                <a:cs typeface="Montserrat"/>
              </a:rPr>
              <a:t>baru.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51677" y="2555447"/>
            <a:ext cx="5026101" cy="52832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0" dirty="0">
                <a:latin typeface="Montserrat"/>
                <a:cs typeface="Montserrat"/>
              </a:rPr>
              <a:t>Beliau berhasil mengintegrasikan konsep-</a:t>
            </a:r>
            <a:endParaRPr sz="1800">
              <a:latin typeface="Montserrat"/>
              <a:cs typeface="Montserrat"/>
            </a:endParaRPr>
          </a:p>
          <a:p>
            <a:pPr marL="56769" marR="1219">
              <a:lnSpc>
                <a:spcPts val="2160"/>
              </a:lnSpc>
              <a:spcBef>
                <a:spcPts val="8"/>
              </a:spcBef>
            </a:pPr>
            <a:r>
              <a:rPr sz="1800" spc="44" dirty="0">
                <a:latin typeface="Montserrat"/>
                <a:cs typeface="Montserrat"/>
              </a:rPr>
              <a:t>kuno ke dalam konsep matematika yang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8740" y="3581861"/>
            <a:ext cx="10027843" cy="52831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330">
              <a:lnSpc>
                <a:spcPts val="1980"/>
              </a:lnSpc>
            </a:pPr>
            <a:r>
              <a:rPr sz="1800" spc="29" dirty="0">
                <a:latin typeface="Montserrat"/>
                <a:cs typeface="Montserrat"/>
              </a:rPr>
              <a:t>Pemikirannya menghasilkan sebuah teori gabungan yang memungkinkan bilangan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ts val="2160"/>
              </a:lnSpc>
              <a:spcBef>
                <a:spcPts val="8"/>
              </a:spcBef>
            </a:pPr>
            <a:r>
              <a:rPr sz="1800" spc="37" dirty="0">
                <a:latin typeface="Montserrat"/>
                <a:cs typeface="Montserrat"/>
              </a:rPr>
              <a:t>rasional, irasional, dan besaran-besaran geometri diperlakukan sebagai objek-objek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48740" y="4130279"/>
            <a:ext cx="885519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1" dirty="0">
                <a:latin typeface="Montserrat"/>
                <a:cs typeface="Montserrat"/>
              </a:rPr>
              <a:t>aljabar.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0326" y="4130279"/>
            <a:ext cx="286260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4" dirty="0">
                <a:latin typeface="Montserrat"/>
                <a:cs typeface="Montserrat"/>
              </a:rPr>
              <a:t>Al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52700" y="4130279"/>
            <a:ext cx="2158824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K</a:t>
            </a:r>
            <a:r>
              <a:rPr sz="1800" spc="-9" dirty="0">
                <a:latin typeface="Montserrat"/>
                <a:cs typeface="Montserrat"/>
              </a:rPr>
              <a:t>h</a:t>
            </a:r>
            <a:r>
              <a:rPr sz="1800" spc="0" dirty="0">
                <a:latin typeface="Montserrat"/>
                <a:cs typeface="Montserrat"/>
              </a:rPr>
              <a:t>a</a:t>
            </a:r>
            <a:r>
              <a:rPr sz="1800" spc="4" dirty="0">
                <a:latin typeface="Montserrat"/>
                <a:cs typeface="Montserrat"/>
              </a:rPr>
              <a:t>w</a:t>
            </a:r>
            <a:r>
              <a:rPr sz="1800" spc="0" dirty="0">
                <a:latin typeface="Montserrat"/>
                <a:cs typeface="Montserrat"/>
              </a:rPr>
              <a:t>arizmi  </a:t>
            </a:r>
            <a:r>
              <a:rPr sz="1800" spc="376" dirty="0">
                <a:latin typeface="Montserrat"/>
                <a:cs typeface="Montserrat"/>
              </a:rPr>
              <a:t> </a:t>
            </a:r>
            <a:r>
              <a:rPr sz="1800" spc="0" dirty="0">
                <a:latin typeface="Montserrat"/>
                <a:cs typeface="Montserrat"/>
              </a:rPr>
              <a:t>juga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7943" y="4130279"/>
            <a:ext cx="1609016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berkontribusi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52768" y="4130279"/>
            <a:ext cx="1117154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-1" dirty="0">
                <a:latin typeface="Montserrat"/>
                <a:cs typeface="Montserrat"/>
              </a:rPr>
              <a:t>terhadap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36610" y="4130279"/>
            <a:ext cx="926498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cabang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28811" y="4130279"/>
            <a:ext cx="1295577" cy="254279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12700">
              <a:lnSpc>
                <a:spcPts val="1985"/>
              </a:lnSpc>
            </a:pPr>
            <a:r>
              <a:rPr sz="1800" spc="0" dirty="0">
                <a:latin typeface="Montserrat"/>
                <a:cs typeface="Montserrat"/>
              </a:rPr>
              <a:t>aritmatika,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12603" y="4130279"/>
            <a:ext cx="649249" cy="803242"/>
          </a:xfrm>
          <a:prstGeom prst="rect">
            <a:avLst/>
          </a:prstGeom>
        </p:spPr>
        <p:txBody>
          <a:bodyPr wrap="square" lIns="0" tIns="12604" rIns="0" bIns="0" rtlCol="0">
            <a:noAutofit/>
          </a:bodyPr>
          <a:lstStyle/>
          <a:p>
            <a:pPr marL="60685" marR="1952" algn="ctr">
              <a:lnSpc>
                <a:spcPts val="1985"/>
              </a:lnSpc>
            </a:pPr>
            <a:r>
              <a:rPr sz="1800" spc="2" dirty="0">
                <a:latin typeface="Montserrat"/>
                <a:cs typeface="Montserrat"/>
              </a:rPr>
              <a:t>hasil</a:t>
            </a:r>
            <a:endParaRPr sz="1800">
              <a:latin typeface="Montserrat"/>
              <a:cs typeface="Montserrat"/>
            </a:endParaRPr>
          </a:p>
          <a:p>
            <a:pPr algn="ctr">
              <a:lnSpc>
                <a:spcPts val="2165"/>
              </a:lnSpc>
              <a:spcBef>
                <a:spcPts val="8"/>
              </a:spcBef>
            </a:pPr>
            <a:r>
              <a:rPr sz="1800" dirty="0">
                <a:latin typeface="Montserrat"/>
                <a:cs typeface="Montserrat"/>
              </a:rPr>
              <a:t>Kitāb</a:t>
            </a:r>
            <a:endParaRPr sz="1800">
              <a:latin typeface="Montserrat"/>
              <a:cs typeface="Montserrat"/>
            </a:endParaRPr>
          </a:p>
          <a:p>
            <a:pPr marL="65785" marR="4394" algn="ctr">
              <a:lnSpc>
                <a:spcPts val="2160"/>
              </a:lnSpc>
            </a:pPr>
            <a:r>
              <a:rPr sz="1800" dirty="0">
                <a:latin typeface="Montserrat"/>
                <a:cs typeface="Montserrat"/>
              </a:rPr>
              <a:t>ilmu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8740" y="4405202"/>
            <a:ext cx="932964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0" dirty="0">
                <a:latin typeface="Montserrat"/>
                <a:cs typeface="Montserrat"/>
              </a:rPr>
              <a:t>pemikirannya mengenai bidang ini dituangkan dalam karyanya yang berjudul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8740" y="4679522"/>
            <a:ext cx="102039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al-Jam’a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3511" y="4679522"/>
            <a:ext cx="124609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wa-l-tafrīq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43300" y="4679522"/>
            <a:ext cx="98125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bi-ḥisāb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9183" y="4679522"/>
            <a:ext cx="94978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al-Hind.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4332" y="4679522"/>
            <a:ext cx="66639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Kitab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5128" y="4679522"/>
            <a:ext cx="103444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tersebut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3208" y="4679522"/>
            <a:ext cx="90573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dikenal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51240" y="4679522"/>
            <a:ext cx="95443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sebagai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20072" y="4679522"/>
            <a:ext cx="66022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buku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48740" y="4953842"/>
            <a:ext cx="10030612" cy="802868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pengetahuan pertama yang ditulis menggunakan sistem bilangan desimal. Teori yang</a:t>
            </a:r>
            <a:endParaRPr sz="1800">
              <a:latin typeface="Montserrat"/>
              <a:cs typeface="Montserrat"/>
            </a:endParaRPr>
          </a:p>
          <a:p>
            <a:pPr marL="12700" marR="2829">
              <a:lnSpc>
                <a:spcPts val="2160"/>
              </a:lnSpc>
              <a:spcBef>
                <a:spcPts val="8"/>
              </a:spcBef>
            </a:pPr>
            <a:r>
              <a:rPr sz="1800" spc="4" dirty="0">
                <a:latin typeface="Montserrat"/>
                <a:cs typeface="Montserrat"/>
              </a:rPr>
              <a:t>dibahas dalam buku tersebut merupakan titik awal penyeimbangan ilmu matematika</a:t>
            </a:r>
            <a:endParaRPr sz="1800">
              <a:latin typeface="Montserrat"/>
              <a:cs typeface="Montserrat"/>
            </a:endParaRPr>
          </a:p>
          <a:p>
            <a:pPr marL="12700" marR="34290">
              <a:lnSpc>
                <a:spcPts val="2160"/>
              </a:lnSpc>
            </a:pPr>
            <a:r>
              <a:rPr sz="1800" spc="1" dirty="0">
                <a:latin typeface="Montserrat"/>
                <a:cs typeface="Montserrat"/>
              </a:rPr>
              <a:t>dan sains dan dari buku tersebut juga lah cikal bakal dari algoritma muncul.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1098969" y="1290019"/>
            <a:ext cx="10024621" cy="2311908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9566" algn="just">
              <a:lnSpc>
                <a:spcPts val="1980"/>
              </a:lnSpc>
            </a:pPr>
            <a:r>
              <a:rPr sz="1800" spc="7" dirty="0">
                <a:latin typeface="Montserrat"/>
                <a:cs typeface="Montserrat"/>
              </a:rPr>
              <a:t>Di  belahan  Eropa,  karyanya  banyak  ditranslasikan  ke  dalam  bahasa  Latin  sebagai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946"/>
              </a:spcBef>
            </a:pPr>
            <a:r>
              <a:rPr sz="1800" spc="1" dirty="0">
                <a:latin typeface="Montserrat"/>
                <a:cs typeface="Montserrat"/>
              </a:rPr>
              <a:t>Algorithmi, Algorismi, Alchawarizmi sehingga di literatur barat Al Khawarizmi dikenal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2" dirty="0">
                <a:latin typeface="Montserrat"/>
                <a:cs typeface="Montserrat"/>
              </a:rPr>
              <a:t>sebagai Algorizm. Sebutan inilah yang kemudian digunakan untuk menyebutkan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0" dirty="0">
                <a:latin typeface="Montserrat"/>
                <a:cs typeface="Montserrat"/>
              </a:rPr>
              <a:t>konsep algoritma yang ditemukannya perhitungan logaritma yang sekarang banyak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31" dirty="0">
                <a:latin typeface="Montserrat"/>
                <a:cs typeface="Montserrat"/>
              </a:rPr>
              <a:t>dipergunakan secara luas terutama di bidang komputer atau sains dan engineering</a:t>
            </a:r>
            <a:endParaRPr sz="1800">
              <a:latin typeface="Montserrat"/>
              <a:cs typeface="Montserrat"/>
            </a:endParaRPr>
          </a:p>
          <a:p>
            <a:pPr marL="12700" marR="5373208" algn="just">
              <a:lnSpc>
                <a:spcPct val="101583"/>
              </a:lnSpc>
              <a:spcBef>
                <a:spcPts val="1046"/>
              </a:spcBef>
            </a:pPr>
            <a:r>
              <a:rPr sz="1800" spc="1" dirty="0">
                <a:latin typeface="Montserrat"/>
                <a:cs typeface="Montserrat"/>
              </a:rPr>
              <a:t>yang berasal dari hasil pemikiran beliau.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44689" y="877546"/>
            <a:ext cx="10551617" cy="1193857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9486">
              <a:lnSpc>
                <a:spcPts val="2190"/>
              </a:lnSpc>
            </a:pPr>
            <a:r>
              <a:rPr sz="2000" spc="27" dirty="0">
                <a:latin typeface="Montserrat"/>
                <a:cs typeface="Montserrat"/>
              </a:rPr>
              <a:t>Selain itu matematika biner yang digunakan dalam pemrograman juga didasari</a:t>
            </a:r>
            <a:endParaRPr sz="20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1052"/>
              </a:spcBef>
            </a:pPr>
            <a:r>
              <a:rPr sz="2000" spc="41" dirty="0">
                <a:latin typeface="Montserrat"/>
                <a:cs typeface="Montserrat"/>
              </a:rPr>
              <a:t>oleh konsep algoritma Al Khawarizmi. Perkembangan yang semakin maju bagi</a:t>
            </a:r>
            <a:endParaRPr sz="2000">
              <a:latin typeface="Montserrat"/>
              <a:cs typeface="Montserrat"/>
            </a:endParaRPr>
          </a:p>
          <a:p>
            <a:pPr marL="12700" marR="8874">
              <a:lnSpc>
                <a:spcPct val="101583"/>
              </a:lnSpc>
              <a:spcBef>
                <a:spcPts val="1162"/>
              </a:spcBef>
            </a:pPr>
            <a:r>
              <a:rPr sz="2000" spc="32" dirty="0">
                <a:latin typeface="Montserrat"/>
                <a:cs typeface="Montserrat"/>
              </a:rPr>
              <a:t>komputer digital dan pemrogramannya tak terlepas dari pemikiran beliau 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4689" y="2249400"/>
            <a:ext cx="9221457" cy="736657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1" dirty="0">
                <a:latin typeface="Montserrat"/>
                <a:cs typeface="Montserrat"/>
              </a:rPr>
              <a:t>menjadi  gerbang  kemajuan.  Kata  algoritma  sendiri  yang  kita  kenal</a:t>
            </a:r>
            <a:endParaRPr sz="2000">
              <a:latin typeface="Montserrat"/>
              <a:cs typeface="Montserrat"/>
            </a:endParaRPr>
          </a:p>
          <a:p>
            <a:pPr marL="12700" marR="20116">
              <a:lnSpc>
                <a:spcPct val="101583"/>
              </a:lnSpc>
              <a:spcBef>
                <a:spcPts val="1052"/>
              </a:spcBef>
            </a:pPr>
            <a:r>
              <a:rPr sz="2000" spc="20" dirty="0">
                <a:latin typeface="Montserrat"/>
                <a:cs typeface="Montserrat"/>
              </a:rPr>
              <a:t>merupakan kata yang diambil dari kata algorismi yang dilatinisasi 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069703" y="2249400"/>
            <a:ext cx="1319149" cy="1194053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58800" marR="20320" algn="ctr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sekarang</a:t>
            </a:r>
            <a:endParaRPr sz="2000">
              <a:latin typeface="Montserrat"/>
              <a:cs typeface="Montserrat"/>
            </a:endParaRPr>
          </a:p>
          <a:p>
            <a:pPr marR="14056" algn="ctr">
              <a:lnSpc>
                <a:spcPct val="101583"/>
              </a:lnSpc>
              <a:spcBef>
                <a:spcPts val="1052"/>
              </a:spcBef>
            </a:pPr>
            <a:r>
              <a:rPr sz="2000" spc="1" dirty="0">
                <a:latin typeface="Montserrat"/>
                <a:cs typeface="Montserrat"/>
              </a:rPr>
              <a:t>namanya.</a:t>
            </a:r>
            <a:endParaRPr sz="2000">
              <a:latin typeface="Montserrat"/>
              <a:cs typeface="Montserrat"/>
            </a:endParaRPr>
          </a:p>
          <a:p>
            <a:pPr marL="54991">
              <a:lnSpc>
                <a:spcPct val="101583"/>
              </a:lnSpc>
              <a:spcBef>
                <a:spcPts val="1163"/>
              </a:spcBef>
            </a:pPr>
            <a:r>
              <a:rPr sz="2000" spc="-1" dirty="0">
                <a:latin typeface="Montserrat"/>
                <a:cs typeface="Montserrat"/>
              </a:rPr>
              <a:t>hidupnya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4689" y="3164054"/>
            <a:ext cx="3154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4480" y="3164054"/>
            <a:ext cx="157606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Khawarizmi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26080" y="3164054"/>
            <a:ext cx="167640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diperkirakan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99254" y="3164054"/>
            <a:ext cx="77419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wafat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7934" y="3164054"/>
            <a:ext cx="70510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pada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69177" y="3164054"/>
            <a:ext cx="82930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tahun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5388" y="3164054"/>
            <a:ext cx="53619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850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27340" y="3164054"/>
            <a:ext cx="30607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28659" y="3164054"/>
            <a:ext cx="55854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3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83980" y="3164054"/>
            <a:ext cx="103327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semasa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4689" y="3621254"/>
            <a:ext cx="10543654" cy="736853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2412">
              <a:lnSpc>
                <a:spcPts val="2190"/>
              </a:lnSpc>
            </a:pPr>
            <a:r>
              <a:rPr sz="2000" spc="17" dirty="0">
                <a:latin typeface="Montserrat"/>
                <a:cs typeface="Montserrat"/>
              </a:rPr>
              <a:t>karyanya tidak seputar bidang matematika saja, namun banyak bidang dari ilmu</a:t>
            </a:r>
            <a:endParaRPr sz="20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1054"/>
              </a:spcBef>
            </a:pPr>
            <a:r>
              <a:rPr sz="2000" spc="3" dirty="0">
                <a:latin typeface="Montserrat"/>
                <a:cs typeface="Montserrat"/>
              </a:rPr>
              <a:t>pengetahuan  yang  ikut  terpengaruh  dari  hasil  pemikirannya  tersebut.  Seperti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4689" y="4535908"/>
            <a:ext cx="29848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2" dirty="0">
                <a:latin typeface="Montserrat"/>
                <a:cs typeface="Montserrat"/>
              </a:rPr>
              <a:t>pada  bidang  geografi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18712" y="4535908"/>
            <a:ext cx="84556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beliau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53432" y="4535908"/>
            <a:ext cx="319074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7" dirty="0">
                <a:latin typeface="Montserrat"/>
                <a:cs typeface="Montserrat"/>
              </a:rPr>
              <a:t>menyempurnakan  peta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33969" y="4535908"/>
            <a:ext cx="241033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9" dirty="0">
                <a:latin typeface="Montserrat"/>
                <a:cs typeface="Montserrat"/>
              </a:rPr>
              <a:t>Ptolemeus  dalam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33583" y="4535908"/>
            <a:ext cx="75539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karya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4689" y="4992886"/>
            <a:ext cx="69796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7637" y="4992886"/>
            <a:ext cx="114117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berjudul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2811" y="4992886"/>
            <a:ext cx="73839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Kitāb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6791" y="4992886"/>
            <a:ext cx="71348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ṣūrat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4992" y="4992886"/>
            <a:ext cx="83366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al-Arḍ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93334" y="4992886"/>
            <a:ext cx="55709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308" y="4992886"/>
            <a:ext cx="1206527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menurut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05649" y="4992886"/>
            <a:ext cx="63643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Paul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5871" y="4992886"/>
            <a:ext cx="88452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Gallez,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75394" y="4992886"/>
            <a:ext cx="45582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hal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54514" y="4992886"/>
            <a:ext cx="37249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ini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50703" y="4992886"/>
            <a:ext cx="934957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sangat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44689" y="5450651"/>
            <a:ext cx="890713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bermanfaat untuk menentukan posisi kita dalam kondisi yang buruk.</a:t>
            </a:r>
            <a:endParaRPr sz="2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4689" y="1020040"/>
            <a:ext cx="786712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b="1" spc="0" dirty="0">
                <a:latin typeface="Montserrat"/>
                <a:cs typeface="Montserrat"/>
              </a:rPr>
              <a:t>Pengaruh Al Khawarizmi dalam Bidang Ilmu Pengetahuan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689" y="1527818"/>
            <a:ext cx="31538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4480" y="1527818"/>
            <a:ext cx="157701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Khawarizmi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6080" y="1527818"/>
            <a:ext cx="998018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banyak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18534" y="1527818"/>
            <a:ext cx="172729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memberikan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40857" y="1527818"/>
            <a:ext cx="1329344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pengaruh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6685" y="1527818"/>
            <a:ext cx="1235007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terhadap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96249" y="1527818"/>
            <a:ext cx="2787686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8" dirty="0">
                <a:latin typeface="Montserrat"/>
                <a:cs typeface="Montserrat"/>
              </a:rPr>
              <a:t>perkembangan  ilmu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689" y="1833094"/>
            <a:ext cx="9880930" cy="1092257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46443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pengetahuan dunia, diantaranya sebagai berikut :</a:t>
            </a:r>
            <a:endParaRPr sz="2000">
              <a:latin typeface="Montserrat"/>
              <a:cs typeface="Montserrat"/>
            </a:endParaRPr>
          </a:p>
          <a:p>
            <a:pPr marL="298869">
              <a:lnSpc>
                <a:spcPct val="101583"/>
              </a:lnSpc>
              <a:spcBef>
                <a:spcPts val="1452"/>
              </a:spcBef>
            </a:pPr>
            <a:r>
              <a:rPr sz="2000" spc="0" dirty="0">
                <a:latin typeface="Montserrat"/>
                <a:cs typeface="Montserrat"/>
              </a:rPr>
              <a:t>Menemukan konsep aljabar yang kita kenal sekarang melalui buku Al-Jabr</a:t>
            </a:r>
            <a:endParaRPr sz="2000">
              <a:latin typeface="Montserrat"/>
              <a:cs typeface="Montserrat"/>
            </a:endParaRPr>
          </a:p>
          <a:p>
            <a:pPr marL="298869" marR="46443">
              <a:lnSpc>
                <a:spcPts val="2400"/>
              </a:lnSpc>
              <a:spcBef>
                <a:spcPts val="120"/>
              </a:spcBef>
            </a:pPr>
            <a:r>
              <a:rPr sz="2000" spc="-1" dirty="0">
                <a:latin typeface="Montserrat"/>
                <a:cs typeface="Montserrat"/>
              </a:rPr>
              <a:t>yang berisi mengenai persamaan linear dan kuadrat.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689" y="2461039"/>
            <a:ext cx="10200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72300"/>
                </a:solidFill>
                <a:latin typeface="Times New Roman"/>
                <a:cs typeface="Times New Roman"/>
              </a:rPr>
              <a:t>●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858" y="2950948"/>
            <a:ext cx="10059111" cy="2413634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Orang yang pertama menjelaskan dan mempopulerkan kembali penggunaan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  <a:spcBef>
                <a:spcPts val="10"/>
              </a:spcBef>
            </a:pPr>
            <a:r>
              <a:rPr sz="2000" spc="0" dirty="0">
                <a:latin typeface="Montserrat"/>
                <a:cs typeface="Montserrat"/>
              </a:rPr>
              <a:t>angka nol (0) serta mengenalkan sistem notasi desimal dan tanda pengalian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</a:pPr>
            <a:r>
              <a:rPr sz="2000" spc="1" dirty="0">
                <a:latin typeface="Montserrat"/>
                <a:cs typeface="Montserrat"/>
              </a:rPr>
              <a:t>dua.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5"/>
              </a:lnSpc>
              <a:spcBef>
                <a:spcPts val="0"/>
              </a:spcBef>
            </a:pPr>
            <a:r>
              <a:rPr sz="2000" spc="0" dirty="0">
                <a:latin typeface="Montserrat"/>
                <a:cs typeface="Montserrat"/>
              </a:rPr>
              <a:t>Memperkenalkan tanda negatif pada bilangan.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</a:pPr>
            <a:r>
              <a:rPr sz="2000" spc="0" dirty="0">
                <a:latin typeface="Montserrat"/>
                <a:cs typeface="Montserrat"/>
              </a:rPr>
              <a:t>Membuat tabel perhitungan astronomi guna mengukur jarak dan kedalaman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</a:pPr>
            <a:r>
              <a:rPr sz="2000" spc="0" dirty="0">
                <a:latin typeface="Montserrat"/>
                <a:cs typeface="Montserrat"/>
              </a:rPr>
              <a:t>bumi. Tabel ini juga menjadi dasar untuk penelitian di bidang astronomi.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</a:pPr>
            <a:r>
              <a:rPr sz="2000" spc="-1" dirty="0">
                <a:latin typeface="Montserrat"/>
                <a:cs typeface="Montserrat"/>
              </a:rPr>
              <a:t>Model pembuatan peta dunia yang dituliskan dalam buku ṣūrat al-Arḍ yang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</a:pPr>
            <a:r>
              <a:rPr sz="2000" spc="0" dirty="0">
                <a:latin typeface="Montserrat"/>
                <a:cs typeface="Montserrat"/>
              </a:rPr>
              <a:t>digunakan para ahli geografi barat dalam menggambar peta.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4689" y="3070893"/>
            <a:ext cx="10200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72300"/>
                </a:solidFill>
                <a:latin typeface="Times New Roman"/>
                <a:cs typeface="Times New Roman"/>
              </a:rPr>
              <a:t>●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689" y="3985674"/>
            <a:ext cx="10200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72300"/>
                </a:solidFill>
                <a:latin typeface="Times New Roman"/>
                <a:cs typeface="Times New Roman"/>
              </a:rPr>
              <a:t>●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4689" y="4290474"/>
            <a:ext cx="10200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72300"/>
                </a:solidFill>
                <a:latin typeface="Times New Roman"/>
                <a:cs typeface="Times New Roman"/>
              </a:rPr>
              <a:t>●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44689" y="4900074"/>
            <a:ext cx="102006" cy="127000"/>
          </a:xfrm>
          <a:prstGeom prst="rect">
            <a:avLst/>
          </a:prstGeom>
        </p:spPr>
        <p:txBody>
          <a:bodyPr wrap="square" lIns="0" tIns="5810" rIns="0" bIns="0" rtlCol="0">
            <a:noAutofit/>
          </a:bodyPr>
          <a:lstStyle/>
          <a:p>
            <a:pPr marL="12700">
              <a:lnSpc>
                <a:spcPts val="915"/>
              </a:lnSpc>
            </a:pPr>
            <a:r>
              <a:rPr sz="800" dirty="0">
                <a:solidFill>
                  <a:srgbClr val="472300"/>
                </a:solidFill>
                <a:latin typeface="Times New Roman"/>
                <a:cs typeface="Times New Roman"/>
              </a:rPr>
              <a:t>●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42620" y="938284"/>
            <a:ext cx="534365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b="1" spc="0" dirty="0">
                <a:latin typeface="Montserrat"/>
                <a:cs typeface="Montserrat"/>
              </a:rPr>
              <a:t>Al Khawarizmi dalam Bidang Komputer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7278" y="1335960"/>
            <a:ext cx="152400" cy="2794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6170" y="1340080"/>
            <a:ext cx="64770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Ilmu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02740" y="1340080"/>
            <a:ext cx="180848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pengetahuan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11194" y="1340080"/>
            <a:ext cx="163017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matematika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40197" y="1340080"/>
            <a:ext cx="70561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pada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44640" y="1340080"/>
            <a:ext cx="121691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dasarnya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62163" y="1340080"/>
            <a:ext cx="93497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sangat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394952" y="1340080"/>
            <a:ext cx="123926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berperan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932668" y="1340080"/>
            <a:ext cx="87248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dalam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6170" y="1614400"/>
            <a:ext cx="1114644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8" dirty="0">
                <a:latin typeface="Montserrat"/>
                <a:cs typeface="Montserrat"/>
              </a:rPr>
              <a:t>pengembangan komputer dan teknologi dari dahulu hingga sekarang dan peran itu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6170" y="1888720"/>
            <a:ext cx="109727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tidaklah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80489" y="1888720"/>
            <a:ext cx="90398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sedikit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10332" y="1888720"/>
            <a:ext cx="141884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melainkan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56557" y="1888720"/>
            <a:ext cx="132207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sangatlah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04357" y="1888720"/>
            <a:ext cx="81813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besar,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49491" y="1888720"/>
            <a:ext cx="55549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31989" y="1888720"/>
            <a:ext cx="4058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itu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63992" y="1888720"/>
            <a:ext cx="46989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tak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58352" y="1888720"/>
            <a:ext cx="10896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terlepas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72472" y="1888720"/>
            <a:ext cx="55549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51668" y="1888720"/>
            <a:ext cx="81102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peran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89817" y="1888720"/>
            <a:ext cx="3154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170" y="2162818"/>
            <a:ext cx="4383566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9" dirty="0">
                <a:latin typeface="Montserrat"/>
                <a:cs typeface="Montserrat"/>
              </a:rPr>
              <a:t>Khawarizmi di dalamnya. Kendati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57648" y="2162818"/>
            <a:ext cx="674847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4" dirty="0">
                <a:latin typeface="Montserrat"/>
                <a:cs typeface="Montserrat"/>
              </a:rPr>
              <a:t>demikian namun sedikit yang mengenang jasa 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6170" y="2437614"/>
            <a:ext cx="3154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91349" y="2437614"/>
            <a:ext cx="162975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Khawarizmi.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42514" y="2437614"/>
            <a:ext cx="217271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6" dirty="0">
                <a:latin typeface="Montserrat"/>
                <a:cs typeface="Montserrat"/>
              </a:rPr>
              <a:t>Algoritma  tidak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33848" y="2437614"/>
            <a:ext cx="178892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9" dirty="0">
                <a:latin typeface="Montserrat"/>
                <a:cs typeface="Montserrat"/>
              </a:rPr>
              <a:t>bisa  terlepas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42531" y="2437614"/>
            <a:ext cx="55549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9949" y="2437614"/>
            <a:ext cx="79857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selalu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39683" y="2437614"/>
            <a:ext cx="198754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berdampingan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48137" y="2437614"/>
            <a:ext cx="105714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dengan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170" y="2711934"/>
            <a:ext cx="205384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perkembangan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30703" y="2711934"/>
            <a:ext cx="127253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teknologi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22623" y="2711934"/>
            <a:ext cx="69875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0757" y="2711934"/>
            <a:ext cx="58801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saat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6877" y="2711934"/>
            <a:ext cx="37211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ini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8240" y="2711934"/>
            <a:ext cx="204978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7" dirty="0">
                <a:latin typeface="Montserrat"/>
                <a:cs typeface="Montserrat"/>
              </a:rPr>
              <a:t>semakin  maju.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7654" y="2711934"/>
            <a:ext cx="200380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30" dirty="0">
                <a:latin typeface="Montserrat"/>
                <a:cs typeface="Montserrat"/>
              </a:rPr>
              <a:t>Bahkan  untuk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1348" y="2711934"/>
            <a:ext cx="127279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teknologi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170" y="2986254"/>
            <a:ext cx="15341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kecerdasan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39340" y="2986254"/>
            <a:ext cx="98043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buatan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9132" y="2986254"/>
            <a:ext cx="129311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sekalipun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2106" y="2986254"/>
            <a:ext cx="46990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tak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30088" y="2986254"/>
            <a:ext cx="80797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dapat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7160" y="2986254"/>
            <a:ext cx="83057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pintar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64171" y="2986254"/>
            <a:ext cx="80898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tanpa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22894" y="2986254"/>
            <a:ext cx="90500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sistem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76232" y="2986254"/>
            <a:ext cx="232892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lgo</a:t>
            </a:r>
            <a:r>
              <a:rPr sz="2000" spc="-4" dirty="0">
                <a:latin typeface="Montserrat"/>
                <a:cs typeface="Montserrat"/>
              </a:rPr>
              <a:t>r</a:t>
            </a:r>
            <a:r>
              <a:rPr sz="2000" spc="0" dirty="0">
                <a:latin typeface="Montserrat"/>
                <a:cs typeface="Montserrat"/>
              </a:rPr>
              <a:t>it</a:t>
            </a:r>
            <a:r>
              <a:rPr sz="2000" spc="4" dirty="0">
                <a:latin typeface="Montserrat"/>
                <a:cs typeface="Montserrat"/>
              </a:rPr>
              <a:t>m</a:t>
            </a:r>
            <a:r>
              <a:rPr sz="2000" spc="0" dirty="0">
                <a:latin typeface="Montserrat"/>
                <a:cs typeface="Montserrat"/>
              </a:rPr>
              <a:t>a  </a:t>
            </a:r>
            <a:r>
              <a:rPr sz="2000" spc="109" dirty="0">
                <a:latin typeface="Montserrat"/>
                <a:cs typeface="Montserrat"/>
              </a:rPr>
              <a:t> </a:t>
            </a:r>
            <a:r>
              <a:rPr sz="2000" spc="-9" dirty="0">
                <a:latin typeface="Montserrat"/>
                <a:cs typeface="Montserrat"/>
              </a:rPr>
              <a:t>d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-19" dirty="0">
                <a:latin typeface="Montserrat"/>
                <a:cs typeface="Montserrat"/>
              </a:rPr>
              <a:t>l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6170" y="3260352"/>
            <a:ext cx="767440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pemrogramannya. Menurut David Berlinski dalam bukunya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4883" y="3260352"/>
            <a:ext cx="346993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yang berjudul “The Advent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6170" y="3535148"/>
            <a:ext cx="11148733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of the Algorithm: The Idea that Rules the World” mengatakan dua gagasan terbentang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170" y="3809468"/>
            <a:ext cx="359375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6" dirty="0">
                <a:latin typeface="Montserrat"/>
                <a:cs typeface="Montserrat"/>
              </a:rPr>
              <a:t>gemerlap  di  atas  beludru,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9717" y="3809468"/>
            <a:ext cx="6979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7117" y="3809468"/>
            <a:ext cx="667816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3" dirty="0">
                <a:latin typeface="Montserrat"/>
                <a:cs typeface="Montserrat"/>
              </a:rPr>
              <a:t>pertama  adalah  kalkulus,  yang  kedua,  algoritma.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170" y="4083788"/>
            <a:ext cx="114985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Kalkulus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4270" y="4083788"/>
            <a:ext cx="299694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9" dirty="0">
                <a:latin typeface="Montserrat"/>
                <a:cs typeface="Montserrat"/>
              </a:rPr>
              <a:t>adalah  gagasan  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0437" y="4083788"/>
            <a:ext cx="295097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5" dirty="0">
                <a:latin typeface="Montserrat"/>
                <a:cs typeface="Montserrat"/>
              </a:rPr>
              <a:t>memungkinkan  sains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0883" y="4083788"/>
            <a:ext cx="109067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modern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79763" y="4083788"/>
            <a:ext cx="111836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menjadi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7726" y="4083788"/>
            <a:ext cx="129755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mungkin.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56170" y="4357886"/>
            <a:ext cx="11148817" cy="1651844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7" dirty="0">
                <a:latin typeface="Montserrat"/>
                <a:cs typeface="Montserrat"/>
              </a:rPr>
              <a:t>Algoritma adalah gagasan tentang prosedur yang efektif yang memungkinkan dunia</a:t>
            </a:r>
            <a:endParaRPr sz="2000">
              <a:latin typeface="Montserrat"/>
              <a:cs typeface="Montserrat"/>
            </a:endParaRPr>
          </a:p>
          <a:p>
            <a:pPr marL="12700" marR="2243">
              <a:lnSpc>
                <a:spcPts val="2165"/>
              </a:lnSpc>
            </a:pPr>
            <a:r>
              <a:rPr sz="2000" spc="0" dirty="0">
                <a:latin typeface="Montserrat"/>
                <a:cs typeface="Montserrat"/>
              </a:rPr>
              <a:t>modern menjadi mungkin. Di samping algoritma, salah satu kontribusi yang dilakukan</a:t>
            </a:r>
            <a:endParaRPr sz="2000">
              <a:latin typeface="Montserrat"/>
              <a:cs typeface="Montserrat"/>
            </a:endParaRPr>
          </a:p>
          <a:p>
            <a:pPr marL="12700" marR="338">
              <a:lnSpc>
                <a:spcPts val="2160"/>
              </a:lnSpc>
            </a:pPr>
            <a:r>
              <a:rPr sz="2000" spc="14" dirty="0">
                <a:latin typeface="Montserrat"/>
                <a:cs typeface="Montserrat"/>
              </a:rPr>
              <a:t>oleh Al Khawarizmi yang cukup besar untuk perkembangan bidang komputer adalah</a:t>
            </a:r>
            <a:endParaRPr sz="2000">
              <a:latin typeface="Montserrat"/>
              <a:cs typeface="Montserrat"/>
            </a:endParaRPr>
          </a:p>
          <a:p>
            <a:pPr marL="12700" marR="1989">
              <a:lnSpc>
                <a:spcPts val="2160"/>
              </a:lnSpc>
            </a:pPr>
            <a:r>
              <a:rPr sz="2000" spc="32" dirty="0">
                <a:latin typeface="Montserrat"/>
                <a:cs typeface="Montserrat"/>
              </a:rPr>
              <a:t>memperkenalkan angka 0 dalam sistem penomoran Arab, yang nantinya diadaptasi</a:t>
            </a:r>
            <a:endParaRPr sz="2000">
              <a:latin typeface="Montserrat"/>
              <a:cs typeface="Montserrat"/>
            </a:endParaRPr>
          </a:p>
          <a:p>
            <a:pPr marL="12700" marR="1119">
              <a:lnSpc>
                <a:spcPts val="2160"/>
              </a:lnSpc>
            </a:pPr>
            <a:r>
              <a:rPr sz="2000" spc="44" dirty="0">
                <a:latin typeface="Montserrat"/>
                <a:cs typeface="Montserrat"/>
              </a:rPr>
              <a:t>pada bidang komputer. Angka nol sendiri merupakan bagian yang ada dalam kode</a:t>
            </a:r>
            <a:endParaRPr sz="2000">
              <a:latin typeface="Montserrat"/>
              <a:cs typeface="Montserrat"/>
            </a:endParaRPr>
          </a:p>
          <a:p>
            <a:pPr marL="12700" marR="38141">
              <a:lnSpc>
                <a:spcPts val="2160"/>
              </a:lnSpc>
            </a:pPr>
            <a:r>
              <a:rPr sz="2000" spc="0" dirty="0">
                <a:latin typeface="Montserrat"/>
                <a:cs typeface="Montserrat"/>
              </a:rPr>
              <a:t>biner dan merupakan dasar dari pembentukan program komputer.</a:t>
            </a:r>
            <a:endParaRPr sz="2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27278" y="934159"/>
            <a:ext cx="152539" cy="68120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 marR="139">
              <a:lnSpc>
                <a:spcPct val="95825"/>
              </a:lnSpc>
              <a:spcBef>
                <a:spcPts val="754"/>
              </a:spcBef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56170" y="938284"/>
            <a:ext cx="11047856" cy="203272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33743">
              <a:lnSpc>
                <a:spcPts val="2190"/>
              </a:lnSpc>
            </a:pPr>
            <a:r>
              <a:rPr sz="2000" b="1" spc="0" dirty="0">
                <a:latin typeface="Montserrat"/>
                <a:cs typeface="Montserrat"/>
              </a:rPr>
              <a:t>Pengaruh Al Khawarizmi dalam Bidang Ilmu Pengetahuan</a:t>
            </a:r>
            <a:endParaRPr sz="2000">
              <a:latin typeface="Montserrat"/>
              <a:cs typeface="Montserrat"/>
            </a:endParaRPr>
          </a:p>
          <a:p>
            <a:pPr marL="70269">
              <a:lnSpc>
                <a:spcPts val="2160"/>
              </a:lnSpc>
              <a:spcBef>
                <a:spcPts val="930"/>
              </a:spcBef>
            </a:pPr>
            <a:r>
              <a:rPr sz="2000" spc="-1" dirty="0">
                <a:latin typeface="Montserrat"/>
                <a:cs typeface="Montserrat"/>
              </a:rPr>
              <a:t>Menemukan konsep alat penunjuk waktu dengan bayang sinar matahari dalam buku sundials.</a:t>
            </a:r>
            <a:endParaRPr sz="2000">
              <a:latin typeface="Montserrat"/>
              <a:cs typeface="Montserrat"/>
            </a:endParaRPr>
          </a:p>
          <a:p>
            <a:pPr marL="70269" marR="33743">
              <a:lnSpc>
                <a:spcPct val="101583"/>
              </a:lnSpc>
              <a:spcBef>
                <a:spcPts val="684"/>
              </a:spcBef>
            </a:pPr>
            <a:r>
              <a:rPr sz="2000" spc="-2" dirty="0">
                <a:latin typeface="Montserrat"/>
                <a:cs typeface="Montserrat"/>
              </a:rPr>
              <a:t>Menemukan konsep dasar algoritma melalui pembahasan aturan-aturan melakukan</a:t>
            </a:r>
            <a:endParaRPr sz="2000">
              <a:latin typeface="Montserrat"/>
              <a:cs typeface="Montserrat"/>
            </a:endParaRPr>
          </a:p>
          <a:p>
            <a:pPr marL="70269" marR="33743">
              <a:lnSpc>
                <a:spcPts val="2160"/>
              </a:lnSpc>
              <a:spcBef>
                <a:spcPts val="108"/>
              </a:spcBef>
            </a:pPr>
            <a:r>
              <a:rPr sz="2000" spc="0" dirty="0">
                <a:latin typeface="Montserrat"/>
                <a:cs typeface="Montserrat"/>
              </a:rPr>
              <a:t>aritmatika menggunakan bilangan Hindu-Arab dan solusi sistematis.</a:t>
            </a:r>
            <a:endParaRPr sz="2000">
              <a:latin typeface="Montserrat"/>
              <a:cs typeface="Montserrat"/>
            </a:endParaRPr>
          </a:p>
          <a:p>
            <a:pPr marL="12700" marR="33743">
              <a:lnSpc>
                <a:spcPct val="101583"/>
              </a:lnSpc>
              <a:spcBef>
                <a:spcPts val="613"/>
              </a:spcBef>
            </a:pPr>
            <a:r>
              <a:rPr sz="2000" b="1" spc="0" dirty="0">
                <a:latin typeface="Montserrat"/>
                <a:cs typeface="Montserrat"/>
              </a:rPr>
              <a:t>Al Khawarizmi dalam Bidang Komputer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27278" y="2011373"/>
            <a:ext cx="152539" cy="279679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27278" y="2687494"/>
            <a:ext cx="152539" cy="680772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139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52"/>
              </a:spcBef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6170" y="3092712"/>
            <a:ext cx="64705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Ilmu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02740" y="3092712"/>
            <a:ext cx="180866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pengetahuan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11194" y="3092712"/>
            <a:ext cx="163092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matematika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40197" y="3092712"/>
            <a:ext cx="70712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pada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44640" y="3092712"/>
            <a:ext cx="121797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dasarnya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162163" y="3092712"/>
            <a:ext cx="93521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sangat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394952" y="3092712"/>
            <a:ext cx="123932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berperan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932668" y="3092712"/>
            <a:ext cx="872913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dalam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56170" y="3367508"/>
            <a:ext cx="11146447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8" dirty="0">
                <a:latin typeface="Montserrat"/>
                <a:cs typeface="Montserrat"/>
              </a:rPr>
              <a:t>pengembangan komputer dan teknologi dari dahulu hingga sekarang dan peran itu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6170" y="3641828"/>
            <a:ext cx="109727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tidaklah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880489" y="3641828"/>
            <a:ext cx="90398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sedikit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10332" y="3641828"/>
            <a:ext cx="141884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melainkan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56557" y="3641828"/>
            <a:ext cx="132207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sangatlah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904357" y="3641828"/>
            <a:ext cx="81813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besar,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49491" y="3641828"/>
            <a:ext cx="55549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531989" y="3641828"/>
            <a:ext cx="4058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itu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63992" y="3641828"/>
            <a:ext cx="46989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tak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58352" y="3641828"/>
            <a:ext cx="10896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terlepas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72472" y="3641828"/>
            <a:ext cx="55549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551668" y="3641828"/>
            <a:ext cx="81102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peran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489817" y="3641828"/>
            <a:ext cx="31546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170" y="3916148"/>
            <a:ext cx="438318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1" dirty="0">
                <a:latin typeface="Montserrat"/>
                <a:cs typeface="Montserrat"/>
              </a:rPr>
              <a:t>Khawarizmi di dalamnya. Kendati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57648" y="3916148"/>
            <a:ext cx="674839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5" dirty="0">
                <a:latin typeface="Montserrat"/>
                <a:cs typeface="Montserrat"/>
              </a:rPr>
              <a:t>demikian namun sedikit yang mengenang jasa dari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6170" y="4190246"/>
            <a:ext cx="315381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Al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91349" y="4190246"/>
            <a:ext cx="1629854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Khawarizmi.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42514" y="4190246"/>
            <a:ext cx="2173214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5" dirty="0">
                <a:latin typeface="Montserrat"/>
                <a:cs typeface="Montserrat"/>
              </a:rPr>
              <a:t>Algoritma  tidak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33848" y="4190246"/>
            <a:ext cx="1789585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8" dirty="0">
                <a:latin typeface="Montserrat"/>
                <a:cs typeface="Montserrat"/>
              </a:rPr>
              <a:t>bisa  terlepas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42531" y="4190246"/>
            <a:ext cx="555826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6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9949" y="4190246"/>
            <a:ext cx="798409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selalu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39683" y="4190246"/>
            <a:ext cx="1988182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berdampingan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48137" y="4190246"/>
            <a:ext cx="1057520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dengan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6170" y="4465169"/>
            <a:ext cx="205384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perkembangan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30703" y="4465169"/>
            <a:ext cx="127253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teknologi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22623" y="4465169"/>
            <a:ext cx="69875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40757" y="4465169"/>
            <a:ext cx="58801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saat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6877" y="4465169"/>
            <a:ext cx="37211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ini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8240" y="4465169"/>
            <a:ext cx="204978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7" dirty="0">
                <a:latin typeface="Montserrat"/>
                <a:cs typeface="Montserrat"/>
              </a:rPr>
              <a:t>semakin  maju.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07654" y="4465169"/>
            <a:ext cx="200380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30" dirty="0">
                <a:latin typeface="Montserrat"/>
                <a:cs typeface="Montserrat"/>
              </a:rPr>
              <a:t>Bahkan  untuk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1348" y="4465169"/>
            <a:ext cx="127279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teknologi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170" y="4739489"/>
            <a:ext cx="153415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kecerdasan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39340" y="4739489"/>
            <a:ext cx="98043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buatan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9132" y="4739489"/>
            <a:ext cx="129311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sekalipun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2106" y="4739489"/>
            <a:ext cx="46990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tak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30088" y="4739489"/>
            <a:ext cx="80797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dapat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7160" y="4739489"/>
            <a:ext cx="83057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pintar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64171" y="4739489"/>
            <a:ext cx="80898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tanpa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22894" y="4739489"/>
            <a:ext cx="905001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sistem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76232" y="4739489"/>
            <a:ext cx="232892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lgo</a:t>
            </a:r>
            <a:r>
              <a:rPr sz="2000" spc="-4" dirty="0">
                <a:latin typeface="Montserrat"/>
                <a:cs typeface="Montserrat"/>
              </a:rPr>
              <a:t>r</a:t>
            </a:r>
            <a:r>
              <a:rPr sz="2000" spc="0" dirty="0">
                <a:latin typeface="Montserrat"/>
                <a:cs typeface="Montserrat"/>
              </a:rPr>
              <a:t>it</a:t>
            </a:r>
            <a:r>
              <a:rPr sz="2000" spc="4" dirty="0">
                <a:latin typeface="Montserrat"/>
                <a:cs typeface="Montserrat"/>
              </a:rPr>
              <a:t>m</a:t>
            </a:r>
            <a:r>
              <a:rPr sz="2000" spc="0" dirty="0">
                <a:latin typeface="Montserrat"/>
                <a:cs typeface="Montserrat"/>
              </a:rPr>
              <a:t>a  </a:t>
            </a:r>
            <a:r>
              <a:rPr sz="2000" spc="109" dirty="0">
                <a:latin typeface="Montserrat"/>
                <a:cs typeface="Montserrat"/>
              </a:rPr>
              <a:t> </a:t>
            </a:r>
            <a:r>
              <a:rPr sz="2000" spc="-9" dirty="0">
                <a:latin typeface="Montserrat"/>
                <a:cs typeface="Montserrat"/>
              </a:rPr>
              <a:t>d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-19" dirty="0">
                <a:latin typeface="Montserrat"/>
                <a:cs typeface="Montserrat"/>
              </a:rPr>
              <a:t>l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m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6170" y="5013809"/>
            <a:ext cx="767312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pemrogramannya. Menurut David Berlinski dalam bukunya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4883" y="5013809"/>
            <a:ext cx="347014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yang berjudul “The Advent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6170" y="5287907"/>
            <a:ext cx="11149357" cy="27967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of the Algorithm: The Idea that Rules the World” mengatakan dua gagasan terbentang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6170" y="5562690"/>
            <a:ext cx="359375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6" dirty="0">
                <a:latin typeface="Montserrat"/>
                <a:cs typeface="Montserrat"/>
              </a:rPr>
              <a:t>gemerlap  di  atas  beludru,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9717" y="5562690"/>
            <a:ext cx="6979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7117" y="5562690"/>
            <a:ext cx="667816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3" dirty="0">
                <a:latin typeface="Montserrat"/>
                <a:cs typeface="Montserrat"/>
              </a:rPr>
              <a:t>pertama  adalah  kalkulus,  yang  kedua,  algoritma.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170" y="5837010"/>
            <a:ext cx="1149858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Kalkulus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4270" y="5837010"/>
            <a:ext cx="2996946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29" dirty="0">
                <a:latin typeface="Montserrat"/>
                <a:cs typeface="Montserrat"/>
              </a:rPr>
              <a:t>adalah  gagasan  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0437" y="5837010"/>
            <a:ext cx="2950971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5" dirty="0">
                <a:latin typeface="Montserrat"/>
                <a:cs typeface="Montserrat"/>
              </a:rPr>
              <a:t>memungkinkan  sains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80883" y="5837010"/>
            <a:ext cx="1090676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modern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79763" y="5837010"/>
            <a:ext cx="1118362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menjadi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7726" y="5837010"/>
            <a:ext cx="1297558" cy="2793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mungkin.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56170" y="6111330"/>
            <a:ext cx="11148987" cy="82832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9" dirty="0">
                <a:latin typeface="Montserrat"/>
                <a:cs typeface="Montserrat"/>
              </a:rPr>
              <a:t>Algoritma adalah gagasan tentang prosedur yang efektif yang memungkinkan dunia</a:t>
            </a:r>
            <a:endParaRPr sz="2000" dirty="0">
              <a:latin typeface="Montserrat"/>
              <a:cs typeface="Montserrat"/>
            </a:endParaRPr>
          </a:p>
          <a:p>
            <a:pPr marL="12700" marR="2515">
              <a:lnSpc>
                <a:spcPts val="2160"/>
              </a:lnSpc>
            </a:pPr>
            <a:r>
              <a:rPr sz="2000" spc="-1" dirty="0">
                <a:latin typeface="Montserrat"/>
                <a:cs typeface="Montserrat"/>
              </a:rPr>
              <a:t>modern menjadi mungkin. Di samping algoritma, salah satu kontribusi yang dilakukan</a:t>
            </a:r>
            <a:endParaRPr sz="2000" dirty="0">
              <a:latin typeface="Montserrat"/>
              <a:cs typeface="Montserrat"/>
            </a:endParaRPr>
          </a:p>
          <a:p>
            <a:pPr marL="12700" marR="507">
              <a:lnSpc>
                <a:spcPts val="2160"/>
              </a:lnSpc>
            </a:pPr>
            <a:r>
              <a:rPr sz="2000" spc="14" dirty="0">
                <a:latin typeface="Montserrat"/>
                <a:cs typeface="Montserrat"/>
              </a:rPr>
              <a:t>oleh Al Khawarizmi yang cukup besar untuk perkembangan bidang komputer adalah</a:t>
            </a:r>
            <a:endParaRPr sz="2000" dirty="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98897" y="1390730"/>
            <a:ext cx="1487068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b="1" spc="0" dirty="0">
                <a:latin typeface="Montserrat"/>
                <a:cs typeface="Montserrat"/>
              </a:rPr>
              <a:t>Kesimpulan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4499" y="1993368"/>
            <a:ext cx="8811460" cy="584257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17244">
              <a:lnSpc>
                <a:spcPts val="2190"/>
              </a:lnSpc>
            </a:pPr>
            <a:r>
              <a:rPr sz="2000" spc="63" dirty="0">
                <a:latin typeface="Montserrat"/>
                <a:cs typeface="Montserrat"/>
              </a:rPr>
              <a:t>Islam pernah menjadi ahli dan penemu di berbagai bidang sains</a:t>
            </a:r>
            <a:endParaRPr sz="2000">
              <a:latin typeface="Montserrat"/>
              <a:cs typeface="Montserrat"/>
            </a:endParaRPr>
          </a:p>
          <a:p>
            <a:pPr marL="12700">
              <a:lnSpc>
                <a:spcPts val="2400"/>
              </a:lnSpc>
              <a:spcBef>
                <a:spcPts val="10"/>
              </a:spcBef>
            </a:pPr>
            <a:r>
              <a:rPr sz="2000" spc="45" dirty="0">
                <a:latin typeface="Montserrat"/>
                <a:cs typeface="Montserrat"/>
              </a:rPr>
              <a:t>pada masa klasik, namun sekarang kemajuan sains dan teknologi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97009" y="1993368"/>
            <a:ext cx="1891422" cy="889381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2297">
              <a:lnSpc>
                <a:spcPts val="2190"/>
              </a:lnSpc>
            </a:pPr>
            <a:r>
              <a:rPr sz="2000" spc="32" dirty="0">
                <a:latin typeface="Montserrat"/>
                <a:cs typeface="Montserrat"/>
              </a:rPr>
              <a:t>dan teknologi</a:t>
            </a:r>
            <a:endParaRPr sz="2000">
              <a:latin typeface="Montserrat"/>
              <a:cs typeface="Montserrat"/>
            </a:endParaRPr>
          </a:p>
          <a:p>
            <a:pPr marL="21082">
              <a:lnSpc>
                <a:spcPts val="2400"/>
              </a:lnSpc>
              <a:spcBef>
                <a:spcPts val="10"/>
              </a:spcBef>
            </a:pPr>
            <a:r>
              <a:rPr sz="2000" spc="27" dirty="0">
                <a:latin typeface="Montserrat"/>
                <a:cs typeface="Montserrat"/>
              </a:rPr>
              <a:t>dalam berapa</a:t>
            </a:r>
            <a:endParaRPr sz="2000">
              <a:latin typeface="Montserrat"/>
              <a:cs typeface="Montserrat"/>
            </a:endParaRPr>
          </a:p>
          <a:p>
            <a:pPr marL="44831" marR="265">
              <a:lnSpc>
                <a:spcPts val="2405"/>
              </a:lnSpc>
              <a:spcBef>
                <a:spcPts val="0"/>
              </a:spcBef>
            </a:pPr>
            <a:r>
              <a:rPr sz="2000" spc="0" dirty="0">
                <a:latin typeface="Montserrat"/>
                <a:cs typeface="Montserrat"/>
              </a:rPr>
              <a:t>penduduknya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4499" y="2603349"/>
            <a:ext cx="140462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3" dirty="0">
                <a:latin typeface="Montserrat"/>
                <a:cs typeface="Montserrat"/>
              </a:rPr>
              <a:t>dasawarsa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97557" y="2603349"/>
            <a:ext cx="1248834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a</a:t>
            </a:r>
            <a:r>
              <a:rPr sz="2000" spc="-9" dirty="0">
                <a:latin typeface="Montserrat"/>
                <a:cs typeface="Montserrat"/>
              </a:rPr>
              <a:t>b</a:t>
            </a: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d  </a:t>
            </a:r>
            <a:r>
              <a:rPr sz="2000" spc="89" dirty="0">
                <a:latin typeface="Montserrat"/>
                <a:cs typeface="Montserrat"/>
              </a:rPr>
              <a:t> </a:t>
            </a:r>
            <a:r>
              <a:rPr sz="2000" spc="-4" dirty="0">
                <a:latin typeface="Montserrat"/>
                <a:cs typeface="Montserrat"/>
              </a:rPr>
              <a:t>XX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2905" y="2603349"/>
            <a:ext cx="71069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telah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51680" y="2603349"/>
            <a:ext cx="1979422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menempatkan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8803" y="2603349"/>
            <a:ext cx="196011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negara-negara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7257" y="2603349"/>
            <a:ext cx="694943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4" dirty="0">
                <a:latin typeface="Montserrat"/>
                <a:cs typeface="Montserrat"/>
              </a:rPr>
              <a:t>yang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4499" y="2908149"/>
            <a:ext cx="10738802" cy="1397253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 marR="5382221" algn="just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mayoritas Muslim dalam posisi pinggiran.</a:t>
            </a:r>
            <a:endParaRPr sz="2000">
              <a:latin typeface="Montserrat"/>
              <a:cs typeface="Montserrat"/>
            </a:endParaRPr>
          </a:p>
          <a:p>
            <a:pPr marL="12700" algn="just">
              <a:lnSpc>
                <a:spcPts val="2400"/>
              </a:lnSpc>
              <a:spcBef>
                <a:spcPts val="1588"/>
              </a:spcBef>
            </a:pPr>
            <a:r>
              <a:rPr sz="2000" spc="0" dirty="0">
                <a:latin typeface="Montserrat"/>
                <a:cs typeface="Montserrat"/>
              </a:rPr>
              <a:t>Misalnya, beberapa terminologi keagamaan seperti jihad, ilmu, taqwa, amal shalih, dan ihsan perlu ditafsirkan dalam konteks yang lebih luas dari sekedar terminologi ibadah dalam arti sempit.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499" y="4534257"/>
            <a:ext cx="10742015" cy="5842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7" dirty="0">
                <a:latin typeface="Montserrat"/>
                <a:cs typeface="Montserrat"/>
              </a:rPr>
              <a:t>Persepsi yang membuat dikotomi itu telah menjauhkan umat Islam dari kemajuan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  <a:spcBef>
                <a:spcPts val="10"/>
              </a:spcBef>
            </a:pPr>
            <a:r>
              <a:rPr sz="2000" spc="-1" dirty="0">
                <a:latin typeface="Montserrat"/>
                <a:cs typeface="Montserrat"/>
              </a:rPr>
              <a:t>sains dan teknologi.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4499" y="5347057"/>
            <a:ext cx="130683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Demikian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3648" y="5347057"/>
            <a:ext cx="623570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2" dirty="0">
                <a:latin typeface="Montserrat"/>
                <a:cs typeface="Montserrat"/>
              </a:rPr>
              <a:t>pula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8546" y="5347057"/>
            <a:ext cx="105638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dengan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5371" y="5347057"/>
            <a:ext cx="1561846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0" dirty="0">
                <a:latin typeface="Montserrat"/>
                <a:cs typeface="Montserrat"/>
              </a:rPr>
              <a:t>terminologi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8672" y="5347057"/>
            <a:ext cx="1729485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mal   </a:t>
            </a:r>
            <a:r>
              <a:rPr sz="2000" spc="64" dirty="0">
                <a:latin typeface="Montserrat"/>
                <a:cs typeface="Montserrat"/>
              </a:rPr>
              <a:t> </a:t>
            </a:r>
            <a:r>
              <a:rPr sz="2000" spc="0" dirty="0">
                <a:latin typeface="Montserrat"/>
                <a:cs typeface="Montserrat"/>
              </a:rPr>
              <a:t>sha</a:t>
            </a:r>
            <a:r>
              <a:rPr sz="2000" spc="-9" dirty="0">
                <a:latin typeface="Montserrat"/>
                <a:cs typeface="Montserrat"/>
              </a:rPr>
              <a:t>l</a:t>
            </a:r>
            <a:r>
              <a:rPr sz="2000" spc="0" dirty="0">
                <a:latin typeface="Montserrat"/>
                <a:cs typeface="Montserrat"/>
              </a:rPr>
              <a:t>ih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79485" y="5347057"/>
            <a:ext cx="557529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dirty="0">
                <a:latin typeface="Montserrat"/>
                <a:cs typeface="Montserrat"/>
              </a:rPr>
              <a:t>dan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48217" y="5347057"/>
            <a:ext cx="748537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-1" dirty="0">
                <a:latin typeface="Montserrat"/>
                <a:cs typeface="Montserrat"/>
              </a:rPr>
              <a:t>ihsan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08591" y="5347057"/>
            <a:ext cx="1677288" cy="279400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4" dirty="0">
                <a:latin typeface="Montserrat"/>
                <a:cs typeface="Montserrat"/>
              </a:rPr>
              <a:t>a</a:t>
            </a:r>
            <a:r>
              <a:rPr sz="2000" spc="0" dirty="0">
                <a:latin typeface="Montserrat"/>
                <a:cs typeface="Montserrat"/>
              </a:rPr>
              <a:t>mat   </a:t>
            </a:r>
            <a:r>
              <a:rPr sz="2000" spc="74" dirty="0">
                <a:latin typeface="Montserrat"/>
                <a:cs typeface="Montserrat"/>
              </a:rPr>
              <a:t> </a:t>
            </a:r>
            <a:r>
              <a:rPr sz="2000" spc="-9" dirty="0">
                <a:latin typeface="Montserrat"/>
                <a:cs typeface="Montserrat"/>
              </a:rPr>
              <a:t>p</a:t>
            </a:r>
            <a:r>
              <a:rPr sz="2000" spc="0" dirty="0">
                <a:latin typeface="Montserrat"/>
                <a:cs typeface="Montserrat"/>
              </a:rPr>
              <a:t>erlu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44499" y="5652149"/>
            <a:ext cx="10744555" cy="584199"/>
          </a:xfrm>
          <a:prstGeom prst="rect">
            <a:avLst/>
          </a:prstGeom>
        </p:spPr>
        <p:txBody>
          <a:bodyPr wrap="square" lIns="0" tIns="13906" rIns="0" bIns="0" rtlCol="0">
            <a:noAutofit/>
          </a:bodyPr>
          <a:lstStyle/>
          <a:p>
            <a:pPr marL="12700">
              <a:lnSpc>
                <a:spcPts val="2190"/>
              </a:lnSpc>
            </a:pPr>
            <a:r>
              <a:rPr sz="2000" spc="14" dirty="0">
                <a:latin typeface="Montserrat"/>
                <a:cs typeface="Montserrat"/>
              </a:rPr>
              <a:t>diterjemahkan  dalam  konteks  yang  meliputi  karya  sains  dan  teknologi,  bukan</a:t>
            </a:r>
            <a:endParaRPr sz="2000">
              <a:latin typeface="Montserrat"/>
              <a:cs typeface="Montserrat"/>
            </a:endParaRPr>
          </a:p>
          <a:p>
            <a:pPr marL="12700" marR="38100">
              <a:lnSpc>
                <a:spcPts val="2400"/>
              </a:lnSpc>
              <a:spcBef>
                <a:spcPts val="10"/>
              </a:spcBef>
            </a:pPr>
            <a:r>
              <a:rPr sz="2000" spc="0" dirty="0">
                <a:latin typeface="Montserrat"/>
                <a:cs typeface="Montserrat"/>
              </a:rPr>
              <a:t>kebajikan dalam arti sempit.</a:t>
            </a:r>
            <a:endParaRPr sz="2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72252" y="952571"/>
            <a:ext cx="1084503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b="1" spc="83" dirty="0">
                <a:latin typeface="Times New Roman"/>
                <a:cs typeface="Times New Roman"/>
              </a:rPr>
              <a:t>Referensi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89101" y="1504522"/>
            <a:ext cx="10056951" cy="3958139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41799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Attas, Syed Naquib al-. 1991. Islam dan Sekularisme, Bandung: Pustaka Salman.</a:t>
            </a:r>
            <a:endParaRPr sz="1800">
              <a:latin typeface="Montserrat"/>
              <a:cs typeface="Montserrat"/>
            </a:endParaRPr>
          </a:p>
          <a:p>
            <a:pPr marL="12700">
              <a:lnSpc>
                <a:spcPct val="101583"/>
              </a:lnSpc>
              <a:spcBef>
                <a:spcPts val="946"/>
              </a:spcBef>
            </a:pPr>
            <a:r>
              <a:rPr sz="1800" spc="42" dirty="0">
                <a:latin typeface="Montserrat"/>
                <a:cs typeface="Montserrat"/>
              </a:rPr>
              <a:t>Baiquni, Achmad (a). 1995. Al-Qur’an, Ilmu Pengetahuan dan Teknologi, Yogyakarta:</a:t>
            </a:r>
            <a:endParaRPr sz="1800">
              <a:latin typeface="Montserrat"/>
              <a:cs typeface="Montserrat"/>
            </a:endParaRPr>
          </a:p>
          <a:p>
            <a:pPr marL="12700" marR="41799">
              <a:lnSpc>
                <a:spcPct val="101583"/>
              </a:lnSpc>
              <a:spcBef>
                <a:spcPts val="1047"/>
              </a:spcBef>
            </a:pPr>
            <a:r>
              <a:rPr sz="1800" spc="0" dirty="0">
                <a:latin typeface="Montserrat"/>
                <a:cs typeface="Montserrat"/>
              </a:rPr>
              <a:t>Dana Bhakti Wakaf.</a:t>
            </a:r>
            <a:endParaRPr sz="1800">
              <a:latin typeface="Montserrat"/>
              <a:cs typeface="Montserrat"/>
            </a:endParaRPr>
          </a:p>
          <a:p>
            <a:pPr marL="2063546" marR="41799">
              <a:lnSpc>
                <a:spcPct val="101583"/>
              </a:lnSpc>
              <a:spcBef>
                <a:spcPts val="1045"/>
              </a:spcBef>
            </a:pPr>
            <a:r>
              <a:rPr sz="1800" spc="0" dirty="0">
                <a:latin typeface="Montserrat"/>
                <a:cs typeface="Montserrat"/>
              </a:rPr>
              <a:t>(b). 1997. Al-Qur’an dan Ilmu Pengetahuan Kealaman,</a:t>
            </a:r>
            <a:endParaRPr sz="1800">
              <a:latin typeface="Montserrat"/>
              <a:cs typeface="Montserrat"/>
            </a:endParaRPr>
          </a:p>
          <a:p>
            <a:pPr marL="12700" marR="3031">
              <a:lnSpc>
                <a:spcPct val="101583"/>
              </a:lnSpc>
              <a:spcBef>
                <a:spcPts val="1047"/>
              </a:spcBef>
            </a:pPr>
            <a:r>
              <a:rPr sz="1800" spc="31" dirty="0">
                <a:latin typeface="Montserrat"/>
                <a:cs typeface="Montserrat"/>
              </a:rPr>
              <a:t>Yogyakarta: Dana Bhakti Primayasa. Barbour, Ian G. 2005. Menemukan Tuhan dalam</a:t>
            </a:r>
            <a:endParaRPr sz="1800">
              <a:latin typeface="Montserrat"/>
              <a:cs typeface="Montserrat"/>
            </a:endParaRPr>
          </a:p>
          <a:p>
            <a:pPr marL="12700" marR="41799">
              <a:lnSpc>
                <a:spcPct val="101583"/>
              </a:lnSpc>
              <a:spcBef>
                <a:spcPts val="1045"/>
              </a:spcBef>
            </a:pPr>
            <a:r>
              <a:rPr sz="1800" spc="0" dirty="0">
                <a:latin typeface="Montserrat"/>
                <a:cs typeface="Montserrat"/>
              </a:rPr>
              <a:t>Sains Kontemporer dan Agama, Bandung: Mizan.</a:t>
            </a:r>
            <a:endParaRPr sz="1800">
              <a:latin typeface="Montserrat"/>
              <a:cs typeface="Montserrat"/>
            </a:endParaRPr>
          </a:p>
          <a:p>
            <a:pPr marL="12700" marR="417381">
              <a:lnSpc>
                <a:spcPts val="2194"/>
              </a:lnSpc>
              <a:spcBef>
                <a:spcPts val="1045"/>
              </a:spcBef>
            </a:pPr>
            <a:r>
              <a:rPr sz="1800" spc="6" dirty="0">
                <a:latin typeface="Montserrat"/>
                <a:cs typeface="Montserrat"/>
              </a:rPr>
              <a:t>Dzahabi, al-. 1961. al-Tafsir wa al-Mufassirun, Jilid II, Kairo: Daar al-Kutub al-Haditsah. </a:t>
            </a:r>
            <a:endParaRPr sz="1800">
              <a:latin typeface="Montserrat"/>
              <a:cs typeface="Montserrat"/>
            </a:endParaRPr>
          </a:p>
          <a:p>
            <a:pPr marL="12700" marR="417381">
              <a:lnSpc>
                <a:spcPts val="2194"/>
              </a:lnSpc>
              <a:spcBef>
                <a:spcPts val="1048"/>
              </a:spcBef>
            </a:pPr>
            <a:r>
              <a:rPr sz="1800" spc="0" dirty="0">
                <a:latin typeface="Montserrat"/>
                <a:cs typeface="Montserrat"/>
              </a:rPr>
              <a:t>Ghulsyani, Mahdi. 1993. Filsafat Sains Menurut al-Qur’an, Bandung: Mizan.</a:t>
            </a:r>
            <a:endParaRPr sz="1800">
              <a:latin typeface="Montserrat"/>
              <a:cs typeface="Montserrat"/>
            </a:endParaRPr>
          </a:p>
          <a:p>
            <a:pPr marL="12700" marR="41799">
              <a:lnSpc>
                <a:spcPts val="2190"/>
              </a:lnSpc>
              <a:spcBef>
                <a:spcPts val="1158"/>
              </a:spcBef>
            </a:pPr>
            <a:r>
              <a:rPr sz="1800" spc="1" dirty="0">
                <a:latin typeface="Montserrat"/>
                <a:cs typeface="Montserrat"/>
              </a:rPr>
              <a:t>Levy, R. 1975. The Social Structure of Islam, Cambridge.</a:t>
            </a:r>
            <a:endParaRPr sz="1800">
              <a:latin typeface="Montserrat"/>
              <a:cs typeface="Montserrat"/>
            </a:endParaRPr>
          </a:p>
          <a:p>
            <a:pPr marL="12700" marR="41799">
              <a:lnSpc>
                <a:spcPct val="101583"/>
              </a:lnSpc>
              <a:spcBef>
                <a:spcPts val="936"/>
              </a:spcBef>
            </a:pPr>
            <a:r>
              <a:rPr sz="1800" spc="0" dirty="0">
                <a:latin typeface="Montserrat"/>
                <a:cs typeface="Montserrat"/>
              </a:rPr>
              <a:t>Sardar, Ziauddin. 1987. Masa Depan Islam, Bandung: Pustaka Salman.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72252" y="952571"/>
            <a:ext cx="1084503" cy="254000"/>
          </a:xfrm>
          <a:prstGeom prst="rect">
            <a:avLst/>
          </a:prstGeom>
        </p:spPr>
        <p:txBody>
          <a:bodyPr wrap="square" lIns="0" tIns="12255" rIns="0" bIns="0" rtlCol="0">
            <a:noAutofit/>
          </a:bodyPr>
          <a:lstStyle/>
          <a:p>
            <a:pPr marL="12700">
              <a:lnSpc>
                <a:spcPts val="1930"/>
              </a:lnSpc>
            </a:pPr>
            <a:r>
              <a:rPr sz="1800" b="1" spc="83" dirty="0">
                <a:latin typeface="Times New Roman"/>
                <a:cs typeface="Times New Roman"/>
              </a:rPr>
              <a:t>Referensi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9101" y="1504522"/>
            <a:ext cx="10044192" cy="2311908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 marR="1546749" algn="just">
              <a:lnSpc>
                <a:spcPts val="1980"/>
              </a:lnSpc>
            </a:pPr>
            <a:r>
              <a:rPr sz="1800" spc="6" dirty="0">
                <a:latin typeface="Montserrat"/>
                <a:cs typeface="Montserrat"/>
              </a:rPr>
              <a:t>Sarton, George. tanpa tahun. Introduction to the History of Science, Jilid 1.</a:t>
            </a:r>
            <a:endParaRPr sz="1800">
              <a:latin typeface="Montserrat"/>
              <a:cs typeface="Montserrat"/>
            </a:endParaRPr>
          </a:p>
          <a:p>
            <a:pPr marL="12700" marR="1966891" algn="just">
              <a:lnSpc>
                <a:spcPct val="101583"/>
              </a:lnSpc>
              <a:spcBef>
                <a:spcPts val="946"/>
              </a:spcBef>
            </a:pPr>
            <a:r>
              <a:rPr sz="1800" spc="0" dirty="0">
                <a:latin typeface="Montserrat"/>
                <a:cs typeface="Montserrat"/>
              </a:rPr>
              <a:t>Shah, A.B. 1987. Metodologi Ilmu Pengetahuan, Jakarta: Yayasan Obor.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7"/>
              </a:spcBef>
            </a:pPr>
            <a:r>
              <a:rPr sz="1800" spc="1" dirty="0">
                <a:latin typeface="Montserrat"/>
                <a:cs typeface="Montserrat"/>
              </a:rPr>
              <a:t>Zain, Shaharir bin Mohamad. 1992. “Islam dan Pembangunan Sains dan Teknologi” ,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1" dirty="0">
                <a:latin typeface="Montserrat"/>
                <a:cs typeface="Montserrat"/>
              </a:rPr>
              <a:t>Makalah, disampaikan dalam Konggres “Menjelang Abad 21: Islam dan Wawasan 2020, </a:t>
            </a:r>
            <a:endParaRPr sz="1800">
              <a:latin typeface="Montserrat"/>
              <a:cs typeface="Montserrat"/>
            </a:endParaRPr>
          </a:p>
          <a:p>
            <a:pPr marL="12700" algn="just">
              <a:lnSpc>
                <a:spcPts val="2194"/>
              </a:lnSpc>
              <a:spcBef>
                <a:spcPts val="1046"/>
              </a:spcBef>
            </a:pPr>
            <a:r>
              <a:rPr sz="1800" spc="1" dirty="0">
                <a:latin typeface="Montserrat"/>
                <a:cs typeface="Montserrat"/>
              </a:rPr>
              <a:t>di Kuala Lumpur tahun 1992.</a:t>
            </a:r>
            <a:endParaRPr sz="1800">
              <a:latin typeface="Montserrat"/>
              <a:cs typeface="Montserrat"/>
            </a:endParaRPr>
          </a:p>
          <a:p>
            <a:pPr marL="12700" marR="3181112" algn="just">
              <a:lnSpc>
                <a:spcPct val="101583"/>
              </a:lnSpc>
              <a:spcBef>
                <a:spcPts val="1046"/>
              </a:spcBef>
            </a:pPr>
            <a:r>
              <a:rPr sz="1800" spc="1" dirty="0">
                <a:latin typeface="Montserrat"/>
                <a:cs typeface="Montserrat"/>
              </a:rPr>
              <a:t>Shihab, Quraish. 1996. Wawasan al-Qur’an, Bandung: Mizan.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89101" y="3973910"/>
            <a:ext cx="204393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F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0683" y="3973910"/>
            <a:ext cx="90596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Muhtar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13508" y="3973910"/>
            <a:ext cx="14701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-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70937" y="3973910"/>
            <a:ext cx="64828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2" dirty="0">
                <a:latin typeface="Montserrat"/>
                <a:cs typeface="Montserrat"/>
              </a:rPr>
              <a:t>Beta: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26205" y="3973910"/>
            <a:ext cx="77063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Jurnal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05300" y="3973910"/>
            <a:ext cx="74526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Tadris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8740" y="3973910"/>
            <a:ext cx="1498676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1" dirty="0">
                <a:latin typeface="Montserrat"/>
                <a:cs typeface="Montserrat"/>
              </a:rPr>
              <a:t>Matematika,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4274" y="3973910"/>
            <a:ext cx="623011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2014.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5794" y="3973910"/>
            <a:ext cx="621817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3" dirty="0">
                <a:latin typeface="Montserrat"/>
                <a:cs typeface="Montserrat"/>
              </a:rPr>
              <a:t>“Abu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4266" y="3973910"/>
            <a:ext cx="1100505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Abdullah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1528" y="3973910"/>
            <a:ext cx="44008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Ibn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77120" y="3973910"/>
            <a:ext cx="678510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dirty="0">
                <a:latin typeface="Montserrat"/>
                <a:cs typeface="Montserrat"/>
              </a:rPr>
              <a:t>Musa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4520" y="3973910"/>
            <a:ext cx="373964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4" dirty="0">
                <a:latin typeface="Montserrat"/>
                <a:cs typeface="Montserrat"/>
              </a:rPr>
              <a:t>Al-</a:t>
            </a:r>
            <a:endParaRPr sz="1800">
              <a:latin typeface="Montserrat"/>
              <a:cs typeface="Montserra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89101" y="4385644"/>
            <a:ext cx="5572252" cy="254000"/>
          </a:xfrm>
          <a:prstGeom prst="rect">
            <a:avLst/>
          </a:prstGeom>
        </p:spPr>
        <p:txBody>
          <a:bodyPr wrap="square" lIns="0" tIns="12573" rIns="0" bIns="0" rtlCol="0">
            <a:noAutofit/>
          </a:bodyPr>
          <a:lstStyle/>
          <a:p>
            <a:pPr marL="12700">
              <a:lnSpc>
                <a:spcPts val="1980"/>
              </a:lnSpc>
            </a:pPr>
            <a:r>
              <a:rPr sz="1800" spc="0" dirty="0">
                <a:latin typeface="Montserrat"/>
                <a:cs typeface="Montserrat"/>
              </a:rPr>
              <a:t>Khawarizmi (Pelopor Matematika Dalam Islam)”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5790" y="0"/>
            <a:ext cx="304799" cy="160908"/>
          </a:xfrm>
          <a:custGeom>
            <a:avLst/>
            <a:gdLst/>
            <a:ahLst/>
            <a:cxnLst/>
            <a:rect l="l" t="t" r="r" b="b"/>
            <a:pathLst>
              <a:path w="304799" h="160908">
                <a:moveTo>
                  <a:pt x="304799" y="160908"/>
                </a:moveTo>
                <a:lnTo>
                  <a:pt x="0" y="160908"/>
                </a:lnTo>
                <a:lnTo>
                  <a:pt x="0" y="0"/>
                </a:lnTo>
                <a:lnTo>
                  <a:pt x="304799" y="0"/>
                </a:lnTo>
                <a:lnTo>
                  <a:pt x="304799" y="160908"/>
                </a:lnTo>
                <a:close/>
              </a:path>
            </a:pathLst>
          </a:custGeom>
          <a:ln w="177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87709" y="335025"/>
            <a:ext cx="203995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4" dirty="0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2097" y="2322576"/>
            <a:ext cx="2015384" cy="1534229"/>
          </a:xfrm>
          <a:prstGeom prst="rect">
            <a:avLst/>
          </a:prstGeom>
        </p:spPr>
        <p:txBody>
          <a:bodyPr wrap="square" lIns="0" tIns="34925" rIns="0" bIns="0" rtlCol="0">
            <a:noAutofit/>
          </a:bodyPr>
          <a:lstStyle/>
          <a:p>
            <a:pPr marL="70230" marR="102911">
              <a:lnSpc>
                <a:spcPts val="5500"/>
              </a:lnSpc>
            </a:pPr>
            <a:r>
              <a:rPr sz="5400" dirty="0">
                <a:latin typeface="Calibri"/>
                <a:cs typeface="Calibri"/>
              </a:rPr>
              <a:t>Salam</a:t>
            </a:r>
            <a:endParaRPr sz="5400">
              <a:latin typeface="Calibri"/>
              <a:cs typeface="Calibri"/>
            </a:endParaRPr>
          </a:p>
          <a:p>
            <a:pPr marL="12700">
              <a:lnSpc>
                <a:spcPts val="6480"/>
              </a:lnSpc>
              <a:spcBef>
                <a:spcPts val="49"/>
              </a:spcBef>
            </a:pPr>
            <a:r>
              <a:rPr sz="5400" spc="-80" dirty="0">
                <a:latin typeface="Calibri"/>
                <a:cs typeface="Calibri"/>
              </a:rPr>
              <a:t>Terima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2111" y="2322576"/>
            <a:ext cx="1741094" cy="1534229"/>
          </a:xfrm>
          <a:prstGeom prst="rect">
            <a:avLst/>
          </a:prstGeom>
        </p:spPr>
        <p:txBody>
          <a:bodyPr wrap="square" lIns="0" tIns="34925" rIns="0" bIns="0" rtlCol="0">
            <a:noAutofit/>
          </a:bodyPr>
          <a:lstStyle/>
          <a:p>
            <a:pPr marL="12700" marR="58389">
              <a:lnSpc>
                <a:spcPts val="5500"/>
              </a:lnSpc>
            </a:pPr>
            <a:r>
              <a:rPr sz="5400" dirty="0">
                <a:latin typeface="Calibri"/>
                <a:cs typeface="Calibri"/>
              </a:rPr>
              <a:t>Unsia</a:t>
            </a:r>
            <a:endParaRPr sz="5400">
              <a:latin typeface="Calibri"/>
              <a:cs typeface="Calibri"/>
            </a:endParaRPr>
          </a:p>
          <a:p>
            <a:pPr marL="166877">
              <a:lnSpc>
                <a:spcPts val="6480"/>
              </a:lnSpc>
              <a:spcBef>
                <a:spcPts val="49"/>
              </a:spcBef>
            </a:pPr>
            <a:r>
              <a:rPr sz="5400" spc="-20" dirty="0">
                <a:latin typeface="Calibri"/>
                <a:cs typeface="Calibri"/>
              </a:rPr>
              <a:t>Kasih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55790" y="0"/>
            <a:ext cx="304799" cy="160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2591</Words>
  <Application>Microsoft Office PowerPoint</Application>
  <PresentationFormat>Widescreen</PresentationFormat>
  <Paragraphs>609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Montserrat</vt:lpstr>
      <vt:lpstr>Roboto</vt:lpstr>
      <vt:lpstr>Source Sans Pro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Nur Ichsan</cp:lastModifiedBy>
  <cp:revision>1</cp:revision>
  <dcterms:modified xsi:type="dcterms:W3CDTF">2023-11-29T04:52:51Z</dcterms:modified>
</cp:coreProperties>
</file>