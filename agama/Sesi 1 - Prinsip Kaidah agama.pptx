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83" r:id="rId5"/>
    <p:sldId id="259" r:id="rId6"/>
    <p:sldId id="284" r:id="rId7"/>
    <p:sldId id="260" r:id="rId8"/>
    <p:sldId id="286" r:id="rId9"/>
    <p:sldId id="261" r:id="rId10"/>
    <p:sldId id="287" r:id="rId11"/>
    <p:sldId id="262" r:id="rId12"/>
    <p:sldId id="289" r:id="rId13"/>
    <p:sldId id="263" r:id="rId14"/>
    <p:sldId id="290" r:id="rId15"/>
    <p:sldId id="264" r:id="rId16"/>
    <p:sldId id="28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696"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6B8454-AA5F-4B1E-AA22-3D5E8F6DA19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975386B-B3EC-4CE8-A25A-755AC35CA7EA}">
      <dgm:prSet phldrT="[Text]" custT="1"/>
      <dgm:spPr/>
      <dgm:t>
        <a:bodyPr/>
        <a:lstStyle/>
        <a:p>
          <a:pPr algn="ctr"/>
          <a:r>
            <a:rPr lang="en-US" sz="2000" dirty="0"/>
            <a:t>1</a:t>
          </a:r>
        </a:p>
      </dgm:t>
    </dgm:pt>
    <dgm:pt modelId="{8FCEA68A-3D41-4F6B-8A93-D2FE2425B4BF}" type="parTrans" cxnId="{3CCE5E91-C909-49A7-B4F4-B45D6E1855F2}">
      <dgm:prSet/>
      <dgm:spPr/>
      <dgm:t>
        <a:bodyPr/>
        <a:lstStyle/>
        <a:p>
          <a:endParaRPr lang="en-US"/>
        </a:p>
      </dgm:t>
    </dgm:pt>
    <dgm:pt modelId="{9E01E71B-85CE-4F0F-9DD8-EC113E422343}" type="sibTrans" cxnId="{3CCE5E91-C909-49A7-B4F4-B45D6E1855F2}">
      <dgm:prSet/>
      <dgm:spPr/>
      <dgm:t>
        <a:bodyPr/>
        <a:lstStyle/>
        <a:p>
          <a:endParaRPr lang="en-US"/>
        </a:p>
      </dgm:t>
    </dgm:pt>
    <dgm:pt modelId="{2C595ACE-4A03-420C-9D68-4431E66188E8}">
      <dgm:prSet phldrT="[Text]" custT="1"/>
      <dgm:spPr/>
      <dgm:t>
        <a:bodyPr/>
        <a:lstStyle/>
        <a:p>
          <a:pPr algn="just">
            <a:buFont typeface="Wingdings" panose="05000000000000000000" pitchFamily="2" charset="2"/>
            <a:buChar char="v"/>
          </a:pPr>
          <a:r>
            <a:rPr lang="en-SG" sz="2000" dirty="0" err="1">
              <a:solidFill>
                <a:srgbClr val="000000"/>
              </a:solidFill>
            </a:rPr>
            <a:t>S</a:t>
          </a:r>
          <a:r>
            <a:rPr lang="en-SG" sz="2000" b="0" i="0" u="none" strike="noStrike" dirty="0" err="1">
              <a:solidFill>
                <a:srgbClr val="000000"/>
              </a:solidFill>
              <a:effectLst/>
            </a:rPr>
            <a:t>emua</a:t>
          </a:r>
          <a:r>
            <a:rPr lang="en-SG" sz="2000" b="0" i="0" u="none" strike="noStrike" dirty="0">
              <a:solidFill>
                <a:srgbClr val="000000"/>
              </a:solidFill>
              <a:effectLst/>
            </a:rPr>
            <a:t> agama </a:t>
          </a:r>
          <a:r>
            <a:rPr lang="en-SG" sz="2000" b="0" i="0" u="none" strike="noStrike" dirty="0" err="1">
              <a:solidFill>
                <a:srgbClr val="000000"/>
              </a:solidFill>
              <a:effectLst/>
            </a:rPr>
            <a:t>pasti</a:t>
          </a:r>
          <a:r>
            <a:rPr lang="en-SG" sz="2000" b="0" i="0" u="none" strike="noStrike" dirty="0">
              <a:solidFill>
                <a:srgbClr val="000000"/>
              </a:solidFill>
              <a:effectLst/>
            </a:rPr>
            <a:t> </a:t>
          </a:r>
          <a:r>
            <a:rPr lang="en-SG" sz="2000" b="0" i="0" u="none" strike="noStrike" dirty="0" err="1">
              <a:solidFill>
                <a:srgbClr val="000000"/>
              </a:solidFill>
              <a:effectLst/>
            </a:rPr>
            <a:t>memiliki</a:t>
          </a:r>
          <a:r>
            <a:rPr lang="en-SG" sz="2000" b="0" i="0" u="none" strike="noStrike" dirty="0">
              <a:solidFill>
                <a:srgbClr val="000000"/>
              </a:solidFill>
              <a:effectLst/>
            </a:rPr>
            <a:t> </a:t>
          </a:r>
          <a:r>
            <a:rPr lang="en-SG" sz="2000" b="0" i="0" u="none" strike="noStrike" dirty="0" err="1">
              <a:solidFill>
                <a:srgbClr val="000000"/>
              </a:solidFill>
              <a:effectLst/>
            </a:rPr>
            <a:t>prinsip</a:t>
          </a:r>
          <a:r>
            <a:rPr lang="en-SG" sz="2000" b="0" i="0" u="none" strike="noStrike" dirty="0">
              <a:solidFill>
                <a:srgbClr val="000000"/>
              </a:solidFill>
              <a:effectLst/>
            </a:rPr>
            <a:t> </a:t>
          </a:r>
          <a:r>
            <a:rPr lang="en-SG" sz="2000" b="0" i="0" u="none" strike="noStrike" dirty="0" err="1">
              <a:solidFill>
                <a:srgbClr val="000000"/>
              </a:solidFill>
              <a:effectLst/>
            </a:rPr>
            <a:t>kaidah</a:t>
          </a:r>
          <a:r>
            <a:rPr lang="en-SG" sz="2000" b="0" i="0" u="none" strike="noStrike" dirty="0">
              <a:solidFill>
                <a:srgbClr val="000000"/>
              </a:solidFill>
              <a:effectLst/>
            </a:rPr>
            <a:t> agama, </a:t>
          </a:r>
          <a:r>
            <a:rPr lang="en-SG" sz="2000" b="0" i="0" u="none" strike="noStrike" dirty="0" err="1">
              <a:solidFill>
                <a:srgbClr val="000000"/>
              </a:solidFill>
              <a:effectLst/>
            </a:rPr>
            <a:t>tetapi</a:t>
          </a:r>
          <a:r>
            <a:rPr lang="en-SG" sz="2000" b="0" i="0" u="none" strike="noStrike" dirty="0">
              <a:solidFill>
                <a:srgbClr val="000000"/>
              </a:solidFill>
              <a:effectLst/>
            </a:rPr>
            <a:t> </a:t>
          </a:r>
          <a:r>
            <a:rPr lang="en-SG" sz="2000" b="0" i="0" u="none" strike="noStrike" dirty="0" err="1">
              <a:solidFill>
                <a:srgbClr val="000000"/>
              </a:solidFill>
              <a:effectLst/>
            </a:rPr>
            <a:t>tidak</a:t>
          </a:r>
          <a:r>
            <a:rPr lang="en-SG" sz="2000" b="0" i="0" u="none" strike="noStrike" dirty="0">
              <a:solidFill>
                <a:srgbClr val="000000"/>
              </a:solidFill>
              <a:effectLst/>
            </a:rPr>
            <a:t> </a:t>
          </a:r>
          <a:r>
            <a:rPr lang="en-SG" sz="2000" b="0" i="0" u="none" strike="noStrike" dirty="0" err="1">
              <a:solidFill>
                <a:srgbClr val="000000"/>
              </a:solidFill>
              <a:effectLst/>
            </a:rPr>
            <a:t>semua</a:t>
          </a:r>
          <a:r>
            <a:rPr lang="en-SG" sz="2000" b="0" i="0" u="none" strike="noStrike" dirty="0">
              <a:solidFill>
                <a:srgbClr val="000000"/>
              </a:solidFill>
              <a:effectLst/>
            </a:rPr>
            <a:t> agama </a:t>
          </a:r>
          <a:r>
            <a:rPr lang="en-SG" sz="2000" b="0" i="0" u="none" strike="noStrike" dirty="0" err="1">
              <a:solidFill>
                <a:srgbClr val="000000"/>
              </a:solidFill>
              <a:effectLst/>
            </a:rPr>
            <a:t>memiliki</a:t>
          </a:r>
          <a:r>
            <a:rPr lang="en-SG" sz="2000" b="0" i="0" u="none" strike="noStrike" dirty="0">
              <a:solidFill>
                <a:srgbClr val="000000"/>
              </a:solidFill>
              <a:effectLst/>
            </a:rPr>
            <a:t> </a:t>
          </a:r>
          <a:r>
            <a:rPr lang="en-SG" sz="2000" b="0" i="0" u="none" strike="noStrike" dirty="0" err="1">
              <a:solidFill>
                <a:srgbClr val="000000"/>
              </a:solidFill>
              <a:effectLst/>
            </a:rPr>
            <a:t>persamaan</a:t>
          </a:r>
          <a:r>
            <a:rPr lang="en-SG" sz="2000" b="0" i="0" u="none" strike="noStrike" dirty="0">
              <a:solidFill>
                <a:srgbClr val="000000"/>
              </a:solidFill>
              <a:effectLst/>
            </a:rPr>
            <a:t> </a:t>
          </a:r>
          <a:r>
            <a:rPr lang="en-SG" sz="2000" b="0" i="0" u="none" strike="noStrike" dirty="0" err="1">
              <a:solidFill>
                <a:srgbClr val="000000"/>
              </a:solidFill>
              <a:effectLst/>
            </a:rPr>
            <a:t>prinsip</a:t>
          </a:r>
          <a:r>
            <a:rPr lang="en-SG" sz="2000" b="0" i="0" u="none" strike="noStrike" dirty="0">
              <a:solidFill>
                <a:srgbClr val="000000"/>
              </a:solidFill>
              <a:effectLst/>
            </a:rPr>
            <a:t> yang </a:t>
          </a:r>
          <a:r>
            <a:rPr lang="en-SG" sz="2000" b="0" i="0" u="none" strike="noStrike" dirty="0" err="1">
              <a:solidFill>
                <a:srgbClr val="000000"/>
              </a:solidFill>
              <a:effectLst/>
            </a:rPr>
            <a:t>sama</a:t>
          </a:r>
          <a:r>
            <a:rPr lang="en-SG" sz="2000" b="0" i="0" u="none" strike="noStrike" dirty="0">
              <a:solidFill>
                <a:srgbClr val="000000"/>
              </a:solidFill>
              <a:effectLst/>
            </a:rPr>
            <a:t>, </a:t>
          </a:r>
          <a:r>
            <a:rPr lang="en-SG" sz="2000" b="0" i="0" u="none" strike="noStrike" dirty="0" err="1">
              <a:solidFill>
                <a:srgbClr val="000000"/>
              </a:solidFill>
              <a:effectLst/>
            </a:rPr>
            <a:t>ada</a:t>
          </a:r>
          <a:r>
            <a:rPr lang="en-SG" sz="2000" b="0" i="0" u="none" strike="noStrike" dirty="0">
              <a:solidFill>
                <a:srgbClr val="000000"/>
              </a:solidFill>
              <a:effectLst/>
            </a:rPr>
            <a:t> </a:t>
          </a:r>
          <a:r>
            <a:rPr lang="en-SG" sz="2000" b="0" i="0" u="none" strike="noStrike" dirty="0" err="1">
              <a:solidFill>
                <a:srgbClr val="000000"/>
              </a:solidFill>
              <a:effectLst/>
            </a:rPr>
            <a:t>beberapa</a:t>
          </a:r>
          <a:r>
            <a:rPr lang="en-SG" sz="2000" b="0" i="0" u="none" strike="noStrike" dirty="0">
              <a:solidFill>
                <a:srgbClr val="000000"/>
              </a:solidFill>
              <a:effectLst/>
            </a:rPr>
            <a:t> agama yang </a:t>
          </a:r>
          <a:r>
            <a:rPr lang="en-SG" sz="2000" b="0" i="0" u="none" strike="noStrike" dirty="0" err="1">
              <a:solidFill>
                <a:srgbClr val="000000"/>
              </a:solidFill>
              <a:effectLst/>
            </a:rPr>
            <a:t>memiliki</a:t>
          </a:r>
          <a:r>
            <a:rPr lang="en-SG" sz="2000" b="0" i="0" u="none" strike="noStrike" dirty="0">
              <a:solidFill>
                <a:srgbClr val="000000"/>
              </a:solidFill>
              <a:effectLst/>
            </a:rPr>
            <a:t> </a:t>
          </a:r>
          <a:r>
            <a:rPr lang="en-SG" sz="2000" b="0" i="0" u="none" strike="noStrike" dirty="0" err="1">
              <a:solidFill>
                <a:srgbClr val="000000"/>
              </a:solidFill>
              <a:effectLst/>
            </a:rPr>
            <a:t>perbedaan</a:t>
          </a:r>
          <a:r>
            <a:rPr lang="en-SG" sz="2000" b="0" i="0" u="none" strike="noStrike" dirty="0">
              <a:solidFill>
                <a:srgbClr val="000000"/>
              </a:solidFill>
              <a:effectLst/>
            </a:rPr>
            <a:t> </a:t>
          </a:r>
          <a:r>
            <a:rPr lang="en-SG" sz="2000" b="0" i="0" u="none" strike="noStrike" dirty="0" err="1">
              <a:solidFill>
                <a:srgbClr val="000000"/>
              </a:solidFill>
              <a:effectLst/>
            </a:rPr>
            <a:t>prinsip</a:t>
          </a:r>
          <a:r>
            <a:rPr lang="en-SG" sz="2000" b="0" i="0" u="none" strike="noStrike" dirty="0">
              <a:solidFill>
                <a:srgbClr val="000000"/>
              </a:solidFill>
              <a:effectLst/>
            </a:rPr>
            <a:t> yang </a:t>
          </a:r>
          <a:r>
            <a:rPr lang="en-SG" sz="2000" b="0" i="0" u="none" strike="noStrike" dirty="0" err="1">
              <a:solidFill>
                <a:srgbClr val="000000"/>
              </a:solidFill>
              <a:effectLst/>
            </a:rPr>
            <a:t>cukup</a:t>
          </a:r>
          <a:r>
            <a:rPr lang="en-SG" sz="2000" b="0" i="0" u="none" strike="noStrike" dirty="0">
              <a:solidFill>
                <a:srgbClr val="000000"/>
              </a:solidFill>
              <a:effectLst/>
            </a:rPr>
            <a:t> </a:t>
          </a:r>
          <a:r>
            <a:rPr lang="en-SG" sz="2000" b="0" i="0" u="none" strike="noStrike" dirty="0" err="1">
              <a:solidFill>
                <a:srgbClr val="000000"/>
              </a:solidFill>
              <a:effectLst/>
            </a:rPr>
            <a:t>mencolok</a:t>
          </a:r>
          <a:r>
            <a:rPr lang="en-SG" sz="2000" b="0" i="0" u="none" strike="noStrike" dirty="0">
              <a:solidFill>
                <a:srgbClr val="000000"/>
              </a:solidFill>
              <a:effectLst/>
            </a:rPr>
            <a:t>. </a:t>
          </a:r>
          <a:endParaRPr lang="en-US" sz="2000" dirty="0"/>
        </a:p>
      </dgm:t>
    </dgm:pt>
    <dgm:pt modelId="{2CA4E0BA-39D3-4B3C-A136-DC6905AF3768}" type="parTrans" cxnId="{EAB44988-AE72-4C68-84B6-15AD234402B0}">
      <dgm:prSet/>
      <dgm:spPr/>
      <dgm:t>
        <a:bodyPr/>
        <a:lstStyle/>
        <a:p>
          <a:endParaRPr lang="en-US"/>
        </a:p>
      </dgm:t>
    </dgm:pt>
    <dgm:pt modelId="{320F727A-4483-46F2-8DD3-754FB3BCF657}" type="sibTrans" cxnId="{EAB44988-AE72-4C68-84B6-15AD234402B0}">
      <dgm:prSet/>
      <dgm:spPr/>
      <dgm:t>
        <a:bodyPr/>
        <a:lstStyle/>
        <a:p>
          <a:endParaRPr lang="en-US"/>
        </a:p>
      </dgm:t>
    </dgm:pt>
    <dgm:pt modelId="{011261C9-8B8A-4285-BD65-95E012E5A6B4}">
      <dgm:prSet phldrT="[Text]" custT="1"/>
      <dgm:spPr/>
      <dgm:t>
        <a:bodyPr/>
        <a:lstStyle/>
        <a:p>
          <a:pPr algn="ctr"/>
          <a:r>
            <a:rPr lang="en-US" sz="2000" dirty="0"/>
            <a:t>2</a:t>
          </a:r>
        </a:p>
      </dgm:t>
    </dgm:pt>
    <dgm:pt modelId="{01F19894-0C47-4A49-9C5D-169A711AAF8F}" type="parTrans" cxnId="{A887D5A1-B982-40D0-8D77-2A1CC3DFA5E1}">
      <dgm:prSet/>
      <dgm:spPr/>
      <dgm:t>
        <a:bodyPr/>
        <a:lstStyle/>
        <a:p>
          <a:endParaRPr lang="en-US"/>
        </a:p>
      </dgm:t>
    </dgm:pt>
    <dgm:pt modelId="{2A50E53B-75E0-4D05-9BC6-997E556139C1}" type="sibTrans" cxnId="{A887D5A1-B982-40D0-8D77-2A1CC3DFA5E1}">
      <dgm:prSet/>
      <dgm:spPr/>
      <dgm:t>
        <a:bodyPr/>
        <a:lstStyle/>
        <a:p>
          <a:endParaRPr lang="en-US"/>
        </a:p>
      </dgm:t>
    </dgm:pt>
    <dgm:pt modelId="{FB3AE777-E557-4FBE-95E7-554A9D2B7F68}">
      <dgm:prSet phldrT="[Text]" custT="1"/>
      <dgm:spPr/>
      <dgm:t>
        <a:bodyPr/>
        <a:lstStyle/>
        <a:p>
          <a:pPr algn="just">
            <a:buFont typeface="Wingdings" panose="05000000000000000000" pitchFamily="2" charset="2"/>
            <a:buChar char="v"/>
          </a:pPr>
          <a:r>
            <a:rPr lang="en-SG" sz="2000" b="0" i="0" u="none" strike="noStrike" dirty="0" err="1">
              <a:solidFill>
                <a:srgbClr val="000000"/>
              </a:solidFill>
              <a:effectLst/>
            </a:rPr>
            <a:t>Belakang</a:t>
          </a:r>
          <a:r>
            <a:rPr lang="en-SG" sz="2000" b="0" i="0" u="none" strike="noStrike" dirty="0">
              <a:solidFill>
                <a:srgbClr val="000000"/>
              </a:solidFill>
              <a:effectLst/>
            </a:rPr>
            <a:t> </a:t>
          </a:r>
          <a:r>
            <a:rPr lang="en-SG" sz="2000" b="0" i="0" u="none" strike="noStrike" dirty="0" err="1">
              <a:solidFill>
                <a:srgbClr val="000000"/>
              </a:solidFill>
              <a:effectLst/>
            </a:rPr>
            <a:t>ini</a:t>
          </a:r>
          <a:r>
            <a:rPr lang="en-SG" sz="2000" b="0" i="0" u="none" strike="noStrike" dirty="0">
              <a:solidFill>
                <a:srgbClr val="000000"/>
              </a:solidFill>
              <a:effectLst/>
            </a:rPr>
            <a:t> </a:t>
          </a:r>
          <a:r>
            <a:rPr lang="en-SG" sz="2000" b="0" i="0" u="none" strike="noStrike" dirty="0" err="1">
              <a:solidFill>
                <a:srgbClr val="000000"/>
              </a:solidFill>
              <a:effectLst/>
            </a:rPr>
            <a:t>banyak</a:t>
          </a:r>
          <a:r>
            <a:rPr lang="en-SG" sz="2000" b="0" i="0" u="none" strike="noStrike" dirty="0">
              <a:solidFill>
                <a:srgbClr val="000000"/>
              </a:solidFill>
              <a:effectLst/>
            </a:rPr>
            <a:t> </a:t>
          </a:r>
          <a:r>
            <a:rPr lang="en-SG" sz="2000" b="0" i="0" u="none" strike="noStrike" dirty="0" err="1">
              <a:solidFill>
                <a:srgbClr val="000000"/>
              </a:solidFill>
              <a:effectLst/>
            </a:rPr>
            <a:t>sekali</a:t>
          </a:r>
          <a:r>
            <a:rPr lang="en-SG" sz="2000" b="0" i="0" u="none" strike="noStrike" dirty="0">
              <a:solidFill>
                <a:srgbClr val="000000"/>
              </a:solidFill>
              <a:effectLst/>
            </a:rPr>
            <a:t> orang-orang yang </a:t>
          </a:r>
          <a:r>
            <a:rPr lang="en-SG" sz="2000" b="0" i="0" u="none" strike="noStrike" dirty="0" err="1">
              <a:solidFill>
                <a:srgbClr val="000000"/>
              </a:solidFill>
              <a:effectLst/>
            </a:rPr>
            <a:t>tidak</a:t>
          </a:r>
          <a:r>
            <a:rPr lang="en-SG" sz="2000" b="0" i="0" u="none" strike="noStrike" dirty="0">
              <a:solidFill>
                <a:srgbClr val="000000"/>
              </a:solidFill>
              <a:effectLst/>
            </a:rPr>
            <a:t> </a:t>
          </a:r>
          <a:r>
            <a:rPr lang="en-SG" sz="2000" b="0" i="0" u="none" strike="noStrike" dirty="0" err="1">
              <a:solidFill>
                <a:srgbClr val="000000"/>
              </a:solidFill>
              <a:effectLst/>
            </a:rPr>
            <a:t>bisa</a:t>
          </a:r>
          <a:r>
            <a:rPr lang="en-SG" sz="2000" b="0" i="0" u="none" strike="noStrike" dirty="0">
              <a:solidFill>
                <a:srgbClr val="000000"/>
              </a:solidFill>
              <a:effectLst/>
            </a:rPr>
            <a:t> </a:t>
          </a:r>
          <a:r>
            <a:rPr lang="en-SG" sz="2000" b="0" i="0" u="none" strike="noStrike" dirty="0" err="1">
              <a:solidFill>
                <a:srgbClr val="000000"/>
              </a:solidFill>
              <a:effectLst/>
            </a:rPr>
            <a:t>mengenali</a:t>
          </a:r>
          <a:r>
            <a:rPr lang="en-SG" sz="2000" b="0" i="0" u="none" strike="noStrike" dirty="0">
              <a:solidFill>
                <a:srgbClr val="000000"/>
              </a:solidFill>
              <a:effectLst/>
            </a:rPr>
            <a:t> agama yang </a:t>
          </a:r>
          <a:r>
            <a:rPr lang="en-SG" sz="2000" b="0" i="0" u="none" strike="noStrike" dirty="0" err="1">
              <a:solidFill>
                <a:srgbClr val="000000"/>
              </a:solidFill>
              <a:effectLst/>
            </a:rPr>
            <a:t>diyakininya</a:t>
          </a:r>
          <a:r>
            <a:rPr lang="en-SG" sz="2000" b="0" i="0" u="none" strike="noStrike" dirty="0">
              <a:solidFill>
                <a:srgbClr val="000000"/>
              </a:solidFill>
              <a:effectLst/>
            </a:rPr>
            <a:t>, </a:t>
          </a:r>
          <a:r>
            <a:rPr lang="en-SG" sz="2000" b="0" i="0" u="none" strike="noStrike" dirty="0" err="1">
              <a:solidFill>
                <a:srgbClr val="000000"/>
              </a:solidFill>
              <a:effectLst/>
            </a:rPr>
            <a:t>sehingga</a:t>
          </a:r>
          <a:r>
            <a:rPr lang="en-SG" sz="2000" b="0" i="0" u="none" strike="noStrike" dirty="0">
              <a:solidFill>
                <a:srgbClr val="000000"/>
              </a:solidFill>
              <a:effectLst/>
            </a:rPr>
            <a:t> </a:t>
          </a:r>
          <a:r>
            <a:rPr lang="en-SG" sz="2000" b="0" i="0" u="none" strike="noStrike" dirty="0" err="1">
              <a:solidFill>
                <a:srgbClr val="000000"/>
              </a:solidFill>
              <a:effectLst/>
            </a:rPr>
            <a:t>tidak</a:t>
          </a:r>
          <a:r>
            <a:rPr lang="en-SG" sz="2000" b="0" i="0" u="none" strike="noStrike" dirty="0">
              <a:solidFill>
                <a:srgbClr val="000000"/>
              </a:solidFill>
              <a:effectLst/>
            </a:rPr>
            <a:t> </a:t>
          </a:r>
          <a:r>
            <a:rPr lang="en-SG" sz="2000" b="0" i="0" u="none" strike="noStrike" dirty="0" err="1">
              <a:solidFill>
                <a:srgbClr val="000000"/>
              </a:solidFill>
              <a:effectLst/>
            </a:rPr>
            <a:t>bisa</a:t>
          </a:r>
          <a:r>
            <a:rPr lang="en-SG" sz="2000" b="0" i="0" u="none" strike="noStrike" dirty="0">
              <a:solidFill>
                <a:srgbClr val="000000"/>
              </a:solidFill>
              <a:effectLst/>
            </a:rPr>
            <a:t> </a:t>
          </a:r>
          <a:r>
            <a:rPr lang="en-SG" sz="2000" b="0" i="0" u="none" strike="noStrike" dirty="0" err="1">
              <a:solidFill>
                <a:srgbClr val="000000"/>
              </a:solidFill>
              <a:effectLst/>
            </a:rPr>
            <a:t>mengenali</a:t>
          </a:r>
          <a:r>
            <a:rPr lang="en-SG" sz="2000" b="0" i="0" u="none" strike="noStrike" dirty="0">
              <a:solidFill>
                <a:srgbClr val="000000"/>
              </a:solidFill>
              <a:effectLst/>
            </a:rPr>
            <a:t> </a:t>
          </a:r>
          <a:r>
            <a:rPr lang="en-SG" sz="2000" b="0" i="0" u="none" strike="noStrike" dirty="0" err="1">
              <a:solidFill>
                <a:srgbClr val="000000"/>
              </a:solidFill>
              <a:effectLst/>
            </a:rPr>
            <a:t>prinsip</a:t>
          </a:r>
          <a:r>
            <a:rPr lang="en-SG" sz="2000" b="0" i="0" u="none" strike="noStrike" dirty="0">
              <a:solidFill>
                <a:srgbClr val="000000"/>
              </a:solidFill>
              <a:effectLst/>
            </a:rPr>
            <a:t> </a:t>
          </a:r>
          <a:r>
            <a:rPr lang="en-SG" sz="2000" b="0" i="0" u="none" strike="noStrike" dirty="0" err="1">
              <a:solidFill>
                <a:srgbClr val="000000"/>
              </a:solidFill>
              <a:effectLst/>
            </a:rPr>
            <a:t>kaidah</a:t>
          </a:r>
          <a:r>
            <a:rPr lang="en-SG" sz="2000" b="0" i="0" u="none" strike="noStrike" dirty="0">
              <a:solidFill>
                <a:srgbClr val="000000"/>
              </a:solidFill>
              <a:effectLst/>
            </a:rPr>
            <a:t> agama yang </a:t>
          </a:r>
          <a:r>
            <a:rPr lang="en-SG" sz="2000" b="0" i="0" u="none" strike="noStrike" dirty="0" err="1">
              <a:solidFill>
                <a:srgbClr val="000000"/>
              </a:solidFill>
              <a:effectLst/>
            </a:rPr>
            <a:t>diyakininya</a:t>
          </a:r>
          <a:r>
            <a:rPr lang="en-SG" sz="2000" b="0" i="0" u="none" strike="noStrike" dirty="0">
              <a:solidFill>
                <a:srgbClr val="000000"/>
              </a:solidFill>
              <a:effectLst/>
            </a:rPr>
            <a:t>.</a:t>
          </a:r>
          <a:endParaRPr lang="en-US" sz="2000" dirty="0"/>
        </a:p>
      </dgm:t>
    </dgm:pt>
    <dgm:pt modelId="{D271DE31-FC49-4C5F-8840-9DD2271B3D97}" type="parTrans" cxnId="{C78DA01A-593A-467D-B206-1C69F4C3A8E6}">
      <dgm:prSet/>
      <dgm:spPr/>
      <dgm:t>
        <a:bodyPr/>
        <a:lstStyle/>
        <a:p>
          <a:endParaRPr lang="en-US"/>
        </a:p>
      </dgm:t>
    </dgm:pt>
    <dgm:pt modelId="{C6F572C2-30BA-410E-8EE2-8650535C85D1}" type="sibTrans" cxnId="{C78DA01A-593A-467D-B206-1C69F4C3A8E6}">
      <dgm:prSet/>
      <dgm:spPr/>
      <dgm:t>
        <a:bodyPr/>
        <a:lstStyle/>
        <a:p>
          <a:endParaRPr lang="en-US"/>
        </a:p>
      </dgm:t>
    </dgm:pt>
    <dgm:pt modelId="{0C4D3CEE-4615-47E8-B400-D8B177E438D5}">
      <dgm:prSet phldrT="[Text]" custT="1"/>
      <dgm:spPr/>
      <dgm:t>
        <a:bodyPr/>
        <a:lstStyle/>
        <a:p>
          <a:pPr algn="ctr"/>
          <a:r>
            <a:rPr lang="en-US" sz="2000" dirty="0"/>
            <a:t>3</a:t>
          </a:r>
        </a:p>
      </dgm:t>
    </dgm:pt>
    <dgm:pt modelId="{2952A301-7966-4DF0-A1DE-81914725DB73}" type="parTrans" cxnId="{4AC6A256-ED35-4FB3-AD78-B1E3E65EA6A6}">
      <dgm:prSet/>
      <dgm:spPr/>
      <dgm:t>
        <a:bodyPr/>
        <a:lstStyle/>
        <a:p>
          <a:endParaRPr lang="en-US"/>
        </a:p>
      </dgm:t>
    </dgm:pt>
    <dgm:pt modelId="{01F7B616-8310-40A1-862E-B590EA073AEB}" type="sibTrans" cxnId="{4AC6A256-ED35-4FB3-AD78-B1E3E65EA6A6}">
      <dgm:prSet/>
      <dgm:spPr/>
      <dgm:t>
        <a:bodyPr/>
        <a:lstStyle/>
        <a:p>
          <a:endParaRPr lang="en-US"/>
        </a:p>
      </dgm:t>
    </dgm:pt>
    <dgm:pt modelId="{D3846961-7506-4BAC-B25C-B810F1E5EF38}">
      <dgm:prSet phldrT="[Text]" custT="1"/>
      <dgm:spPr/>
      <dgm:t>
        <a:bodyPr/>
        <a:lstStyle/>
        <a:p>
          <a:pPr algn="just">
            <a:buFont typeface="Wingdings" panose="05000000000000000000" pitchFamily="2" charset="2"/>
            <a:buChar char="v"/>
          </a:pPr>
          <a:r>
            <a:rPr lang="en-SG" sz="2000" b="0" i="0" u="none" strike="noStrike" dirty="0">
              <a:solidFill>
                <a:srgbClr val="000000"/>
              </a:solidFill>
              <a:effectLst/>
            </a:rPr>
            <a:t>Hal </a:t>
          </a:r>
          <a:r>
            <a:rPr lang="en-SG" sz="2000" b="0" i="0" u="none" strike="noStrike" dirty="0" err="1">
              <a:solidFill>
                <a:srgbClr val="000000"/>
              </a:solidFill>
              <a:effectLst/>
            </a:rPr>
            <a:t>tesebut</a:t>
          </a:r>
          <a:r>
            <a:rPr lang="en-SG" sz="2000" b="0" i="0" u="none" strike="noStrike" dirty="0">
              <a:solidFill>
                <a:srgbClr val="000000"/>
              </a:solidFill>
              <a:effectLst/>
            </a:rPr>
            <a:t> </a:t>
          </a:r>
          <a:r>
            <a:rPr lang="en-SG" sz="2000" b="0" i="0" u="none" strike="noStrike" dirty="0" err="1">
              <a:solidFill>
                <a:srgbClr val="000000"/>
              </a:solidFill>
              <a:effectLst/>
            </a:rPr>
            <a:t>diharapkan</a:t>
          </a:r>
          <a:r>
            <a:rPr lang="en-SG" sz="2000" b="0" i="0" u="none" strike="noStrike" dirty="0">
              <a:solidFill>
                <a:srgbClr val="000000"/>
              </a:solidFill>
              <a:effectLst/>
            </a:rPr>
            <a:t> </a:t>
          </a:r>
          <a:r>
            <a:rPr lang="en-SG" sz="2000" b="0" i="0" u="none" strike="noStrike" dirty="0" err="1">
              <a:solidFill>
                <a:srgbClr val="000000"/>
              </a:solidFill>
              <a:effectLst/>
            </a:rPr>
            <a:t>tidak</a:t>
          </a:r>
          <a:r>
            <a:rPr lang="en-SG" sz="2000" b="0" i="0" u="none" strike="noStrike" dirty="0">
              <a:solidFill>
                <a:srgbClr val="000000"/>
              </a:solidFill>
              <a:effectLst/>
            </a:rPr>
            <a:t> </a:t>
          </a:r>
          <a:r>
            <a:rPr lang="en-SG" sz="2000" b="0" i="0" u="none" strike="noStrike" dirty="0" err="1">
              <a:solidFill>
                <a:srgbClr val="000000"/>
              </a:solidFill>
              <a:effectLst/>
            </a:rPr>
            <a:t>terjadi</a:t>
          </a:r>
          <a:r>
            <a:rPr lang="en-SG" sz="2000" b="0" i="0" u="none" strike="noStrike" dirty="0">
              <a:solidFill>
                <a:srgbClr val="000000"/>
              </a:solidFill>
              <a:effectLst/>
            </a:rPr>
            <a:t> </a:t>
          </a:r>
          <a:r>
            <a:rPr lang="en-SG" sz="2000" b="0" i="0" u="none" strike="noStrike" dirty="0" err="1">
              <a:solidFill>
                <a:srgbClr val="000000"/>
              </a:solidFill>
              <a:effectLst/>
            </a:rPr>
            <a:t>secara</a:t>
          </a:r>
          <a:r>
            <a:rPr lang="en-SG" sz="2000" b="0" i="0" u="none" strike="noStrike" dirty="0">
              <a:solidFill>
                <a:srgbClr val="000000"/>
              </a:solidFill>
              <a:effectLst/>
            </a:rPr>
            <a:t> </a:t>
          </a:r>
          <a:r>
            <a:rPr lang="en-SG" sz="2000" b="0" i="0" u="none" strike="noStrike" dirty="0" err="1">
              <a:solidFill>
                <a:srgbClr val="000000"/>
              </a:solidFill>
              <a:effectLst/>
            </a:rPr>
            <a:t>terus</a:t>
          </a:r>
          <a:r>
            <a:rPr lang="en-SG" sz="2000" b="0" i="0" u="none" strike="noStrike" dirty="0">
              <a:solidFill>
                <a:srgbClr val="000000"/>
              </a:solidFill>
              <a:effectLst/>
            </a:rPr>
            <a:t> </a:t>
          </a:r>
          <a:r>
            <a:rPr lang="en-SG" sz="2000" b="0" i="0" u="none" strike="noStrike" dirty="0" err="1">
              <a:solidFill>
                <a:srgbClr val="000000"/>
              </a:solidFill>
              <a:effectLst/>
            </a:rPr>
            <a:t>menerus</a:t>
          </a:r>
          <a:r>
            <a:rPr lang="en-SG" sz="2000" b="0" i="0" u="none" strike="noStrike" dirty="0">
              <a:solidFill>
                <a:srgbClr val="000000"/>
              </a:solidFill>
              <a:effectLst/>
            </a:rPr>
            <a:t>, </a:t>
          </a:r>
          <a:r>
            <a:rPr lang="en-SG" sz="2000" b="0" i="0" u="none" strike="noStrike" dirty="0" err="1">
              <a:solidFill>
                <a:srgbClr val="000000"/>
              </a:solidFill>
              <a:effectLst/>
            </a:rPr>
            <a:t>karena</a:t>
          </a:r>
          <a:r>
            <a:rPr lang="en-SG" sz="2000" b="0" i="0" u="none" strike="noStrike" dirty="0">
              <a:solidFill>
                <a:srgbClr val="000000"/>
              </a:solidFill>
              <a:effectLst/>
            </a:rPr>
            <a:t> </a:t>
          </a:r>
          <a:r>
            <a:rPr lang="en-SG" sz="2000" b="0" i="0" u="none" strike="noStrike" dirty="0" err="1">
              <a:solidFill>
                <a:srgbClr val="000000"/>
              </a:solidFill>
              <a:effectLst/>
            </a:rPr>
            <a:t>suatu</a:t>
          </a:r>
          <a:r>
            <a:rPr lang="en-SG" sz="2000" b="0" i="0" u="none" strike="noStrike" dirty="0">
              <a:solidFill>
                <a:srgbClr val="000000"/>
              </a:solidFill>
              <a:effectLst/>
            </a:rPr>
            <a:t> agama </a:t>
          </a:r>
          <a:r>
            <a:rPr lang="en-SG" sz="2000" b="0" i="0" u="none" strike="noStrike" dirty="0" err="1">
              <a:solidFill>
                <a:srgbClr val="000000"/>
              </a:solidFill>
              <a:effectLst/>
            </a:rPr>
            <a:t>itu</a:t>
          </a:r>
          <a:r>
            <a:rPr lang="en-SG" sz="2000" b="0" i="0" u="none" strike="noStrike" dirty="0">
              <a:solidFill>
                <a:srgbClr val="000000"/>
              </a:solidFill>
              <a:effectLst/>
            </a:rPr>
            <a:t> </a:t>
          </a:r>
          <a:r>
            <a:rPr lang="en-SG" sz="2000" b="0" i="0" u="none" strike="noStrike" dirty="0" err="1">
              <a:solidFill>
                <a:srgbClr val="000000"/>
              </a:solidFill>
              <a:effectLst/>
            </a:rPr>
            <a:t>bagaikan</a:t>
          </a:r>
          <a:r>
            <a:rPr lang="en-SG" sz="2000" b="0" i="0" u="none" strike="noStrike" dirty="0">
              <a:solidFill>
                <a:srgbClr val="000000"/>
              </a:solidFill>
              <a:effectLst/>
            </a:rPr>
            <a:t> </a:t>
          </a:r>
          <a:r>
            <a:rPr lang="en-SG" sz="2000" b="0" i="0" u="none" strike="noStrike" dirty="0" err="1">
              <a:solidFill>
                <a:srgbClr val="000000"/>
              </a:solidFill>
              <a:effectLst/>
            </a:rPr>
            <a:t>rumah</a:t>
          </a:r>
          <a:r>
            <a:rPr lang="en-SG" sz="2000" b="0" i="0" u="none" strike="noStrike" dirty="0">
              <a:solidFill>
                <a:srgbClr val="000000"/>
              </a:solidFill>
              <a:effectLst/>
            </a:rPr>
            <a:t> yang </a:t>
          </a:r>
          <a:r>
            <a:rPr lang="en-SG" sz="2000" b="0" i="0" u="none" strike="noStrike" dirty="0" err="1">
              <a:solidFill>
                <a:srgbClr val="000000"/>
              </a:solidFill>
              <a:effectLst/>
            </a:rPr>
            <a:t>dapat</a:t>
          </a:r>
          <a:r>
            <a:rPr lang="en-SG" sz="2000" b="0" i="0" u="none" strike="noStrike" dirty="0">
              <a:solidFill>
                <a:srgbClr val="000000"/>
              </a:solidFill>
              <a:effectLst/>
            </a:rPr>
            <a:t> </a:t>
          </a:r>
          <a:r>
            <a:rPr lang="en-SG" sz="2000" b="0" i="0" u="none" strike="noStrike" dirty="0" err="1">
              <a:solidFill>
                <a:srgbClr val="000000"/>
              </a:solidFill>
              <a:effectLst/>
            </a:rPr>
            <a:t>melindungi</a:t>
          </a:r>
          <a:r>
            <a:rPr lang="en-SG" sz="2000" b="0" i="0" u="none" strike="noStrike" dirty="0">
              <a:solidFill>
                <a:srgbClr val="000000"/>
              </a:solidFill>
              <a:effectLst/>
            </a:rPr>
            <a:t> </a:t>
          </a:r>
          <a:r>
            <a:rPr lang="en-SG" sz="2000" b="0" i="0" u="none" strike="noStrike" dirty="0" err="1">
              <a:solidFill>
                <a:srgbClr val="000000"/>
              </a:solidFill>
              <a:effectLst/>
            </a:rPr>
            <a:t>kita</a:t>
          </a:r>
          <a:r>
            <a:rPr lang="en-SG" sz="2000" b="0" i="0" u="none" strike="noStrike" dirty="0">
              <a:solidFill>
                <a:srgbClr val="000000"/>
              </a:solidFill>
              <a:effectLst/>
            </a:rPr>
            <a:t> </a:t>
          </a:r>
          <a:r>
            <a:rPr lang="en-SG" sz="2000" b="0" i="0" u="none" strike="noStrike" dirty="0" err="1">
              <a:solidFill>
                <a:srgbClr val="000000"/>
              </a:solidFill>
              <a:effectLst/>
            </a:rPr>
            <a:t>dari</a:t>
          </a:r>
          <a:r>
            <a:rPr lang="en-SG" sz="2000" b="0" i="0" u="none" strike="noStrike" dirty="0">
              <a:solidFill>
                <a:srgbClr val="000000"/>
              </a:solidFill>
              <a:effectLst/>
            </a:rPr>
            <a:t> </a:t>
          </a:r>
          <a:r>
            <a:rPr lang="en-SG" sz="2000" b="0" i="0" u="none" strike="noStrike" dirty="0" err="1">
              <a:solidFill>
                <a:srgbClr val="000000"/>
              </a:solidFill>
              <a:effectLst/>
            </a:rPr>
            <a:t>gangguan</a:t>
          </a:r>
          <a:r>
            <a:rPr lang="en-SG" sz="2000" b="0" i="0" u="none" strike="noStrike" dirty="0">
              <a:solidFill>
                <a:srgbClr val="000000"/>
              </a:solidFill>
              <a:effectLst/>
            </a:rPr>
            <a:t>- </a:t>
          </a:r>
          <a:r>
            <a:rPr lang="en-SG" sz="2000" b="0" i="0" u="none" strike="noStrike" dirty="0" err="1">
              <a:solidFill>
                <a:srgbClr val="000000"/>
              </a:solidFill>
              <a:effectLst/>
            </a:rPr>
            <a:t>gangguan</a:t>
          </a:r>
          <a:r>
            <a:rPr lang="en-SG" sz="2000" b="0" i="0" u="none" strike="noStrike" dirty="0">
              <a:solidFill>
                <a:srgbClr val="000000"/>
              </a:solidFill>
              <a:effectLst/>
            </a:rPr>
            <a:t> yang </a:t>
          </a:r>
          <a:r>
            <a:rPr lang="en-SG" sz="2000" b="0" i="0" u="none" strike="noStrike" dirty="0" err="1">
              <a:solidFill>
                <a:srgbClr val="000000"/>
              </a:solidFill>
              <a:effectLst/>
            </a:rPr>
            <a:t>berasal</a:t>
          </a:r>
          <a:r>
            <a:rPr lang="en-SG" sz="2000" b="0" i="0" u="none" strike="noStrike" dirty="0">
              <a:solidFill>
                <a:srgbClr val="000000"/>
              </a:solidFill>
              <a:effectLst/>
            </a:rPr>
            <a:t> </a:t>
          </a:r>
          <a:r>
            <a:rPr lang="en-SG" sz="2000" b="0" i="0" u="none" strike="noStrike" dirty="0" err="1">
              <a:solidFill>
                <a:srgbClr val="000000"/>
              </a:solidFill>
              <a:effectLst/>
            </a:rPr>
            <a:t>dari</a:t>
          </a:r>
          <a:r>
            <a:rPr lang="en-SG" sz="2000" b="0" i="0" u="none" strike="noStrike" dirty="0">
              <a:solidFill>
                <a:srgbClr val="000000"/>
              </a:solidFill>
              <a:effectLst/>
            </a:rPr>
            <a:t> </a:t>
          </a:r>
          <a:r>
            <a:rPr lang="en-SG" sz="2000" b="0" i="0" u="none" strike="noStrike" dirty="0" err="1">
              <a:solidFill>
                <a:srgbClr val="000000"/>
              </a:solidFill>
              <a:effectLst/>
            </a:rPr>
            <a:t>luar</a:t>
          </a:r>
          <a:r>
            <a:rPr lang="en-SG" sz="2000" b="0" i="0" u="none" strike="noStrike" dirty="0">
              <a:solidFill>
                <a:srgbClr val="000000"/>
              </a:solidFill>
              <a:effectLst/>
            </a:rPr>
            <a:t> </a:t>
          </a:r>
          <a:r>
            <a:rPr lang="en-SG" sz="2000" b="0" i="0" u="none" strike="noStrike" dirty="0" err="1">
              <a:solidFill>
                <a:srgbClr val="000000"/>
              </a:solidFill>
              <a:effectLst/>
            </a:rPr>
            <a:t>diri</a:t>
          </a:r>
          <a:r>
            <a:rPr lang="en-SG" sz="2000" b="0" i="0" u="none" strike="noStrike" dirty="0">
              <a:solidFill>
                <a:srgbClr val="000000"/>
              </a:solidFill>
              <a:effectLst/>
            </a:rPr>
            <a:t> </a:t>
          </a:r>
          <a:r>
            <a:rPr lang="en-SG" sz="2000" b="0" i="0" u="none" strike="noStrike" dirty="0" err="1">
              <a:solidFill>
                <a:srgbClr val="000000"/>
              </a:solidFill>
              <a:effectLst/>
            </a:rPr>
            <a:t>kita</a:t>
          </a:r>
          <a:r>
            <a:rPr lang="en-SG" sz="2000" b="0" i="0" u="none" strike="noStrike" dirty="0">
              <a:solidFill>
                <a:srgbClr val="000000"/>
              </a:solidFill>
              <a:effectLst/>
            </a:rPr>
            <a:t>.</a:t>
          </a:r>
          <a:endParaRPr lang="en-US" sz="2000" dirty="0"/>
        </a:p>
      </dgm:t>
    </dgm:pt>
    <dgm:pt modelId="{399EFE86-94A0-4D68-B501-A11DBAFD6FDE}" type="parTrans" cxnId="{10BA3FF3-DEC9-46E4-98B9-6490AD1A0DCD}">
      <dgm:prSet/>
      <dgm:spPr/>
      <dgm:t>
        <a:bodyPr/>
        <a:lstStyle/>
        <a:p>
          <a:endParaRPr lang="en-US"/>
        </a:p>
      </dgm:t>
    </dgm:pt>
    <dgm:pt modelId="{AB59C79B-9075-4B6B-9A33-B7CD04AC3235}" type="sibTrans" cxnId="{10BA3FF3-DEC9-46E4-98B9-6490AD1A0DCD}">
      <dgm:prSet/>
      <dgm:spPr/>
      <dgm:t>
        <a:bodyPr/>
        <a:lstStyle/>
        <a:p>
          <a:endParaRPr lang="en-US"/>
        </a:p>
      </dgm:t>
    </dgm:pt>
    <dgm:pt modelId="{A014E9F5-74D3-4E48-9F39-27E0DE3FA01E}" type="pres">
      <dgm:prSet presAssocID="{706B8454-AA5F-4B1E-AA22-3D5E8F6DA19F}" presName="linear" presStyleCnt="0">
        <dgm:presLayoutVars>
          <dgm:dir/>
          <dgm:animLvl val="lvl"/>
          <dgm:resizeHandles val="exact"/>
        </dgm:presLayoutVars>
      </dgm:prSet>
      <dgm:spPr/>
    </dgm:pt>
    <dgm:pt modelId="{430C4B8A-8D89-4621-9D83-F27054756F0E}" type="pres">
      <dgm:prSet presAssocID="{9975386B-B3EC-4CE8-A25A-755AC35CA7EA}" presName="parentLin" presStyleCnt="0"/>
      <dgm:spPr/>
    </dgm:pt>
    <dgm:pt modelId="{B1F91533-A22A-4989-974F-895EB836DBB3}" type="pres">
      <dgm:prSet presAssocID="{9975386B-B3EC-4CE8-A25A-755AC35CA7EA}" presName="parentLeftMargin" presStyleLbl="node1" presStyleIdx="0" presStyleCnt="3"/>
      <dgm:spPr/>
    </dgm:pt>
    <dgm:pt modelId="{7B452E4A-FF0E-4075-891C-42F6137E9468}" type="pres">
      <dgm:prSet presAssocID="{9975386B-B3EC-4CE8-A25A-755AC35CA7EA}" presName="parentText" presStyleLbl="node1" presStyleIdx="0" presStyleCnt="3" custScaleX="11610">
        <dgm:presLayoutVars>
          <dgm:chMax val="0"/>
          <dgm:bulletEnabled val="1"/>
        </dgm:presLayoutVars>
      </dgm:prSet>
      <dgm:spPr/>
    </dgm:pt>
    <dgm:pt modelId="{221EF626-17E4-4006-8BFD-B488F3D9EE2D}" type="pres">
      <dgm:prSet presAssocID="{9975386B-B3EC-4CE8-A25A-755AC35CA7EA}" presName="negativeSpace" presStyleCnt="0"/>
      <dgm:spPr/>
    </dgm:pt>
    <dgm:pt modelId="{4644341C-A1D1-484D-9CFF-97A26596C43C}" type="pres">
      <dgm:prSet presAssocID="{9975386B-B3EC-4CE8-A25A-755AC35CA7EA}" presName="childText" presStyleLbl="conFgAcc1" presStyleIdx="0" presStyleCnt="3">
        <dgm:presLayoutVars>
          <dgm:bulletEnabled val="1"/>
        </dgm:presLayoutVars>
      </dgm:prSet>
      <dgm:spPr/>
    </dgm:pt>
    <dgm:pt modelId="{5B8B769D-FEFA-40DF-944F-584A70E5AD07}" type="pres">
      <dgm:prSet presAssocID="{9E01E71B-85CE-4F0F-9DD8-EC113E422343}" presName="spaceBetweenRectangles" presStyleCnt="0"/>
      <dgm:spPr/>
    </dgm:pt>
    <dgm:pt modelId="{EDA34737-0C27-4654-A96E-73890386170F}" type="pres">
      <dgm:prSet presAssocID="{011261C9-8B8A-4285-BD65-95E012E5A6B4}" presName="parentLin" presStyleCnt="0"/>
      <dgm:spPr/>
    </dgm:pt>
    <dgm:pt modelId="{D550AA4B-270A-415B-989E-311BE20BEE11}" type="pres">
      <dgm:prSet presAssocID="{011261C9-8B8A-4285-BD65-95E012E5A6B4}" presName="parentLeftMargin" presStyleLbl="node1" presStyleIdx="0" presStyleCnt="3"/>
      <dgm:spPr/>
    </dgm:pt>
    <dgm:pt modelId="{1AA51336-BBAA-44F3-A0F2-DCB8A73F2A10}" type="pres">
      <dgm:prSet presAssocID="{011261C9-8B8A-4285-BD65-95E012E5A6B4}" presName="parentText" presStyleLbl="node1" presStyleIdx="1" presStyleCnt="3" custScaleX="11610">
        <dgm:presLayoutVars>
          <dgm:chMax val="0"/>
          <dgm:bulletEnabled val="1"/>
        </dgm:presLayoutVars>
      </dgm:prSet>
      <dgm:spPr/>
    </dgm:pt>
    <dgm:pt modelId="{7E8D4FED-7E89-41E9-99D1-513E14C53EA6}" type="pres">
      <dgm:prSet presAssocID="{011261C9-8B8A-4285-BD65-95E012E5A6B4}" presName="negativeSpace" presStyleCnt="0"/>
      <dgm:spPr/>
    </dgm:pt>
    <dgm:pt modelId="{3BF97956-66D0-4FDA-A871-B18448F72B6D}" type="pres">
      <dgm:prSet presAssocID="{011261C9-8B8A-4285-BD65-95E012E5A6B4}" presName="childText" presStyleLbl="conFgAcc1" presStyleIdx="1" presStyleCnt="3">
        <dgm:presLayoutVars>
          <dgm:bulletEnabled val="1"/>
        </dgm:presLayoutVars>
      </dgm:prSet>
      <dgm:spPr/>
    </dgm:pt>
    <dgm:pt modelId="{F2A8A844-7F57-424C-BEDA-3893BD7E9590}" type="pres">
      <dgm:prSet presAssocID="{2A50E53B-75E0-4D05-9BC6-997E556139C1}" presName="spaceBetweenRectangles" presStyleCnt="0"/>
      <dgm:spPr/>
    </dgm:pt>
    <dgm:pt modelId="{78AB953B-33DA-4166-8878-4BA3809303E7}" type="pres">
      <dgm:prSet presAssocID="{0C4D3CEE-4615-47E8-B400-D8B177E438D5}" presName="parentLin" presStyleCnt="0"/>
      <dgm:spPr/>
    </dgm:pt>
    <dgm:pt modelId="{05804373-B60F-42C9-A1D2-6D8FE22B9E60}" type="pres">
      <dgm:prSet presAssocID="{0C4D3CEE-4615-47E8-B400-D8B177E438D5}" presName="parentLeftMargin" presStyleLbl="node1" presStyleIdx="1" presStyleCnt="3"/>
      <dgm:spPr/>
    </dgm:pt>
    <dgm:pt modelId="{8F26362E-6F50-4A91-A314-52EDB51EC905}" type="pres">
      <dgm:prSet presAssocID="{0C4D3CEE-4615-47E8-B400-D8B177E438D5}" presName="parentText" presStyleLbl="node1" presStyleIdx="2" presStyleCnt="3" custScaleX="11610">
        <dgm:presLayoutVars>
          <dgm:chMax val="0"/>
          <dgm:bulletEnabled val="1"/>
        </dgm:presLayoutVars>
      </dgm:prSet>
      <dgm:spPr/>
    </dgm:pt>
    <dgm:pt modelId="{77766222-F5FE-4057-BD65-9646677442D6}" type="pres">
      <dgm:prSet presAssocID="{0C4D3CEE-4615-47E8-B400-D8B177E438D5}" presName="negativeSpace" presStyleCnt="0"/>
      <dgm:spPr/>
    </dgm:pt>
    <dgm:pt modelId="{8F96A08C-4B62-4622-98B1-D0D31D1BB8E5}" type="pres">
      <dgm:prSet presAssocID="{0C4D3CEE-4615-47E8-B400-D8B177E438D5}" presName="childText" presStyleLbl="conFgAcc1" presStyleIdx="2" presStyleCnt="3">
        <dgm:presLayoutVars>
          <dgm:bulletEnabled val="1"/>
        </dgm:presLayoutVars>
      </dgm:prSet>
      <dgm:spPr/>
    </dgm:pt>
  </dgm:ptLst>
  <dgm:cxnLst>
    <dgm:cxn modelId="{1DC1DC07-EEE9-4667-AD52-6D05F95C856D}" type="presOf" srcId="{2C595ACE-4A03-420C-9D68-4431E66188E8}" destId="{4644341C-A1D1-484D-9CFF-97A26596C43C}" srcOrd="0" destOrd="0" presId="urn:microsoft.com/office/officeart/2005/8/layout/list1"/>
    <dgm:cxn modelId="{B5177D09-0DDF-4ADB-9FD4-B2B143455FE6}" type="presOf" srcId="{9975386B-B3EC-4CE8-A25A-755AC35CA7EA}" destId="{B1F91533-A22A-4989-974F-895EB836DBB3}" srcOrd="0" destOrd="0" presId="urn:microsoft.com/office/officeart/2005/8/layout/list1"/>
    <dgm:cxn modelId="{C78DA01A-593A-467D-B206-1C69F4C3A8E6}" srcId="{011261C9-8B8A-4285-BD65-95E012E5A6B4}" destId="{FB3AE777-E557-4FBE-95E7-554A9D2B7F68}" srcOrd="0" destOrd="0" parTransId="{D271DE31-FC49-4C5F-8840-9DD2271B3D97}" sibTransId="{C6F572C2-30BA-410E-8EE2-8650535C85D1}"/>
    <dgm:cxn modelId="{7D30CC40-1F2D-4ED3-8476-E13DB56D77FE}" type="presOf" srcId="{0C4D3CEE-4615-47E8-B400-D8B177E438D5}" destId="{05804373-B60F-42C9-A1D2-6D8FE22B9E60}" srcOrd="0" destOrd="0" presId="urn:microsoft.com/office/officeart/2005/8/layout/list1"/>
    <dgm:cxn modelId="{1DA2B448-B701-4303-B9F2-7F5ABD49514B}" type="presOf" srcId="{D3846961-7506-4BAC-B25C-B810F1E5EF38}" destId="{8F96A08C-4B62-4622-98B1-D0D31D1BB8E5}" srcOrd="0" destOrd="0" presId="urn:microsoft.com/office/officeart/2005/8/layout/list1"/>
    <dgm:cxn modelId="{7306EB6A-FE26-4980-B917-EAFFA851F8A5}" type="presOf" srcId="{011261C9-8B8A-4285-BD65-95E012E5A6B4}" destId="{1AA51336-BBAA-44F3-A0F2-DCB8A73F2A10}" srcOrd="1" destOrd="0" presId="urn:microsoft.com/office/officeart/2005/8/layout/list1"/>
    <dgm:cxn modelId="{4AC6A256-ED35-4FB3-AD78-B1E3E65EA6A6}" srcId="{706B8454-AA5F-4B1E-AA22-3D5E8F6DA19F}" destId="{0C4D3CEE-4615-47E8-B400-D8B177E438D5}" srcOrd="2" destOrd="0" parTransId="{2952A301-7966-4DF0-A1DE-81914725DB73}" sibTransId="{01F7B616-8310-40A1-862E-B590EA073AEB}"/>
    <dgm:cxn modelId="{70A1A979-1C4A-42D7-A720-925771910D88}" type="presOf" srcId="{0C4D3CEE-4615-47E8-B400-D8B177E438D5}" destId="{8F26362E-6F50-4A91-A314-52EDB51EC905}" srcOrd="1" destOrd="0" presId="urn:microsoft.com/office/officeart/2005/8/layout/list1"/>
    <dgm:cxn modelId="{EAB44988-AE72-4C68-84B6-15AD234402B0}" srcId="{9975386B-B3EC-4CE8-A25A-755AC35CA7EA}" destId="{2C595ACE-4A03-420C-9D68-4431E66188E8}" srcOrd="0" destOrd="0" parTransId="{2CA4E0BA-39D3-4B3C-A136-DC6905AF3768}" sibTransId="{320F727A-4483-46F2-8DD3-754FB3BCF657}"/>
    <dgm:cxn modelId="{3CCE5E91-C909-49A7-B4F4-B45D6E1855F2}" srcId="{706B8454-AA5F-4B1E-AA22-3D5E8F6DA19F}" destId="{9975386B-B3EC-4CE8-A25A-755AC35CA7EA}" srcOrd="0" destOrd="0" parTransId="{8FCEA68A-3D41-4F6B-8A93-D2FE2425B4BF}" sibTransId="{9E01E71B-85CE-4F0F-9DD8-EC113E422343}"/>
    <dgm:cxn modelId="{A887D5A1-B982-40D0-8D77-2A1CC3DFA5E1}" srcId="{706B8454-AA5F-4B1E-AA22-3D5E8F6DA19F}" destId="{011261C9-8B8A-4285-BD65-95E012E5A6B4}" srcOrd="1" destOrd="0" parTransId="{01F19894-0C47-4A49-9C5D-169A711AAF8F}" sibTransId="{2A50E53B-75E0-4D05-9BC6-997E556139C1}"/>
    <dgm:cxn modelId="{331461C6-5123-4DAF-849D-B7AA32876774}" type="presOf" srcId="{FB3AE777-E557-4FBE-95E7-554A9D2B7F68}" destId="{3BF97956-66D0-4FDA-A871-B18448F72B6D}" srcOrd="0" destOrd="0" presId="urn:microsoft.com/office/officeart/2005/8/layout/list1"/>
    <dgm:cxn modelId="{B16F14CB-1498-4A20-BA08-5C78C7608584}" type="presOf" srcId="{706B8454-AA5F-4B1E-AA22-3D5E8F6DA19F}" destId="{A014E9F5-74D3-4E48-9F39-27E0DE3FA01E}" srcOrd="0" destOrd="0" presId="urn:microsoft.com/office/officeart/2005/8/layout/list1"/>
    <dgm:cxn modelId="{474EC0D2-93AA-4693-A136-A1088A51C721}" type="presOf" srcId="{9975386B-B3EC-4CE8-A25A-755AC35CA7EA}" destId="{7B452E4A-FF0E-4075-891C-42F6137E9468}" srcOrd="1" destOrd="0" presId="urn:microsoft.com/office/officeart/2005/8/layout/list1"/>
    <dgm:cxn modelId="{BBA53CF2-8718-41E7-9450-4A1596E6F641}" type="presOf" srcId="{011261C9-8B8A-4285-BD65-95E012E5A6B4}" destId="{D550AA4B-270A-415B-989E-311BE20BEE11}" srcOrd="0" destOrd="0" presId="urn:microsoft.com/office/officeart/2005/8/layout/list1"/>
    <dgm:cxn modelId="{10BA3FF3-DEC9-46E4-98B9-6490AD1A0DCD}" srcId="{0C4D3CEE-4615-47E8-B400-D8B177E438D5}" destId="{D3846961-7506-4BAC-B25C-B810F1E5EF38}" srcOrd="0" destOrd="0" parTransId="{399EFE86-94A0-4D68-B501-A11DBAFD6FDE}" sibTransId="{AB59C79B-9075-4B6B-9A33-B7CD04AC3235}"/>
    <dgm:cxn modelId="{9DC0C26F-7602-4B38-93C7-7BD06373590F}" type="presParOf" srcId="{A014E9F5-74D3-4E48-9F39-27E0DE3FA01E}" destId="{430C4B8A-8D89-4621-9D83-F27054756F0E}" srcOrd="0" destOrd="0" presId="urn:microsoft.com/office/officeart/2005/8/layout/list1"/>
    <dgm:cxn modelId="{55EAA377-E038-4548-BE70-8B6450CFE153}" type="presParOf" srcId="{430C4B8A-8D89-4621-9D83-F27054756F0E}" destId="{B1F91533-A22A-4989-974F-895EB836DBB3}" srcOrd="0" destOrd="0" presId="urn:microsoft.com/office/officeart/2005/8/layout/list1"/>
    <dgm:cxn modelId="{339F940E-FA0D-4ABE-A28A-CFE1DA871711}" type="presParOf" srcId="{430C4B8A-8D89-4621-9D83-F27054756F0E}" destId="{7B452E4A-FF0E-4075-891C-42F6137E9468}" srcOrd="1" destOrd="0" presId="urn:microsoft.com/office/officeart/2005/8/layout/list1"/>
    <dgm:cxn modelId="{1E63A3E9-17CF-40D1-A748-91FEFA3EA48E}" type="presParOf" srcId="{A014E9F5-74D3-4E48-9F39-27E0DE3FA01E}" destId="{221EF626-17E4-4006-8BFD-B488F3D9EE2D}" srcOrd="1" destOrd="0" presId="urn:microsoft.com/office/officeart/2005/8/layout/list1"/>
    <dgm:cxn modelId="{FE808CA9-F0D8-4E4D-86E3-ECB4379A4B5A}" type="presParOf" srcId="{A014E9F5-74D3-4E48-9F39-27E0DE3FA01E}" destId="{4644341C-A1D1-484D-9CFF-97A26596C43C}" srcOrd="2" destOrd="0" presId="urn:microsoft.com/office/officeart/2005/8/layout/list1"/>
    <dgm:cxn modelId="{0B86FD94-C948-41B4-A412-FA4A4760F1B6}" type="presParOf" srcId="{A014E9F5-74D3-4E48-9F39-27E0DE3FA01E}" destId="{5B8B769D-FEFA-40DF-944F-584A70E5AD07}" srcOrd="3" destOrd="0" presId="urn:microsoft.com/office/officeart/2005/8/layout/list1"/>
    <dgm:cxn modelId="{F7E16CDA-BFEB-4D01-9FE9-49408E723BA7}" type="presParOf" srcId="{A014E9F5-74D3-4E48-9F39-27E0DE3FA01E}" destId="{EDA34737-0C27-4654-A96E-73890386170F}" srcOrd="4" destOrd="0" presId="urn:microsoft.com/office/officeart/2005/8/layout/list1"/>
    <dgm:cxn modelId="{4F752D6E-0AB1-418B-9099-52F3B8B17146}" type="presParOf" srcId="{EDA34737-0C27-4654-A96E-73890386170F}" destId="{D550AA4B-270A-415B-989E-311BE20BEE11}" srcOrd="0" destOrd="0" presId="urn:microsoft.com/office/officeart/2005/8/layout/list1"/>
    <dgm:cxn modelId="{33ABFB72-5006-4233-A549-468D81935177}" type="presParOf" srcId="{EDA34737-0C27-4654-A96E-73890386170F}" destId="{1AA51336-BBAA-44F3-A0F2-DCB8A73F2A10}" srcOrd="1" destOrd="0" presId="urn:microsoft.com/office/officeart/2005/8/layout/list1"/>
    <dgm:cxn modelId="{9893F147-9493-41ED-A65B-6A4132FE326E}" type="presParOf" srcId="{A014E9F5-74D3-4E48-9F39-27E0DE3FA01E}" destId="{7E8D4FED-7E89-41E9-99D1-513E14C53EA6}" srcOrd="5" destOrd="0" presId="urn:microsoft.com/office/officeart/2005/8/layout/list1"/>
    <dgm:cxn modelId="{27B016F5-716C-41D3-A27D-D0FFD4C1250B}" type="presParOf" srcId="{A014E9F5-74D3-4E48-9F39-27E0DE3FA01E}" destId="{3BF97956-66D0-4FDA-A871-B18448F72B6D}" srcOrd="6" destOrd="0" presId="urn:microsoft.com/office/officeart/2005/8/layout/list1"/>
    <dgm:cxn modelId="{E2F9281C-624B-4896-81B1-8A6B95194B0D}" type="presParOf" srcId="{A014E9F5-74D3-4E48-9F39-27E0DE3FA01E}" destId="{F2A8A844-7F57-424C-BEDA-3893BD7E9590}" srcOrd="7" destOrd="0" presId="urn:microsoft.com/office/officeart/2005/8/layout/list1"/>
    <dgm:cxn modelId="{0A42C7B9-86A0-4FDF-AAE3-361E7A4420D0}" type="presParOf" srcId="{A014E9F5-74D3-4E48-9F39-27E0DE3FA01E}" destId="{78AB953B-33DA-4166-8878-4BA3809303E7}" srcOrd="8" destOrd="0" presId="urn:microsoft.com/office/officeart/2005/8/layout/list1"/>
    <dgm:cxn modelId="{43217664-FFDE-4E19-8900-D26EC6F88AA6}" type="presParOf" srcId="{78AB953B-33DA-4166-8878-4BA3809303E7}" destId="{05804373-B60F-42C9-A1D2-6D8FE22B9E60}" srcOrd="0" destOrd="0" presId="urn:microsoft.com/office/officeart/2005/8/layout/list1"/>
    <dgm:cxn modelId="{0A58D580-2AF3-4D4C-AE35-9B71F83E7ED5}" type="presParOf" srcId="{78AB953B-33DA-4166-8878-4BA3809303E7}" destId="{8F26362E-6F50-4A91-A314-52EDB51EC905}" srcOrd="1" destOrd="0" presId="urn:microsoft.com/office/officeart/2005/8/layout/list1"/>
    <dgm:cxn modelId="{06E4F700-397F-448B-846D-37F250CE494E}" type="presParOf" srcId="{A014E9F5-74D3-4E48-9F39-27E0DE3FA01E}" destId="{77766222-F5FE-4057-BD65-9646677442D6}" srcOrd="9" destOrd="0" presId="urn:microsoft.com/office/officeart/2005/8/layout/list1"/>
    <dgm:cxn modelId="{3E9DDA50-C2D2-44F2-AAF6-BCFE38AF4EF6}" type="presParOf" srcId="{A014E9F5-74D3-4E48-9F39-27E0DE3FA01E}" destId="{8F96A08C-4B62-4622-98B1-D0D31D1BB8E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38DF99-8EEA-4FC6-93FF-678C789904F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B0193AD-FE67-4BC7-B23A-C6B405F75B0F}">
      <dgm:prSet phldrT="[Text]"/>
      <dgm:spPr/>
      <dgm:t>
        <a:bodyPr/>
        <a:lstStyle/>
        <a:p>
          <a:pPr algn="ctr"/>
          <a:r>
            <a:rPr lang="en-US" dirty="0"/>
            <a:t>4</a:t>
          </a:r>
        </a:p>
      </dgm:t>
    </dgm:pt>
    <dgm:pt modelId="{3F5F0BC1-5555-4F2A-823D-B9BA60E32FB9}" type="parTrans" cxnId="{6B1E14FE-A884-4296-9517-4C5E5D2D142C}">
      <dgm:prSet/>
      <dgm:spPr/>
      <dgm:t>
        <a:bodyPr/>
        <a:lstStyle/>
        <a:p>
          <a:endParaRPr lang="en-US"/>
        </a:p>
      </dgm:t>
    </dgm:pt>
    <dgm:pt modelId="{D89B71AF-76AA-4A30-A260-900C75EDD3C7}" type="sibTrans" cxnId="{6B1E14FE-A884-4296-9517-4C5E5D2D142C}">
      <dgm:prSet/>
      <dgm:spPr/>
      <dgm:t>
        <a:bodyPr/>
        <a:lstStyle/>
        <a:p>
          <a:endParaRPr lang="en-US"/>
        </a:p>
      </dgm:t>
    </dgm:pt>
    <dgm:pt modelId="{5D51B823-643B-4C99-96BE-E60BC3030262}">
      <dgm:prSet phldrT="[Text]"/>
      <dgm:spPr/>
      <dgm:t>
        <a:bodyPr/>
        <a:lstStyle/>
        <a:p>
          <a:pPr algn="just">
            <a:buFont typeface="Wingdings" panose="05000000000000000000" pitchFamily="2" charset="2"/>
            <a:buChar char="v"/>
          </a:pPr>
          <a:r>
            <a:rPr lang="en-SG" b="0" i="0" u="none" strike="noStrike" dirty="0" err="1">
              <a:solidFill>
                <a:srgbClr val="000000"/>
              </a:solidFill>
              <a:effectLst/>
              <a:latin typeface="+mn-lt"/>
            </a:rPr>
            <a:t>Begitu</a:t>
          </a:r>
          <a:r>
            <a:rPr lang="en-SG" b="0" i="0" u="none" strike="noStrike" dirty="0">
              <a:solidFill>
                <a:srgbClr val="000000"/>
              </a:solidFill>
              <a:effectLst/>
              <a:latin typeface="+mn-lt"/>
            </a:rPr>
            <a:t> juga </a:t>
          </a:r>
          <a:r>
            <a:rPr lang="en-SG" b="0" i="0" u="none" strike="noStrike" dirty="0" err="1">
              <a:solidFill>
                <a:srgbClr val="000000"/>
              </a:solidFill>
              <a:effectLst/>
              <a:latin typeface="+mn-lt"/>
            </a:rPr>
            <a:t>dengan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prinsip</a:t>
          </a:r>
          <a:r>
            <a:rPr lang="en-SG" b="0" i="0" u="none" strike="noStrike" dirty="0">
              <a:solidFill>
                <a:srgbClr val="000000"/>
              </a:solidFill>
              <a:effectLst/>
              <a:latin typeface="+mn-lt"/>
            </a:rPr>
            <a:t> </a:t>
          </a:r>
          <a:r>
            <a:rPr lang="en-SG" b="0" i="0" u="none" strike="noStrike" dirty="0" err="1">
              <a:solidFill>
                <a:srgbClr val="000000"/>
              </a:solidFill>
              <a:effectLst/>
              <a:latin typeface="+mn-lt"/>
            </a:rPr>
            <a:t>kaidah</a:t>
          </a:r>
          <a:r>
            <a:rPr lang="en-SG" b="0" i="0" u="none" strike="noStrike" dirty="0">
              <a:solidFill>
                <a:srgbClr val="000000"/>
              </a:solidFill>
              <a:effectLst/>
              <a:latin typeface="+mn-lt"/>
            </a:rPr>
            <a:t> agama </a:t>
          </a:r>
          <a:r>
            <a:rPr lang="en-SG" b="0" i="0" u="none" strike="noStrike" dirty="0" err="1">
              <a:solidFill>
                <a:srgbClr val="000000"/>
              </a:solidFill>
              <a:effectLst/>
              <a:latin typeface="+mn-lt"/>
            </a:rPr>
            <a:t>itulah</a:t>
          </a:r>
          <a:r>
            <a:rPr lang="en-SG" b="0" i="0" u="none" strike="noStrike" dirty="0">
              <a:solidFill>
                <a:srgbClr val="000000"/>
              </a:solidFill>
              <a:effectLst/>
              <a:latin typeface="+mn-lt"/>
            </a:rPr>
            <a:t> yang </a:t>
          </a:r>
          <a:r>
            <a:rPr lang="en-SG" b="0" i="0" u="none" strike="noStrike" dirty="0" err="1">
              <a:solidFill>
                <a:srgbClr val="000000"/>
              </a:solidFill>
              <a:effectLst/>
              <a:latin typeface="+mn-lt"/>
            </a:rPr>
            <a:t>dapat</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menjadikan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kita</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menjadi</a:t>
          </a:r>
          <a:r>
            <a:rPr lang="en-SG" b="0" i="0" u="none" strike="noStrike" dirty="0">
              <a:solidFill>
                <a:srgbClr val="000000"/>
              </a:solidFill>
              <a:effectLst/>
              <a:latin typeface="+mn-lt"/>
            </a:rPr>
            <a:t> </a:t>
          </a:r>
          <a:r>
            <a:rPr lang="en-SG" b="0" i="0" u="none" strike="noStrike" dirty="0" err="1">
              <a:solidFill>
                <a:srgbClr val="000000"/>
              </a:solidFill>
              <a:effectLst/>
              <a:latin typeface="+mn-lt"/>
            </a:rPr>
            <a:t>lebih</a:t>
          </a:r>
          <a:r>
            <a:rPr lang="en-SG" b="0" i="0" u="none" strike="noStrike" dirty="0">
              <a:solidFill>
                <a:srgbClr val="000000"/>
              </a:solidFill>
              <a:effectLst/>
              <a:latin typeface="+mn-lt"/>
            </a:rPr>
            <a:t> </a:t>
          </a:r>
          <a:r>
            <a:rPr lang="en-SG" b="0" i="0" u="none" strike="noStrike" dirty="0" err="1">
              <a:solidFill>
                <a:srgbClr val="000000"/>
              </a:solidFill>
              <a:effectLst/>
              <a:latin typeface="+mn-lt"/>
            </a:rPr>
            <a:t>baik</a:t>
          </a:r>
          <a:r>
            <a:rPr lang="en-SG" b="0" i="0" u="none" strike="noStrike" dirty="0">
              <a:solidFill>
                <a:srgbClr val="000000"/>
              </a:solidFill>
              <a:effectLst/>
              <a:latin typeface="+mn-lt"/>
            </a:rPr>
            <a:t> </a:t>
          </a:r>
          <a:r>
            <a:rPr lang="en-SG" b="0" i="0" u="none" strike="noStrike" dirty="0" err="1">
              <a:solidFill>
                <a:srgbClr val="000000"/>
              </a:solidFill>
              <a:effectLst/>
              <a:latin typeface="+mn-lt"/>
            </a:rPr>
            <a:t>lagi</a:t>
          </a:r>
          <a:r>
            <a:rPr lang="en-SG" b="0" i="0" u="none" strike="noStrike" dirty="0">
              <a:solidFill>
                <a:srgbClr val="000000"/>
              </a:solidFill>
              <a:effectLst/>
              <a:latin typeface="+mn-lt"/>
            </a:rPr>
            <a:t> dan </a:t>
          </a:r>
          <a:r>
            <a:rPr lang="en-SG" b="0" i="0" u="none" strike="noStrike" dirty="0" err="1">
              <a:solidFill>
                <a:srgbClr val="000000"/>
              </a:solidFill>
              <a:effectLst/>
              <a:latin typeface="+mn-lt"/>
            </a:rPr>
            <a:t>melindungi</a:t>
          </a:r>
          <a:r>
            <a:rPr lang="en-SG" b="0" i="0" u="none" strike="noStrike" dirty="0">
              <a:solidFill>
                <a:srgbClr val="000000"/>
              </a:solidFill>
              <a:effectLst/>
              <a:latin typeface="+mn-lt"/>
            </a:rPr>
            <a:t> </a:t>
          </a:r>
          <a:r>
            <a:rPr lang="en-SG" b="0" i="0" u="none" strike="noStrike" dirty="0" err="1">
              <a:solidFill>
                <a:srgbClr val="000000"/>
              </a:solidFill>
              <a:effectLst/>
              <a:latin typeface="+mn-lt"/>
            </a:rPr>
            <a:t>kita</a:t>
          </a:r>
          <a:r>
            <a:rPr lang="en-SG" b="0" i="0" u="none" strike="noStrike" dirty="0">
              <a:solidFill>
                <a:srgbClr val="000000"/>
              </a:solidFill>
              <a:effectLst/>
              <a:latin typeface="+mn-lt"/>
            </a:rPr>
            <a:t> </a:t>
          </a:r>
          <a:r>
            <a:rPr lang="en-SG" b="0" i="0" u="none" strike="noStrike" dirty="0" err="1">
              <a:solidFill>
                <a:srgbClr val="000000"/>
              </a:solidFill>
              <a:effectLst/>
              <a:latin typeface="+mn-lt"/>
            </a:rPr>
            <a:t>dari</a:t>
          </a:r>
          <a:r>
            <a:rPr lang="en-SG" b="0" i="0" u="none" strike="noStrike" dirty="0">
              <a:solidFill>
                <a:srgbClr val="000000"/>
              </a:solidFill>
              <a:effectLst/>
              <a:latin typeface="+mn-lt"/>
            </a:rPr>
            <a:t> </a:t>
          </a:r>
          <a:r>
            <a:rPr lang="en-SG" b="0" i="0" u="none" strike="noStrike" dirty="0" err="1">
              <a:solidFill>
                <a:srgbClr val="000000"/>
              </a:solidFill>
              <a:effectLst/>
              <a:latin typeface="+mn-lt"/>
            </a:rPr>
            <a:t>gangguan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gangguanyang</a:t>
          </a:r>
          <a:r>
            <a:rPr lang="en-SG" b="0" i="0" u="none" strike="noStrike" dirty="0">
              <a:solidFill>
                <a:srgbClr val="000000"/>
              </a:solidFill>
              <a:effectLst/>
              <a:latin typeface="+mn-lt"/>
            </a:rPr>
            <a:t> </a:t>
          </a:r>
          <a:r>
            <a:rPr lang="en-SG" b="0" i="0" u="none" strike="noStrike" dirty="0" err="1">
              <a:solidFill>
                <a:srgbClr val="000000"/>
              </a:solidFill>
              <a:effectLst/>
              <a:latin typeface="+mn-lt"/>
            </a:rPr>
            <a:t>dapat</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menggoyahkan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keimanan</a:t>
          </a:r>
          <a:r>
            <a:rPr lang="en-SG" b="0" i="0" u="none" strike="noStrike" dirty="0">
              <a:solidFill>
                <a:srgbClr val="000000"/>
              </a:solidFill>
              <a:effectLst/>
              <a:latin typeface="+mn-lt"/>
            </a:rPr>
            <a:t>(</a:t>
          </a:r>
          <a:r>
            <a:rPr lang="en-SG" b="0" i="0" u="none" strike="noStrike" dirty="0" err="1">
              <a:solidFill>
                <a:srgbClr val="000000"/>
              </a:solidFill>
              <a:effectLst/>
              <a:latin typeface="+mn-lt"/>
            </a:rPr>
            <a:t>kepercayaan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kita</a:t>
          </a:r>
          <a:r>
            <a:rPr lang="en-SG" b="0" i="0" u="none" strike="noStrike" dirty="0">
              <a:solidFill>
                <a:srgbClr val="000000"/>
              </a:solidFill>
              <a:effectLst/>
              <a:latin typeface="+mn-lt"/>
            </a:rPr>
            <a:t>.</a:t>
          </a:r>
          <a:endParaRPr lang="en-US" dirty="0">
            <a:latin typeface="+mn-lt"/>
          </a:endParaRPr>
        </a:p>
      </dgm:t>
    </dgm:pt>
    <dgm:pt modelId="{A191ED7F-CD32-438A-B41D-228909C72784}" type="parTrans" cxnId="{2E78D121-3572-47DC-A203-E8A7D675D003}">
      <dgm:prSet/>
      <dgm:spPr/>
      <dgm:t>
        <a:bodyPr/>
        <a:lstStyle/>
        <a:p>
          <a:endParaRPr lang="en-US"/>
        </a:p>
      </dgm:t>
    </dgm:pt>
    <dgm:pt modelId="{E1BF5597-5373-46B0-8B7B-4D4DE898C058}" type="sibTrans" cxnId="{2E78D121-3572-47DC-A203-E8A7D675D003}">
      <dgm:prSet/>
      <dgm:spPr/>
      <dgm:t>
        <a:bodyPr/>
        <a:lstStyle/>
        <a:p>
          <a:endParaRPr lang="en-US"/>
        </a:p>
      </dgm:t>
    </dgm:pt>
    <dgm:pt modelId="{051E20D2-4695-4465-B860-769FCD2C2CD4}">
      <dgm:prSet phldrT="[Text]"/>
      <dgm:spPr/>
      <dgm:t>
        <a:bodyPr/>
        <a:lstStyle/>
        <a:p>
          <a:pPr algn="ctr"/>
          <a:r>
            <a:rPr lang="en-US" dirty="0"/>
            <a:t>5</a:t>
          </a:r>
        </a:p>
      </dgm:t>
    </dgm:pt>
    <dgm:pt modelId="{117C496E-843C-4E4E-8FCC-9335AD259FED}" type="parTrans" cxnId="{BCA014F2-57CB-4AA5-89D3-48977E2744EB}">
      <dgm:prSet/>
      <dgm:spPr/>
      <dgm:t>
        <a:bodyPr/>
        <a:lstStyle/>
        <a:p>
          <a:endParaRPr lang="en-US"/>
        </a:p>
      </dgm:t>
    </dgm:pt>
    <dgm:pt modelId="{E5731803-6676-4162-8E47-D4D6BF02E895}" type="sibTrans" cxnId="{BCA014F2-57CB-4AA5-89D3-48977E2744EB}">
      <dgm:prSet/>
      <dgm:spPr/>
      <dgm:t>
        <a:bodyPr/>
        <a:lstStyle/>
        <a:p>
          <a:endParaRPr lang="en-US"/>
        </a:p>
      </dgm:t>
    </dgm:pt>
    <dgm:pt modelId="{D8F768DE-3676-4FC7-A240-20F4AA09A6EC}">
      <dgm:prSet phldrT="[Text]"/>
      <dgm:spPr/>
      <dgm:t>
        <a:bodyPr/>
        <a:lstStyle/>
        <a:p>
          <a:pPr algn="just">
            <a:buFont typeface="Wingdings" panose="05000000000000000000" pitchFamily="2" charset="2"/>
            <a:buChar char="v"/>
          </a:pPr>
          <a:r>
            <a:rPr lang="en-SG" b="0" i="0" u="none" strike="noStrike" dirty="0" err="1">
              <a:solidFill>
                <a:srgbClr val="000000"/>
              </a:solidFill>
              <a:effectLst/>
              <a:latin typeface="+mn-lt"/>
            </a:rPr>
            <a:t>Prinsip</a:t>
          </a:r>
          <a:r>
            <a:rPr lang="en-SG" b="0" i="0" u="none" strike="noStrike" dirty="0">
              <a:solidFill>
                <a:srgbClr val="000000"/>
              </a:solidFill>
              <a:effectLst/>
              <a:latin typeface="+mn-lt"/>
            </a:rPr>
            <a:t> </a:t>
          </a:r>
          <a:r>
            <a:rPr lang="en-SG" b="0" i="0" u="none" strike="noStrike" dirty="0" err="1">
              <a:solidFill>
                <a:srgbClr val="000000"/>
              </a:solidFill>
              <a:effectLst/>
              <a:latin typeface="+mn-lt"/>
            </a:rPr>
            <a:t>kaidah</a:t>
          </a:r>
          <a:r>
            <a:rPr lang="en-SG" b="0" i="0" u="none" strike="noStrike" dirty="0">
              <a:solidFill>
                <a:srgbClr val="000000"/>
              </a:solidFill>
              <a:effectLst/>
              <a:latin typeface="+mn-lt"/>
            </a:rPr>
            <a:t> agama </a:t>
          </a:r>
          <a:r>
            <a:rPr lang="en-SG" b="0" i="0" u="none" strike="noStrike" dirty="0" err="1">
              <a:solidFill>
                <a:srgbClr val="000000"/>
              </a:solidFill>
              <a:effectLst/>
              <a:latin typeface="+mn-lt"/>
            </a:rPr>
            <a:t>berisi</a:t>
          </a:r>
          <a:r>
            <a:rPr lang="en-SG" b="0" i="0" u="none" strike="noStrike" dirty="0">
              <a:solidFill>
                <a:srgbClr val="000000"/>
              </a:solidFill>
              <a:effectLst/>
              <a:latin typeface="+mn-lt"/>
            </a:rPr>
            <a:t> </a:t>
          </a:r>
          <a:r>
            <a:rPr lang="en-SG" b="0" i="0" u="none" strike="noStrike" dirty="0" err="1">
              <a:solidFill>
                <a:srgbClr val="000000"/>
              </a:solidFill>
              <a:effectLst/>
              <a:latin typeface="+mn-lt"/>
            </a:rPr>
            <a:t>tentang</a:t>
          </a:r>
          <a:r>
            <a:rPr lang="en-SG" b="0" i="0" u="none" strike="noStrike" dirty="0">
              <a:solidFill>
                <a:srgbClr val="000000"/>
              </a:solidFill>
              <a:effectLst/>
              <a:latin typeface="+mn-lt"/>
            </a:rPr>
            <a:t> </a:t>
          </a:r>
          <a:r>
            <a:rPr lang="en-SG" b="0" i="0" u="none" strike="noStrike" dirty="0" err="1">
              <a:solidFill>
                <a:srgbClr val="000000"/>
              </a:solidFill>
              <a:effectLst/>
              <a:latin typeface="+mn-lt"/>
            </a:rPr>
            <a:t>falsafah</a:t>
          </a:r>
          <a:r>
            <a:rPr lang="en-SG" b="0" i="0" u="none" strike="noStrike" dirty="0">
              <a:solidFill>
                <a:srgbClr val="000000"/>
              </a:solidFill>
              <a:effectLst/>
              <a:latin typeface="+mn-lt"/>
            </a:rPr>
            <a:t> dan </a:t>
          </a:r>
          <a:r>
            <a:rPr lang="en-SG" b="0" i="0" u="none" strike="noStrike" dirty="0" err="1">
              <a:solidFill>
                <a:srgbClr val="000000"/>
              </a:solidFill>
              <a:effectLst/>
              <a:latin typeface="+mn-lt"/>
            </a:rPr>
            <a:t>ajaran-ajaran</a:t>
          </a:r>
          <a:r>
            <a:rPr lang="en-SG" b="0" i="0" u="none" strike="noStrike" dirty="0">
              <a:solidFill>
                <a:srgbClr val="000000"/>
              </a:solidFill>
              <a:effectLst/>
              <a:latin typeface="+mn-lt"/>
            </a:rPr>
            <a:t> agama dan juga </a:t>
          </a:r>
          <a:r>
            <a:rPr lang="en-SG" b="0" i="0" u="none" strike="noStrike" dirty="0" err="1">
              <a:solidFill>
                <a:srgbClr val="000000"/>
              </a:solidFill>
              <a:effectLst/>
              <a:latin typeface="+mn-lt"/>
            </a:rPr>
            <a:t>fungsi</a:t>
          </a:r>
          <a:r>
            <a:rPr lang="en-SG" b="0" i="0" u="none" strike="noStrike" dirty="0">
              <a:solidFill>
                <a:srgbClr val="000000"/>
              </a:solidFill>
              <a:effectLst/>
              <a:latin typeface="+mn-lt"/>
            </a:rPr>
            <a:t> </a:t>
          </a:r>
          <a:r>
            <a:rPr lang="en-SG" b="0" i="0" u="none" strike="noStrike" dirty="0" err="1">
              <a:solidFill>
                <a:srgbClr val="000000"/>
              </a:solidFill>
              <a:effectLst/>
              <a:latin typeface="+mn-lt"/>
            </a:rPr>
            <a:t>serta</a:t>
          </a:r>
          <a:r>
            <a:rPr lang="en-SG" b="0" i="0" u="none" strike="noStrike" dirty="0">
              <a:solidFill>
                <a:srgbClr val="000000"/>
              </a:solidFill>
              <a:effectLst/>
              <a:latin typeface="+mn-lt"/>
            </a:rPr>
            <a:t> </a:t>
          </a:r>
          <a:r>
            <a:rPr lang="en-SG" b="0" i="0" u="none" strike="noStrike" dirty="0" err="1">
              <a:solidFill>
                <a:srgbClr val="000000"/>
              </a:solidFill>
              <a:effectLst/>
              <a:latin typeface="+mn-lt"/>
            </a:rPr>
            <a:t>cara</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menjalani</a:t>
          </a:r>
          <a:r>
            <a:rPr lang="en-SG" b="0" i="0" u="none" strike="noStrike" dirty="0">
              <a:solidFill>
                <a:srgbClr val="000000"/>
              </a:solidFill>
              <a:effectLst/>
              <a:latin typeface="+mn-lt"/>
            </a:rPr>
            <a:t> </a:t>
          </a:r>
          <a:r>
            <a:rPr lang="en-SG" b="0" i="0" u="none" strike="noStrike" dirty="0" err="1">
              <a:solidFill>
                <a:srgbClr val="000000"/>
              </a:solidFill>
              <a:effectLst/>
              <a:latin typeface="+mn-lt"/>
            </a:rPr>
            <a:t>hidup</a:t>
          </a:r>
          <a:r>
            <a:rPr lang="en-SG" b="0" i="0" u="none" strike="noStrike" dirty="0">
              <a:solidFill>
                <a:srgbClr val="000000"/>
              </a:solidFill>
              <a:effectLst/>
              <a:latin typeface="+mn-lt"/>
            </a:rPr>
            <a:t> </a:t>
          </a:r>
          <a:r>
            <a:rPr lang="en-SG" b="0" i="0" u="none" strike="noStrike" dirty="0" err="1">
              <a:solidFill>
                <a:srgbClr val="000000"/>
              </a:solidFill>
              <a:effectLst/>
              <a:latin typeface="+mn-lt"/>
            </a:rPr>
            <a:t>berdasarkan</a:t>
          </a:r>
          <a:r>
            <a:rPr lang="en-SG" b="0" i="0" u="none" strike="noStrike" dirty="0">
              <a:solidFill>
                <a:srgbClr val="000000"/>
              </a:solidFill>
              <a:effectLst/>
              <a:latin typeface="+mn-lt"/>
            </a:rPr>
            <a:t> agama. </a:t>
          </a:r>
          <a:endParaRPr lang="en-US" dirty="0">
            <a:latin typeface="+mn-lt"/>
          </a:endParaRPr>
        </a:p>
      </dgm:t>
    </dgm:pt>
    <dgm:pt modelId="{EA248FB0-0FF0-45AC-99F4-6D112247A9D0}" type="parTrans" cxnId="{86194B03-BA2C-45A6-9962-051EB91BC061}">
      <dgm:prSet/>
      <dgm:spPr/>
      <dgm:t>
        <a:bodyPr/>
        <a:lstStyle/>
        <a:p>
          <a:endParaRPr lang="en-US"/>
        </a:p>
      </dgm:t>
    </dgm:pt>
    <dgm:pt modelId="{A63F12A0-84EE-42FE-B3E7-237818E43850}" type="sibTrans" cxnId="{86194B03-BA2C-45A6-9962-051EB91BC061}">
      <dgm:prSet/>
      <dgm:spPr/>
      <dgm:t>
        <a:bodyPr/>
        <a:lstStyle/>
        <a:p>
          <a:endParaRPr lang="en-US"/>
        </a:p>
      </dgm:t>
    </dgm:pt>
    <dgm:pt modelId="{52E3601E-E2AA-4D80-8085-4A376FFE8E88}">
      <dgm:prSet phldrT="[Text]"/>
      <dgm:spPr/>
      <dgm:t>
        <a:bodyPr/>
        <a:lstStyle/>
        <a:p>
          <a:pPr algn="ctr"/>
          <a:r>
            <a:rPr lang="en-US" dirty="0"/>
            <a:t>6</a:t>
          </a:r>
        </a:p>
      </dgm:t>
    </dgm:pt>
    <dgm:pt modelId="{186EA6C6-9242-471E-B4EB-2E557BAE0E44}" type="parTrans" cxnId="{EB35DDB1-0F0A-430D-A104-2727815D6E27}">
      <dgm:prSet/>
      <dgm:spPr/>
      <dgm:t>
        <a:bodyPr/>
        <a:lstStyle/>
        <a:p>
          <a:endParaRPr lang="en-US"/>
        </a:p>
      </dgm:t>
    </dgm:pt>
    <dgm:pt modelId="{76E75457-366E-43F1-9D9A-47977884DADD}" type="sibTrans" cxnId="{EB35DDB1-0F0A-430D-A104-2727815D6E27}">
      <dgm:prSet/>
      <dgm:spPr/>
      <dgm:t>
        <a:bodyPr/>
        <a:lstStyle/>
        <a:p>
          <a:endParaRPr lang="en-US"/>
        </a:p>
      </dgm:t>
    </dgm:pt>
    <dgm:pt modelId="{3B833240-DDB3-46A5-9FF2-491CCE598BDE}">
      <dgm:prSet phldrT="[Text]"/>
      <dgm:spPr/>
      <dgm:t>
        <a:bodyPr/>
        <a:lstStyle/>
        <a:p>
          <a:pPr algn="just">
            <a:buFont typeface="Wingdings" panose="05000000000000000000" pitchFamily="2" charset="2"/>
            <a:buChar char="v"/>
          </a:pPr>
          <a:r>
            <a:rPr lang="en-SG" b="0" i="0" u="none" strike="noStrike" dirty="0" err="1">
              <a:solidFill>
                <a:srgbClr val="000000"/>
              </a:solidFill>
              <a:effectLst/>
              <a:latin typeface="+mn-lt"/>
            </a:rPr>
            <a:t>Makalah</a:t>
          </a:r>
          <a:r>
            <a:rPr lang="en-SG" b="0" i="0" u="none" strike="noStrike" dirty="0">
              <a:solidFill>
                <a:srgbClr val="000000"/>
              </a:solidFill>
              <a:effectLst/>
              <a:latin typeface="+mn-lt"/>
            </a:rPr>
            <a:t> </a:t>
          </a:r>
          <a:r>
            <a:rPr lang="en-SG" b="0" i="0" u="none" strike="noStrike" dirty="0" err="1">
              <a:solidFill>
                <a:srgbClr val="000000"/>
              </a:solidFill>
              <a:effectLst/>
              <a:latin typeface="+mn-lt"/>
            </a:rPr>
            <a:t>ini</a:t>
          </a:r>
          <a:r>
            <a:rPr lang="en-SG" b="0" i="0" u="none" strike="noStrike" dirty="0">
              <a:solidFill>
                <a:srgbClr val="000000"/>
              </a:solidFill>
              <a:effectLst/>
              <a:latin typeface="+mn-lt"/>
            </a:rPr>
            <a:t> </a:t>
          </a:r>
          <a:r>
            <a:rPr lang="en-SG" b="0" i="0" u="none" strike="noStrike" dirty="0" err="1">
              <a:solidFill>
                <a:srgbClr val="000000"/>
              </a:solidFill>
              <a:effectLst/>
              <a:latin typeface="+mn-lt"/>
            </a:rPr>
            <a:t>diharapkan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dapat</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menjadi</a:t>
          </a:r>
          <a:r>
            <a:rPr lang="en-SG" b="0" i="0" u="none" strike="noStrike" dirty="0">
              <a:solidFill>
                <a:srgbClr val="000000"/>
              </a:solidFill>
              <a:effectLst/>
              <a:latin typeface="+mn-lt"/>
            </a:rPr>
            <a:t> </a:t>
          </a:r>
          <a:r>
            <a:rPr lang="en-SG" b="0" i="0" u="none" strike="noStrike" dirty="0" err="1">
              <a:solidFill>
                <a:srgbClr val="000000"/>
              </a:solidFill>
              <a:effectLst/>
              <a:latin typeface="+mn-lt"/>
            </a:rPr>
            <a:t>pelajaran</a:t>
          </a:r>
          <a:r>
            <a:rPr lang="en-SG" b="0" i="0" u="none" strike="noStrike" dirty="0">
              <a:solidFill>
                <a:srgbClr val="000000"/>
              </a:solidFill>
              <a:effectLst/>
              <a:latin typeface="+mn-lt"/>
            </a:rPr>
            <a:t> dan </a:t>
          </a:r>
          <a:r>
            <a:rPr lang="en-SG" b="0" i="0" u="none" strike="noStrike" dirty="0" err="1">
              <a:solidFill>
                <a:srgbClr val="000000"/>
              </a:solidFill>
              <a:effectLst/>
              <a:latin typeface="+mn-lt"/>
            </a:rPr>
            <a:t>ilmu</a:t>
          </a:r>
          <a:r>
            <a:rPr lang="en-SG" b="0" i="0" u="none" strike="noStrike" dirty="0">
              <a:solidFill>
                <a:srgbClr val="000000"/>
              </a:solidFill>
              <a:effectLst/>
              <a:latin typeface="+mn-lt"/>
            </a:rPr>
            <a:t> agama yang </a:t>
          </a:r>
          <a:r>
            <a:rPr lang="en-SG" b="0" i="0" u="none" strike="noStrike" dirty="0" err="1">
              <a:solidFill>
                <a:srgbClr val="000000"/>
              </a:solidFill>
              <a:effectLst/>
              <a:latin typeface="+mn-lt"/>
            </a:rPr>
            <a:t>bisa</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memperkuat</a:t>
          </a:r>
          <a:r>
            <a:rPr lang="en-SG" b="0" i="0" u="none" strike="noStrike" dirty="0">
              <a:solidFill>
                <a:srgbClr val="000000"/>
              </a:solidFill>
              <a:effectLst/>
              <a:latin typeface="+mn-lt"/>
            </a:rPr>
            <a:t> </a:t>
          </a:r>
          <a:r>
            <a:rPr lang="en-SG" b="0" i="0" u="none" strike="noStrike" dirty="0" err="1">
              <a:solidFill>
                <a:srgbClr val="000000"/>
              </a:solidFill>
              <a:effectLst/>
              <a:latin typeface="+mn-lt"/>
            </a:rPr>
            <a:t>keimanan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kita</a:t>
          </a:r>
          <a:r>
            <a:rPr lang="en-SG" b="0" i="0" u="none" strike="noStrike" dirty="0">
              <a:solidFill>
                <a:srgbClr val="000000"/>
              </a:solidFill>
              <a:effectLst/>
              <a:latin typeface="+mn-lt"/>
            </a:rPr>
            <a:t> </a:t>
          </a:r>
          <a:r>
            <a:rPr lang="en-SG" b="0" i="0" u="none" strike="noStrike" dirty="0" err="1">
              <a:solidFill>
                <a:srgbClr val="000000"/>
              </a:solidFill>
              <a:effectLst/>
              <a:latin typeface="+mn-lt"/>
            </a:rPr>
            <a:t>terhadap</a:t>
          </a:r>
          <a:r>
            <a:rPr lang="en-SG" b="0" i="0" u="none" strike="noStrike" dirty="0">
              <a:solidFill>
                <a:srgbClr val="000000"/>
              </a:solidFill>
              <a:effectLst/>
              <a:latin typeface="+mn-lt"/>
            </a:rPr>
            <a:t> agama yang </a:t>
          </a:r>
          <a:r>
            <a:rPr lang="en-SG" b="0" i="0" u="none" strike="noStrike" dirty="0" err="1">
              <a:solidFill>
                <a:srgbClr val="000000"/>
              </a:solidFill>
              <a:effectLst/>
              <a:latin typeface="+mn-lt"/>
            </a:rPr>
            <a:t>diyakini</a:t>
          </a:r>
          <a:r>
            <a:rPr lang="en-SG" b="1" i="0" u="none" strike="noStrike" dirty="0">
              <a:solidFill>
                <a:srgbClr val="000000"/>
              </a:solidFill>
              <a:effectLst/>
              <a:latin typeface="+mn-lt"/>
            </a:rPr>
            <a:t>.</a:t>
          </a:r>
          <a:endParaRPr lang="en-US" dirty="0">
            <a:latin typeface="+mn-lt"/>
          </a:endParaRPr>
        </a:p>
      </dgm:t>
    </dgm:pt>
    <dgm:pt modelId="{F21A1A1F-5527-41A5-9269-A24F18923112}" type="parTrans" cxnId="{AC48942D-0137-408D-90CF-1AA95A723EAE}">
      <dgm:prSet/>
      <dgm:spPr/>
      <dgm:t>
        <a:bodyPr/>
        <a:lstStyle/>
        <a:p>
          <a:endParaRPr lang="en-US"/>
        </a:p>
      </dgm:t>
    </dgm:pt>
    <dgm:pt modelId="{1671BAFA-D4FF-4E70-BA11-A42DC0633DB3}" type="sibTrans" cxnId="{AC48942D-0137-408D-90CF-1AA95A723EAE}">
      <dgm:prSet/>
      <dgm:spPr/>
      <dgm:t>
        <a:bodyPr/>
        <a:lstStyle/>
        <a:p>
          <a:endParaRPr lang="en-US"/>
        </a:p>
      </dgm:t>
    </dgm:pt>
    <dgm:pt modelId="{74C2EBC0-3A91-4342-A124-6FEECF84673E}" type="pres">
      <dgm:prSet presAssocID="{A738DF99-8EEA-4FC6-93FF-678C789904F2}" presName="linear" presStyleCnt="0">
        <dgm:presLayoutVars>
          <dgm:dir/>
          <dgm:animLvl val="lvl"/>
          <dgm:resizeHandles val="exact"/>
        </dgm:presLayoutVars>
      </dgm:prSet>
      <dgm:spPr/>
    </dgm:pt>
    <dgm:pt modelId="{22E1CA31-97BE-4778-BE30-A28FB8380883}" type="pres">
      <dgm:prSet presAssocID="{AB0193AD-FE67-4BC7-B23A-C6B405F75B0F}" presName="parentLin" presStyleCnt="0"/>
      <dgm:spPr/>
    </dgm:pt>
    <dgm:pt modelId="{C49C8942-3CFD-452F-993C-4F0C20519E88}" type="pres">
      <dgm:prSet presAssocID="{AB0193AD-FE67-4BC7-B23A-C6B405F75B0F}" presName="parentLeftMargin" presStyleLbl="node1" presStyleIdx="0" presStyleCnt="3"/>
      <dgm:spPr/>
    </dgm:pt>
    <dgm:pt modelId="{ED69EA9A-A0E4-49FD-91A6-8792907E0855}" type="pres">
      <dgm:prSet presAssocID="{AB0193AD-FE67-4BC7-B23A-C6B405F75B0F}" presName="parentText" presStyleLbl="node1" presStyleIdx="0" presStyleCnt="3" custScaleX="11670">
        <dgm:presLayoutVars>
          <dgm:chMax val="0"/>
          <dgm:bulletEnabled val="1"/>
        </dgm:presLayoutVars>
      </dgm:prSet>
      <dgm:spPr/>
    </dgm:pt>
    <dgm:pt modelId="{739C6A04-DF1D-4B20-9C22-07D44B4FF4D4}" type="pres">
      <dgm:prSet presAssocID="{AB0193AD-FE67-4BC7-B23A-C6B405F75B0F}" presName="negativeSpace" presStyleCnt="0"/>
      <dgm:spPr/>
    </dgm:pt>
    <dgm:pt modelId="{A0A690B6-4788-4713-AADB-D9A7EC5A447B}" type="pres">
      <dgm:prSet presAssocID="{AB0193AD-FE67-4BC7-B23A-C6B405F75B0F}" presName="childText" presStyleLbl="conFgAcc1" presStyleIdx="0" presStyleCnt="3">
        <dgm:presLayoutVars>
          <dgm:bulletEnabled val="1"/>
        </dgm:presLayoutVars>
      </dgm:prSet>
      <dgm:spPr/>
    </dgm:pt>
    <dgm:pt modelId="{C462DABF-1300-4D53-AEE6-F66C449C0951}" type="pres">
      <dgm:prSet presAssocID="{D89B71AF-76AA-4A30-A260-900C75EDD3C7}" presName="spaceBetweenRectangles" presStyleCnt="0"/>
      <dgm:spPr/>
    </dgm:pt>
    <dgm:pt modelId="{1B8C7B71-9B59-4AE0-9A7F-0B67F218E852}" type="pres">
      <dgm:prSet presAssocID="{051E20D2-4695-4465-B860-769FCD2C2CD4}" presName="parentLin" presStyleCnt="0"/>
      <dgm:spPr/>
    </dgm:pt>
    <dgm:pt modelId="{02BBB336-7773-4DE2-98D1-0BA414202043}" type="pres">
      <dgm:prSet presAssocID="{051E20D2-4695-4465-B860-769FCD2C2CD4}" presName="parentLeftMargin" presStyleLbl="node1" presStyleIdx="0" presStyleCnt="3"/>
      <dgm:spPr/>
    </dgm:pt>
    <dgm:pt modelId="{D47577EC-31F7-41F8-85E2-638E88CCA6B5}" type="pres">
      <dgm:prSet presAssocID="{051E20D2-4695-4465-B860-769FCD2C2CD4}" presName="parentText" presStyleLbl="node1" presStyleIdx="1" presStyleCnt="3" custScaleX="11670">
        <dgm:presLayoutVars>
          <dgm:chMax val="0"/>
          <dgm:bulletEnabled val="1"/>
        </dgm:presLayoutVars>
      </dgm:prSet>
      <dgm:spPr/>
    </dgm:pt>
    <dgm:pt modelId="{B1C4ED9C-60A0-4481-AF17-6E3E2B2C3521}" type="pres">
      <dgm:prSet presAssocID="{051E20D2-4695-4465-B860-769FCD2C2CD4}" presName="negativeSpace" presStyleCnt="0"/>
      <dgm:spPr/>
    </dgm:pt>
    <dgm:pt modelId="{41A0C1B7-2958-45E8-919F-5E864AA57C57}" type="pres">
      <dgm:prSet presAssocID="{051E20D2-4695-4465-B860-769FCD2C2CD4}" presName="childText" presStyleLbl="conFgAcc1" presStyleIdx="1" presStyleCnt="3">
        <dgm:presLayoutVars>
          <dgm:bulletEnabled val="1"/>
        </dgm:presLayoutVars>
      </dgm:prSet>
      <dgm:spPr/>
    </dgm:pt>
    <dgm:pt modelId="{726FDBA0-9CDE-4AC5-9051-74C9AD11F85B}" type="pres">
      <dgm:prSet presAssocID="{E5731803-6676-4162-8E47-D4D6BF02E895}" presName="spaceBetweenRectangles" presStyleCnt="0"/>
      <dgm:spPr/>
    </dgm:pt>
    <dgm:pt modelId="{CFF58426-FCFE-4D4D-B748-33F39F83AAEE}" type="pres">
      <dgm:prSet presAssocID="{52E3601E-E2AA-4D80-8085-4A376FFE8E88}" presName="parentLin" presStyleCnt="0"/>
      <dgm:spPr/>
    </dgm:pt>
    <dgm:pt modelId="{22653D51-4DAF-477D-85DD-95DCE7AF2FF8}" type="pres">
      <dgm:prSet presAssocID="{52E3601E-E2AA-4D80-8085-4A376FFE8E88}" presName="parentLeftMargin" presStyleLbl="node1" presStyleIdx="1" presStyleCnt="3"/>
      <dgm:spPr/>
    </dgm:pt>
    <dgm:pt modelId="{BCA5C1A9-66F3-41F7-8599-4BDF636FF9BE}" type="pres">
      <dgm:prSet presAssocID="{52E3601E-E2AA-4D80-8085-4A376FFE8E88}" presName="parentText" presStyleLbl="node1" presStyleIdx="2" presStyleCnt="3" custScaleX="11670">
        <dgm:presLayoutVars>
          <dgm:chMax val="0"/>
          <dgm:bulletEnabled val="1"/>
        </dgm:presLayoutVars>
      </dgm:prSet>
      <dgm:spPr/>
    </dgm:pt>
    <dgm:pt modelId="{0E4BCB39-B07C-41C3-A052-59141AF889E3}" type="pres">
      <dgm:prSet presAssocID="{52E3601E-E2AA-4D80-8085-4A376FFE8E88}" presName="negativeSpace" presStyleCnt="0"/>
      <dgm:spPr/>
    </dgm:pt>
    <dgm:pt modelId="{C15679BE-0330-4ACE-8C73-E80453ECEF35}" type="pres">
      <dgm:prSet presAssocID="{52E3601E-E2AA-4D80-8085-4A376FFE8E88}" presName="childText" presStyleLbl="conFgAcc1" presStyleIdx="2" presStyleCnt="3">
        <dgm:presLayoutVars>
          <dgm:bulletEnabled val="1"/>
        </dgm:presLayoutVars>
      </dgm:prSet>
      <dgm:spPr/>
    </dgm:pt>
  </dgm:ptLst>
  <dgm:cxnLst>
    <dgm:cxn modelId="{86194B03-BA2C-45A6-9962-051EB91BC061}" srcId="{051E20D2-4695-4465-B860-769FCD2C2CD4}" destId="{D8F768DE-3676-4FC7-A240-20F4AA09A6EC}" srcOrd="0" destOrd="0" parTransId="{EA248FB0-0FF0-45AC-99F4-6D112247A9D0}" sibTransId="{A63F12A0-84EE-42FE-B3E7-237818E43850}"/>
    <dgm:cxn modelId="{AC77190C-B251-49A4-8F22-F9936BB9D515}" type="presOf" srcId="{5D51B823-643B-4C99-96BE-E60BC3030262}" destId="{A0A690B6-4788-4713-AADB-D9A7EC5A447B}" srcOrd="0" destOrd="0" presId="urn:microsoft.com/office/officeart/2005/8/layout/list1"/>
    <dgm:cxn modelId="{2E78D121-3572-47DC-A203-E8A7D675D003}" srcId="{AB0193AD-FE67-4BC7-B23A-C6B405F75B0F}" destId="{5D51B823-643B-4C99-96BE-E60BC3030262}" srcOrd="0" destOrd="0" parTransId="{A191ED7F-CD32-438A-B41D-228909C72784}" sibTransId="{E1BF5597-5373-46B0-8B7B-4D4DE898C058}"/>
    <dgm:cxn modelId="{E4D7D125-598E-4CEB-B6E5-5A8ADDCE4C34}" type="presOf" srcId="{AB0193AD-FE67-4BC7-B23A-C6B405F75B0F}" destId="{C49C8942-3CFD-452F-993C-4F0C20519E88}" srcOrd="0" destOrd="0" presId="urn:microsoft.com/office/officeart/2005/8/layout/list1"/>
    <dgm:cxn modelId="{AC48942D-0137-408D-90CF-1AA95A723EAE}" srcId="{52E3601E-E2AA-4D80-8085-4A376FFE8E88}" destId="{3B833240-DDB3-46A5-9FF2-491CCE598BDE}" srcOrd="0" destOrd="0" parTransId="{F21A1A1F-5527-41A5-9269-A24F18923112}" sibTransId="{1671BAFA-D4FF-4E70-BA11-A42DC0633DB3}"/>
    <dgm:cxn modelId="{4EAF3B3C-9852-4E54-873E-B9355C27782E}" type="presOf" srcId="{051E20D2-4695-4465-B860-769FCD2C2CD4}" destId="{D47577EC-31F7-41F8-85E2-638E88CCA6B5}" srcOrd="1" destOrd="0" presId="urn:microsoft.com/office/officeart/2005/8/layout/list1"/>
    <dgm:cxn modelId="{AB2D0965-23BE-486D-A3D6-A16F9E22B204}" type="presOf" srcId="{A738DF99-8EEA-4FC6-93FF-678C789904F2}" destId="{74C2EBC0-3A91-4342-A124-6FEECF84673E}" srcOrd="0" destOrd="0" presId="urn:microsoft.com/office/officeart/2005/8/layout/list1"/>
    <dgm:cxn modelId="{612BC359-7280-4BD1-BC52-9B43CA54344B}" type="presOf" srcId="{52E3601E-E2AA-4D80-8085-4A376FFE8E88}" destId="{BCA5C1A9-66F3-41F7-8599-4BDF636FF9BE}" srcOrd="1" destOrd="0" presId="urn:microsoft.com/office/officeart/2005/8/layout/list1"/>
    <dgm:cxn modelId="{68551398-9117-4A2A-9C47-CBC01A093CDB}" type="presOf" srcId="{051E20D2-4695-4465-B860-769FCD2C2CD4}" destId="{02BBB336-7773-4DE2-98D1-0BA414202043}" srcOrd="0" destOrd="0" presId="urn:microsoft.com/office/officeart/2005/8/layout/list1"/>
    <dgm:cxn modelId="{1BE0BAA9-F5BA-4271-B170-A0361BE84031}" type="presOf" srcId="{D8F768DE-3676-4FC7-A240-20F4AA09A6EC}" destId="{41A0C1B7-2958-45E8-919F-5E864AA57C57}" srcOrd="0" destOrd="0" presId="urn:microsoft.com/office/officeart/2005/8/layout/list1"/>
    <dgm:cxn modelId="{ABFE85AD-25EF-4CFD-BB2B-AC5120974EEF}" type="presOf" srcId="{3B833240-DDB3-46A5-9FF2-491CCE598BDE}" destId="{C15679BE-0330-4ACE-8C73-E80453ECEF35}" srcOrd="0" destOrd="0" presId="urn:microsoft.com/office/officeart/2005/8/layout/list1"/>
    <dgm:cxn modelId="{EB35DDB1-0F0A-430D-A104-2727815D6E27}" srcId="{A738DF99-8EEA-4FC6-93FF-678C789904F2}" destId="{52E3601E-E2AA-4D80-8085-4A376FFE8E88}" srcOrd="2" destOrd="0" parTransId="{186EA6C6-9242-471E-B4EB-2E557BAE0E44}" sibTransId="{76E75457-366E-43F1-9D9A-47977884DADD}"/>
    <dgm:cxn modelId="{049549E3-5054-4037-A55F-CC00D3155EB0}" type="presOf" srcId="{AB0193AD-FE67-4BC7-B23A-C6B405F75B0F}" destId="{ED69EA9A-A0E4-49FD-91A6-8792907E0855}" srcOrd="1" destOrd="0" presId="urn:microsoft.com/office/officeart/2005/8/layout/list1"/>
    <dgm:cxn modelId="{40DD75EE-9E68-4C6D-9652-31EC2D5D4E55}" type="presOf" srcId="{52E3601E-E2AA-4D80-8085-4A376FFE8E88}" destId="{22653D51-4DAF-477D-85DD-95DCE7AF2FF8}" srcOrd="0" destOrd="0" presId="urn:microsoft.com/office/officeart/2005/8/layout/list1"/>
    <dgm:cxn modelId="{BCA014F2-57CB-4AA5-89D3-48977E2744EB}" srcId="{A738DF99-8EEA-4FC6-93FF-678C789904F2}" destId="{051E20D2-4695-4465-B860-769FCD2C2CD4}" srcOrd="1" destOrd="0" parTransId="{117C496E-843C-4E4E-8FCC-9335AD259FED}" sibTransId="{E5731803-6676-4162-8E47-D4D6BF02E895}"/>
    <dgm:cxn modelId="{6B1E14FE-A884-4296-9517-4C5E5D2D142C}" srcId="{A738DF99-8EEA-4FC6-93FF-678C789904F2}" destId="{AB0193AD-FE67-4BC7-B23A-C6B405F75B0F}" srcOrd="0" destOrd="0" parTransId="{3F5F0BC1-5555-4F2A-823D-B9BA60E32FB9}" sibTransId="{D89B71AF-76AA-4A30-A260-900C75EDD3C7}"/>
    <dgm:cxn modelId="{39873901-4641-4BEB-A647-74467801F658}" type="presParOf" srcId="{74C2EBC0-3A91-4342-A124-6FEECF84673E}" destId="{22E1CA31-97BE-4778-BE30-A28FB8380883}" srcOrd="0" destOrd="0" presId="urn:microsoft.com/office/officeart/2005/8/layout/list1"/>
    <dgm:cxn modelId="{6F56DE26-0224-4A42-995B-B271DEF4C575}" type="presParOf" srcId="{22E1CA31-97BE-4778-BE30-A28FB8380883}" destId="{C49C8942-3CFD-452F-993C-4F0C20519E88}" srcOrd="0" destOrd="0" presId="urn:microsoft.com/office/officeart/2005/8/layout/list1"/>
    <dgm:cxn modelId="{2DC1B906-45F4-442C-9F8C-145664FC428F}" type="presParOf" srcId="{22E1CA31-97BE-4778-BE30-A28FB8380883}" destId="{ED69EA9A-A0E4-49FD-91A6-8792907E0855}" srcOrd="1" destOrd="0" presId="urn:microsoft.com/office/officeart/2005/8/layout/list1"/>
    <dgm:cxn modelId="{24749148-34F1-4A97-AF4C-C7E722D8E4E1}" type="presParOf" srcId="{74C2EBC0-3A91-4342-A124-6FEECF84673E}" destId="{739C6A04-DF1D-4B20-9C22-07D44B4FF4D4}" srcOrd="1" destOrd="0" presId="urn:microsoft.com/office/officeart/2005/8/layout/list1"/>
    <dgm:cxn modelId="{48AD04FE-DF4A-4EF5-B327-3BAC0642D9F9}" type="presParOf" srcId="{74C2EBC0-3A91-4342-A124-6FEECF84673E}" destId="{A0A690B6-4788-4713-AADB-D9A7EC5A447B}" srcOrd="2" destOrd="0" presId="urn:microsoft.com/office/officeart/2005/8/layout/list1"/>
    <dgm:cxn modelId="{03E94C67-97E9-4F12-9110-BD6612215682}" type="presParOf" srcId="{74C2EBC0-3A91-4342-A124-6FEECF84673E}" destId="{C462DABF-1300-4D53-AEE6-F66C449C0951}" srcOrd="3" destOrd="0" presId="urn:microsoft.com/office/officeart/2005/8/layout/list1"/>
    <dgm:cxn modelId="{16B8B2AA-A3D9-4482-9CAB-283A829D4B37}" type="presParOf" srcId="{74C2EBC0-3A91-4342-A124-6FEECF84673E}" destId="{1B8C7B71-9B59-4AE0-9A7F-0B67F218E852}" srcOrd="4" destOrd="0" presId="urn:microsoft.com/office/officeart/2005/8/layout/list1"/>
    <dgm:cxn modelId="{504B2806-3878-45B8-B3DA-CBCDABB518EE}" type="presParOf" srcId="{1B8C7B71-9B59-4AE0-9A7F-0B67F218E852}" destId="{02BBB336-7773-4DE2-98D1-0BA414202043}" srcOrd="0" destOrd="0" presId="urn:microsoft.com/office/officeart/2005/8/layout/list1"/>
    <dgm:cxn modelId="{91CE9493-8055-443C-8989-432F4E05CAE0}" type="presParOf" srcId="{1B8C7B71-9B59-4AE0-9A7F-0B67F218E852}" destId="{D47577EC-31F7-41F8-85E2-638E88CCA6B5}" srcOrd="1" destOrd="0" presId="urn:microsoft.com/office/officeart/2005/8/layout/list1"/>
    <dgm:cxn modelId="{ECBB9B1F-2013-41E6-8A3A-F19CBE150F23}" type="presParOf" srcId="{74C2EBC0-3A91-4342-A124-6FEECF84673E}" destId="{B1C4ED9C-60A0-4481-AF17-6E3E2B2C3521}" srcOrd="5" destOrd="0" presId="urn:microsoft.com/office/officeart/2005/8/layout/list1"/>
    <dgm:cxn modelId="{A5F9F607-D5FF-4EBF-9A34-D9CF05546C96}" type="presParOf" srcId="{74C2EBC0-3A91-4342-A124-6FEECF84673E}" destId="{41A0C1B7-2958-45E8-919F-5E864AA57C57}" srcOrd="6" destOrd="0" presId="urn:microsoft.com/office/officeart/2005/8/layout/list1"/>
    <dgm:cxn modelId="{33601EA0-44EA-4B5C-9AF7-78197909E32D}" type="presParOf" srcId="{74C2EBC0-3A91-4342-A124-6FEECF84673E}" destId="{726FDBA0-9CDE-4AC5-9051-74C9AD11F85B}" srcOrd="7" destOrd="0" presId="urn:microsoft.com/office/officeart/2005/8/layout/list1"/>
    <dgm:cxn modelId="{37B07BBE-B554-4427-94ED-6E8EDB47F1E2}" type="presParOf" srcId="{74C2EBC0-3A91-4342-A124-6FEECF84673E}" destId="{CFF58426-FCFE-4D4D-B748-33F39F83AAEE}" srcOrd="8" destOrd="0" presId="urn:microsoft.com/office/officeart/2005/8/layout/list1"/>
    <dgm:cxn modelId="{D37DE760-3C15-4747-BCCF-A5FF0ACCB1A4}" type="presParOf" srcId="{CFF58426-FCFE-4D4D-B748-33F39F83AAEE}" destId="{22653D51-4DAF-477D-85DD-95DCE7AF2FF8}" srcOrd="0" destOrd="0" presId="urn:microsoft.com/office/officeart/2005/8/layout/list1"/>
    <dgm:cxn modelId="{1614A6D8-9BE6-459D-A87A-C281EEFACA1E}" type="presParOf" srcId="{CFF58426-FCFE-4D4D-B748-33F39F83AAEE}" destId="{BCA5C1A9-66F3-41F7-8599-4BDF636FF9BE}" srcOrd="1" destOrd="0" presId="urn:microsoft.com/office/officeart/2005/8/layout/list1"/>
    <dgm:cxn modelId="{17670F6C-9816-44CD-9355-A21E8F14678A}" type="presParOf" srcId="{74C2EBC0-3A91-4342-A124-6FEECF84673E}" destId="{0E4BCB39-B07C-41C3-A052-59141AF889E3}" srcOrd="9" destOrd="0" presId="urn:microsoft.com/office/officeart/2005/8/layout/list1"/>
    <dgm:cxn modelId="{549F5565-816A-4AA6-85F4-6631B759403D}" type="presParOf" srcId="{74C2EBC0-3A91-4342-A124-6FEECF84673E}" destId="{C15679BE-0330-4ACE-8C73-E80453ECEF3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41E67E-7B71-4403-98C9-68DF04AC6D2D}" type="doc">
      <dgm:prSet loTypeId="urn:diagrams.loki3.com/BracketList" loCatId="list" qsTypeId="urn:microsoft.com/office/officeart/2005/8/quickstyle/simple1" qsCatId="simple" csTypeId="urn:microsoft.com/office/officeart/2005/8/colors/accent6_1" csCatId="accent6" phldr="1"/>
      <dgm:spPr/>
      <dgm:t>
        <a:bodyPr/>
        <a:lstStyle/>
        <a:p>
          <a:endParaRPr lang="en-US"/>
        </a:p>
      </dgm:t>
    </dgm:pt>
    <dgm:pt modelId="{019B1014-E62A-4547-99DC-3EF121932D38}">
      <dgm:prSet phldrT="[Text]" custT="1"/>
      <dgm:spPr/>
      <dgm:t>
        <a:bodyPr/>
        <a:lstStyle/>
        <a:p>
          <a:pPr algn="ctr"/>
          <a:r>
            <a:rPr lang="en-US" sz="2000" dirty="0"/>
            <a:t>1</a:t>
          </a:r>
        </a:p>
      </dgm:t>
    </dgm:pt>
    <dgm:pt modelId="{63AAA8CB-F897-48C2-95B8-0EA07C814E26}" type="parTrans" cxnId="{AA2BA831-5AA4-4F95-9696-B1A323D61761}">
      <dgm:prSet/>
      <dgm:spPr/>
      <dgm:t>
        <a:bodyPr/>
        <a:lstStyle/>
        <a:p>
          <a:endParaRPr lang="en-US"/>
        </a:p>
      </dgm:t>
    </dgm:pt>
    <dgm:pt modelId="{AEBBF22B-B6DB-4FF1-8F62-8AF94AE81A65}" type="sibTrans" cxnId="{AA2BA831-5AA4-4F95-9696-B1A323D61761}">
      <dgm:prSet/>
      <dgm:spPr/>
      <dgm:t>
        <a:bodyPr/>
        <a:lstStyle/>
        <a:p>
          <a:endParaRPr lang="en-US"/>
        </a:p>
      </dgm:t>
    </dgm:pt>
    <dgm:pt modelId="{7280A3A6-781E-4789-A0C9-F147C0A71509}">
      <dgm:prSet phldrT="[Text]" custT="1"/>
      <dgm:spPr/>
      <dgm:t>
        <a:bodyPr/>
        <a:lstStyle/>
        <a:p>
          <a:pPr algn="just">
            <a:buFont typeface="Wingdings" panose="05000000000000000000" pitchFamily="2" charset="2"/>
            <a:buChar char="v"/>
          </a:pPr>
          <a:r>
            <a:rPr lang="en-SG" sz="2200" b="0" i="0" u="none" strike="noStrike" dirty="0" err="1">
              <a:effectLst/>
              <a:latin typeface="+mn-lt"/>
            </a:rPr>
            <a:t>Bangsa</a:t>
          </a:r>
          <a:r>
            <a:rPr lang="en-SG" sz="2200" b="0" i="0" u="none" strike="noStrike" dirty="0">
              <a:effectLst/>
              <a:latin typeface="+mn-lt"/>
            </a:rPr>
            <a:t> </a:t>
          </a:r>
          <a:r>
            <a:rPr lang="en-SG" sz="2200" b="0" i="0" u="none" strike="noStrike" dirty="0" err="1">
              <a:effectLst/>
              <a:latin typeface="+mn-lt"/>
            </a:rPr>
            <a:t>indonesia</a:t>
          </a:r>
          <a:r>
            <a:rPr lang="en-SG" sz="2200" b="0" i="0" u="none" strike="noStrike" dirty="0">
              <a:effectLst/>
              <a:latin typeface="+mn-lt"/>
            </a:rPr>
            <a:t> </a:t>
          </a:r>
          <a:r>
            <a:rPr lang="en-SG" sz="2200" b="0" i="0" u="none" strike="noStrike" dirty="0" err="1">
              <a:effectLst/>
              <a:latin typeface="+mn-lt"/>
            </a:rPr>
            <a:t>terletak</a:t>
          </a:r>
          <a:r>
            <a:rPr lang="en-SG" sz="2200" b="0" i="0" u="none" strike="noStrike" dirty="0">
              <a:effectLst/>
              <a:latin typeface="+mn-lt"/>
            </a:rPr>
            <a:t> di </a:t>
          </a:r>
          <a:r>
            <a:rPr lang="en-SG" sz="2200" b="0" i="0" u="none" strike="noStrike" dirty="0" err="1">
              <a:effectLst/>
              <a:latin typeface="+mn-lt"/>
            </a:rPr>
            <a:t>tengah-tengah</a:t>
          </a:r>
          <a:r>
            <a:rPr lang="en-SG" sz="2200" b="0" i="0" u="none" strike="noStrike" dirty="0">
              <a:effectLst/>
              <a:latin typeface="+mn-lt"/>
            </a:rPr>
            <a:t> </a:t>
          </a:r>
          <a:r>
            <a:rPr lang="en-SG" sz="2200" b="0" i="0" u="none" strike="noStrike" dirty="0" err="1">
              <a:effectLst/>
              <a:latin typeface="+mn-lt"/>
            </a:rPr>
            <a:t>dinamika</a:t>
          </a:r>
          <a:r>
            <a:rPr lang="en-SG" sz="2200" b="0" i="0" u="none" strike="noStrike" dirty="0">
              <a:effectLst/>
              <a:latin typeface="+mn-lt"/>
            </a:rPr>
            <a:t> proses </a:t>
          </a:r>
          <a:r>
            <a:rPr lang="en-SG" sz="2200" b="0" i="0" u="none" strike="noStrike" dirty="0" err="1">
              <a:effectLst/>
              <a:latin typeface="+mn-lt"/>
            </a:rPr>
            <a:t>modernisasi</a:t>
          </a:r>
          <a:r>
            <a:rPr lang="en-SG" sz="2200" b="0" i="0" u="none" strike="noStrike" dirty="0">
              <a:effectLst/>
              <a:latin typeface="+mn-lt"/>
            </a:rPr>
            <a:t> yang </a:t>
          </a:r>
          <a:r>
            <a:rPr lang="en-SG" sz="2200" b="0" i="0" u="none" strike="noStrike" dirty="0" err="1">
              <a:effectLst/>
              <a:latin typeface="+mn-lt"/>
            </a:rPr>
            <a:t>meliputi</a:t>
          </a:r>
          <a:r>
            <a:rPr lang="en-SG" sz="2200" b="0" i="0" u="none" strike="noStrike" dirty="0">
              <a:effectLst/>
              <a:latin typeface="+mn-lt"/>
            </a:rPr>
            <a:t> </a:t>
          </a:r>
          <a:r>
            <a:rPr lang="en-SG" sz="2200" b="0" i="0" u="none" strike="noStrike" dirty="0" err="1">
              <a:effectLst/>
              <a:latin typeface="+mn-lt"/>
            </a:rPr>
            <a:t>banyak</a:t>
          </a:r>
          <a:r>
            <a:rPr lang="en-SG" sz="2200" b="0" i="0" u="none" strike="noStrike" dirty="0">
              <a:effectLst/>
              <a:latin typeface="+mn-lt"/>
            </a:rPr>
            <a:t> </a:t>
          </a:r>
          <a:r>
            <a:rPr lang="en-SG" sz="2200" b="0" i="0" u="none" strike="noStrike" dirty="0" err="1">
              <a:effectLst/>
              <a:latin typeface="+mn-lt"/>
            </a:rPr>
            <a:t>Mahasiswa</a:t>
          </a:r>
          <a:r>
            <a:rPr lang="en-SG" sz="2200" b="0" i="0" u="none" strike="noStrike" dirty="0">
              <a:effectLst/>
              <a:latin typeface="+mn-lt"/>
            </a:rPr>
            <a:t> dan </a:t>
          </a:r>
          <a:r>
            <a:rPr lang="en-SG" sz="2200" b="0" i="0" u="none" strike="noStrike" dirty="0" err="1">
              <a:effectLst/>
              <a:latin typeface="+mn-lt"/>
            </a:rPr>
            <a:t>hanya</a:t>
          </a:r>
          <a:r>
            <a:rPr lang="en-SG" sz="2200" b="0" i="0" u="none" strike="noStrike" dirty="0">
              <a:effectLst/>
              <a:latin typeface="+mn-lt"/>
            </a:rPr>
            <a:t> </a:t>
          </a:r>
          <a:r>
            <a:rPr lang="en-SG" sz="2200" b="0" i="0" u="none" strike="noStrike" dirty="0" err="1">
              <a:effectLst/>
              <a:latin typeface="+mn-lt"/>
            </a:rPr>
            <a:t>hanya</a:t>
          </a:r>
          <a:r>
            <a:rPr lang="en-SG" sz="2200" b="0" i="0" u="none" strike="noStrike" dirty="0">
              <a:effectLst/>
              <a:latin typeface="+mn-lt"/>
            </a:rPr>
            <a:t> </a:t>
          </a:r>
          <a:r>
            <a:rPr lang="en-SG" sz="2200" b="0" i="0" u="none" strike="noStrike" dirty="0" err="1">
              <a:effectLst/>
              <a:latin typeface="+mn-lt"/>
            </a:rPr>
            <a:t>untuk</a:t>
          </a:r>
          <a:r>
            <a:rPr lang="en-SG" sz="2200" b="0" i="0" u="none" strike="noStrike" dirty="0">
              <a:effectLst/>
              <a:latin typeface="+mn-lt"/>
            </a:rPr>
            <a:t> </a:t>
          </a:r>
          <a:r>
            <a:rPr lang="en-SG" sz="2200" b="0" i="0" u="none" strike="noStrike" dirty="0" err="1">
              <a:effectLst/>
              <a:latin typeface="+mn-lt"/>
            </a:rPr>
            <a:t>sebagian</a:t>
          </a:r>
          <a:r>
            <a:rPr lang="en-SG" sz="2200" b="0" i="0" u="none" strike="noStrike" dirty="0">
              <a:effectLst/>
              <a:latin typeface="+mn-lt"/>
            </a:rPr>
            <a:t> </a:t>
          </a:r>
          <a:r>
            <a:rPr lang="en-SG" sz="2200" b="0" i="0" u="none" strike="noStrike" dirty="0" err="1">
              <a:effectLst/>
              <a:latin typeface="+mn-lt"/>
            </a:rPr>
            <a:t>dapat</a:t>
          </a:r>
          <a:r>
            <a:rPr lang="en-SG" sz="2200" b="0" i="0" u="none" strike="noStrike" dirty="0">
              <a:effectLst/>
              <a:latin typeface="+mn-lt"/>
            </a:rPr>
            <a:t> </a:t>
          </a:r>
          <a:r>
            <a:rPr lang="en-SG" sz="2200" b="0" i="0" u="none" strike="noStrike" dirty="0" err="1">
              <a:effectLst/>
              <a:latin typeface="+mn-lt"/>
            </a:rPr>
            <a:t>dikemudikan</a:t>
          </a:r>
          <a:r>
            <a:rPr lang="en-SG" sz="2200" b="0" i="0" u="none" strike="noStrike" dirty="0">
              <a:effectLst/>
              <a:latin typeface="+mn-lt"/>
            </a:rPr>
            <a:t> </a:t>
          </a:r>
          <a:r>
            <a:rPr lang="en-SG" sz="2200" b="0" i="0" u="none" strike="noStrike" dirty="0" err="1">
              <a:effectLst/>
              <a:latin typeface="+mn-lt"/>
            </a:rPr>
            <a:t>melalui</a:t>
          </a:r>
          <a:r>
            <a:rPr lang="en-SG" sz="2200" b="0" i="0" u="none" strike="noStrike" dirty="0">
              <a:effectLst/>
              <a:latin typeface="+mn-lt"/>
            </a:rPr>
            <a:t> </a:t>
          </a:r>
          <a:r>
            <a:rPr lang="en-SG" sz="2200" b="0" i="0" u="none" strike="noStrike" dirty="0" err="1">
              <a:effectLst/>
              <a:latin typeface="+mn-lt"/>
            </a:rPr>
            <a:t>kebijakan</a:t>
          </a:r>
          <a:r>
            <a:rPr lang="en-SG" sz="2200" b="0" i="0" u="none" strike="noStrike" dirty="0">
              <a:effectLst/>
              <a:latin typeface="+mn-lt"/>
            </a:rPr>
            <a:t> </a:t>
          </a:r>
          <a:r>
            <a:rPr lang="en-SG" sz="2200" b="0" i="0" u="none" strike="noStrike" dirty="0" err="1">
              <a:effectLst/>
              <a:latin typeface="+mn-lt"/>
            </a:rPr>
            <a:t>pembangunan</a:t>
          </a:r>
          <a:r>
            <a:rPr lang="en-SG" sz="2200" b="0" i="0" u="none" strike="noStrike" dirty="0">
              <a:effectLst/>
              <a:latin typeface="+mn-lt"/>
            </a:rPr>
            <a:t>. </a:t>
          </a:r>
          <a:r>
            <a:rPr lang="en-SG" sz="2200" b="0" i="0" u="none" strike="noStrike" dirty="0" err="1">
              <a:effectLst/>
              <a:latin typeface="+mn-lt"/>
            </a:rPr>
            <a:t>Menghadapi</a:t>
          </a:r>
          <a:r>
            <a:rPr lang="en-SG" sz="2200" b="0" i="0" u="none" strike="noStrike" dirty="0">
              <a:effectLst/>
              <a:latin typeface="+mn-lt"/>
            </a:rPr>
            <a:t> </a:t>
          </a:r>
          <a:r>
            <a:rPr lang="en-SG" sz="2200" b="0" i="0" u="none" strike="noStrike" dirty="0" err="1">
              <a:effectLst/>
              <a:latin typeface="+mn-lt"/>
            </a:rPr>
            <a:t>tantangan</a:t>
          </a:r>
          <a:r>
            <a:rPr lang="en-SG" sz="2200" b="0" i="0" u="none" strike="noStrike" dirty="0">
              <a:effectLst/>
              <a:latin typeface="+mn-lt"/>
            </a:rPr>
            <a:t> </a:t>
          </a:r>
          <a:r>
            <a:rPr lang="en-SG" sz="2200" b="0" i="0" u="none" strike="noStrike" dirty="0" err="1">
              <a:effectLst/>
              <a:latin typeface="+mn-lt"/>
            </a:rPr>
            <a:t>modernisasi</a:t>
          </a:r>
          <a:r>
            <a:rPr lang="en-SG" sz="2200" b="0" i="0" u="none" strike="noStrike" dirty="0">
              <a:effectLst/>
              <a:latin typeface="+mn-lt"/>
            </a:rPr>
            <a:t> </a:t>
          </a:r>
          <a:r>
            <a:rPr lang="en-SG" sz="2200" b="0" i="0" u="none" strike="noStrike" dirty="0" err="1">
              <a:effectLst/>
              <a:latin typeface="+mn-lt"/>
            </a:rPr>
            <a:t>dengan</a:t>
          </a:r>
          <a:r>
            <a:rPr lang="en-SG" sz="2200" b="0" i="0" u="none" strike="noStrike" dirty="0">
              <a:effectLst/>
              <a:latin typeface="+mn-lt"/>
            </a:rPr>
            <a:t> </a:t>
          </a:r>
          <a:r>
            <a:rPr lang="en-SG" sz="2200" b="0" i="0" u="none" strike="noStrike" dirty="0" err="1">
              <a:effectLst/>
              <a:latin typeface="+mn-lt"/>
            </a:rPr>
            <a:t>perubahan</a:t>
          </a:r>
          <a:r>
            <a:rPr lang="en-SG" sz="2200" b="0" i="0" u="none" strike="noStrike" dirty="0">
              <a:effectLst/>
              <a:latin typeface="+mn-lt"/>
            </a:rPr>
            <a:t> </a:t>
          </a:r>
          <a:r>
            <a:rPr lang="en-SG" sz="2200" b="0" i="0" u="none" strike="noStrike" dirty="0" err="1">
              <a:effectLst/>
              <a:latin typeface="+mn-lt"/>
            </a:rPr>
            <a:t>dengan</a:t>
          </a:r>
          <a:r>
            <a:rPr lang="en-SG" sz="2200" b="0" i="0" u="none" strike="noStrike" dirty="0">
              <a:effectLst/>
              <a:latin typeface="+mn-lt"/>
            </a:rPr>
            <a:t> </a:t>
          </a:r>
          <a:r>
            <a:rPr lang="en-SG" sz="2200" b="0" i="0" u="none" strike="noStrike" dirty="0" err="1">
              <a:effectLst/>
              <a:latin typeface="+mn-lt"/>
            </a:rPr>
            <a:t>perubahan</a:t>
          </a:r>
          <a:r>
            <a:rPr lang="en-SG" sz="2200" b="0" i="0" u="none" strike="noStrike" dirty="0">
              <a:effectLst/>
              <a:latin typeface="+mn-lt"/>
            </a:rPr>
            <a:t> </a:t>
          </a:r>
          <a:r>
            <a:rPr lang="en-SG" sz="2200" b="0" i="0" u="none" strike="noStrike" dirty="0" err="1">
              <a:effectLst/>
              <a:latin typeface="+mn-lt"/>
            </a:rPr>
            <a:t>pandangan</a:t>
          </a:r>
          <a:r>
            <a:rPr lang="en-SG" sz="2200" b="0" i="0" u="none" strike="noStrike" dirty="0">
              <a:effectLst/>
              <a:latin typeface="+mn-lt"/>
            </a:rPr>
            <a:t> </a:t>
          </a:r>
          <a:r>
            <a:rPr lang="en-SG" sz="2200" b="0" i="0" u="none" strike="noStrike" dirty="0" err="1">
              <a:effectLst/>
              <a:latin typeface="+mn-lt"/>
            </a:rPr>
            <a:t>hidup</a:t>
          </a:r>
          <a:r>
            <a:rPr lang="en-SG" sz="2200" b="0" i="0" u="none" strike="noStrike" dirty="0">
              <a:effectLst/>
              <a:latin typeface="+mn-lt"/>
            </a:rPr>
            <a:t>, </a:t>
          </a:r>
          <a:r>
            <a:rPr lang="en-SG" sz="2200" b="0" i="0" u="none" strike="noStrike" dirty="0" err="1">
              <a:effectLst/>
              <a:latin typeface="+mn-lt"/>
            </a:rPr>
            <a:t>nilai-niali</a:t>
          </a:r>
          <a:r>
            <a:rPr lang="en-SG" sz="2200" b="0" i="0" u="none" strike="noStrike" dirty="0">
              <a:effectLst/>
              <a:latin typeface="+mn-lt"/>
            </a:rPr>
            <a:t>, dan norma-norma. </a:t>
          </a:r>
          <a:r>
            <a:rPr lang="en-SG" sz="2200" b="0" i="0" u="none" strike="noStrike" dirty="0" err="1">
              <a:effectLst/>
              <a:latin typeface="+mn-lt"/>
            </a:rPr>
            <a:t>Filsafat</a:t>
          </a:r>
          <a:r>
            <a:rPr lang="en-SG" sz="2200" b="0" i="0" u="none" strike="noStrike" dirty="0">
              <a:effectLst/>
              <a:latin typeface="+mn-lt"/>
            </a:rPr>
            <a:t> </a:t>
          </a:r>
          <a:r>
            <a:rPr lang="en-SG" sz="2200" b="0" i="0" u="none" strike="noStrike" dirty="0" err="1">
              <a:effectLst/>
              <a:latin typeface="+mn-lt"/>
            </a:rPr>
            <a:t>dapat</a:t>
          </a:r>
          <a:r>
            <a:rPr lang="en-SG" sz="2200" b="0" i="0" u="none" strike="noStrike" dirty="0">
              <a:effectLst/>
              <a:latin typeface="+mn-lt"/>
            </a:rPr>
            <a:t> </a:t>
          </a:r>
          <a:r>
            <a:rPr lang="en-SG" sz="2200" b="0" i="0" u="none" strike="noStrike" dirty="0" err="1">
              <a:effectLst/>
              <a:latin typeface="+mn-lt"/>
            </a:rPr>
            <a:t>membantu</a:t>
          </a:r>
          <a:r>
            <a:rPr lang="en-SG" sz="2200" b="0" i="0" u="none" strike="noStrike" dirty="0">
              <a:effectLst/>
              <a:latin typeface="+mn-lt"/>
            </a:rPr>
            <a:t> </a:t>
          </a:r>
          <a:r>
            <a:rPr lang="en-SG" sz="2200" b="0" i="0" u="none" strike="noStrike" dirty="0" err="1">
              <a:effectLst/>
              <a:latin typeface="+mn-lt"/>
            </a:rPr>
            <a:t>untuk</a:t>
          </a:r>
          <a:r>
            <a:rPr lang="en-SG" sz="2200" b="0" i="0" u="none" strike="noStrike" dirty="0">
              <a:effectLst/>
              <a:latin typeface="+mn-lt"/>
            </a:rPr>
            <a:t> </a:t>
          </a:r>
          <a:r>
            <a:rPr lang="en-SG" sz="2200" b="0" i="0" u="none" strike="noStrike" dirty="0" err="1">
              <a:effectLst/>
              <a:latin typeface="+mn-lt"/>
            </a:rPr>
            <a:t>mengambil</a:t>
          </a:r>
          <a:r>
            <a:rPr lang="en-SG" sz="2200" b="0" i="0" u="none" strike="noStrike" dirty="0">
              <a:effectLst/>
              <a:latin typeface="+mn-lt"/>
            </a:rPr>
            <a:t> </a:t>
          </a:r>
          <a:r>
            <a:rPr lang="en-SG" sz="2200" b="0" i="0" u="none" strike="noStrike" dirty="0" err="1">
              <a:effectLst/>
              <a:latin typeface="+mn-lt"/>
            </a:rPr>
            <a:t>sikap</a:t>
          </a:r>
          <a:r>
            <a:rPr lang="en-SG" sz="2200" b="0" i="0" u="none" strike="noStrike" dirty="0">
              <a:effectLst/>
              <a:latin typeface="+mn-lt"/>
            </a:rPr>
            <a:t> yang </a:t>
          </a:r>
          <a:r>
            <a:rPr lang="en-SG" sz="2200" b="0" i="0" u="none" strike="noStrike" dirty="0" err="1">
              <a:effectLst/>
              <a:latin typeface="+mn-lt"/>
            </a:rPr>
            <a:t>sekaligus</a:t>
          </a:r>
          <a:r>
            <a:rPr lang="en-SG" sz="2200" b="0" i="0" u="none" strike="noStrike" dirty="0">
              <a:effectLst/>
              <a:latin typeface="+mn-lt"/>
            </a:rPr>
            <a:t> </a:t>
          </a:r>
          <a:r>
            <a:rPr lang="en-SG" sz="2200" b="0" i="0" u="none" strike="noStrike" dirty="0" err="1">
              <a:effectLst/>
              <a:latin typeface="+mn-lt"/>
            </a:rPr>
            <a:t>terbuka</a:t>
          </a:r>
          <a:r>
            <a:rPr lang="en-SG" sz="2200" b="0" i="0" u="none" strike="noStrike" dirty="0">
              <a:effectLst/>
              <a:latin typeface="+mn-lt"/>
            </a:rPr>
            <a:t> dan </a:t>
          </a:r>
          <a:r>
            <a:rPr lang="en-SG" sz="2200" b="0" i="0" u="none" strike="noStrike" dirty="0" err="1">
              <a:effectLst/>
              <a:latin typeface="+mn-lt"/>
            </a:rPr>
            <a:t>kritis</a:t>
          </a:r>
          <a:r>
            <a:rPr lang="en-SG" sz="2200" b="0" i="0" u="none" strike="noStrike" dirty="0">
              <a:effectLst/>
              <a:latin typeface="+mn-lt"/>
            </a:rPr>
            <a:t>.</a:t>
          </a:r>
          <a:endParaRPr lang="en-US" sz="2200" dirty="0">
            <a:latin typeface="+mn-lt"/>
          </a:endParaRPr>
        </a:p>
      </dgm:t>
    </dgm:pt>
    <dgm:pt modelId="{9ED4783C-95ED-4A14-9C5B-CD75DD76DEAA}" type="parTrans" cxnId="{E58CBB57-D369-4222-B729-9B434A4959FB}">
      <dgm:prSet/>
      <dgm:spPr/>
      <dgm:t>
        <a:bodyPr/>
        <a:lstStyle/>
        <a:p>
          <a:endParaRPr lang="en-US"/>
        </a:p>
      </dgm:t>
    </dgm:pt>
    <dgm:pt modelId="{ED87233D-32C2-42B2-98A1-680A65EE873F}" type="sibTrans" cxnId="{E58CBB57-D369-4222-B729-9B434A4959FB}">
      <dgm:prSet/>
      <dgm:spPr/>
      <dgm:t>
        <a:bodyPr/>
        <a:lstStyle/>
        <a:p>
          <a:endParaRPr lang="en-US"/>
        </a:p>
      </dgm:t>
    </dgm:pt>
    <dgm:pt modelId="{9FFFAC14-F28C-4631-A248-2195CFCAD08A}" type="pres">
      <dgm:prSet presAssocID="{4641E67E-7B71-4403-98C9-68DF04AC6D2D}" presName="Name0" presStyleCnt="0">
        <dgm:presLayoutVars>
          <dgm:dir/>
          <dgm:animLvl val="lvl"/>
          <dgm:resizeHandles val="exact"/>
        </dgm:presLayoutVars>
      </dgm:prSet>
      <dgm:spPr/>
    </dgm:pt>
    <dgm:pt modelId="{87B8553A-D2E9-40E9-967A-164548C4E40F}" type="pres">
      <dgm:prSet presAssocID="{019B1014-E62A-4547-99DC-3EF121932D38}" presName="linNode" presStyleCnt="0"/>
      <dgm:spPr/>
    </dgm:pt>
    <dgm:pt modelId="{6B87B41A-AFC6-42F6-A5FD-BFAF812D68EA}" type="pres">
      <dgm:prSet presAssocID="{019B1014-E62A-4547-99DC-3EF121932D38}" presName="parTx" presStyleLbl="revTx" presStyleIdx="0" presStyleCnt="1">
        <dgm:presLayoutVars>
          <dgm:chMax val="1"/>
          <dgm:bulletEnabled val="1"/>
        </dgm:presLayoutVars>
      </dgm:prSet>
      <dgm:spPr/>
    </dgm:pt>
    <dgm:pt modelId="{59CCD91A-B4E2-43B0-8CDB-1223B8A612A7}" type="pres">
      <dgm:prSet presAssocID="{019B1014-E62A-4547-99DC-3EF121932D38}" presName="bracket" presStyleLbl="parChTrans1D1" presStyleIdx="0" presStyleCnt="1"/>
      <dgm:spPr/>
    </dgm:pt>
    <dgm:pt modelId="{099472E6-0917-4E18-BD54-E58DB7D254C3}" type="pres">
      <dgm:prSet presAssocID="{019B1014-E62A-4547-99DC-3EF121932D38}" presName="spH" presStyleCnt="0"/>
      <dgm:spPr/>
    </dgm:pt>
    <dgm:pt modelId="{BD70549A-5386-4651-9759-C350636A1513}" type="pres">
      <dgm:prSet presAssocID="{019B1014-E62A-4547-99DC-3EF121932D38}" presName="desTx" presStyleLbl="node1" presStyleIdx="0" presStyleCnt="1" custScaleX="244195">
        <dgm:presLayoutVars>
          <dgm:bulletEnabled val="1"/>
        </dgm:presLayoutVars>
      </dgm:prSet>
      <dgm:spPr/>
    </dgm:pt>
  </dgm:ptLst>
  <dgm:cxnLst>
    <dgm:cxn modelId="{AA2BA831-5AA4-4F95-9696-B1A323D61761}" srcId="{4641E67E-7B71-4403-98C9-68DF04AC6D2D}" destId="{019B1014-E62A-4547-99DC-3EF121932D38}" srcOrd="0" destOrd="0" parTransId="{63AAA8CB-F897-48C2-95B8-0EA07C814E26}" sibTransId="{AEBBF22B-B6DB-4FF1-8F62-8AF94AE81A65}"/>
    <dgm:cxn modelId="{37F77B69-562B-498A-973D-17D8BBE5B523}" type="presOf" srcId="{4641E67E-7B71-4403-98C9-68DF04AC6D2D}" destId="{9FFFAC14-F28C-4631-A248-2195CFCAD08A}" srcOrd="0" destOrd="0" presId="urn:diagrams.loki3.com/BracketList"/>
    <dgm:cxn modelId="{E58CBB57-D369-4222-B729-9B434A4959FB}" srcId="{019B1014-E62A-4547-99DC-3EF121932D38}" destId="{7280A3A6-781E-4789-A0C9-F147C0A71509}" srcOrd="0" destOrd="0" parTransId="{9ED4783C-95ED-4A14-9C5B-CD75DD76DEAA}" sibTransId="{ED87233D-32C2-42B2-98A1-680A65EE873F}"/>
    <dgm:cxn modelId="{20D0AA96-8A5D-4AAE-8C03-326D65FA8E91}" type="presOf" srcId="{7280A3A6-781E-4789-A0C9-F147C0A71509}" destId="{BD70549A-5386-4651-9759-C350636A1513}" srcOrd="0" destOrd="0" presId="urn:diagrams.loki3.com/BracketList"/>
    <dgm:cxn modelId="{CE67A2E9-90E7-4A33-8645-C9E445609B80}" type="presOf" srcId="{019B1014-E62A-4547-99DC-3EF121932D38}" destId="{6B87B41A-AFC6-42F6-A5FD-BFAF812D68EA}" srcOrd="0" destOrd="0" presId="urn:diagrams.loki3.com/BracketList"/>
    <dgm:cxn modelId="{D491AC7F-FD20-4CBD-9344-02E14176CD9D}" type="presParOf" srcId="{9FFFAC14-F28C-4631-A248-2195CFCAD08A}" destId="{87B8553A-D2E9-40E9-967A-164548C4E40F}" srcOrd="0" destOrd="0" presId="urn:diagrams.loki3.com/BracketList"/>
    <dgm:cxn modelId="{041E7C0F-4E74-4782-922A-C92BAEA41C43}" type="presParOf" srcId="{87B8553A-D2E9-40E9-967A-164548C4E40F}" destId="{6B87B41A-AFC6-42F6-A5FD-BFAF812D68EA}" srcOrd="0" destOrd="0" presId="urn:diagrams.loki3.com/BracketList"/>
    <dgm:cxn modelId="{CA68F231-E8DA-4C87-A2EC-E7AF8FF8C534}" type="presParOf" srcId="{87B8553A-D2E9-40E9-967A-164548C4E40F}" destId="{59CCD91A-B4E2-43B0-8CDB-1223B8A612A7}" srcOrd="1" destOrd="0" presId="urn:diagrams.loki3.com/BracketList"/>
    <dgm:cxn modelId="{99BD6A16-9BD7-44CD-B788-34235C1C3699}" type="presParOf" srcId="{87B8553A-D2E9-40E9-967A-164548C4E40F}" destId="{099472E6-0917-4E18-BD54-E58DB7D254C3}" srcOrd="2" destOrd="0" presId="urn:diagrams.loki3.com/BracketList"/>
    <dgm:cxn modelId="{5A9F9FE1-2445-433B-8FDC-00F8F4F51A8B}" type="presParOf" srcId="{87B8553A-D2E9-40E9-967A-164548C4E40F}" destId="{BD70549A-5386-4651-9759-C350636A1513}"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5455253-3B94-4475-9324-AB9B99AB4764}" type="doc">
      <dgm:prSet loTypeId="urn:microsoft.com/office/officeart/2005/8/layout/list1" loCatId="list" qsTypeId="urn:microsoft.com/office/officeart/2005/8/quickstyle/simple1" qsCatId="simple" csTypeId="urn:microsoft.com/office/officeart/2005/8/colors/accent6_1" csCatId="accent6" phldr="1"/>
      <dgm:spPr/>
      <dgm:t>
        <a:bodyPr/>
        <a:lstStyle/>
        <a:p>
          <a:endParaRPr lang="en-US"/>
        </a:p>
      </dgm:t>
    </dgm:pt>
    <dgm:pt modelId="{53A4A080-8725-4E7B-92E6-9977283F919C}">
      <dgm:prSet phldrT="[Text]"/>
      <dgm:spPr/>
      <dgm:t>
        <a:bodyPr/>
        <a:lstStyle/>
        <a:p>
          <a:r>
            <a:rPr lang="en-US" dirty="0"/>
            <a:t>2</a:t>
          </a:r>
        </a:p>
      </dgm:t>
    </dgm:pt>
    <dgm:pt modelId="{FFDAAA00-9D6A-49EC-BC8A-738450149FAA}" type="parTrans" cxnId="{4CEAD6A2-0C64-4AA5-8682-C16474ECF6B9}">
      <dgm:prSet/>
      <dgm:spPr/>
      <dgm:t>
        <a:bodyPr/>
        <a:lstStyle/>
        <a:p>
          <a:endParaRPr lang="en-US"/>
        </a:p>
      </dgm:t>
    </dgm:pt>
    <dgm:pt modelId="{2B06660C-9714-4935-AAD6-96574B73C420}" type="sibTrans" cxnId="{4CEAD6A2-0C64-4AA5-8682-C16474ECF6B9}">
      <dgm:prSet/>
      <dgm:spPr/>
      <dgm:t>
        <a:bodyPr/>
        <a:lstStyle/>
        <a:p>
          <a:endParaRPr lang="en-US"/>
        </a:p>
      </dgm:t>
    </dgm:pt>
    <dgm:pt modelId="{3AE2BF8C-BEDE-4785-A81E-945EF69159C3}">
      <dgm:prSet phldrT="[Text]" custT="1"/>
      <dgm:spPr/>
      <dgm:t>
        <a:bodyPr/>
        <a:lstStyle/>
        <a:p>
          <a:pPr algn="just">
            <a:buFont typeface="Wingdings" panose="05000000000000000000" pitchFamily="2" charset="2"/>
            <a:buChar char="v"/>
          </a:pPr>
          <a:r>
            <a:rPr lang="en-SG" sz="2000" b="0" i="0" u="none" strike="noStrike">
              <a:effectLst/>
              <a:latin typeface="+mn-lt"/>
            </a:rPr>
            <a:t>Filsafat merupakan sarana yang baik untuk menggali kembali kekayaan- kebudayaan, tradisi-tradisi, dan filsafat indonesia serta untuk mengaktualisasikannya bagi Indonesia modern yang sedang kita bangun. filsafatlah yang paling sanggup untuk mendekati warisan rohani tidak hanya secara museal dan verbalistik, melainkan evaluatif, kritis, dan refleksif, sehingga kekayaan rohani rohani bangsa dapat menjadi modal dalam pembentukan terus-menerus identitas modern bangsa Indonesia.</a:t>
          </a:r>
          <a:endParaRPr lang="en-US" sz="2000" dirty="0">
            <a:latin typeface="+mn-lt"/>
          </a:endParaRPr>
        </a:p>
      </dgm:t>
    </dgm:pt>
    <dgm:pt modelId="{83C74314-E5AD-4986-B836-B86250A053DF}" type="parTrans" cxnId="{621733EB-93AE-4D01-9DDF-A4EAC0A01874}">
      <dgm:prSet/>
      <dgm:spPr/>
      <dgm:t>
        <a:bodyPr/>
        <a:lstStyle/>
        <a:p>
          <a:endParaRPr lang="en-US"/>
        </a:p>
      </dgm:t>
    </dgm:pt>
    <dgm:pt modelId="{33A94963-79E4-4F77-A473-942963167701}" type="sibTrans" cxnId="{621733EB-93AE-4D01-9DDF-A4EAC0A01874}">
      <dgm:prSet/>
      <dgm:spPr/>
      <dgm:t>
        <a:bodyPr/>
        <a:lstStyle/>
        <a:p>
          <a:endParaRPr lang="en-US"/>
        </a:p>
      </dgm:t>
    </dgm:pt>
    <dgm:pt modelId="{C664329D-D853-409F-8C30-A29DD1597108}">
      <dgm:prSet phldrT="[Text]"/>
      <dgm:spPr/>
      <dgm:t>
        <a:bodyPr/>
        <a:lstStyle/>
        <a:p>
          <a:r>
            <a:rPr lang="en-US" dirty="0"/>
            <a:t>3</a:t>
          </a:r>
        </a:p>
      </dgm:t>
    </dgm:pt>
    <dgm:pt modelId="{9AD1D6F3-B5F5-4962-A7FB-D8CB02D11E13}" type="parTrans" cxnId="{9CE66997-56FE-4286-9831-9C866354A036}">
      <dgm:prSet/>
      <dgm:spPr/>
      <dgm:t>
        <a:bodyPr/>
        <a:lstStyle/>
        <a:p>
          <a:endParaRPr lang="en-US"/>
        </a:p>
      </dgm:t>
    </dgm:pt>
    <dgm:pt modelId="{95755EC3-C00F-4646-BA04-3F56E596662E}" type="sibTrans" cxnId="{9CE66997-56FE-4286-9831-9C866354A036}">
      <dgm:prSet/>
      <dgm:spPr/>
      <dgm:t>
        <a:bodyPr/>
        <a:lstStyle/>
        <a:p>
          <a:endParaRPr lang="en-US"/>
        </a:p>
      </dgm:t>
    </dgm:pt>
    <dgm:pt modelId="{284867BE-A9E7-4A04-9187-7EFDD83E5BA1}">
      <dgm:prSet phldrT="[Text]"/>
      <dgm:spPr/>
      <dgm:t>
        <a:bodyPr/>
        <a:lstStyle/>
        <a:p>
          <a:pPr algn="just">
            <a:buFont typeface="Wingdings" panose="05000000000000000000" pitchFamily="2" charset="2"/>
            <a:buChar char="v"/>
          </a:pPr>
          <a:r>
            <a:rPr lang="en-SG" b="0" i="0" u="none" strike="noStrike" dirty="0" err="1">
              <a:effectLst/>
              <a:latin typeface="+mn-lt"/>
            </a:rPr>
            <a:t>Sebagai</a:t>
          </a:r>
          <a:r>
            <a:rPr lang="en-SG" b="0" i="0" u="none" strike="noStrike" dirty="0">
              <a:effectLst/>
              <a:latin typeface="+mn-lt"/>
            </a:rPr>
            <a:t> </a:t>
          </a:r>
          <a:r>
            <a:rPr lang="en-SG" b="0" i="0" u="none" strike="noStrike" dirty="0" err="1">
              <a:effectLst/>
              <a:latin typeface="+mn-lt"/>
            </a:rPr>
            <a:t>kritik</a:t>
          </a:r>
          <a:r>
            <a:rPr lang="en-SG" b="0" i="0" u="none" strike="noStrike" dirty="0">
              <a:effectLst/>
              <a:latin typeface="+mn-lt"/>
            </a:rPr>
            <a:t> </a:t>
          </a:r>
          <a:r>
            <a:rPr lang="en-SG" b="0" i="0" u="none" strike="noStrike" dirty="0" err="1">
              <a:effectLst/>
              <a:latin typeface="+mn-lt"/>
            </a:rPr>
            <a:t>ideologi</a:t>
          </a:r>
          <a:r>
            <a:rPr lang="en-SG" b="0" i="0" u="none" strike="noStrike" dirty="0">
              <a:effectLst/>
              <a:latin typeface="+mn-lt"/>
            </a:rPr>
            <a:t>, </a:t>
          </a:r>
          <a:r>
            <a:rPr lang="en-SG" b="0" i="0" u="none" strike="noStrike" dirty="0" err="1">
              <a:effectLst/>
              <a:latin typeface="+mn-lt"/>
            </a:rPr>
            <a:t>filsafat</a:t>
          </a:r>
          <a:r>
            <a:rPr lang="en-SG" b="0" i="0" u="none" strike="noStrike" dirty="0">
              <a:effectLst/>
              <a:latin typeface="+mn-lt"/>
            </a:rPr>
            <a:t> </a:t>
          </a:r>
          <a:r>
            <a:rPr lang="en-SG" b="0" i="0" u="none" strike="noStrike" dirty="0" err="1">
              <a:effectLst/>
              <a:latin typeface="+mn-lt"/>
            </a:rPr>
            <a:t>membangun</a:t>
          </a:r>
          <a:r>
            <a:rPr lang="en-SG" b="0" i="0" u="none" strike="noStrike" dirty="0">
              <a:effectLst/>
              <a:latin typeface="+mn-lt"/>
            </a:rPr>
            <a:t> </a:t>
          </a:r>
          <a:r>
            <a:rPr lang="en-SG" b="0" i="0" u="none" strike="noStrike" dirty="0" err="1">
              <a:effectLst/>
              <a:latin typeface="+mn-lt"/>
            </a:rPr>
            <a:t>kesanggupan</a:t>
          </a:r>
          <a:r>
            <a:rPr lang="en-SG" b="0" i="0" u="none" strike="noStrike" dirty="0">
              <a:effectLst/>
              <a:latin typeface="+mn-lt"/>
            </a:rPr>
            <a:t> </a:t>
          </a:r>
          <a:r>
            <a:rPr lang="en-SG" b="0" i="0" u="none" strike="noStrike" dirty="0" err="1">
              <a:effectLst/>
              <a:latin typeface="+mn-lt"/>
            </a:rPr>
            <a:t>untuk</a:t>
          </a:r>
          <a:r>
            <a:rPr lang="en-SG" b="0" i="0" u="none" strike="noStrike" dirty="0">
              <a:effectLst/>
              <a:latin typeface="+mn-lt"/>
            </a:rPr>
            <a:t> </a:t>
          </a:r>
          <a:r>
            <a:rPr lang="en-SG" b="0" i="0" u="none" strike="noStrike" dirty="0" err="1">
              <a:effectLst/>
              <a:latin typeface="+mn-lt"/>
            </a:rPr>
            <a:t>mendeteksi</a:t>
          </a:r>
          <a:r>
            <a:rPr lang="en-SG" b="0" i="0" u="none" strike="noStrike" dirty="0">
              <a:effectLst/>
              <a:latin typeface="+mn-lt"/>
            </a:rPr>
            <a:t> dan </a:t>
          </a:r>
          <a:r>
            <a:rPr lang="en-SG" b="0" i="0" u="none" strike="noStrike" dirty="0" err="1">
              <a:effectLst/>
              <a:latin typeface="+mn-lt"/>
            </a:rPr>
            <a:t>membuka</a:t>
          </a:r>
          <a:r>
            <a:rPr lang="en-SG" b="0" i="0" u="none" strike="noStrike" dirty="0">
              <a:effectLst/>
              <a:latin typeface="+mn-lt"/>
            </a:rPr>
            <a:t> </a:t>
          </a:r>
          <a:r>
            <a:rPr lang="en-SG" b="0" i="0" u="none" strike="noStrike" dirty="0" err="1">
              <a:effectLst/>
              <a:latin typeface="+mn-lt"/>
            </a:rPr>
            <a:t>kedok-kedok</a:t>
          </a:r>
          <a:r>
            <a:rPr lang="en-SG" b="0" i="0" u="none" strike="noStrike" dirty="0">
              <a:effectLst/>
              <a:latin typeface="+mn-lt"/>
            </a:rPr>
            <a:t> </a:t>
          </a:r>
          <a:r>
            <a:rPr lang="en-SG" b="0" i="0" u="none" strike="noStrike" dirty="0" err="1">
              <a:effectLst/>
              <a:latin typeface="+mn-lt"/>
            </a:rPr>
            <a:t>ideologis</a:t>
          </a:r>
          <a:r>
            <a:rPr lang="en-SG" b="0" i="0" u="none" strike="noStrike" dirty="0">
              <a:effectLst/>
              <a:latin typeface="+mn-lt"/>
            </a:rPr>
            <a:t> </a:t>
          </a:r>
          <a:r>
            <a:rPr lang="en-SG" b="0" i="0" u="none" strike="noStrike" dirty="0" err="1">
              <a:effectLst/>
              <a:latin typeface="+mn-lt"/>
            </a:rPr>
            <a:t>pelbagai</a:t>
          </a:r>
          <a:r>
            <a:rPr lang="en-SG" b="0" i="0" u="none" strike="noStrike" dirty="0">
              <a:effectLst/>
              <a:latin typeface="+mn-lt"/>
            </a:rPr>
            <a:t> </a:t>
          </a:r>
          <a:r>
            <a:rPr lang="en-SG" b="0" i="0" u="none" strike="noStrike" dirty="0" err="1">
              <a:effectLst/>
              <a:latin typeface="+mn-lt"/>
            </a:rPr>
            <a:t>bentuk</a:t>
          </a:r>
          <a:r>
            <a:rPr lang="en-SG" b="0" i="0" u="none" strike="noStrike" dirty="0">
              <a:effectLst/>
              <a:latin typeface="+mn-lt"/>
            </a:rPr>
            <a:t> </a:t>
          </a:r>
          <a:r>
            <a:rPr lang="en-SG" b="0" i="0" u="none" strike="noStrike" dirty="0" err="1">
              <a:effectLst/>
              <a:latin typeface="+mn-lt"/>
            </a:rPr>
            <a:t>ketidakadilan</a:t>
          </a:r>
          <a:r>
            <a:rPr lang="en-SG" b="0" i="0" u="none" strike="noStrike" dirty="0">
              <a:effectLst/>
              <a:latin typeface="+mn-lt"/>
            </a:rPr>
            <a:t> </a:t>
          </a:r>
          <a:r>
            <a:rPr lang="en-SG" b="0" i="0" u="none" strike="noStrike" dirty="0" err="1">
              <a:effectLst/>
              <a:latin typeface="+mn-lt"/>
            </a:rPr>
            <a:t>sosial</a:t>
          </a:r>
          <a:r>
            <a:rPr lang="en-SG" b="0" i="0" u="none" strike="noStrike" dirty="0">
              <a:effectLst/>
              <a:latin typeface="+mn-lt"/>
            </a:rPr>
            <a:t> dan </a:t>
          </a:r>
          <a:r>
            <a:rPr lang="en-SG" b="0" i="0" u="none" strike="noStrike" dirty="0" err="1">
              <a:effectLst/>
              <a:latin typeface="+mn-lt"/>
            </a:rPr>
            <a:t>pelanggaran-pelanggaran</a:t>
          </a:r>
          <a:r>
            <a:rPr lang="en-SG" b="0" i="0" u="none" strike="noStrike" dirty="0">
              <a:effectLst/>
              <a:latin typeface="+mn-lt"/>
            </a:rPr>
            <a:t> </a:t>
          </a:r>
          <a:r>
            <a:rPr lang="en-SG" b="0" i="0" u="none" strike="noStrike" dirty="0" err="1">
              <a:effectLst/>
              <a:latin typeface="+mn-lt"/>
            </a:rPr>
            <a:t>terhadap</a:t>
          </a:r>
          <a:r>
            <a:rPr lang="en-SG" b="0" i="0" u="none" strike="noStrike" dirty="0">
              <a:effectLst/>
              <a:latin typeface="+mn-lt"/>
            </a:rPr>
            <a:t> </a:t>
          </a:r>
          <a:r>
            <a:rPr lang="en-SG" b="0" i="0" u="none" strike="noStrike" dirty="0" err="1">
              <a:effectLst/>
              <a:latin typeface="+mn-lt"/>
            </a:rPr>
            <a:t>martabat</a:t>
          </a:r>
          <a:r>
            <a:rPr lang="en-SG" b="0" i="0" u="none" strike="noStrike" dirty="0">
              <a:effectLst/>
              <a:latin typeface="+mn-lt"/>
            </a:rPr>
            <a:t> dan </a:t>
          </a:r>
          <a:r>
            <a:rPr lang="en-SG" b="0" i="0" u="none" strike="noStrike" dirty="0" err="1">
              <a:effectLst/>
              <a:latin typeface="+mn-lt"/>
            </a:rPr>
            <a:t>hak-hak</a:t>
          </a:r>
          <a:r>
            <a:rPr lang="en-SG" b="0" i="0" u="none" strike="noStrike" dirty="0">
              <a:effectLst/>
              <a:latin typeface="+mn-lt"/>
            </a:rPr>
            <a:t> </a:t>
          </a:r>
          <a:r>
            <a:rPr lang="en-SG" b="0" i="0" u="none" strike="noStrike" dirty="0" err="1">
              <a:effectLst/>
              <a:latin typeface="+mn-lt"/>
            </a:rPr>
            <a:t>asasi</a:t>
          </a:r>
          <a:r>
            <a:rPr lang="en-SG" b="0" i="0" u="none" strike="noStrike" dirty="0">
              <a:effectLst/>
              <a:latin typeface="+mn-lt"/>
            </a:rPr>
            <a:t> </a:t>
          </a:r>
          <a:r>
            <a:rPr lang="en-SG" b="0" i="0" u="none" strike="noStrike" dirty="0" err="1">
              <a:effectLst/>
              <a:latin typeface="+mn-lt"/>
            </a:rPr>
            <a:t>manusia</a:t>
          </a:r>
          <a:r>
            <a:rPr lang="en-SG" b="0" i="0" u="none" strike="noStrike" dirty="0">
              <a:effectLst/>
              <a:latin typeface="+mn-lt"/>
            </a:rPr>
            <a:t> yang </a:t>
          </a:r>
          <a:r>
            <a:rPr lang="en-SG" b="0" i="0" u="none" strike="noStrike" dirty="0" err="1">
              <a:effectLst/>
              <a:latin typeface="+mn-lt"/>
            </a:rPr>
            <a:t>masih</a:t>
          </a:r>
          <a:r>
            <a:rPr lang="en-SG" b="0" i="0" u="none" strike="noStrike" dirty="0">
              <a:effectLst/>
              <a:latin typeface="+mn-lt"/>
            </a:rPr>
            <a:t> </a:t>
          </a:r>
          <a:r>
            <a:rPr lang="en-SG" b="0" i="0" u="none" strike="noStrike" dirty="0" err="1">
              <a:effectLst/>
              <a:latin typeface="+mn-lt"/>
            </a:rPr>
            <a:t>terjadi</a:t>
          </a:r>
          <a:r>
            <a:rPr lang="en-SG" b="0" i="0" u="none" strike="noStrike" dirty="0">
              <a:effectLst/>
              <a:latin typeface="+mn-lt"/>
            </a:rPr>
            <a:t>. Jadi </a:t>
          </a:r>
          <a:r>
            <a:rPr lang="en-SG" b="0" i="0" u="none" strike="noStrike" dirty="0" err="1">
              <a:effectLst/>
              <a:latin typeface="+mn-lt"/>
            </a:rPr>
            <a:t>filsafat</a:t>
          </a:r>
          <a:r>
            <a:rPr lang="en-SG" b="0" i="0" u="none" strike="noStrike" dirty="0">
              <a:effectLst/>
              <a:latin typeface="+mn-lt"/>
            </a:rPr>
            <a:t> </a:t>
          </a:r>
          <a:r>
            <a:rPr lang="en-SG" b="0" i="0" u="none" strike="noStrike" dirty="0" err="1">
              <a:effectLst/>
              <a:latin typeface="+mn-lt"/>
            </a:rPr>
            <a:t>membuat</a:t>
          </a:r>
          <a:r>
            <a:rPr lang="en-SG" b="0" i="0" u="none" strike="noStrike" dirty="0">
              <a:effectLst/>
              <a:latin typeface="+mn-lt"/>
            </a:rPr>
            <a:t> </a:t>
          </a:r>
          <a:r>
            <a:rPr lang="en-SG" b="0" i="0" u="none" strike="noStrike" dirty="0" err="1">
              <a:effectLst/>
              <a:latin typeface="+mn-lt"/>
            </a:rPr>
            <a:t>sanggup</a:t>
          </a:r>
          <a:r>
            <a:rPr lang="en-SG" b="0" i="0" u="none" strike="noStrike" dirty="0">
              <a:effectLst/>
              <a:latin typeface="+mn-lt"/>
            </a:rPr>
            <a:t> </a:t>
          </a:r>
          <a:r>
            <a:rPr lang="en-SG" b="0" i="0" u="none" strike="noStrike" dirty="0" err="1">
              <a:effectLst/>
              <a:latin typeface="+mn-lt"/>
            </a:rPr>
            <a:t>untuk</a:t>
          </a:r>
          <a:r>
            <a:rPr lang="en-SG" b="0" i="0" u="none" strike="noStrike" dirty="0">
              <a:effectLst/>
              <a:latin typeface="+mn-lt"/>
            </a:rPr>
            <a:t> </a:t>
          </a:r>
          <a:r>
            <a:rPr lang="en-SG" b="0" i="0" u="none" strike="noStrike" dirty="0" err="1">
              <a:effectLst/>
              <a:latin typeface="+mn-lt"/>
            </a:rPr>
            <a:t>tidak</a:t>
          </a:r>
          <a:r>
            <a:rPr lang="en-SG" b="0" i="0" u="none" strike="noStrike" dirty="0">
              <a:effectLst/>
              <a:latin typeface="+mn-lt"/>
            </a:rPr>
            <a:t> </a:t>
          </a:r>
          <a:r>
            <a:rPr lang="en-SG" b="0" i="0" u="none" strike="noStrike" dirty="0" err="1">
              <a:effectLst/>
              <a:latin typeface="+mn-lt"/>
            </a:rPr>
            <a:t>tertipu</a:t>
          </a:r>
          <a:r>
            <a:rPr lang="en-SG" b="0" i="0" u="none" strike="noStrike" dirty="0">
              <a:effectLst/>
              <a:latin typeface="+mn-lt"/>
            </a:rPr>
            <a:t> oleh slogan-slogan </a:t>
          </a:r>
          <a:r>
            <a:rPr lang="en-SG" b="0" i="0" u="none" strike="noStrike" dirty="0" err="1">
              <a:effectLst/>
              <a:latin typeface="+mn-lt"/>
            </a:rPr>
            <a:t>ideologis</a:t>
          </a:r>
          <a:r>
            <a:rPr lang="en-SG" b="0" i="0" u="none" strike="noStrike" dirty="0">
              <a:effectLst/>
              <a:latin typeface="+mn-lt"/>
            </a:rPr>
            <a:t>, </a:t>
          </a:r>
          <a:r>
            <a:rPr lang="en-SG" b="0" i="0" u="none" strike="noStrike" dirty="0" err="1">
              <a:effectLst/>
              <a:latin typeface="+mn-lt"/>
            </a:rPr>
            <a:t>untuk</a:t>
          </a:r>
          <a:r>
            <a:rPr lang="en-SG" b="0" i="0" u="none" strike="noStrike" dirty="0">
              <a:effectLst/>
              <a:latin typeface="+mn-lt"/>
            </a:rPr>
            <a:t> </a:t>
          </a:r>
          <a:r>
            <a:rPr lang="en-SG" b="0" i="0" u="none" strike="noStrike" dirty="0" err="1">
              <a:effectLst/>
              <a:latin typeface="+mn-lt"/>
            </a:rPr>
            <a:t>melihat</a:t>
          </a:r>
          <a:r>
            <a:rPr lang="en-SG" b="0" i="0" u="none" strike="noStrike" dirty="0">
              <a:effectLst/>
              <a:latin typeface="+mn-lt"/>
            </a:rPr>
            <a:t> </a:t>
          </a:r>
          <a:r>
            <a:rPr lang="en-SG" b="0" i="0" u="none" strike="noStrike" dirty="0" err="1">
              <a:effectLst/>
              <a:latin typeface="+mn-lt"/>
            </a:rPr>
            <a:t>secara</a:t>
          </a:r>
          <a:r>
            <a:rPr lang="en-SG" b="0" i="0" u="none" strike="noStrike" dirty="0">
              <a:effectLst/>
              <a:latin typeface="+mn-lt"/>
            </a:rPr>
            <a:t> </a:t>
          </a:r>
          <a:r>
            <a:rPr lang="en-SG" b="0" i="0" u="none" strike="noStrike" dirty="0" err="1">
              <a:effectLst/>
              <a:latin typeface="+mn-lt"/>
            </a:rPr>
            <a:t>terbuka</a:t>
          </a:r>
          <a:r>
            <a:rPr lang="en-SG" b="0" i="0" u="none" strike="noStrike" dirty="0">
              <a:effectLst/>
              <a:latin typeface="+mn-lt"/>
            </a:rPr>
            <a:t> </a:t>
          </a:r>
          <a:r>
            <a:rPr lang="en-SG" b="0" i="0" u="none" strike="noStrike" dirty="0" err="1">
              <a:effectLst/>
              <a:latin typeface="+mn-lt"/>
            </a:rPr>
            <a:t>masalah-masalah</a:t>
          </a:r>
          <a:r>
            <a:rPr lang="en-SG" b="0" i="0" u="none" strike="noStrike" dirty="0">
              <a:effectLst/>
              <a:latin typeface="+mn-lt"/>
            </a:rPr>
            <a:t> </a:t>
          </a:r>
          <a:r>
            <a:rPr lang="en-SG" b="0" i="0" u="none" strike="noStrike" dirty="0" err="1">
              <a:effectLst/>
              <a:latin typeface="+mn-lt"/>
            </a:rPr>
            <a:t>masalh</a:t>
          </a:r>
          <a:r>
            <a:rPr lang="en-SG" b="0" i="0" u="none" strike="noStrike" dirty="0">
              <a:effectLst/>
              <a:latin typeface="+mn-lt"/>
            </a:rPr>
            <a:t> </a:t>
          </a:r>
          <a:r>
            <a:rPr lang="en-SG" b="0" i="0" u="none" strike="noStrike" dirty="0" err="1">
              <a:effectLst/>
              <a:latin typeface="+mn-lt"/>
            </a:rPr>
            <a:t>sosial</a:t>
          </a:r>
          <a:r>
            <a:rPr lang="en-SG" b="0" i="0" u="none" strike="noStrike" dirty="0">
              <a:effectLst/>
              <a:latin typeface="+mn-lt"/>
            </a:rPr>
            <a:t> </a:t>
          </a:r>
          <a:r>
            <a:rPr lang="en-SG" b="0" i="0" u="none" strike="noStrike" dirty="0" err="1">
              <a:effectLst/>
              <a:latin typeface="+mn-lt"/>
            </a:rPr>
            <a:t>secara</a:t>
          </a:r>
          <a:r>
            <a:rPr lang="en-SG" b="0" i="0" u="none" strike="noStrike" dirty="0">
              <a:effectLst/>
              <a:latin typeface="+mn-lt"/>
            </a:rPr>
            <a:t> </a:t>
          </a:r>
          <a:r>
            <a:rPr lang="en-SG" b="0" i="0" u="none" strike="noStrike" dirty="0" err="1">
              <a:effectLst/>
              <a:latin typeface="+mn-lt"/>
            </a:rPr>
            <a:t>percaturan</a:t>
          </a:r>
          <a:r>
            <a:rPr lang="en-SG" b="0" i="0" u="none" strike="noStrike" dirty="0">
              <a:effectLst/>
              <a:latin typeface="+mn-lt"/>
            </a:rPr>
            <a:t> </a:t>
          </a:r>
          <a:r>
            <a:rPr lang="en-SG" b="0" i="0" u="none" strike="noStrike" dirty="0" err="1">
              <a:effectLst/>
              <a:latin typeface="+mn-lt"/>
            </a:rPr>
            <a:t>kekuasaan</a:t>
          </a:r>
          <a:r>
            <a:rPr lang="en-SG" b="0" i="0" u="none" strike="noStrike" dirty="0">
              <a:effectLst/>
              <a:latin typeface="+mn-lt"/>
            </a:rPr>
            <a:t> yang </a:t>
          </a:r>
          <a:r>
            <a:rPr lang="en-SG" b="0" i="0" u="none" strike="noStrike" dirty="0" err="1">
              <a:effectLst/>
              <a:latin typeface="+mn-lt"/>
            </a:rPr>
            <a:t>sedang</a:t>
          </a:r>
          <a:r>
            <a:rPr lang="en-SG" b="0" i="0" u="none" strike="noStrike" dirty="0">
              <a:effectLst/>
              <a:latin typeface="+mn-lt"/>
            </a:rPr>
            <a:t> </a:t>
          </a:r>
          <a:r>
            <a:rPr lang="en-SG" b="0" i="0" u="none" strike="noStrike" dirty="0" err="1">
              <a:effectLst/>
              <a:latin typeface="+mn-lt"/>
            </a:rPr>
            <a:t>berlangsung</a:t>
          </a:r>
          <a:r>
            <a:rPr lang="en-SG" b="0" i="0" u="none" strike="noStrike" dirty="0">
              <a:effectLst/>
              <a:latin typeface="+mn-lt"/>
            </a:rPr>
            <a:t>.</a:t>
          </a:r>
          <a:endParaRPr lang="en-US" dirty="0">
            <a:latin typeface="+mn-lt"/>
          </a:endParaRPr>
        </a:p>
      </dgm:t>
    </dgm:pt>
    <dgm:pt modelId="{17522780-69AC-4F4E-944B-F2F59E3AD7EB}" type="parTrans" cxnId="{74E9BE5E-A8F2-4CE1-ADC2-E548F1B0BAFD}">
      <dgm:prSet/>
      <dgm:spPr/>
      <dgm:t>
        <a:bodyPr/>
        <a:lstStyle/>
        <a:p>
          <a:endParaRPr lang="en-US"/>
        </a:p>
      </dgm:t>
    </dgm:pt>
    <dgm:pt modelId="{6B4E455F-9A64-4826-B914-0D2C6AC50F0F}" type="sibTrans" cxnId="{74E9BE5E-A8F2-4CE1-ADC2-E548F1B0BAFD}">
      <dgm:prSet/>
      <dgm:spPr/>
      <dgm:t>
        <a:bodyPr/>
        <a:lstStyle/>
        <a:p>
          <a:endParaRPr lang="en-US"/>
        </a:p>
      </dgm:t>
    </dgm:pt>
    <dgm:pt modelId="{76485C2C-6D6F-4F60-8A25-EA1A5BA11BC9}" type="pres">
      <dgm:prSet presAssocID="{55455253-3B94-4475-9324-AB9B99AB4764}" presName="linear" presStyleCnt="0">
        <dgm:presLayoutVars>
          <dgm:dir/>
          <dgm:animLvl val="lvl"/>
          <dgm:resizeHandles val="exact"/>
        </dgm:presLayoutVars>
      </dgm:prSet>
      <dgm:spPr/>
    </dgm:pt>
    <dgm:pt modelId="{6B8CFA72-DD87-4E47-841B-07A7DBAC38B4}" type="pres">
      <dgm:prSet presAssocID="{53A4A080-8725-4E7B-92E6-9977283F919C}" presName="parentLin" presStyleCnt="0"/>
      <dgm:spPr/>
    </dgm:pt>
    <dgm:pt modelId="{99DA9D67-7BE4-4837-B464-A3C8286DEF7B}" type="pres">
      <dgm:prSet presAssocID="{53A4A080-8725-4E7B-92E6-9977283F919C}" presName="parentLeftMargin" presStyleLbl="node1" presStyleIdx="0" presStyleCnt="2"/>
      <dgm:spPr/>
    </dgm:pt>
    <dgm:pt modelId="{20CCE560-3794-4518-9590-20F4FDFA18FD}" type="pres">
      <dgm:prSet presAssocID="{53A4A080-8725-4E7B-92E6-9977283F919C}" presName="parentText" presStyleLbl="node1" presStyleIdx="0" presStyleCnt="2">
        <dgm:presLayoutVars>
          <dgm:chMax val="0"/>
          <dgm:bulletEnabled val="1"/>
        </dgm:presLayoutVars>
      </dgm:prSet>
      <dgm:spPr/>
    </dgm:pt>
    <dgm:pt modelId="{F7280689-6A2D-49E1-8BD5-5B4353515A21}" type="pres">
      <dgm:prSet presAssocID="{53A4A080-8725-4E7B-92E6-9977283F919C}" presName="negativeSpace" presStyleCnt="0"/>
      <dgm:spPr/>
    </dgm:pt>
    <dgm:pt modelId="{27F30190-747B-4DD3-9F7D-50C3CAF52451}" type="pres">
      <dgm:prSet presAssocID="{53A4A080-8725-4E7B-92E6-9977283F919C}" presName="childText" presStyleLbl="conFgAcc1" presStyleIdx="0" presStyleCnt="2">
        <dgm:presLayoutVars>
          <dgm:bulletEnabled val="1"/>
        </dgm:presLayoutVars>
      </dgm:prSet>
      <dgm:spPr/>
    </dgm:pt>
    <dgm:pt modelId="{F0330FBC-7D0E-4833-94B7-0BECD0F51C7F}" type="pres">
      <dgm:prSet presAssocID="{2B06660C-9714-4935-AAD6-96574B73C420}" presName="spaceBetweenRectangles" presStyleCnt="0"/>
      <dgm:spPr/>
    </dgm:pt>
    <dgm:pt modelId="{DA68515D-5B82-4D05-8C1E-27CB9361E26A}" type="pres">
      <dgm:prSet presAssocID="{C664329D-D853-409F-8C30-A29DD1597108}" presName="parentLin" presStyleCnt="0"/>
      <dgm:spPr/>
    </dgm:pt>
    <dgm:pt modelId="{00E0EF47-B2B1-4383-8A7C-7C78DC72E3F6}" type="pres">
      <dgm:prSet presAssocID="{C664329D-D853-409F-8C30-A29DD1597108}" presName="parentLeftMargin" presStyleLbl="node1" presStyleIdx="0" presStyleCnt="2"/>
      <dgm:spPr/>
    </dgm:pt>
    <dgm:pt modelId="{528629FF-DAF3-4183-A0D0-2830F900B443}" type="pres">
      <dgm:prSet presAssocID="{C664329D-D853-409F-8C30-A29DD1597108}" presName="parentText" presStyleLbl="node1" presStyleIdx="1" presStyleCnt="2">
        <dgm:presLayoutVars>
          <dgm:chMax val="0"/>
          <dgm:bulletEnabled val="1"/>
        </dgm:presLayoutVars>
      </dgm:prSet>
      <dgm:spPr/>
    </dgm:pt>
    <dgm:pt modelId="{D2F85D5B-B79A-4DE6-9AF5-CD658393AB38}" type="pres">
      <dgm:prSet presAssocID="{C664329D-D853-409F-8C30-A29DD1597108}" presName="negativeSpace" presStyleCnt="0"/>
      <dgm:spPr/>
    </dgm:pt>
    <dgm:pt modelId="{2300E61E-E848-4BF6-85CD-2DC9C2F8DD7D}" type="pres">
      <dgm:prSet presAssocID="{C664329D-D853-409F-8C30-A29DD1597108}" presName="childText" presStyleLbl="conFgAcc1" presStyleIdx="1" presStyleCnt="2">
        <dgm:presLayoutVars>
          <dgm:bulletEnabled val="1"/>
        </dgm:presLayoutVars>
      </dgm:prSet>
      <dgm:spPr/>
    </dgm:pt>
  </dgm:ptLst>
  <dgm:cxnLst>
    <dgm:cxn modelId="{3D53D203-6328-46CE-83E5-A62DD8313DDB}" type="presOf" srcId="{53A4A080-8725-4E7B-92E6-9977283F919C}" destId="{20CCE560-3794-4518-9590-20F4FDFA18FD}" srcOrd="1" destOrd="0" presId="urn:microsoft.com/office/officeart/2005/8/layout/list1"/>
    <dgm:cxn modelId="{7ACF341C-A33C-420F-8184-6222B7904636}" type="presOf" srcId="{3AE2BF8C-BEDE-4785-A81E-945EF69159C3}" destId="{27F30190-747B-4DD3-9F7D-50C3CAF52451}" srcOrd="0" destOrd="0" presId="urn:microsoft.com/office/officeart/2005/8/layout/list1"/>
    <dgm:cxn modelId="{74E9BE5E-A8F2-4CE1-ADC2-E548F1B0BAFD}" srcId="{C664329D-D853-409F-8C30-A29DD1597108}" destId="{284867BE-A9E7-4A04-9187-7EFDD83E5BA1}" srcOrd="0" destOrd="0" parTransId="{17522780-69AC-4F4E-944B-F2F59E3AD7EB}" sibTransId="{6B4E455F-9A64-4826-B914-0D2C6AC50F0F}"/>
    <dgm:cxn modelId="{AE0AF25F-CF04-402D-B25C-64D1FB8FABA9}" type="presOf" srcId="{C664329D-D853-409F-8C30-A29DD1597108}" destId="{00E0EF47-B2B1-4383-8A7C-7C78DC72E3F6}" srcOrd="0" destOrd="0" presId="urn:microsoft.com/office/officeart/2005/8/layout/list1"/>
    <dgm:cxn modelId="{9CE66997-56FE-4286-9831-9C866354A036}" srcId="{55455253-3B94-4475-9324-AB9B99AB4764}" destId="{C664329D-D853-409F-8C30-A29DD1597108}" srcOrd="1" destOrd="0" parTransId="{9AD1D6F3-B5F5-4962-A7FB-D8CB02D11E13}" sibTransId="{95755EC3-C00F-4646-BA04-3F56E596662E}"/>
    <dgm:cxn modelId="{4CEAD6A2-0C64-4AA5-8682-C16474ECF6B9}" srcId="{55455253-3B94-4475-9324-AB9B99AB4764}" destId="{53A4A080-8725-4E7B-92E6-9977283F919C}" srcOrd="0" destOrd="0" parTransId="{FFDAAA00-9D6A-49EC-BC8A-738450149FAA}" sibTransId="{2B06660C-9714-4935-AAD6-96574B73C420}"/>
    <dgm:cxn modelId="{48FA21B5-B26D-4D6F-9CA4-92E596A5A338}" type="presOf" srcId="{53A4A080-8725-4E7B-92E6-9977283F919C}" destId="{99DA9D67-7BE4-4837-B464-A3C8286DEF7B}" srcOrd="0" destOrd="0" presId="urn:microsoft.com/office/officeart/2005/8/layout/list1"/>
    <dgm:cxn modelId="{8E8638B9-D8F3-43C0-85F0-E48603D84BC6}" type="presOf" srcId="{C664329D-D853-409F-8C30-A29DD1597108}" destId="{528629FF-DAF3-4183-A0D0-2830F900B443}" srcOrd="1" destOrd="0" presId="urn:microsoft.com/office/officeart/2005/8/layout/list1"/>
    <dgm:cxn modelId="{621733EB-93AE-4D01-9DDF-A4EAC0A01874}" srcId="{53A4A080-8725-4E7B-92E6-9977283F919C}" destId="{3AE2BF8C-BEDE-4785-A81E-945EF69159C3}" srcOrd="0" destOrd="0" parTransId="{83C74314-E5AD-4986-B836-B86250A053DF}" sibTransId="{33A94963-79E4-4F77-A473-942963167701}"/>
    <dgm:cxn modelId="{2AB8F8EE-2EF8-4257-B206-BB17A6C28405}" type="presOf" srcId="{55455253-3B94-4475-9324-AB9B99AB4764}" destId="{76485C2C-6D6F-4F60-8A25-EA1A5BA11BC9}" srcOrd="0" destOrd="0" presId="urn:microsoft.com/office/officeart/2005/8/layout/list1"/>
    <dgm:cxn modelId="{71944EF2-6021-427F-9043-263EBA05DC1E}" type="presOf" srcId="{284867BE-A9E7-4A04-9187-7EFDD83E5BA1}" destId="{2300E61E-E848-4BF6-85CD-2DC9C2F8DD7D}" srcOrd="0" destOrd="0" presId="urn:microsoft.com/office/officeart/2005/8/layout/list1"/>
    <dgm:cxn modelId="{29B915DE-1D6B-422A-8C50-635281787574}" type="presParOf" srcId="{76485C2C-6D6F-4F60-8A25-EA1A5BA11BC9}" destId="{6B8CFA72-DD87-4E47-841B-07A7DBAC38B4}" srcOrd="0" destOrd="0" presId="urn:microsoft.com/office/officeart/2005/8/layout/list1"/>
    <dgm:cxn modelId="{7DC80EDF-76EB-48B9-BFBD-8E8C06D34E77}" type="presParOf" srcId="{6B8CFA72-DD87-4E47-841B-07A7DBAC38B4}" destId="{99DA9D67-7BE4-4837-B464-A3C8286DEF7B}" srcOrd="0" destOrd="0" presId="urn:microsoft.com/office/officeart/2005/8/layout/list1"/>
    <dgm:cxn modelId="{C89F52B0-F1C0-49A3-863B-585755325C55}" type="presParOf" srcId="{6B8CFA72-DD87-4E47-841B-07A7DBAC38B4}" destId="{20CCE560-3794-4518-9590-20F4FDFA18FD}" srcOrd="1" destOrd="0" presId="urn:microsoft.com/office/officeart/2005/8/layout/list1"/>
    <dgm:cxn modelId="{F6303D2C-A0B7-4CC0-B418-1DAD8AC1D4A5}" type="presParOf" srcId="{76485C2C-6D6F-4F60-8A25-EA1A5BA11BC9}" destId="{F7280689-6A2D-49E1-8BD5-5B4353515A21}" srcOrd="1" destOrd="0" presId="urn:microsoft.com/office/officeart/2005/8/layout/list1"/>
    <dgm:cxn modelId="{3F0A8DEB-A82D-436C-8769-B8F62A3A652B}" type="presParOf" srcId="{76485C2C-6D6F-4F60-8A25-EA1A5BA11BC9}" destId="{27F30190-747B-4DD3-9F7D-50C3CAF52451}" srcOrd="2" destOrd="0" presId="urn:microsoft.com/office/officeart/2005/8/layout/list1"/>
    <dgm:cxn modelId="{76EB5638-6ABC-4C82-8D84-F524A88D074C}" type="presParOf" srcId="{76485C2C-6D6F-4F60-8A25-EA1A5BA11BC9}" destId="{F0330FBC-7D0E-4833-94B7-0BECD0F51C7F}" srcOrd="3" destOrd="0" presId="urn:microsoft.com/office/officeart/2005/8/layout/list1"/>
    <dgm:cxn modelId="{087BE476-B9C8-41E2-9273-89E3B0B76A46}" type="presParOf" srcId="{76485C2C-6D6F-4F60-8A25-EA1A5BA11BC9}" destId="{DA68515D-5B82-4D05-8C1E-27CB9361E26A}" srcOrd="4" destOrd="0" presId="urn:microsoft.com/office/officeart/2005/8/layout/list1"/>
    <dgm:cxn modelId="{433F30AD-FBEF-4BA3-B9F9-DCE5DE7DF718}" type="presParOf" srcId="{DA68515D-5B82-4D05-8C1E-27CB9361E26A}" destId="{00E0EF47-B2B1-4383-8A7C-7C78DC72E3F6}" srcOrd="0" destOrd="0" presId="urn:microsoft.com/office/officeart/2005/8/layout/list1"/>
    <dgm:cxn modelId="{3F81C908-D889-4E15-8329-0AD8646B73BC}" type="presParOf" srcId="{DA68515D-5B82-4D05-8C1E-27CB9361E26A}" destId="{528629FF-DAF3-4183-A0D0-2830F900B443}" srcOrd="1" destOrd="0" presId="urn:microsoft.com/office/officeart/2005/8/layout/list1"/>
    <dgm:cxn modelId="{037058D4-3D58-42AC-A461-FB9FAEBB69DC}" type="presParOf" srcId="{76485C2C-6D6F-4F60-8A25-EA1A5BA11BC9}" destId="{D2F85D5B-B79A-4DE6-9AF5-CD658393AB38}" srcOrd="5" destOrd="0" presId="urn:microsoft.com/office/officeart/2005/8/layout/list1"/>
    <dgm:cxn modelId="{4642AA01-2B4E-412F-9730-482805C09303}" type="presParOf" srcId="{76485C2C-6D6F-4F60-8A25-EA1A5BA11BC9}" destId="{2300E61E-E848-4BF6-85CD-2DC9C2F8DD7D}"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641E67E-7B71-4403-98C9-68DF04AC6D2D}" type="doc">
      <dgm:prSet loTypeId="urn:diagrams.loki3.com/BracketList" loCatId="list" qsTypeId="urn:microsoft.com/office/officeart/2005/8/quickstyle/simple1" qsCatId="simple" csTypeId="urn:microsoft.com/office/officeart/2005/8/colors/accent6_1" csCatId="accent6" phldr="1"/>
      <dgm:spPr/>
      <dgm:t>
        <a:bodyPr/>
        <a:lstStyle/>
        <a:p>
          <a:endParaRPr lang="en-US"/>
        </a:p>
      </dgm:t>
    </dgm:pt>
    <dgm:pt modelId="{019B1014-E62A-4547-99DC-3EF121932D38}">
      <dgm:prSet phldrT="[Text]" custT="1"/>
      <dgm:spPr/>
      <dgm:t>
        <a:bodyPr/>
        <a:lstStyle/>
        <a:p>
          <a:pPr algn="ctr"/>
          <a:r>
            <a:rPr lang="en-US" sz="2000" dirty="0"/>
            <a:t>4</a:t>
          </a:r>
        </a:p>
      </dgm:t>
    </dgm:pt>
    <dgm:pt modelId="{63AAA8CB-F897-48C2-95B8-0EA07C814E26}" type="parTrans" cxnId="{AA2BA831-5AA4-4F95-9696-B1A323D61761}">
      <dgm:prSet/>
      <dgm:spPr/>
      <dgm:t>
        <a:bodyPr/>
        <a:lstStyle/>
        <a:p>
          <a:endParaRPr lang="en-US"/>
        </a:p>
      </dgm:t>
    </dgm:pt>
    <dgm:pt modelId="{AEBBF22B-B6DB-4FF1-8F62-8AF94AE81A65}" type="sibTrans" cxnId="{AA2BA831-5AA4-4F95-9696-B1A323D61761}">
      <dgm:prSet/>
      <dgm:spPr/>
      <dgm:t>
        <a:bodyPr/>
        <a:lstStyle/>
        <a:p>
          <a:endParaRPr lang="en-US"/>
        </a:p>
      </dgm:t>
    </dgm:pt>
    <dgm:pt modelId="{7280A3A6-781E-4789-A0C9-F147C0A71509}">
      <dgm:prSet phldrT="[Text]" custT="1"/>
      <dgm:spPr/>
      <dgm:t>
        <a:bodyPr/>
        <a:lstStyle/>
        <a:p>
          <a:pPr algn="just">
            <a:buFont typeface="Wingdings" panose="05000000000000000000" pitchFamily="2" charset="2"/>
            <a:buChar char="v"/>
          </a:pPr>
          <a:r>
            <a:rPr lang="en-SG" sz="2200" b="0" i="0" u="none" strike="noStrike" dirty="0" err="1">
              <a:solidFill>
                <a:srgbClr val="000000"/>
              </a:solidFill>
              <a:effectLst/>
              <a:latin typeface="+mn-lt"/>
            </a:rPr>
            <a:t>Filsafat</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merupakan</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dasar</a:t>
          </a:r>
          <a:r>
            <a:rPr lang="en-SG" sz="2200" b="0" i="0" u="none" strike="noStrike" dirty="0">
              <a:solidFill>
                <a:srgbClr val="000000"/>
              </a:solidFill>
              <a:effectLst/>
              <a:latin typeface="+mn-lt"/>
            </a:rPr>
            <a:t> paling </a:t>
          </a:r>
          <a:r>
            <a:rPr lang="en-SG" sz="2200" b="0" i="0" u="none" strike="noStrike" dirty="0" err="1">
              <a:solidFill>
                <a:srgbClr val="000000"/>
              </a:solidFill>
              <a:effectLst/>
              <a:latin typeface="+mn-lt"/>
            </a:rPr>
            <a:t>luas</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untuk</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berpartisipasi</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secara</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kritis</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dalam</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kehidupan</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intelektual</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bangsa</a:t>
          </a:r>
          <a:r>
            <a:rPr lang="en-SG" sz="2200" b="0" i="0" u="none" strike="noStrike" dirty="0">
              <a:solidFill>
                <a:srgbClr val="000000"/>
              </a:solidFill>
              <a:effectLst/>
              <a:latin typeface="+mn-lt"/>
            </a:rPr>
            <a:t> pada </a:t>
          </a:r>
          <a:r>
            <a:rPr lang="en-SG" sz="2200" b="0" i="0" u="none" strike="noStrike" dirty="0" err="1">
              <a:solidFill>
                <a:srgbClr val="000000"/>
              </a:solidFill>
              <a:effectLst/>
              <a:latin typeface="+mn-lt"/>
            </a:rPr>
            <a:t>umumnya</a:t>
          </a:r>
          <a:r>
            <a:rPr lang="en-SG" sz="2200" b="0" i="0" u="none" strike="noStrike" dirty="0">
              <a:solidFill>
                <a:srgbClr val="000000"/>
              </a:solidFill>
              <a:effectLst/>
              <a:latin typeface="+mn-lt"/>
            </a:rPr>
            <a:t> dan pada </a:t>
          </a:r>
          <a:r>
            <a:rPr lang="en-SG" sz="2200" b="0" i="0" u="none" strike="noStrike" dirty="0" err="1">
              <a:solidFill>
                <a:srgbClr val="000000"/>
              </a:solidFill>
              <a:effectLst/>
              <a:latin typeface="+mn-lt"/>
            </a:rPr>
            <a:t>khususnya</a:t>
          </a:r>
          <a:r>
            <a:rPr lang="en-SG" sz="2200" b="0" i="0" u="none" strike="noStrike" dirty="0">
              <a:solidFill>
                <a:srgbClr val="000000"/>
              </a:solidFill>
              <a:effectLst/>
              <a:latin typeface="+mn-lt"/>
            </a:rPr>
            <a:t> pada </a:t>
          </a:r>
          <a:r>
            <a:rPr lang="en-SG" sz="2200" b="0" i="0" u="none" strike="noStrike" dirty="0" err="1">
              <a:solidFill>
                <a:srgbClr val="000000"/>
              </a:solidFill>
              <a:effectLst/>
              <a:latin typeface="+mn-lt"/>
            </a:rPr>
            <a:t>lingkungan</a:t>
          </a:r>
          <a:r>
            <a:rPr lang="en-SG" sz="2200" b="0" i="0" u="none" strike="noStrike" dirty="0">
              <a:solidFill>
                <a:srgbClr val="000000"/>
              </a:solidFill>
              <a:effectLst/>
              <a:latin typeface="+mn-lt"/>
            </a:rPr>
            <a:t> universitas-universitas dan </a:t>
          </a:r>
          <a:r>
            <a:rPr lang="en-SG" sz="2200" b="0" i="0" u="none" strike="noStrike" dirty="0" err="1">
              <a:solidFill>
                <a:srgbClr val="000000"/>
              </a:solidFill>
              <a:effectLst/>
              <a:latin typeface="+mn-lt"/>
            </a:rPr>
            <a:t>lingkungan</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akademis</a:t>
          </a:r>
          <a:r>
            <a:rPr lang="en-SG" sz="2200" b="0" i="0" u="none" strike="noStrike" dirty="0">
              <a:solidFill>
                <a:srgbClr val="000000"/>
              </a:solidFill>
              <a:effectLst/>
              <a:latin typeface="+mn-lt"/>
            </a:rPr>
            <a:t>.</a:t>
          </a:r>
          <a:endParaRPr lang="en-US" sz="2200" dirty="0">
            <a:latin typeface="+mn-lt"/>
          </a:endParaRPr>
        </a:p>
      </dgm:t>
    </dgm:pt>
    <dgm:pt modelId="{9ED4783C-95ED-4A14-9C5B-CD75DD76DEAA}" type="parTrans" cxnId="{E58CBB57-D369-4222-B729-9B434A4959FB}">
      <dgm:prSet/>
      <dgm:spPr/>
      <dgm:t>
        <a:bodyPr/>
        <a:lstStyle/>
        <a:p>
          <a:endParaRPr lang="en-US"/>
        </a:p>
      </dgm:t>
    </dgm:pt>
    <dgm:pt modelId="{ED87233D-32C2-42B2-98A1-680A65EE873F}" type="sibTrans" cxnId="{E58CBB57-D369-4222-B729-9B434A4959FB}">
      <dgm:prSet/>
      <dgm:spPr/>
      <dgm:t>
        <a:bodyPr/>
        <a:lstStyle/>
        <a:p>
          <a:endParaRPr lang="en-US"/>
        </a:p>
      </dgm:t>
    </dgm:pt>
    <dgm:pt modelId="{9FFFAC14-F28C-4631-A248-2195CFCAD08A}" type="pres">
      <dgm:prSet presAssocID="{4641E67E-7B71-4403-98C9-68DF04AC6D2D}" presName="Name0" presStyleCnt="0">
        <dgm:presLayoutVars>
          <dgm:dir/>
          <dgm:animLvl val="lvl"/>
          <dgm:resizeHandles val="exact"/>
        </dgm:presLayoutVars>
      </dgm:prSet>
      <dgm:spPr/>
    </dgm:pt>
    <dgm:pt modelId="{87B8553A-D2E9-40E9-967A-164548C4E40F}" type="pres">
      <dgm:prSet presAssocID="{019B1014-E62A-4547-99DC-3EF121932D38}" presName="linNode" presStyleCnt="0"/>
      <dgm:spPr/>
    </dgm:pt>
    <dgm:pt modelId="{6B87B41A-AFC6-42F6-A5FD-BFAF812D68EA}" type="pres">
      <dgm:prSet presAssocID="{019B1014-E62A-4547-99DC-3EF121932D38}" presName="parTx" presStyleLbl="revTx" presStyleIdx="0" presStyleCnt="1">
        <dgm:presLayoutVars>
          <dgm:chMax val="1"/>
          <dgm:bulletEnabled val="1"/>
        </dgm:presLayoutVars>
      </dgm:prSet>
      <dgm:spPr/>
    </dgm:pt>
    <dgm:pt modelId="{59CCD91A-B4E2-43B0-8CDB-1223B8A612A7}" type="pres">
      <dgm:prSet presAssocID="{019B1014-E62A-4547-99DC-3EF121932D38}" presName="bracket" presStyleLbl="parChTrans1D1" presStyleIdx="0" presStyleCnt="1"/>
      <dgm:spPr/>
    </dgm:pt>
    <dgm:pt modelId="{099472E6-0917-4E18-BD54-E58DB7D254C3}" type="pres">
      <dgm:prSet presAssocID="{019B1014-E62A-4547-99DC-3EF121932D38}" presName="spH" presStyleCnt="0"/>
      <dgm:spPr/>
    </dgm:pt>
    <dgm:pt modelId="{BD70549A-5386-4651-9759-C350636A1513}" type="pres">
      <dgm:prSet presAssocID="{019B1014-E62A-4547-99DC-3EF121932D38}" presName="desTx" presStyleLbl="node1" presStyleIdx="0" presStyleCnt="1" custScaleX="244195">
        <dgm:presLayoutVars>
          <dgm:bulletEnabled val="1"/>
        </dgm:presLayoutVars>
      </dgm:prSet>
      <dgm:spPr/>
    </dgm:pt>
  </dgm:ptLst>
  <dgm:cxnLst>
    <dgm:cxn modelId="{AA2BA831-5AA4-4F95-9696-B1A323D61761}" srcId="{4641E67E-7B71-4403-98C9-68DF04AC6D2D}" destId="{019B1014-E62A-4547-99DC-3EF121932D38}" srcOrd="0" destOrd="0" parTransId="{63AAA8CB-F897-48C2-95B8-0EA07C814E26}" sibTransId="{AEBBF22B-B6DB-4FF1-8F62-8AF94AE81A65}"/>
    <dgm:cxn modelId="{37F77B69-562B-498A-973D-17D8BBE5B523}" type="presOf" srcId="{4641E67E-7B71-4403-98C9-68DF04AC6D2D}" destId="{9FFFAC14-F28C-4631-A248-2195CFCAD08A}" srcOrd="0" destOrd="0" presId="urn:diagrams.loki3.com/BracketList"/>
    <dgm:cxn modelId="{E58CBB57-D369-4222-B729-9B434A4959FB}" srcId="{019B1014-E62A-4547-99DC-3EF121932D38}" destId="{7280A3A6-781E-4789-A0C9-F147C0A71509}" srcOrd="0" destOrd="0" parTransId="{9ED4783C-95ED-4A14-9C5B-CD75DD76DEAA}" sibTransId="{ED87233D-32C2-42B2-98A1-680A65EE873F}"/>
    <dgm:cxn modelId="{20D0AA96-8A5D-4AAE-8C03-326D65FA8E91}" type="presOf" srcId="{7280A3A6-781E-4789-A0C9-F147C0A71509}" destId="{BD70549A-5386-4651-9759-C350636A1513}" srcOrd="0" destOrd="0" presId="urn:diagrams.loki3.com/BracketList"/>
    <dgm:cxn modelId="{CE67A2E9-90E7-4A33-8645-C9E445609B80}" type="presOf" srcId="{019B1014-E62A-4547-99DC-3EF121932D38}" destId="{6B87B41A-AFC6-42F6-A5FD-BFAF812D68EA}" srcOrd="0" destOrd="0" presId="urn:diagrams.loki3.com/BracketList"/>
    <dgm:cxn modelId="{D491AC7F-FD20-4CBD-9344-02E14176CD9D}" type="presParOf" srcId="{9FFFAC14-F28C-4631-A248-2195CFCAD08A}" destId="{87B8553A-D2E9-40E9-967A-164548C4E40F}" srcOrd="0" destOrd="0" presId="urn:diagrams.loki3.com/BracketList"/>
    <dgm:cxn modelId="{041E7C0F-4E74-4782-922A-C92BAEA41C43}" type="presParOf" srcId="{87B8553A-D2E9-40E9-967A-164548C4E40F}" destId="{6B87B41A-AFC6-42F6-A5FD-BFAF812D68EA}" srcOrd="0" destOrd="0" presId="urn:diagrams.loki3.com/BracketList"/>
    <dgm:cxn modelId="{CA68F231-E8DA-4C87-A2EC-E7AF8FF8C534}" type="presParOf" srcId="{87B8553A-D2E9-40E9-967A-164548C4E40F}" destId="{59CCD91A-B4E2-43B0-8CDB-1223B8A612A7}" srcOrd="1" destOrd="0" presId="urn:diagrams.loki3.com/BracketList"/>
    <dgm:cxn modelId="{99BD6A16-9BD7-44CD-B788-34235C1C3699}" type="presParOf" srcId="{87B8553A-D2E9-40E9-967A-164548C4E40F}" destId="{099472E6-0917-4E18-BD54-E58DB7D254C3}" srcOrd="2" destOrd="0" presId="urn:diagrams.loki3.com/BracketList"/>
    <dgm:cxn modelId="{5A9F9FE1-2445-433B-8FDC-00F8F4F51A8B}" type="presParOf" srcId="{87B8553A-D2E9-40E9-967A-164548C4E40F}" destId="{BD70549A-5386-4651-9759-C350636A1513}"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9FE254F-5789-4F08-9FF0-9D39E4DFDBFB}" type="doc">
      <dgm:prSet loTypeId="urn:microsoft.com/office/officeart/2005/8/layout/list1" loCatId="list" qsTypeId="urn:microsoft.com/office/officeart/2005/8/quickstyle/simple1" qsCatId="simple" csTypeId="urn:microsoft.com/office/officeart/2005/8/colors/accent6_1" csCatId="accent6" phldr="1"/>
      <dgm:spPr/>
      <dgm:t>
        <a:bodyPr/>
        <a:lstStyle/>
        <a:p>
          <a:endParaRPr lang="en-US"/>
        </a:p>
      </dgm:t>
    </dgm:pt>
    <dgm:pt modelId="{E900E67D-BF62-4E9E-850E-BB13E23539AE}">
      <dgm:prSet phldrT="[Text]"/>
      <dgm:spPr/>
      <dgm:t>
        <a:bodyPr/>
        <a:lstStyle/>
        <a:p>
          <a:r>
            <a:rPr lang="en-US" dirty="0"/>
            <a:t>5</a:t>
          </a:r>
        </a:p>
      </dgm:t>
    </dgm:pt>
    <dgm:pt modelId="{2FADFE2A-4797-4382-ABEC-9511BE12C100}" type="parTrans" cxnId="{B056C3C1-EAB4-44B8-98E9-2A699ACE4543}">
      <dgm:prSet/>
      <dgm:spPr/>
      <dgm:t>
        <a:bodyPr/>
        <a:lstStyle/>
        <a:p>
          <a:endParaRPr lang="en-US"/>
        </a:p>
      </dgm:t>
    </dgm:pt>
    <dgm:pt modelId="{A01CAA59-C2DE-41CE-9AF7-F16C2BE94F51}" type="sibTrans" cxnId="{B056C3C1-EAB4-44B8-98E9-2A699ACE4543}">
      <dgm:prSet/>
      <dgm:spPr/>
      <dgm:t>
        <a:bodyPr/>
        <a:lstStyle/>
        <a:p>
          <a:endParaRPr lang="en-US"/>
        </a:p>
      </dgm:t>
    </dgm:pt>
    <dgm:pt modelId="{CA34B853-184F-4AFD-AF0F-ECF0B709EA72}">
      <dgm:prSet phldrT="[Text]" custT="1"/>
      <dgm:spPr/>
      <dgm:t>
        <a:bodyPr/>
        <a:lstStyle/>
        <a:p>
          <a:pPr algn="just">
            <a:buFont typeface="Wingdings" panose="05000000000000000000" pitchFamily="2" charset="2"/>
            <a:buChar char="v"/>
          </a:pPr>
          <a:r>
            <a:rPr lang="en-SG" sz="2200" b="0" i="0" u="none" strike="noStrike" dirty="0">
              <a:effectLst/>
              <a:latin typeface="+mn-lt"/>
            </a:rPr>
            <a:t>Salah </a:t>
          </a:r>
          <a:r>
            <a:rPr lang="en-SG" sz="2200" b="0" i="0" u="none" strike="noStrike" dirty="0" err="1">
              <a:effectLst/>
              <a:latin typeface="+mn-lt"/>
            </a:rPr>
            <a:t>satu</a:t>
          </a:r>
          <a:r>
            <a:rPr lang="en-SG" sz="2200" b="0" i="0" u="none" strike="noStrike" dirty="0">
              <a:effectLst/>
              <a:latin typeface="+mn-lt"/>
            </a:rPr>
            <a:t> </a:t>
          </a:r>
          <a:r>
            <a:rPr lang="en-SG" sz="2200" b="0" i="0" u="none" strike="noStrike" dirty="0" err="1">
              <a:effectLst/>
              <a:latin typeface="+mn-lt"/>
            </a:rPr>
            <a:t>fungsi</a:t>
          </a:r>
          <a:r>
            <a:rPr lang="en-SG" sz="2200" b="0" i="0" u="none" strike="noStrike" dirty="0">
              <a:effectLst/>
              <a:latin typeface="+mn-lt"/>
            </a:rPr>
            <a:t> </a:t>
          </a:r>
          <a:r>
            <a:rPr lang="en-SG" sz="2200" b="0" i="0" u="none" strike="noStrike" dirty="0" err="1">
              <a:effectLst/>
              <a:latin typeface="+mn-lt"/>
            </a:rPr>
            <a:t>terpenting</a:t>
          </a:r>
          <a:r>
            <a:rPr lang="en-SG" sz="2200" b="0" i="0" u="none" strike="noStrike" dirty="0">
              <a:effectLst/>
              <a:latin typeface="+mn-lt"/>
            </a:rPr>
            <a:t> </a:t>
          </a:r>
          <a:r>
            <a:rPr lang="en-SG" sz="2200" b="0" i="0" u="none" strike="noStrike" dirty="0" err="1">
              <a:effectLst/>
              <a:latin typeface="+mn-lt"/>
            </a:rPr>
            <a:t>filsafat</a:t>
          </a:r>
          <a:r>
            <a:rPr lang="en-SG" sz="2200" b="0" i="0" u="none" strike="noStrike" dirty="0">
              <a:effectLst/>
              <a:latin typeface="+mn-lt"/>
            </a:rPr>
            <a:t> </a:t>
          </a:r>
          <a:r>
            <a:rPr lang="en-SG" sz="2200" b="0" i="0" u="none" strike="noStrike" dirty="0" err="1">
              <a:effectLst/>
              <a:latin typeface="+mn-lt"/>
            </a:rPr>
            <a:t>adalah</a:t>
          </a:r>
          <a:r>
            <a:rPr lang="en-SG" sz="2200" b="0" i="0" u="none" strike="noStrike" dirty="0">
              <a:effectLst/>
              <a:latin typeface="+mn-lt"/>
            </a:rPr>
            <a:t> </a:t>
          </a:r>
          <a:r>
            <a:rPr lang="en-SG" sz="2200" b="0" i="0" u="none" strike="noStrike" dirty="0" err="1">
              <a:effectLst/>
              <a:latin typeface="+mn-lt"/>
            </a:rPr>
            <a:t>bahwa</a:t>
          </a:r>
          <a:r>
            <a:rPr lang="en-SG" sz="2200" b="0" i="0" u="none" strike="noStrike" dirty="0">
              <a:effectLst/>
              <a:latin typeface="+mn-lt"/>
            </a:rPr>
            <a:t> </a:t>
          </a:r>
          <a:r>
            <a:rPr lang="en-SG" sz="2200" b="0" i="0" u="none" strike="noStrike" dirty="0" err="1">
              <a:effectLst/>
              <a:latin typeface="+mn-lt"/>
            </a:rPr>
            <a:t>ia</a:t>
          </a:r>
          <a:r>
            <a:rPr lang="en-SG" sz="2200" b="0" i="0" u="none" strike="noStrike" dirty="0">
              <a:effectLst/>
              <a:latin typeface="+mn-lt"/>
            </a:rPr>
            <a:t> </a:t>
          </a:r>
          <a:r>
            <a:rPr lang="en-SG" sz="2200" b="0" i="0" u="none" strike="noStrike" dirty="0" err="1">
              <a:effectLst/>
              <a:latin typeface="+mn-lt"/>
            </a:rPr>
            <a:t>menyediakan</a:t>
          </a:r>
          <a:r>
            <a:rPr lang="en-SG" sz="2200" b="0" i="0" u="none" strike="noStrike" dirty="0">
              <a:effectLst/>
              <a:latin typeface="+mn-lt"/>
            </a:rPr>
            <a:t> </a:t>
          </a:r>
          <a:r>
            <a:rPr lang="en-SG" sz="2200" b="0" i="0" u="none" strike="noStrike" dirty="0" err="1">
              <a:effectLst/>
              <a:latin typeface="+mn-lt"/>
            </a:rPr>
            <a:t>dasar</a:t>
          </a:r>
          <a:r>
            <a:rPr lang="en-SG" sz="2200" b="0" i="0" u="none" strike="noStrike" dirty="0">
              <a:effectLst/>
              <a:latin typeface="+mn-lt"/>
            </a:rPr>
            <a:t> dan </a:t>
          </a:r>
          <a:r>
            <a:rPr lang="en-SG" sz="2200" b="0" i="0" u="none" strike="noStrike" dirty="0" err="1">
              <a:effectLst/>
              <a:latin typeface="+mn-lt"/>
            </a:rPr>
            <a:t>sarana</a:t>
          </a:r>
          <a:r>
            <a:rPr lang="en-SG" sz="2200" b="0" i="0" u="none" strike="noStrike" dirty="0">
              <a:effectLst/>
              <a:latin typeface="+mn-lt"/>
            </a:rPr>
            <a:t> </a:t>
          </a:r>
          <a:r>
            <a:rPr lang="en-SG" sz="2200" b="0" i="0" u="none" strike="noStrike" dirty="0" err="1">
              <a:effectLst/>
              <a:latin typeface="+mn-lt"/>
            </a:rPr>
            <a:t>sekaligus</a:t>
          </a:r>
          <a:r>
            <a:rPr lang="en-SG" sz="2200" b="0" i="0" u="none" strike="noStrike" dirty="0">
              <a:effectLst/>
              <a:latin typeface="+mn-lt"/>
            </a:rPr>
            <a:t> </a:t>
          </a:r>
          <a:r>
            <a:rPr lang="en-SG" sz="2200" b="0" i="0" u="none" strike="noStrike" dirty="0" err="1">
              <a:effectLst/>
              <a:latin typeface="+mn-lt"/>
            </a:rPr>
            <a:t>bagi</a:t>
          </a:r>
          <a:r>
            <a:rPr lang="en-SG" sz="2200" b="0" i="0" u="none" strike="noStrike" dirty="0">
              <a:effectLst/>
              <a:latin typeface="+mn-lt"/>
            </a:rPr>
            <a:t> </a:t>
          </a:r>
          <a:r>
            <a:rPr lang="en-SG" sz="2200" b="0" i="0" u="none" strike="noStrike" dirty="0" err="1">
              <a:effectLst/>
              <a:latin typeface="+mn-lt"/>
            </a:rPr>
            <a:t>diadakanya</a:t>
          </a:r>
          <a:r>
            <a:rPr lang="en-SG" sz="2200" b="0" i="0" u="none" strike="noStrike" dirty="0">
              <a:effectLst/>
              <a:latin typeface="+mn-lt"/>
            </a:rPr>
            <a:t> dialog </a:t>
          </a:r>
          <a:r>
            <a:rPr lang="en-SG" sz="2200" b="0" i="0" u="none" strike="noStrike" dirty="0" err="1">
              <a:effectLst/>
              <a:latin typeface="+mn-lt"/>
            </a:rPr>
            <a:t>daantara</a:t>
          </a:r>
          <a:r>
            <a:rPr lang="en-SG" sz="2200" b="0" i="0" u="none" strike="noStrike" dirty="0">
              <a:effectLst/>
              <a:latin typeface="+mn-lt"/>
            </a:rPr>
            <a:t> agama-agama yang </a:t>
          </a:r>
          <a:r>
            <a:rPr lang="en-SG" sz="2200" b="0" i="0" u="none" strike="noStrike" dirty="0" err="1">
              <a:effectLst/>
              <a:latin typeface="+mn-lt"/>
            </a:rPr>
            <a:t>ada</a:t>
          </a:r>
          <a:r>
            <a:rPr lang="en-SG" sz="2200" b="0" i="0" u="none" strike="noStrike" dirty="0">
              <a:effectLst/>
              <a:latin typeface="+mn-lt"/>
            </a:rPr>
            <a:t> di Indonesia pada </a:t>
          </a:r>
          <a:r>
            <a:rPr lang="en-SG" sz="2200" b="0" i="0" u="none" strike="noStrike" dirty="0" err="1">
              <a:effectLst/>
              <a:latin typeface="+mn-lt"/>
            </a:rPr>
            <a:t>umumnya</a:t>
          </a:r>
          <a:r>
            <a:rPr lang="en-SG" sz="2200" b="0" i="0" u="none" strike="noStrike" dirty="0">
              <a:effectLst/>
              <a:latin typeface="+mn-lt"/>
            </a:rPr>
            <a:t> dan </a:t>
          </a:r>
          <a:r>
            <a:rPr lang="en-SG" sz="2200" b="0" i="0" u="none" strike="noStrike" dirty="0" err="1">
              <a:effectLst/>
              <a:latin typeface="+mn-lt"/>
            </a:rPr>
            <a:t>secara</a:t>
          </a:r>
          <a:r>
            <a:rPr lang="en-SG" sz="2200" b="0" i="0" u="none" strike="noStrike" dirty="0">
              <a:effectLst/>
              <a:latin typeface="+mn-lt"/>
            </a:rPr>
            <a:t> </a:t>
          </a:r>
          <a:r>
            <a:rPr lang="en-SG" sz="2200" b="0" i="0" u="none" strike="noStrike" dirty="0" err="1">
              <a:effectLst/>
              <a:latin typeface="+mn-lt"/>
            </a:rPr>
            <a:t>khusus</a:t>
          </a:r>
          <a:r>
            <a:rPr lang="en-SG" sz="2200" b="0" i="0" u="none" strike="noStrike" dirty="0">
              <a:effectLst/>
              <a:latin typeface="+mn-lt"/>
            </a:rPr>
            <a:t> </a:t>
          </a:r>
          <a:r>
            <a:rPr lang="en-SG" sz="2200" b="0" i="0" u="none" strike="noStrike" dirty="0" err="1">
              <a:effectLst/>
              <a:latin typeface="+mn-lt"/>
            </a:rPr>
            <a:t>dalam</a:t>
          </a:r>
          <a:r>
            <a:rPr lang="en-SG" sz="2200" b="0" i="0" u="none" strike="noStrike" dirty="0">
              <a:effectLst/>
              <a:latin typeface="+mn-lt"/>
            </a:rPr>
            <a:t> </a:t>
          </a:r>
          <a:r>
            <a:rPr lang="en-SG" sz="2200" b="0" i="0" u="none" strike="noStrike" dirty="0" err="1">
              <a:effectLst/>
              <a:latin typeface="+mn-lt"/>
            </a:rPr>
            <a:t>rangka</a:t>
          </a:r>
          <a:r>
            <a:rPr lang="en-SG" sz="2200" b="0" i="0" u="none" strike="noStrike" dirty="0">
              <a:effectLst/>
              <a:latin typeface="+mn-lt"/>
            </a:rPr>
            <a:t> </a:t>
          </a:r>
          <a:r>
            <a:rPr lang="en-SG" sz="2200" b="0" i="0" u="none" strike="noStrike" dirty="0" err="1">
              <a:effectLst/>
              <a:latin typeface="+mn-lt"/>
            </a:rPr>
            <a:t>kerja</a:t>
          </a:r>
          <a:r>
            <a:rPr lang="en-SG" sz="2200" b="0" i="0" u="none" strike="noStrike" dirty="0">
              <a:effectLst/>
              <a:latin typeface="+mn-lt"/>
            </a:rPr>
            <a:t> </a:t>
          </a:r>
          <a:r>
            <a:rPr lang="en-SG" sz="2200" b="0" i="0" u="none" strike="noStrike" dirty="0" err="1">
              <a:effectLst/>
              <a:latin typeface="+mn-lt"/>
            </a:rPr>
            <a:t>sama</a:t>
          </a:r>
          <a:r>
            <a:rPr lang="en-SG" sz="2200" b="0" i="0" u="none" strike="noStrike" dirty="0">
              <a:effectLst/>
              <a:latin typeface="+mn-lt"/>
            </a:rPr>
            <a:t> </a:t>
          </a:r>
          <a:r>
            <a:rPr lang="en-SG" sz="2200" b="0" i="0" u="none" strike="noStrike" dirty="0" err="1">
              <a:effectLst/>
              <a:latin typeface="+mn-lt"/>
            </a:rPr>
            <a:t>antar</a:t>
          </a:r>
          <a:r>
            <a:rPr lang="en-SG" sz="2200" b="0" i="0" u="none" strike="noStrike" dirty="0">
              <a:effectLst/>
              <a:latin typeface="+mn-lt"/>
            </a:rPr>
            <a:t>-agama </a:t>
          </a:r>
          <a:r>
            <a:rPr lang="en-SG" sz="2200" b="0" i="0" u="none" strike="noStrike" dirty="0" err="1">
              <a:effectLst/>
              <a:latin typeface="+mn-lt"/>
            </a:rPr>
            <a:t>dalam</a:t>
          </a:r>
          <a:r>
            <a:rPr lang="en-SG" sz="2200" b="0" i="0" u="none" strike="noStrike" dirty="0">
              <a:effectLst/>
              <a:latin typeface="+mn-lt"/>
            </a:rPr>
            <a:t> </a:t>
          </a:r>
          <a:r>
            <a:rPr lang="en-SG" sz="2200" b="0" i="0" u="none" strike="noStrike" dirty="0" err="1">
              <a:effectLst/>
              <a:latin typeface="+mn-lt"/>
            </a:rPr>
            <a:t>membangun</a:t>
          </a:r>
          <a:r>
            <a:rPr lang="en-SG" sz="2200" b="0" i="0" u="none" strike="noStrike" dirty="0">
              <a:effectLst/>
              <a:latin typeface="+mn-lt"/>
            </a:rPr>
            <a:t> </a:t>
          </a:r>
          <a:r>
            <a:rPr lang="en-SG" sz="2200" b="0" i="0" u="none" strike="noStrike" dirty="0" err="1">
              <a:effectLst/>
              <a:latin typeface="+mn-lt"/>
            </a:rPr>
            <a:t>masyarakat</a:t>
          </a:r>
          <a:r>
            <a:rPr lang="en-SG" sz="2200" b="0" i="0" u="none" strike="noStrike" dirty="0">
              <a:effectLst/>
              <a:latin typeface="+mn-lt"/>
            </a:rPr>
            <a:t> </a:t>
          </a:r>
          <a:r>
            <a:rPr lang="en-SG" sz="2200" b="0" i="0" u="none" strike="noStrike" dirty="0" err="1">
              <a:effectLst/>
              <a:latin typeface="+mn-lt"/>
            </a:rPr>
            <a:t>adil-makmur</a:t>
          </a:r>
          <a:r>
            <a:rPr lang="en-SG" sz="2200" b="0" i="0" u="none" strike="noStrike" dirty="0">
              <a:effectLst/>
              <a:latin typeface="+mn-lt"/>
            </a:rPr>
            <a:t> </a:t>
          </a:r>
          <a:r>
            <a:rPr lang="en-SG" sz="2200" b="0" i="0" u="none" strike="noStrike" dirty="0" err="1">
              <a:effectLst/>
              <a:latin typeface="+mn-lt"/>
            </a:rPr>
            <a:t>berdasarkan</a:t>
          </a:r>
          <a:r>
            <a:rPr lang="en-SG" sz="2200" b="0" i="0" u="none" strike="noStrike" dirty="0">
              <a:effectLst/>
              <a:latin typeface="+mn-lt"/>
            </a:rPr>
            <a:t> </a:t>
          </a:r>
          <a:r>
            <a:rPr lang="en-SG" sz="2200" b="0" i="0" u="none" strike="noStrike" dirty="0" err="1">
              <a:effectLst/>
              <a:latin typeface="+mn-lt"/>
            </a:rPr>
            <a:t>pancasila</a:t>
          </a:r>
          <a:r>
            <a:rPr lang="en-SG" sz="2200" b="0" i="0" u="none" strike="noStrike" dirty="0">
              <a:effectLst/>
              <a:latin typeface="+mn-lt"/>
            </a:rPr>
            <a:t>. Jadi </a:t>
          </a:r>
          <a:r>
            <a:rPr lang="en-SG" sz="2200" b="0" i="0" u="none" strike="noStrike" dirty="0" err="1">
              <a:effectLst/>
              <a:latin typeface="+mn-lt"/>
            </a:rPr>
            <a:t>filsafat</a:t>
          </a:r>
          <a:r>
            <a:rPr lang="en-SG" sz="2200" b="0" i="0" u="none" strike="noStrike" dirty="0">
              <a:effectLst/>
              <a:latin typeface="+mn-lt"/>
            </a:rPr>
            <a:t> </a:t>
          </a:r>
          <a:r>
            <a:rPr lang="en-SG" sz="2200" b="0" i="0" u="none" strike="noStrike" dirty="0" err="1">
              <a:effectLst/>
              <a:latin typeface="+mn-lt"/>
            </a:rPr>
            <a:t>adalah</a:t>
          </a:r>
          <a:r>
            <a:rPr lang="en-SG" sz="2200" b="0" i="0" u="none" strike="noStrike" dirty="0">
              <a:effectLst/>
              <a:latin typeface="+mn-lt"/>
            </a:rPr>
            <a:t> </a:t>
          </a:r>
          <a:r>
            <a:rPr lang="en-SG" sz="2200" b="0" i="0" u="none" strike="noStrike" dirty="0" err="1">
              <a:effectLst/>
              <a:latin typeface="+mn-lt"/>
            </a:rPr>
            <a:t>dasar</a:t>
          </a:r>
          <a:r>
            <a:rPr lang="en-SG" sz="2200" b="0" i="0" u="none" strike="noStrike" dirty="0">
              <a:effectLst/>
              <a:latin typeface="+mn-lt"/>
            </a:rPr>
            <a:t> </a:t>
          </a:r>
          <a:r>
            <a:rPr lang="en-SG" sz="2200" b="0" i="0" u="none" strike="noStrike" dirty="0" err="1">
              <a:effectLst/>
              <a:latin typeface="+mn-lt"/>
            </a:rPr>
            <a:t>bagus</a:t>
          </a:r>
          <a:r>
            <a:rPr lang="en-SG" sz="2200" b="0" i="0" u="none" strike="noStrike" dirty="0">
              <a:effectLst/>
              <a:latin typeface="+mn-lt"/>
            </a:rPr>
            <a:t> </a:t>
          </a:r>
          <a:r>
            <a:rPr lang="en-SG" sz="2200" b="0" i="0" u="none" strike="noStrike" dirty="0" err="1">
              <a:effectLst/>
              <a:latin typeface="+mn-lt"/>
            </a:rPr>
            <a:t>bagi</a:t>
          </a:r>
          <a:r>
            <a:rPr lang="en-SG" sz="2200" b="0" i="0" u="none" strike="noStrike" dirty="0">
              <a:effectLst/>
              <a:latin typeface="+mn-lt"/>
            </a:rPr>
            <a:t> dialog </a:t>
          </a:r>
          <a:r>
            <a:rPr lang="en-SG" sz="2200" b="0" i="0" u="none" strike="noStrike" dirty="0" err="1">
              <a:effectLst/>
              <a:latin typeface="+mn-lt"/>
            </a:rPr>
            <a:t>antar</a:t>
          </a:r>
          <a:r>
            <a:rPr lang="en-SG" sz="2200" b="0" i="0" u="none" strike="noStrike" dirty="0">
              <a:effectLst/>
              <a:latin typeface="+mn-lt"/>
            </a:rPr>
            <a:t> agama, </a:t>
          </a:r>
          <a:r>
            <a:rPr lang="en-SG" sz="2200" b="0" i="0" u="none" strike="noStrike" dirty="0" err="1">
              <a:effectLst/>
              <a:latin typeface="+mn-lt"/>
            </a:rPr>
            <a:t>karena</a:t>
          </a:r>
          <a:r>
            <a:rPr lang="en-SG" sz="2200" b="0" i="0" u="none" strike="noStrike" dirty="0">
              <a:effectLst/>
              <a:latin typeface="+mn-lt"/>
            </a:rPr>
            <a:t> </a:t>
          </a:r>
          <a:r>
            <a:rPr lang="en-SG" sz="2200" b="0" i="0" u="none" strike="noStrike" dirty="0" err="1">
              <a:effectLst/>
              <a:latin typeface="+mn-lt"/>
            </a:rPr>
            <a:t>argumentasinya</a:t>
          </a:r>
          <a:r>
            <a:rPr lang="en-SG" sz="2200" b="0" i="0" u="none" strike="noStrike" dirty="0">
              <a:effectLst/>
              <a:latin typeface="+mn-lt"/>
            </a:rPr>
            <a:t> </a:t>
          </a:r>
          <a:r>
            <a:rPr lang="en-SG" sz="2200" b="0" i="0" u="none" strike="noStrike" dirty="0" err="1">
              <a:effectLst/>
              <a:latin typeface="+mn-lt"/>
            </a:rPr>
            <a:t>mengacu</a:t>
          </a:r>
          <a:r>
            <a:rPr lang="en-SG" sz="2200" b="0" i="0" u="none" strike="noStrike" dirty="0">
              <a:effectLst/>
              <a:latin typeface="+mn-lt"/>
            </a:rPr>
            <a:t> pada </a:t>
          </a:r>
          <a:r>
            <a:rPr lang="en-SG" sz="2200" b="0" i="0" u="none" strike="noStrike" dirty="0" err="1">
              <a:effectLst/>
              <a:latin typeface="+mn-lt"/>
            </a:rPr>
            <a:t>manusia</a:t>
          </a:r>
          <a:r>
            <a:rPr lang="en-SG" sz="2200" b="0" i="0" u="none" strike="noStrike" dirty="0">
              <a:effectLst/>
              <a:latin typeface="+mn-lt"/>
            </a:rPr>
            <a:t> dan </a:t>
          </a:r>
          <a:r>
            <a:rPr lang="en-SG" sz="2200" b="0" i="0" u="none" strike="noStrike" dirty="0" err="1">
              <a:effectLst/>
              <a:latin typeface="+mn-lt"/>
            </a:rPr>
            <a:t>rasionalitas</a:t>
          </a:r>
          <a:r>
            <a:rPr lang="en-SG" sz="2200" b="0" i="0" u="none" strike="noStrike" dirty="0">
              <a:effectLst/>
              <a:latin typeface="+mn-lt"/>
            </a:rPr>
            <a:t> pada </a:t>
          </a:r>
          <a:r>
            <a:rPr lang="en-SG" sz="2200" b="0" i="0" u="none" strike="noStrike" dirty="0" err="1">
              <a:effectLst/>
              <a:latin typeface="+mn-lt"/>
            </a:rPr>
            <a:t>umumnya</a:t>
          </a:r>
          <a:r>
            <a:rPr lang="en-SG" sz="2200" b="0" i="0" u="none" strike="noStrike" dirty="0">
              <a:effectLst/>
              <a:latin typeface="+mn-lt"/>
            </a:rPr>
            <a:t>, </a:t>
          </a:r>
          <a:r>
            <a:rPr lang="en-SG" sz="2200" b="0" i="0" u="none" strike="noStrike" dirty="0" err="1">
              <a:effectLst/>
              <a:latin typeface="+mn-lt"/>
            </a:rPr>
            <a:t>tidak</a:t>
          </a:r>
          <a:r>
            <a:rPr lang="en-SG" sz="2200" b="0" i="0" u="none" strike="noStrike" dirty="0">
              <a:effectLst/>
              <a:latin typeface="+mn-lt"/>
            </a:rPr>
            <a:t> </a:t>
          </a:r>
          <a:r>
            <a:rPr lang="en-SG" sz="2200" b="0" i="0" u="none" strike="noStrike" dirty="0" err="1">
              <a:effectLst/>
              <a:latin typeface="+mn-lt"/>
            </a:rPr>
            <a:t>terbatas</a:t>
          </a:r>
          <a:r>
            <a:rPr lang="en-SG" sz="2200" b="0" i="0" u="none" strike="noStrike" dirty="0">
              <a:effectLst/>
              <a:latin typeface="+mn-lt"/>
            </a:rPr>
            <a:t> pada </a:t>
          </a:r>
          <a:r>
            <a:rPr lang="en-SG" sz="2200" b="0" i="0" u="none" strike="noStrike" dirty="0" err="1">
              <a:effectLst/>
              <a:latin typeface="+mn-lt"/>
            </a:rPr>
            <a:t>pendekatan</a:t>
          </a:r>
          <a:r>
            <a:rPr lang="en-SG" sz="2200" b="0" i="0" u="none" strike="noStrike" dirty="0">
              <a:effectLst/>
              <a:latin typeface="+mn-lt"/>
            </a:rPr>
            <a:t> salah </a:t>
          </a:r>
          <a:r>
            <a:rPr lang="en-SG" sz="2200" b="0" i="0" u="none" strike="noStrike" dirty="0" err="1">
              <a:effectLst/>
              <a:latin typeface="+mn-lt"/>
            </a:rPr>
            <a:t>satu</a:t>
          </a:r>
          <a:r>
            <a:rPr lang="en-SG" sz="2200" b="0" i="0" u="none" strike="noStrike" dirty="0">
              <a:effectLst/>
              <a:latin typeface="+mn-lt"/>
            </a:rPr>
            <a:t> agama </a:t>
          </a:r>
          <a:r>
            <a:rPr lang="en-SG" sz="2200" b="0" i="0" u="none" strike="noStrike" dirty="0" err="1">
              <a:effectLst/>
              <a:latin typeface="+mn-lt"/>
            </a:rPr>
            <a:t>tertentu</a:t>
          </a:r>
          <a:r>
            <a:rPr lang="en-SG" sz="2200" b="0" i="0" u="none" strike="noStrike" dirty="0">
              <a:effectLst/>
              <a:latin typeface="+mn-lt"/>
            </a:rPr>
            <a:t> </a:t>
          </a:r>
          <a:r>
            <a:rPr lang="en-SG" sz="2200" b="0" i="0" u="none" strike="noStrike" dirty="0" err="1">
              <a:effectLst/>
              <a:latin typeface="+mn-lt"/>
            </a:rPr>
            <a:t>itupun</a:t>
          </a:r>
          <a:r>
            <a:rPr lang="en-SG" sz="2200" b="0" i="0" u="none" strike="noStrike" dirty="0">
              <a:effectLst/>
              <a:latin typeface="+mn-lt"/>
            </a:rPr>
            <a:t> </a:t>
          </a:r>
          <a:r>
            <a:rPr lang="en-SG" sz="2200" b="0" i="0" u="none" strike="noStrike" dirty="0" err="1">
              <a:effectLst/>
              <a:latin typeface="+mn-lt"/>
            </a:rPr>
            <a:t>tanpa</a:t>
          </a:r>
          <a:r>
            <a:rPr lang="en-SG" sz="2200" b="0" i="0" u="none" strike="noStrike" dirty="0">
              <a:effectLst/>
              <a:latin typeface="+mn-lt"/>
            </a:rPr>
            <a:t> </a:t>
          </a:r>
          <a:r>
            <a:rPr lang="en-SG" sz="2200" b="0" i="0" u="none" strike="noStrike" dirty="0" err="1">
              <a:effectLst/>
              <a:latin typeface="+mn-lt"/>
            </a:rPr>
            <a:t>mengurangi</a:t>
          </a:r>
          <a:r>
            <a:rPr lang="en-SG" sz="2200" b="0" i="0" u="none" strike="noStrike" dirty="0">
              <a:effectLst/>
              <a:latin typeface="+mn-lt"/>
            </a:rPr>
            <a:t> </a:t>
          </a:r>
          <a:r>
            <a:rPr lang="en-SG" sz="2200" b="0" i="0" u="none" strike="noStrike" dirty="0" err="1">
              <a:effectLst/>
              <a:latin typeface="+mn-lt"/>
            </a:rPr>
            <a:t>pentingnya</a:t>
          </a:r>
          <a:r>
            <a:rPr lang="en-SG" sz="2200" b="0" i="0" u="none" strike="noStrike" dirty="0">
              <a:effectLst/>
              <a:latin typeface="+mn-lt"/>
            </a:rPr>
            <a:t> </a:t>
          </a:r>
          <a:r>
            <a:rPr lang="en-SG" sz="2200" b="0" i="0" u="none" strike="noStrike" dirty="0" err="1">
              <a:effectLst/>
              <a:latin typeface="+mn-lt"/>
            </a:rPr>
            <a:t>sikap</a:t>
          </a:r>
          <a:r>
            <a:rPr lang="en-SG" sz="2200" b="0" i="0" u="none" strike="noStrike" dirty="0">
              <a:effectLst/>
              <a:latin typeface="+mn-lt"/>
            </a:rPr>
            <a:t> </a:t>
          </a:r>
          <a:r>
            <a:rPr lang="en-SG" sz="2200" b="0" i="0" u="none" strike="noStrike" dirty="0" err="1">
              <a:effectLst/>
              <a:latin typeface="+mn-lt"/>
            </a:rPr>
            <a:t>beragama</a:t>
          </a:r>
          <a:r>
            <a:rPr lang="en-SG" sz="2200" b="0" i="0" u="none" strike="noStrike" dirty="0">
              <a:effectLst/>
              <a:latin typeface="+mn-lt"/>
            </a:rPr>
            <a:t>. </a:t>
          </a:r>
          <a:r>
            <a:rPr lang="en-SG" sz="2200" b="0" i="0" u="none" strike="noStrike" dirty="0" err="1">
              <a:effectLst/>
              <a:latin typeface="+mn-lt"/>
            </a:rPr>
            <a:t>Justru</a:t>
          </a:r>
          <a:r>
            <a:rPr lang="en-SG" sz="2200" b="0" i="0" u="none" strike="noStrike" dirty="0">
              <a:effectLst/>
              <a:latin typeface="+mn-lt"/>
            </a:rPr>
            <a:t> para </a:t>
          </a:r>
          <a:r>
            <a:rPr lang="en-SG" sz="2200" b="0" i="0" u="none" strike="noStrike" dirty="0" err="1">
              <a:effectLst/>
              <a:latin typeface="+mn-lt"/>
            </a:rPr>
            <a:t>agamawan</a:t>
          </a:r>
          <a:r>
            <a:rPr lang="en-SG" sz="2200" b="0" i="0" u="none" strike="noStrike" dirty="0">
              <a:effectLst/>
              <a:latin typeface="+mn-lt"/>
            </a:rPr>
            <a:t> </a:t>
          </a:r>
          <a:r>
            <a:rPr lang="en-SG" sz="2200" b="0" i="0" u="none" strike="noStrike" dirty="0" err="1">
              <a:effectLst/>
              <a:latin typeface="+mn-lt"/>
            </a:rPr>
            <a:t>memerlukan</a:t>
          </a:r>
          <a:r>
            <a:rPr lang="en-SG" sz="2200" b="0" i="0" u="none" strike="noStrike" dirty="0">
              <a:effectLst/>
              <a:latin typeface="+mn-lt"/>
            </a:rPr>
            <a:t> </a:t>
          </a:r>
          <a:r>
            <a:rPr lang="en-SG" sz="2200" b="0" i="0" u="none" strike="noStrike" dirty="0" err="1">
              <a:effectLst/>
              <a:latin typeface="+mn-lt"/>
            </a:rPr>
            <a:t>filsafat</a:t>
          </a:r>
          <a:r>
            <a:rPr lang="en-SG" sz="2200" b="0" i="0" u="none" strike="noStrike" dirty="0">
              <a:effectLst/>
              <a:latin typeface="+mn-lt"/>
            </a:rPr>
            <a:t> </a:t>
          </a:r>
          <a:r>
            <a:rPr lang="en-SG" sz="2200" b="0" i="0" u="none" strike="noStrike" dirty="0" err="1">
              <a:effectLst/>
              <a:latin typeface="+mn-lt"/>
            </a:rPr>
            <a:t>supaya</a:t>
          </a:r>
          <a:r>
            <a:rPr lang="en-SG" sz="2200" b="0" i="0" u="none" strike="noStrike" dirty="0">
              <a:effectLst/>
              <a:latin typeface="+mn-lt"/>
            </a:rPr>
            <a:t> </a:t>
          </a:r>
          <a:r>
            <a:rPr lang="en-SG" sz="2200" b="0" i="0" u="none" strike="noStrike" dirty="0" err="1">
              <a:effectLst/>
              <a:latin typeface="+mn-lt"/>
            </a:rPr>
            <a:t>dapat</a:t>
          </a:r>
          <a:r>
            <a:rPr lang="en-SG" sz="2200" b="0" i="0" u="none" strike="noStrike" dirty="0">
              <a:effectLst/>
              <a:latin typeface="+mn-lt"/>
            </a:rPr>
            <a:t> </a:t>
          </a:r>
          <a:r>
            <a:rPr lang="en-SG" sz="2200" b="0" i="0" u="none" strike="noStrike" dirty="0" err="1">
              <a:effectLst/>
              <a:latin typeface="+mn-lt"/>
            </a:rPr>
            <a:t>berbicara</a:t>
          </a:r>
          <a:r>
            <a:rPr lang="en-SG" sz="2200" b="0" i="0" u="none" strike="noStrike" dirty="0">
              <a:effectLst/>
              <a:latin typeface="+mn-lt"/>
            </a:rPr>
            <a:t> </a:t>
          </a:r>
          <a:r>
            <a:rPr lang="en-SG" sz="2200" b="0" i="0" u="none" strike="noStrike" dirty="0" err="1">
              <a:effectLst/>
              <a:latin typeface="+mn-lt"/>
            </a:rPr>
            <a:t>satu</a:t>
          </a:r>
          <a:r>
            <a:rPr lang="en-SG" sz="2200" b="0" i="0" u="none" strike="noStrike" dirty="0">
              <a:effectLst/>
              <a:latin typeface="+mn-lt"/>
            </a:rPr>
            <a:t> </a:t>
          </a:r>
          <a:r>
            <a:rPr lang="en-SG" sz="2200" b="0" i="0" u="none" strike="noStrike" dirty="0" err="1">
              <a:effectLst/>
              <a:latin typeface="+mn-lt"/>
            </a:rPr>
            <a:t>sama</a:t>
          </a:r>
          <a:r>
            <a:rPr lang="en-SG" sz="2200" b="0" i="0" u="none" strike="noStrike" dirty="0">
              <a:effectLst/>
              <a:latin typeface="+mn-lt"/>
            </a:rPr>
            <a:t> lain dan </a:t>
          </a:r>
          <a:r>
            <a:rPr lang="en-SG" sz="2200" b="0" i="0" u="none" strike="noStrike" dirty="0" err="1">
              <a:effectLst/>
              <a:latin typeface="+mn-lt"/>
            </a:rPr>
            <a:t>bersama-sama</a:t>
          </a:r>
          <a:r>
            <a:rPr lang="en-SG" sz="2200" b="0" i="0" u="none" strike="noStrike" dirty="0">
              <a:effectLst/>
              <a:latin typeface="+mn-lt"/>
            </a:rPr>
            <a:t> </a:t>
          </a:r>
          <a:r>
            <a:rPr lang="en-SG" sz="2200" b="0" i="0" u="none" strike="noStrike" dirty="0" err="1">
              <a:effectLst/>
              <a:latin typeface="+mn-lt"/>
            </a:rPr>
            <a:t>memecahkan</a:t>
          </a:r>
          <a:r>
            <a:rPr lang="en-SG" sz="2200" b="0" i="0" u="none" strike="noStrike" dirty="0">
              <a:effectLst/>
              <a:latin typeface="+mn-lt"/>
            </a:rPr>
            <a:t> </a:t>
          </a:r>
          <a:r>
            <a:rPr lang="en-SG" sz="2200" b="0" i="0" u="none" strike="noStrike" dirty="0" err="1">
              <a:effectLst/>
              <a:latin typeface="+mn-lt"/>
            </a:rPr>
            <a:t>masalah-masalah</a:t>
          </a:r>
          <a:r>
            <a:rPr lang="en-SG" sz="2200" b="0" i="0" u="none" strike="noStrike" dirty="0">
              <a:effectLst/>
              <a:latin typeface="+mn-lt"/>
            </a:rPr>
            <a:t> </a:t>
          </a:r>
          <a:r>
            <a:rPr lang="en-SG" sz="2200" b="0" i="0" u="none" strike="noStrike" dirty="0" err="1">
              <a:effectLst/>
              <a:latin typeface="+mn-lt"/>
            </a:rPr>
            <a:t>nasional</a:t>
          </a:r>
          <a:r>
            <a:rPr lang="en-SG" sz="2200" b="0" i="0" u="none" strike="noStrike" dirty="0">
              <a:effectLst/>
              <a:latin typeface="+mn-lt"/>
            </a:rPr>
            <a:t>.</a:t>
          </a:r>
          <a:endParaRPr lang="en-US" sz="2200" dirty="0">
            <a:latin typeface="+mn-lt"/>
          </a:endParaRPr>
        </a:p>
      </dgm:t>
    </dgm:pt>
    <dgm:pt modelId="{557FEC50-1788-452A-AF41-0AEE245CA987}" type="parTrans" cxnId="{95E028BF-03B4-429F-B596-A1C013AB162B}">
      <dgm:prSet/>
      <dgm:spPr/>
      <dgm:t>
        <a:bodyPr/>
        <a:lstStyle/>
        <a:p>
          <a:endParaRPr lang="en-US"/>
        </a:p>
      </dgm:t>
    </dgm:pt>
    <dgm:pt modelId="{1390DAC6-A999-42E3-A87F-B5AA2593B8EE}" type="sibTrans" cxnId="{95E028BF-03B4-429F-B596-A1C013AB162B}">
      <dgm:prSet/>
      <dgm:spPr/>
      <dgm:t>
        <a:bodyPr/>
        <a:lstStyle/>
        <a:p>
          <a:endParaRPr lang="en-US"/>
        </a:p>
      </dgm:t>
    </dgm:pt>
    <dgm:pt modelId="{B5476B88-9DD6-496C-A082-D371279D6A19}" type="pres">
      <dgm:prSet presAssocID="{F9FE254F-5789-4F08-9FF0-9D39E4DFDBFB}" presName="linear" presStyleCnt="0">
        <dgm:presLayoutVars>
          <dgm:dir/>
          <dgm:animLvl val="lvl"/>
          <dgm:resizeHandles val="exact"/>
        </dgm:presLayoutVars>
      </dgm:prSet>
      <dgm:spPr/>
    </dgm:pt>
    <dgm:pt modelId="{EE0B501B-2F2C-45D6-8996-B3CE4164733D}" type="pres">
      <dgm:prSet presAssocID="{E900E67D-BF62-4E9E-850E-BB13E23539AE}" presName="parentLin" presStyleCnt="0"/>
      <dgm:spPr/>
    </dgm:pt>
    <dgm:pt modelId="{6118953A-E942-40BE-9125-C6E4BF742586}" type="pres">
      <dgm:prSet presAssocID="{E900E67D-BF62-4E9E-850E-BB13E23539AE}" presName="parentLeftMargin" presStyleLbl="node1" presStyleIdx="0" presStyleCnt="1"/>
      <dgm:spPr/>
    </dgm:pt>
    <dgm:pt modelId="{C5CEF99A-DB37-41FC-89B6-5D171CFF1AED}" type="pres">
      <dgm:prSet presAssocID="{E900E67D-BF62-4E9E-850E-BB13E23539AE}" presName="parentText" presStyleLbl="node1" presStyleIdx="0" presStyleCnt="1">
        <dgm:presLayoutVars>
          <dgm:chMax val="0"/>
          <dgm:bulletEnabled val="1"/>
        </dgm:presLayoutVars>
      </dgm:prSet>
      <dgm:spPr/>
    </dgm:pt>
    <dgm:pt modelId="{FFE65D71-EDD4-4020-B280-6D73808852C6}" type="pres">
      <dgm:prSet presAssocID="{E900E67D-BF62-4E9E-850E-BB13E23539AE}" presName="negativeSpace" presStyleCnt="0"/>
      <dgm:spPr/>
    </dgm:pt>
    <dgm:pt modelId="{C8FFCCDB-9C55-4099-8B21-27FAA5E0E04A}" type="pres">
      <dgm:prSet presAssocID="{E900E67D-BF62-4E9E-850E-BB13E23539AE}" presName="childText" presStyleLbl="conFgAcc1" presStyleIdx="0" presStyleCnt="1">
        <dgm:presLayoutVars>
          <dgm:bulletEnabled val="1"/>
        </dgm:presLayoutVars>
      </dgm:prSet>
      <dgm:spPr/>
    </dgm:pt>
  </dgm:ptLst>
  <dgm:cxnLst>
    <dgm:cxn modelId="{103286AB-2434-41C4-9250-B8A92836E3F3}" type="presOf" srcId="{CA34B853-184F-4AFD-AF0F-ECF0B709EA72}" destId="{C8FFCCDB-9C55-4099-8B21-27FAA5E0E04A}" srcOrd="0" destOrd="0" presId="urn:microsoft.com/office/officeart/2005/8/layout/list1"/>
    <dgm:cxn modelId="{95E028BF-03B4-429F-B596-A1C013AB162B}" srcId="{E900E67D-BF62-4E9E-850E-BB13E23539AE}" destId="{CA34B853-184F-4AFD-AF0F-ECF0B709EA72}" srcOrd="0" destOrd="0" parTransId="{557FEC50-1788-452A-AF41-0AEE245CA987}" sibTransId="{1390DAC6-A999-42E3-A87F-B5AA2593B8EE}"/>
    <dgm:cxn modelId="{B056C3C1-EAB4-44B8-98E9-2A699ACE4543}" srcId="{F9FE254F-5789-4F08-9FF0-9D39E4DFDBFB}" destId="{E900E67D-BF62-4E9E-850E-BB13E23539AE}" srcOrd="0" destOrd="0" parTransId="{2FADFE2A-4797-4382-ABEC-9511BE12C100}" sibTransId="{A01CAA59-C2DE-41CE-9AF7-F16C2BE94F51}"/>
    <dgm:cxn modelId="{B4C6A5E5-AF36-4CDD-AF9F-72A5F6B07A89}" type="presOf" srcId="{F9FE254F-5789-4F08-9FF0-9D39E4DFDBFB}" destId="{B5476B88-9DD6-496C-A082-D371279D6A19}" srcOrd="0" destOrd="0" presId="urn:microsoft.com/office/officeart/2005/8/layout/list1"/>
    <dgm:cxn modelId="{9ED860E7-1C66-484A-A293-8814E392839C}" type="presOf" srcId="{E900E67D-BF62-4E9E-850E-BB13E23539AE}" destId="{C5CEF99A-DB37-41FC-89B6-5D171CFF1AED}" srcOrd="1" destOrd="0" presId="urn:microsoft.com/office/officeart/2005/8/layout/list1"/>
    <dgm:cxn modelId="{AA84E7F4-EA9A-4FA5-827C-A6099E5B367B}" type="presOf" srcId="{E900E67D-BF62-4E9E-850E-BB13E23539AE}" destId="{6118953A-E942-40BE-9125-C6E4BF742586}" srcOrd="0" destOrd="0" presId="urn:microsoft.com/office/officeart/2005/8/layout/list1"/>
    <dgm:cxn modelId="{5CC49118-B6B1-40CB-9FA9-2DF6E83EA144}" type="presParOf" srcId="{B5476B88-9DD6-496C-A082-D371279D6A19}" destId="{EE0B501B-2F2C-45D6-8996-B3CE4164733D}" srcOrd="0" destOrd="0" presId="urn:microsoft.com/office/officeart/2005/8/layout/list1"/>
    <dgm:cxn modelId="{5D188C40-5DD7-4D9A-A5D6-781D4E885E7B}" type="presParOf" srcId="{EE0B501B-2F2C-45D6-8996-B3CE4164733D}" destId="{6118953A-E942-40BE-9125-C6E4BF742586}" srcOrd="0" destOrd="0" presId="urn:microsoft.com/office/officeart/2005/8/layout/list1"/>
    <dgm:cxn modelId="{E88D082F-85C6-4F91-879D-5E1E9FA5B0F1}" type="presParOf" srcId="{EE0B501B-2F2C-45D6-8996-B3CE4164733D}" destId="{C5CEF99A-DB37-41FC-89B6-5D171CFF1AED}" srcOrd="1" destOrd="0" presId="urn:microsoft.com/office/officeart/2005/8/layout/list1"/>
    <dgm:cxn modelId="{4C8C8F8E-785E-4746-9831-B69A9D49057F}" type="presParOf" srcId="{B5476B88-9DD6-496C-A082-D371279D6A19}" destId="{FFE65D71-EDD4-4020-B280-6D73808852C6}" srcOrd="1" destOrd="0" presId="urn:microsoft.com/office/officeart/2005/8/layout/list1"/>
    <dgm:cxn modelId="{08735BAF-D407-4D24-872B-239166904FE5}" type="presParOf" srcId="{B5476B88-9DD6-496C-A082-D371279D6A19}" destId="{C8FFCCDB-9C55-4099-8B21-27FAA5E0E04A}"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47D0291-ADD2-48A4-8165-403F2B069FD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03EC2AD-F16A-4581-8898-0F2243357B3E}">
      <dgm:prSet phldrT="[Text]"/>
      <dgm:spPr/>
      <dgm:t>
        <a:bodyPr/>
        <a:lstStyle/>
        <a:p>
          <a:pPr algn="ctr"/>
          <a:r>
            <a:rPr lang="en-US" dirty="0"/>
            <a:t>A</a:t>
          </a:r>
        </a:p>
      </dgm:t>
    </dgm:pt>
    <dgm:pt modelId="{34A228B2-C048-4BCE-9DDB-6F257DF1067E}" type="parTrans" cxnId="{E8A93E23-BEB3-457F-9D2A-47B8AA41CB8B}">
      <dgm:prSet/>
      <dgm:spPr/>
      <dgm:t>
        <a:bodyPr/>
        <a:lstStyle/>
        <a:p>
          <a:endParaRPr lang="en-US"/>
        </a:p>
      </dgm:t>
    </dgm:pt>
    <dgm:pt modelId="{4D1C15CA-6AF9-403C-A274-63876E5318D6}" type="sibTrans" cxnId="{E8A93E23-BEB3-457F-9D2A-47B8AA41CB8B}">
      <dgm:prSet/>
      <dgm:spPr/>
      <dgm:t>
        <a:bodyPr/>
        <a:lstStyle/>
        <a:p>
          <a:endParaRPr lang="en-US"/>
        </a:p>
      </dgm:t>
    </dgm:pt>
    <dgm:pt modelId="{B8E16BA0-CE14-47EA-8240-23809D13281C}">
      <dgm:prSet phldrT="[Text]"/>
      <dgm:spPr/>
      <dgm:t>
        <a:bodyPr/>
        <a:lstStyle/>
        <a:p>
          <a:pPr algn="just"/>
          <a:r>
            <a:rPr lang="en-SG" b="0" i="0" u="none" strike="noStrike" dirty="0">
              <a:solidFill>
                <a:srgbClr val="000000"/>
              </a:solidFill>
              <a:effectLst/>
              <a:latin typeface="+mn-lt"/>
            </a:rPr>
            <a:t>Pada </a:t>
          </a:r>
          <a:r>
            <a:rPr lang="en-SG" b="0" i="0" u="none" strike="noStrike" dirty="0" err="1">
              <a:solidFill>
                <a:srgbClr val="000000"/>
              </a:solidFill>
              <a:effectLst/>
              <a:latin typeface="+mn-lt"/>
            </a:rPr>
            <a:t>umumnya</a:t>
          </a:r>
          <a:r>
            <a:rPr lang="en-SG" b="0" i="0" u="none" strike="noStrike" dirty="0">
              <a:solidFill>
                <a:srgbClr val="000000"/>
              </a:solidFill>
              <a:effectLst/>
              <a:latin typeface="+mn-lt"/>
            </a:rPr>
            <a:t> </a:t>
          </a:r>
          <a:r>
            <a:rPr lang="en-SG" b="0" i="0" u="none" strike="noStrike" dirty="0" err="1">
              <a:solidFill>
                <a:srgbClr val="000000"/>
              </a:solidFill>
              <a:effectLst/>
              <a:latin typeface="+mn-lt"/>
            </a:rPr>
            <a:t>dapat</a:t>
          </a:r>
          <a:r>
            <a:rPr lang="en-SG" b="0" i="0" u="none" strike="noStrike" dirty="0">
              <a:solidFill>
                <a:srgbClr val="000000"/>
              </a:solidFill>
              <a:effectLst/>
              <a:latin typeface="+mn-lt"/>
            </a:rPr>
            <a:t> </a:t>
          </a:r>
          <a:r>
            <a:rPr lang="en-SG" b="0" i="0" u="none" strike="noStrike" dirty="0" err="1">
              <a:solidFill>
                <a:srgbClr val="000000"/>
              </a:solidFill>
              <a:effectLst/>
              <a:latin typeface="+mn-lt"/>
            </a:rPr>
            <a:t>dikatakan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bahwa</a:t>
          </a:r>
          <a:r>
            <a:rPr lang="en-SG" b="0" i="0" u="none" strike="noStrike" dirty="0">
              <a:solidFill>
                <a:srgbClr val="000000"/>
              </a:solidFill>
              <a:effectLst/>
              <a:latin typeface="+mn-lt"/>
            </a:rPr>
            <a:t> </a:t>
          </a:r>
          <a:r>
            <a:rPr lang="en-SG" b="0" i="0" u="none" strike="noStrike" dirty="0" err="1">
              <a:solidFill>
                <a:srgbClr val="000000"/>
              </a:solidFill>
              <a:effectLst/>
              <a:latin typeface="+mn-lt"/>
            </a:rPr>
            <a:t>studi</a:t>
          </a:r>
          <a:r>
            <a:rPr lang="en-SG" b="0" i="0" u="none" strike="noStrike" dirty="0">
              <a:solidFill>
                <a:srgbClr val="000000"/>
              </a:solidFill>
              <a:effectLst/>
              <a:latin typeface="+mn-lt"/>
            </a:rPr>
            <a:t> </a:t>
          </a:r>
          <a:r>
            <a:rPr lang="en-SG" b="0" i="0" u="none" strike="noStrike" dirty="0" err="1">
              <a:solidFill>
                <a:srgbClr val="000000"/>
              </a:solidFill>
              <a:effectLst/>
              <a:latin typeface="+mn-lt"/>
            </a:rPr>
            <a:t>filsafat</a:t>
          </a:r>
          <a:r>
            <a:rPr lang="en-SG" b="0" i="0" u="none" strike="noStrike" dirty="0">
              <a:solidFill>
                <a:srgbClr val="000000"/>
              </a:solidFill>
              <a:effectLst/>
              <a:latin typeface="+mn-lt"/>
            </a:rPr>
            <a:t> </a:t>
          </a:r>
          <a:r>
            <a:rPr lang="en-SG" b="0" i="0" u="none" strike="noStrike" dirty="0" err="1">
              <a:solidFill>
                <a:srgbClr val="000000"/>
              </a:solidFill>
              <a:effectLst/>
              <a:latin typeface="+mn-lt"/>
            </a:rPr>
            <a:t>semakin</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menjadikan</a:t>
          </a:r>
          <a:r>
            <a:rPr lang="en-SG" b="0" i="0" u="none" strike="noStrike" dirty="0">
              <a:solidFill>
                <a:srgbClr val="000000"/>
              </a:solidFill>
              <a:effectLst/>
              <a:latin typeface="+mn-lt"/>
            </a:rPr>
            <a:t> orang </a:t>
          </a:r>
          <a:r>
            <a:rPr lang="en-SG" b="0" i="0" u="none" strike="noStrike" dirty="0" err="1">
              <a:solidFill>
                <a:srgbClr val="000000"/>
              </a:solidFill>
              <a:effectLst/>
              <a:latin typeface="+mn-lt"/>
            </a:rPr>
            <a:t>mampu</a:t>
          </a:r>
          <a:r>
            <a:rPr lang="en-SG" b="0" i="0" u="none" strike="noStrike" dirty="0">
              <a:solidFill>
                <a:srgbClr val="000000"/>
              </a:solidFill>
              <a:effectLst/>
              <a:latin typeface="+mn-lt"/>
            </a:rPr>
            <a:t> </a:t>
          </a:r>
          <a:r>
            <a:rPr lang="en-SG" b="0" i="0" u="none" strike="noStrike" dirty="0" err="1">
              <a:solidFill>
                <a:srgbClr val="000000"/>
              </a:solidFill>
              <a:effectLst/>
              <a:latin typeface="+mn-lt"/>
            </a:rPr>
            <a:t>untuk</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menangani</a:t>
          </a:r>
          <a:r>
            <a:rPr lang="en-SG" b="0" i="0" u="none" strike="noStrike" dirty="0">
              <a:solidFill>
                <a:srgbClr val="000000"/>
              </a:solidFill>
              <a:effectLst/>
              <a:latin typeface="+mn-lt"/>
            </a:rPr>
            <a:t> </a:t>
          </a:r>
          <a:r>
            <a:rPr lang="en-SG" b="0" i="0" u="none" strike="noStrike" dirty="0" err="1">
              <a:solidFill>
                <a:srgbClr val="000000"/>
              </a:solidFill>
              <a:effectLst/>
              <a:latin typeface="+mn-lt"/>
            </a:rPr>
            <a:t>pertanyaan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mendasar</a:t>
          </a:r>
          <a:r>
            <a:rPr lang="en-SG" b="0" i="0" u="none" strike="noStrike" dirty="0">
              <a:solidFill>
                <a:srgbClr val="000000"/>
              </a:solidFill>
              <a:effectLst/>
              <a:latin typeface="+mn-lt"/>
            </a:rPr>
            <a:t> </a:t>
          </a:r>
          <a:r>
            <a:rPr lang="en-SG" b="0" i="0" u="none" strike="noStrike" dirty="0" err="1">
              <a:solidFill>
                <a:srgbClr val="000000"/>
              </a:solidFill>
              <a:effectLst/>
              <a:latin typeface="+mn-lt"/>
            </a:rPr>
            <a:t>manusia</a:t>
          </a:r>
          <a:r>
            <a:rPr lang="en-SG" b="0" i="0" u="none" strike="noStrike" dirty="0">
              <a:solidFill>
                <a:srgbClr val="000000"/>
              </a:solidFill>
              <a:effectLst/>
              <a:latin typeface="+mn-lt"/>
            </a:rPr>
            <a:t> yang </a:t>
          </a:r>
          <a:r>
            <a:rPr lang="en-SG" b="0" i="0" u="none" strike="noStrike" dirty="0" err="1">
              <a:solidFill>
                <a:srgbClr val="000000"/>
              </a:solidFill>
              <a:effectLst/>
              <a:latin typeface="+mn-lt"/>
            </a:rPr>
            <a:t>tidak</a:t>
          </a:r>
          <a:r>
            <a:rPr lang="en-SG" b="0" i="0" u="none" strike="noStrike" dirty="0">
              <a:solidFill>
                <a:srgbClr val="000000"/>
              </a:solidFill>
              <a:effectLst/>
              <a:latin typeface="+mn-lt"/>
            </a:rPr>
            <a:t> </a:t>
          </a:r>
          <a:r>
            <a:rPr lang="en-SG" b="0" i="0" u="none" strike="noStrike" dirty="0" err="1">
              <a:solidFill>
                <a:srgbClr val="000000"/>
              </a:solidFill>
              <a:effectLst/>
              <a:latin typeface="+mn-lt"/>
            </a:rPr>
            <a:t>terletak</a:t>
          </a:r>
          <a:r>
            <a:rPr lang="en-SG" b="0" i="0" u="none" strike="noStrike" dirty="0">
              <a:solidFill>
                <a:srgbClr val="000000"/>
              </a:solidFill>
              <a:effectLst/>
              <a:latin typeface="+mn-lt"/>
            </a:rPr>
            <a:t> </a:t>
          </a:r>
          <a:r>
            <a:rPr lang="en-SG" b="0" i="0" u="none" strike="noStrike" dirty="0" err="1">
              <a:solidFill>
                <a:srgbClr val="000000"/>
              </a:solidFill>
              <a:effectLst/>
              <a:latin typeface="+mn-lt"/>
            </a:rPr>
            <a:t>dalam</a:t>
          </a:r>
          <a:r>
            <a:rPr lang="en-SG" b="0" i="0" u="none" strike="noStrike" dirty="0">
              <a:solidFill>
                <a:srgbClr val="000000"/>
              </a:solidFill>
              <a:effectLst/>
              <a:latin typeface="+mn-lt"/>
            </a:rPr>
            <a:t> </a:t>
          </a:r>
          <a:r>
            <a:rPr lang="en-SG" b="0" i="0" u="none" strike="noStrike" dirty="0" err="1">
              <a:solidFill>
                <a:srgbClr val="000000"/>
              </a:solidFill>
              <a:effectLst/>
              <a:latin typeface="+mn-lt"/>
            </a:rPr>
            <a:t>wewenang</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metodis</a:t>
          </a:r>
          <a:r>
            <a:rPr lang="en-SG" b="0" i="0" u="none" strike="noStrike" dirty="0">
              <a:solidFill>
                <a:srgbClr val="000000"/>
              </a:solidFill>
              <a:effectLst/>
              <a:latin typeface="+mn-lt"/>
            </a:rPr>
            <a:t> </a:t>
          </a:r>
          <a:r>
            <a:rPr lang="en-SG" b="0" i="0" u="none" strike="noStrike" dirty="0" err="1">
              <a:solidFill>
                <a:srgbClr val="000000"/>
              </a:solidFill>
              <a:effectLst/>
              <a:latin typeface="+mn-lt"/>
            </a:rPr>
            <a:t>ilmu-ilmu</a:t>
          </a:r>
          <a:r>
            <a:rPr lang="en-SG" b="0" i="0" u="none" strike="noStrike" dirty="0">
              <a:solidFill>
                <a:srgbClr val="000000"/>
              </a:solidFill>
              <a:effectLst/>
              <a:latin typeface="+mn-lt"/>
            </a:rPr>
            <a:t> </a:t>
          </a:r>
          <a:r>
            <a:rPr lang="en-SG" b="0" i="0" u="none" strike="noStrike" dirty="0" err="1">
              <a:solidFill>
                <a:srgbClr val="000000"/>
              </a:solidFill>
              <a:effectLst/>
              <a:latin typeface="+mn-lt"/>
            </a:rPr>
            <a:t>khusus</a:t>
          </a:r>
          <a:r>
            <a:rPr lang="en-SG" b="0" i="0" u="none" strike="noStrike" dirty="0">
              <a:solidFill>
                <a:srgbClr val="000000"/>
              </a:solidFill>
              <a:effectLst/>
              <a:latin typeface="+mn-lt"/>
            </a:rPr>
            <a:t>. Jadi </a:t>
          </a:r>
          <a:r>
            <a:rPr lang="en-SG" b="0" i="0" u="none" strike="noStrike" dirty="0" err="1">
              <a:solidFill>
                <a:srgbClr val="000000"/>
              </a:solidFill>
              <a:effectLst/>
              <a:latin typeface="+mn-lt"/>
            </a:rPr>
            <a:t>filsafat</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membantu</a:t>
          </a:r>
          <a:r>
            <a:rPr lang="en-SG" b="0" i="0" u="none" strike="noStrike" dirty="0">
              <a:solidFill>
                <a:srgbClr val="000000"/>
              </a:solidFill>
              <a:effectLst/>
              <a:latin typeface="+mn-lt"/>
            </a:rPr>
            <a:t> </a:t>
          </a:r>
          <a:r>
            <a:rPr lang="en-SG" b="0" i="0" u="none" strike="noStrike" dirty="0" err="1">
              <a:solidFill>
                <a:srgbClr val="000000"/>
              </a:solidFill>
              <a:effectLst/>
              <a:latin typeface="+mn-lt"/>
            </a:rPr>
            <a:t>untuk</a:t>
          </a:r>
          <a:r>
            <a:rPr lang="en-SG" b="0" i="0" u="none" strike="noStrike" dirty="0">
              <a:solidFill>
                <a:srgbClr val="000000"/>
              </a:solidFill>
              <a:effectLst/>
              <a:latin typeface="+mn-lt"/>
            </a:rPr>
            <a:t> </a:t>
          </a:r>
          <a:r>
            <a:rPr lang="en-SG" b="0" i="0" u="none" strike="noStrike" dirty="0" err="1">
              <a:solidFill>
                <a:srgbClr val="000000"/>
              </a:solidFill>
              <a:effectLst/>
              <a:latin typeface="+mn-lt"/>
            </a:rPr>
            <a:t>mendalami</a:t>
          </a:r>
          <a:r>
            <a:rPr lang="en-SG" b="0" i="0" u="none" strike="noStrike" dirty="0">
              <a:solidFill>
                <a:srgbClr val="000000"/>
              </a:solidFill>
              <a:effectLst/>
              <a:latin typeface="+mn-lt"/>
            </a:rPr>
            <a:t> </a:t>
          </a:r>
          <a:r>
            <a:rPr lang="en-SG" b="0" i="0" u="none" strike="noStrike" dirty="0" err="1">
              <a:solidFill>
                <a:srgbClr val="000000"/>
              </a:solidFill>
              <a:effectLst/>
              <a:latin typeface="+mn-lt"/>
            </a:rPr>
            <a:t>pertanyaan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pertanyaan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asasi</a:t>
          </a:r>
          <a:r>
            <a:rPr lang="en-SG" b="0" i="0" u="none" strike="noStrike" dirty="0">
              <a:solidFill>
                <a:srgbClr val="000000"/>
              </a:solidFill>
              <a:effectLst/>
              <a:latin typeface="+mn-lt"/>
            </a:rPr>
            <a:t> </a:t>
          </a:r>
          <a:r>
            <a:rPr lang="en-SG" b="0" i="0" u="none" strike="noStrike" dirty="0" err="1">
              <a:solidFill>
                <a:srgbClr val="000000"/>
              </a:solidFill>
              <a:effectLst/>
              <a:latin typeface="+mn-lt"/>
            </a:rPr>
            <a:t>manusia</a:t>
          </a:r>
          <a:r>
            <a:rPr lang="en-SG" b="0" i="0" u="none" strike="noStrike" dirty="0">
              <a:solidFill>
                <a:srgbClr val="000000"/>
              </a:solidFill>
              <a:effectLst/>
              <a:latin typeface="+mn-lt"/>
            </a:rPr>
            <a:t> </a:t>
          </a:r>
          <a:r>
            <a:rPr lang="en-SG" b="0" i="0" u="none" strike="noStrike" dirty="0" err="1">
              <a:solidFill>
                <a:srgbClr val="000000"/>
              </a:solidFill>
              <a:effectLst/>
              <a:latin typeface="+mn-lt"/>
            </a:rPr>
            <a:t>tentang</a:t>
          </a:r>
          <a:r>
            <a:rPr lang="en-SG" b="0" i="0" u="none" strike="noStrike" dirty="0">
              <a:solidFill>
                <a:srgbClr val="000000"/>
              </a:solidFill>
              <a:effectLst/>
              <a:latin typeface="+mn-lt"/>
            </a:rPr>
            <a:t> </a:t>
          </a:r>
          <a:r>
            <a:rPr lang="en-SG" b="0" i="0" u="none" strike="noStrike" dirty="0" err="1">
              <a:solidFill>
                <a:srgbClr val="000000"/>
              </a:solidFill>
              <a:effectLst/>
              <a:latin typeface="+mn-lt"/>
            </a:rPr>
            <a:t>realitas</a:t>
          </a:r>
          <a:r>
            <a:rPr lang="en-SG" b="0" i="0" u="none" strike="noStrike" dirty="0">
              <a:solidFill>
                <a:srgbClr val="000000"/>
              </a:solidFill>
              <a:effectLst/>
              <a:latin typeface="+mn-lt"/>
            </a:rPr>
            <a:t> (</a:t>
          </a:r>
          <a:r>
            <a:rPr lang="en-SG" b="0" i="0" u="none" strike="noStrike" dirty="0" err="1">
              <a:solidFill>
                <a:srgbClr val="000000"/>
              </a:solidFill>
              <a:effectLst/>
              <a:latin typeface="+mn-lt"/>
            </a:rPr>
            <a:t>filsafat</a:t>
          </a:r>
          <a:r>
            <a:rPr lang="en-SG" b="0" i="0" u="none" strike="noStrike" dirty="0">
              <a:solidFill>
                <a:srgbClr val="000000"/>
              </a:solidFill>
              <a:effectLst/>
              <a:latin typeface="+mn-lt"/>
            </a:rPr>
            <a:t> </a:t>
          </a:r>
          <a:r>
            <a:rPr lang="en-SG" b="0" i="0" u="none" strike="noStrike" dirty="0" err="1">
              <a:solidFill>
                <a:srgbClr val="000000"/>
              </a:solidFill>
              <a:effectLst/>
              <a:latin typeface="+mn-lt"/>
            </a:rPr>
            <a:t>teoritis</a:t>
          </a:r>
          <a:r>
            <a:rPr lang="en-SG" b="0" i="0" u="none" strike="noStrike" dirty="0">
              <a:solidFill>
                <a:srgbClr val="000000"/>
              </a:solidFill>
              <a:effectLst/>
              <a:latin typeface="+mn-lt"/>
            </a:rPr>
            <a:t>) dan </a:t>
          </a:r>
          <a:r>
            <a:rPr lang="en-SG" b="0" i="0" u="none" strike="noStrike" dirty="0" err="1">
              <a:solidFill>
                <a:srgbClr val="000000"/>
              </a:solidFill>
              <a:effectLst/>
              <a:latin typeface="+mn-lt"/>
            </a:rPr>
            <a:t>lingkup</a:t>
          </a:r>
          <a:r>
            <a:rPr lang="en-SG" b="0" i="0" u="none" strike="noStrike" dirty="0">
              <a:solidFill>
                <a:srgbClr val="000000"/>
              </a:solidFill>
              <a:effectLst/>
              <a:latin typeface="+mn-lt"/>
            </a:rPr>
            <a:t> </a:t>
          </a:r>
          <a:r>
            <a:rPr lang="en-SG" b="0" i="0" u="none" strike="noStrike" dirty="0" err="1">
              <a:solidFill>
                <a:srgbClr val="000000"/>
              </a:solidFill>
              <a:effectLst/>
              <a:latin typeface="+mn-lt"/>
            </a:rPr>
            <a:t>tanggung</a:t>
          </a:r>
          <a:r>
            <a:rPr lang="en-SG" b="0" i="0" u="none" strike="noStrike" dirty="0">
              <a:solidFill>
                <a:srgbClr val="000000"/>
              </a:solidFill>
              <a:effectLst/>
              <a:latin typeface="+mn-lt"/>
            </a:rPr>
            <a:t> </a:t>
          </a:r>
          <a:r>
            <a:rPr lang="en-SG" b="0" i="0" u="none" strike="noStrike" dirty="0" err="1">
              <a:solidFill>
                <a:srgbClr val="000000"/>
              </a:solidFill>
              <a:effectLst/>
              <a:latin typeface="+mn-lt"/>
            </a:rPr>
            <a:t>jawabnya</a:t>
          </a:r>
          <a:r>
            <a:rPr lang="en-SG" b="0" i="0" u="none" strike="noStrike" dirty="0">
              <a:solidFill>
                <a:srgbClr val="000000"/>
              </a:solidFill>
              <a:effectLst/>
              <a:latin typeface="+mn-lt"/>
            </a:rPr>
            <a:t> (</a:t>
          </a:r>
          <a:r>
            <a:rPr lang="en-SG" b="0" i="0" u="none" strike="noStrike" dirty="0" err="1">
              <a:solidFill>
                <a:srgbClr val="000000"/>
              </a:solidFill>
              <a:effectLst/>
              <a:latin typeface="+mn-lt"/>
            </a:rPr>
            <a:t>filsafat</a:t>
          </a:r>
          <a:r>
            <a:rPr lang="en-SG" b="0" i="0" u="none" strike="noStrike" dirty="0">
              <a:solidFill>
                <a:srgbClr val="000000"/>
              </a:solidFill>
              <a:effectLst/>
              <a:latin typeface="+mn-lt"/>
            </a:rPr>
            <a:t> </a:t>
          </a:r>
          <a:r>
            <a:rPr lang="en-SG" b="0" i="0" u="none" strike="noStrike" dirty="0" err="1">
              <a:solidFill>
                <a:srgbClr val="000000"/>
              </a:solidFill>
              <a:effectLst/>
              <a:latin typeface="+mn-lt"/>
            </a:rPr>
            <a:t>praktis</a:t>
          </a:r>
          <a:r>
            <a:rPr lang="en-SG" b="0" i="0" u="none" strike="noStrike" dirty="0">
              <a:solidFill>
                <a:srgbClr val="000000"/>
              </a:solidFill>
              <a:effectLst/>
              <a:latin typeface="+mn-lt"/>
            </a:rPr>
            <a:t>). </a:t>
          </a:r>
          <a:r>
            <a:rPr lang="en-SG" b="0" i="0" u="none" strike="noStrike" dirty="0" err="1">
              <a:solidFill>
                <a:srgbClr val="000000"/>
              </a:solidFill>
              <a:effectLst/>
              <a:latin typeface="+mn-lt"/>
            </a:rPr>
            <a:t>Kemampuan</a:t>
          </a:r>
          <a:r>
            <a:rPr lang="en-SG" b="0" i="0" u="none" strike="noStrike" dirty="0">
              <a:solidFill>
                <a:srgbClr val="000000"/>
              </a:solidFill>
              <a:effectLst/>
              <a:latin typeface="+mn-lt"/>
            </a:rPr>
            <a:t> </a:t>
          </a:r>
          <a:r>
            <a:rPr lang="en-SG" b="0" i="0" u="none" strike="noStrike" dirty="0" err="1">
              <a:solidFill>
                <a:srgbClr val="000000"/>
              </a:solidFill>
              <a:effectLst/>
              <a:latin typeface="+mn-lt"/>
            </a:rPr>
            <a:t>itu</a:t>
          </a:r>
          <a:r>
            <a:rPr lang="en-SG" b="0" i="0" u="none" strike="noStrike" dirty="0">
              <a:solidFill>
                <a:srgbClr val="000000"/>
              </a:solidFill>
              <a:effectLst/>
              <a:latin typeface="+mn-lt"/>
            </a:rPr>
            <a:t> </a:t>
          </a:r>
          <a:r>
            <a:rPr lang="en-SG" b="0" i="0" u="none" strike="noStrike" dirty="0" err="1">
              <a:solidFill>
                <a:srgbClr val="000000"/>
              </a:solidFill>
              <a:effectLst/>
              <a:latin typeface="+mn-lt"/>
            </a:rPr>
            <a:t>dipelajarinya</a:t>
          </a:r>
          <a:r>
            <a:rPr lang="en-SG" b="0" i="0" u="none" strike="noStrike" dirty="0">
              <a:solidFill>
                <a:srgbClr val="000000"/>
              </a:solidFill>
              <a:effectLst/>
              <a:latin typeface="+mn-lt"/>
            </a:rPr>
            <a:t> </a:t>
          </a:r>
          <a:r>
            <a:rPr lang="en-SG" b="0" i="0" u="none" strike="noStrike" dirty="0" err="1">
              <a:solidFill>
                <a:srgbClr val="000000"/>
              </a:solidFill>
              <a:effectLst/>
              <a:latin typeface="+mn-lt"/>
            </a:rPr>
            <a:t>dari</a:t>
          </a:r>
          <a:r>
            <a:rPr lang="en-SG" b="0" i="0" u="none" strike="noStrike" dirty="0">
              <a:solidFill>
                <a:srgbClr val="000000"/>
              </a:solidFill>
              <a:effectLst/>
              <a:latin typeface="+mn-lt"/>
            </a:rPr>
            <a:t> </a:t>
          </a:r>
          <a:r>
            <a:rPr lang="en-SG" b="0" i="0" u="none" strike="noStrike" dirty="0" err="1">
              <a:solidFill>
                <a:srgbClr val="000000"/>
              </a:solidFill>
              <a:effectLst/>
              <a:latin typeface="+mn-lt"/>
            </a:rPr>
            <a:t>luar</a:t>
          </a:r>
          <a:r>
            <a:rPr lang="en-SG" b="0" i="0" u="none" strike="noStrike" dirty="0">
              <a:solidFill>
                <a:srgbClr val="000000"/>
              </a:solidFill>
              <a:effectLst/>
              <a:latin typeface="+mn-lt"/>
            </a:rPr>
            <a:t> </a:t>
          </a:r>
          <a:r>
            <a:rPr lang="en-SG" b="0" i="0" u="none" strike="noStrike" dirty="0" err="1">
              <a:solidFill>
                <a:srgbClr val="000000"/>
              </a:solidFill>
              <a:effectLst/>
              <a:latin typeface="+mn-lt"/>
            </a:rPr>
            <a:t>jalur</a:t>
          </a:r>
          <a:r>
            <a:rPr lang="en-SG" b="0" i="0" u="none" strike="noStrike" dirty="0">
              <a:solidFill>
                <a:srgbClr val="000000"/>
              </a:solidFill>
              <a:effectLst/>
              <a:latin typeface="+mn-lt"/>
            </a:rPr>
            <a:t> </a:t>
          </a:r>
          <a:r>
            <a:rPr lang="en-SG" b="0" i="0" u="none" strike="noStrike" dirty="0" err="1">
              <a:solidFill>
                <a:srgbClr val="000000"/>
              </a:solidFill>
              <a:effectLst/>
              <a:latin typeface="+mn-lt"/>
            </a:rPr>
            <a:t>secara</a:t>
          </a:r>
          <a:r>
            <a:rPr lang="en-SG" b="0" i="0" u="none" strike="noStrike" dirty="0">
              <a:solidFill>
                <a:srgbClr val="000000"/>
              </a:solidFill>
              <a:effectLst/>
              <a:latin typeface="+mn-lt"/>
            </a:rPr>
            <a:t> </a:t>
          </a:r>
          <a:r>
            <a:rPr lang="en-SG" b="0" i="0" u="none" strike="noStrike" dirty="0" err="1">
              <a:solidFill>
                <a:srgbClr val="000000"/>
              </a:solidFill>
              <a:effectLst/>
              <a:latin typeface="+mn-lt"/>
            </a:rPr>
            <a:t>sisitematik</a:t>
          </a:r>
          <a:r>
            <a:rPr lang="en-SG" b="0" i="0" u="none" strike="noStrike" dirty="0">
              <a:solidFill>
                <a:srgbClr val="000000"/>
              </a:solidFill>
              <a:effectLst/>
              <a:latin typeface="+mn-lt"/>
            </a:rPr>
            <a:t> dan </a:t>
          </a:r>
          <a:r>
            <a:rPr lang="en-SG" b="0" i="0" u="none" strike="noStrike" dirty="0" err="1">
              <a:solidFill>
                <a:srgbClr val="000000"/>
              </a:solidFill>
              <a:effectLst/>
              <a:latin typeface="+mn-lt"/>
            </a:rPr>
            <a:t>secara</a:t>
          </a:r>
          <a:r>
            <a:rPr lang="en-SG" b="0" i="0" u="none" strike="noStrike" dirty="0">
              <a:solidFill>
                <a:srgbClr val="000000"/>
              </a:solidFill>
              <a:effectLst/>
              <a:latin typeface="+mn-lt"/>
            </a:rPr>
            <a:t> </a:t>
          </a:r>
          <a:r>
            <a:rPr lang="en-SG" b="0" i="0" u="none" strike="noStrike" dirty="0" err="1">
              <a:solidFill>
                <a:srgbClr val="000000"/>
              </a:solidFill>
              <a:effectLst/>
              <a:latin typeface="+mn-lt"/>
            </a:rPr>
            <a:t>historis</a:t>
          </a:r>
          <a:r>
            <a:rPr lang="en-SG" b="0" i="0" u="none" strike="noStrike" dirty="0">
              <a:solidFill>
                <a:srgbClr val="000000"/>
              </a:solidFill>
              <a:effectLst/>
              <a:latin typeface="+mn-lt"/>
            </a:rPr>
            <a:t>.</a:t>
          </a:r>
          <a:endParaRPr lang="en-US" dirty="0">
            <a:latin typeface="+mn-lt"/>
          </a:endParaRPr>
        </a:p>
      </dgm:t>
    </dgm:pt>
    <dgm:pt modelId="{EBCBF321-B9FE-4B85-856E-177AACAA79B2}" type="parTrans" cxnId="{8849A3D0-C6B9-4D95-B0B9-082BB53243A3}">
      <dgm:prSet/>
      <dgm:spPr/>
      <dgm:t>
        <a:bodyPr/>
        <a:lstStyle/>
        <a:p>
          <a:endParaRPr lang="en-US"/>
        </a:p>
      </dgm:t>
    </dgm:pt>
    <dgm:pt modelId="{EDBC5CCD-D6FF-4F45-96F3-F307855110EF}" type="sibTrans" cxnId="{8849A3D0-C6B9-4D95-B0B9-082BB53243A3}">
      <dgm:prSet/>
      <dgm:spPr/>
      <dgm:t>
        <a:bodyPr/>
        <a:lstStyle/>
        <a:p>
          <a:endParaRPr lang="en-US"/>
        </a:p>
      </dgm:t>
    </dgm:pt>
    <dgm:pt modelId="{7616F06A-99A2-4F7D-97A3-1D68AF87F0AE}" type="pres">
      <dgm:prSet presAssocID="{A47D0291-ADD2-48A4-8165-403F2B069FDC}" presName="vert0" presStyleCnt="0">
        <dgm:presLayoutVars>
          <dgm:dir/>
          <dgm:animOne val="branch"/>
          <dgm:animLvl val="lvl"/>
        </dgm:presLayoutVars>
      </dgm:prSet>
      <dgm:spPr/>
    </dgm:pt>
    <dgm:pt modelId="{A9888B42-3930-473B-BC7C-ACFB367AD382}" type="pres">
      <dgm:prSet presAssocID="{803EC2AD-F16A-4581-8898-0F2243357B3E}" presName="thickLine" presStyleLbl="alignNode1" presStyleIdx="0" presStyleCnt="1"/>
      <dgm:spPr/>
    </dgm:pt>
    <dgm:pt modelId="{CFF8EC99-E701-4182-84FD-DC81D00B191E}" type="pres">
      <dgm:prSet presAssocID="{803EC2AD-F16A-4581-8898-0F2243357B3E}" presName="horz1" presStyleCnt="0"/>
      <dgm:spPr/>
    </dgm:pt>
    <dgm:pt modelId="{8910E50F-14B0-473A-A6BF-50EF45896697}" type="pres">
      <dgm:prSet presAssocID="{803EC2AD-F16A-4581-8898-0F2243357B3E}" presName="tx1" presStyleLbl="revTx" presStyleIdx="0" presStyleCnt="2"/>
      <dgm:spPr/>
    </dgm:pt>
    <dgm:pt modelId="{E38320C2-CD69-4D39-8716-20FC9AFFF1C1}" type="pres">
      <dgm:prSet presAssocID="{803EC2AD-F16A-4581-8898-0F2243357B3E}" presName="vert1" presStyleCnt="0"/>
      <dgm:spPr/>
    </dgm:pt>
    <dgm:pt modelId="{C851CEC7-F4D5-4625-B649-8B6DC4E9337D}" type="pres">
      <dgm:prSet presAssocID="{B8E16BA0-CE14-47EA-8240-23809D13281C}" presName="vertSpace2a" presStyleCnt="0"/>
      <dgm:spPr/>
    </dgm:pt>
    <dgm:pt modelId="{65E6FE42-24F9-4C73-AC9B-DC2E75FBD888}" type="pres">
      <dgm:prSet presAssocID="{B8E16BA0-CE14-47EA-8240-23809D13281C}" presName="horz2" presStyleCnt="0"/>
      <dgm:spPr/>
    </dgm:pt>
    <dgm:pt modelId="{6A3FCE93-5C92-48EC-844A-49CC5C4804D2}" type="pres">
      <dgm:prSet presAssocID="{B8E16BA0-CE14-47EA-8240-23809D13281C}" presName="horzSpace2" presStyleCnt="0"/>
      <dgm:spPr/>
    </dgm:pt>
    <dgm:pt modelId="{CDABAF04-BAB8-48EC-B5F4-80BA3C3F2674}" type="pres">
      <dgm:prSet presAssocID="{B8E16BA0-CE14-47EA-8240-23809D13281C}" presName="tx2" presStyleLbl="revTx" presStyleIdx="1" presStyleCnt="2"/>
      <dgm:spPr/>
    </dgm:pt>
    <dgm:pt modelId="{D51DB68F-62F0-47DA-8CA1-35C29479FC0A}" type="pres">
      <dgm:prSet presAssocID="{B8E16BA0-CE14-47EA-8240-23809D13281C}" presName="vert2" presStyleCnt="0"/>
      <dgm:spPr/>
    </dgm:pt>
    <dgm:pt modelId="{DB4343A8-869E-4FE8-849D-7EA850200F92}" type="pres">
      <dgm:prSet presAssocID="{B8E16BA0-CE14-47EA-8240-23809D13281C}" presName="thinLine2b" presStyleLbl="callout" presStyleIdx="0" presStyleCnt="1"/>
      <dgm:spPr/>
    </dgm:pt>
    <dgm:pt modelId="{7FA02876-9934-42FC-87CC-252E63008895}" type="pres">
      <dgm:prSet presAssocID="{B8E16BA0-CE14-47EA-8240-23809D13281C}" presName="vertSpace2b" presStyleCnt="0"/>
      <dgm:spPr/>
    </dgm:pt>
  </dgm:ptLst>
  <dgm:cxnLst>
    <dgm:cxn modelId="{16767B1D-3BEA-4DDD-841B-4325B811E4B7}" type="presOf" srcId="{803EC2AD-F16A-4581-8898-0F2243357B3E}" destId="{8910E50F-14B0-473A-A6BF-50EF45896697}" srcOrd="0" destOrd="0" presId="urn:microsoft.com/office/officeart/2008/layout/LinedList"/>
    <dgm:cxn modelId="{E8A93E23-BEB3-457F-9D2A-47B8AA41CB8B}" srcId="{A47D0291-ADD2-48A4-8165-403F2B069FDC}" destId="{803EC2AD-F16A-4581-8898-0F2243357B3E}" srcOrd="0" destOrd="0" parTransId="{34A228B2-C048-4BCE-9DDB-6F257DF1067E}" sibTransId="{4D1C15CA-6AF9-403C-A274-63876E5318D6}"/>
    <dgm:cxn modelId="{74D53B4A-997D-4914-B8AB-12577491391A}" type="presOf" srcId="{A47D0291-ADD2-48A4-8165-403F2B069FDC}" destId="{7616F06A-99A2-4F7D-97A3-1D68AF87F0AE}" srcOrd="0" destOrd="0" presId="urn:microsoft.com/office/officeart/2008/layout/LinedList"/>
    <dgm:cxn modelId="{228A7672-66BA-4EBE-B8B8-1ABC855FAED6}" type="presOf" srcId="{B8E16BA0-CE14-47EA-8240-23809D13281C}" destId="{CDABAF04-BAB8-48EC-B5F4-80BA3C3F2674}" srcOrd="0" destOrd="0" presId="urn:microsoft.com/office/officeart/2008/layout/LinedList"/>
    <dgm:cxn modelId="{8849A3D0-C6B9-4D95-B0B9-082BB53243A3}" srcId="{803EC2AD-F16A-4581-8898-0F2243357B3E}" destId="{B8E16BA0-CE14-47EA-8240-23809D13281C}" srcOrd="0" destOrd="0" parTransId="{EBCBF321-B9FE-4B85-856E-177AACAA79B2}" sibTransId="{EDBC5CCD-D6FF-4F45-96F3-F307855110EF}"/>
    <dgm:cxn modelId="{D81CF64C-5B34-4030-8C58-45E55B0E7168}" type="presParOf" srcId="{7616F06A-99A2-4F7D-97A3-1D68AF87F0AE}" destId="{A9888B42-3930-473B-BC7C-ACFB367AD382}" srcOrd="0" destOrd="0" presId="urn:microsoft.com/office/officeart/2008/layout/LinedList"/>
    <dgm:cxn modelId="{46B0F677-461B-410D-8F5B-D70FA5410254}" type="presParOf" srcId="{7616F06A-99A2-4F7D-97A3-1D68AF87F0AE}" destId="{CFF8EC99-E701-4182-84FD-DC81D00B191E}" srcOrd="1" destOrd="0" presId="urn:microsoft.com/office/officeart/2008/layout/LinedList"/>
    <dgm:cxn modelId="{0EB7CDEE-FDD3-4F9D-9BA3-7BEC79272DE6}" type="presParOf" srcId="{CFF8EC99-E701-4182-84FD-DC81D00B191E}" destId="{8910E50F-14B0-473A-A6BF-50EF45896697}" srcOrd="0" destOrd="0" presId="urn:microsoft.com/office/officeart/2008/layout/LinedList"/>
    <dgm:cxn modelId="{54D4A8C6-6C65-47B3-9ADF-B56252C6920D}" type="presParOf" srcId="{CFF8EC99-E701-4182-84FD-DC81D00B191E}" destId="{E38320C2-CD69-4D39-8716-20FC9AFFF1C1}" srcOrd="1" destOrd="0" presId="urn:microsoft.com/office/officeart/2008/layout/LinedList"/>
    <dgm:cxn modelId="{FE5FEC6F-5959-458C-9D3A-3A342DA950BF}" type="presParOf" srcId="{E38320C2-CD69-4D39-8716-20FC9AFFF1C1}" destId="{C851CEC7-F4D5-4625-B649-8B6DC4E9337D}" srcOrd="0" destOrd="0" presId="urn:microsoft.com/office/officeart/2008/layout/LinedList"/>
    <dgm:cxn modelId="{0722ABF2-7148-49BE-9B3D-2DFF23415BE4}" type="presParOf" srcId="{E38320C2-CD69-4D39-8716-20FC9AFFF1C1}" destId="{65E6FE42-24F9-4C73-AC9B-DC2E75FBD888}" srcOrd="1" destOrd="0" presId="urn:microsoft.com/office/officeart/2008/layout/LinedList"/>
    <dgm:cxn modelId="{8CEFDD14-0869-4153-BDB1-139E877358F2}" type="presParOf" srcId="{65E6FE42-24F9-4C73-AC9B-DC2E75FBD888}" destId="{6A3FCE93-5C92-48EC-844A-49CC5C4804D2}" srcOrd="0" destOrd="0" presId="urn:microsoft.com/office/officeart/2008/layout/LinedList"/>
    <dgm:cxn modelId="{5538B9E5-0F18-4230-BF1E-0EA8E5628601}" type="presParOf" srcId="{65E6FE42-24F9-4C73-AC9B-DC2E75FBD888}" destId="{CDABAF04-BAB8-48EC-B5F4-80BA3C3F2674}" srcOrd="1" destOrd="0" presId="urn:microsoft.com/office/officeart/2008/layout/LinedList"/>
    <dgm:cxn modelId="{F93A61B6-5AAC-4AC4-8013-73136011D11D}" type="presParOf" srcId="{65E6FE42-24F9-4C73-AC9B-DC2E75FBD888}" destId="{D51DB68F-62F0-47DA-8CA1-35C29479FC0A}" srcOrd="2" destOrd="0" presId="urn:microsoft.com/office/officeart/2008/layout/LinedList"/>
    <dgm:cxn modelId="{234241A6-3DDA-41A4-8620-129D03DE2F1F}" type="presParOf" srcId="{E38320C2-CD69-4D39-8716-20FC9AFFF1C1}" destId="{DB4343A8-869E-4FE8-849D-7EA850200F92}" srcOrd="2" destOrd="0" presId="urn:microsoft.com/office/officeart/2008/layout/LinedList"/>
    <dgm:cxn modelId="{9858980B-D2D2-48FF-920C-C9CE8208807A}" type="presParOf" srcId="{E38320C2-CD69-4D39-8716-20FC9AFFF1C1}" destId="{7FA02876-9934-42FC-87CC-252E63008895}"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0EB91A0-8A10-4644-B8B9-ED05B242120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D8F3DED-1DAF-4D43-893D-0C44CC20C52E}">
      <dgm:prSet phldrT="[Text]"/>
      <dgm:spPr/>
      <dgm:t>
        <a:bodyPr/>
        <a:lstStyle/>
        <a:p>
          <a:pPr algn="ctr"/>
          <a:r>
            <a:rPr lang="en-US" dirty="0"/>
            <a:t>B</a:t>
          </a:r>
        </a:p>
      </dgm:t>
    </dgm:pt>
    <dgm:pt modelId="{7461683C-452D-4441-BB88-66BD74B80264}" type="parTrans" cxnId="{E5DF9F1B-F2E0-405D-B641-96B800CD34DA}">
      <dgm:prSet/>
      <dgm:spPr/>
      <dgm:t>
        <a:bodyPr/>
        <a:lstStyle/>
        <a:p>
          <a:endParaRPr lang="en-US"/>
        </a:p>
      </dgm:t>
    </dgm:pt>
    <dgm:pt modelId="{3763C47F-0DA2-4786-AE44-9DAC6FFE5766}" type="sibTrans" cxnId="{E5DF9F1B-F2E0-405D-B641-96B800CD34DA}">
      <dgm:prSet/>
      <dgm:spPr/>
      <dgm:t>
        <a:bodyPr/>
        <a:lstStyle/>
        <a:p>
          <a:endParaRPr lang="en-US"/>
        </a:p>
      </dgm:t>
    </dgm:pt>
    <dgm:pt modelId="{781FD850-8515-42F4-8A13-573DFBEE36CC}">
      <dgm:prSet phldrT="[Text]" custT="1"/>
      <dgm:spPr/>
      <dgm:t>
        <a:bodyPr/>
        <a:lstStyle/>
        <a:p>
          <a:pPr algn="just"/>
          <a:r>
            <a:rPr lang="en-SG" sz="2200" b="0" i="0" u="none" strike="noStrike" dirty="0" err="1">
              <a:solidFill>
                <a:srgbClr val="000000"/>
              </a:solidFill>
              <a:effectLst/>
              <a:latin typeface="+mn-lt"/>
            </a:rPr>
            <a:t>Pertama</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secara</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sistematis</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Artinya</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filsafat</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menawarkan</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metode-metode</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mutakhir</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untuk</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menangani</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masalah-masalah</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mendalam</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manusia</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tentang</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hakikat</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kebenaran</a:t>
          </a:r>
          <a:r>
            <a:rPr lang="en-SG" sz="2200" b="0" i="0" u="none" strike="noStrike" dirty="0">
              <a:solidFill>
                <a:srgbClr val="000000"/>
              </a:solidFill>
              <a:effectLst/>
              <a:latin typeface="+mn-lt"/>
            </a:rPr>
            <a:t> dan </a:t>
          </a:r>
          <a:r>
            <a:rPr lang="en-SG" sz="2200" b="0" i="0" u="none" strike="noStrike" dirty="0" err="1">
              <a:solidFill>
                <a:srgbClr val="000000"/>
              </a:solidFill>
              <a:effectLst/>
              <a:latin typeface="+mn-lt"/>
            </a:rPr>
            <a:t>pengetahuan</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baik</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biasa</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maupun</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ilmiah</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tentang</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tanggung</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jawab</a:t>
          </a:r>
          <a:r>
            <a:rPr lang="en-SG" sz="2200" b="0" i="0" u="none" strike="noStrike" dirty="0">
              <a:solidFill>
                <a:srgbClr val="000000"/>
              </a:solidFill>
              <a:effectLst/>
              <a:latin typeface="+mn-lt"/>
            </a:rPr>
            <a:t>, dan </a:t>
          </a:r>
          <a:r>
            <a:rPr lang="en-SG" sz="2200" b="0" i="0" u="none" strike="noStrike" dirty="0" err="1">
              <a:solidFill>
                <a:srgbClr val="000000"/>
              </a:solidFill>
              <a:effectLst/>
              <a:latin typeface="+mn-lt"/>
            </a:rPr>
            <a:t>keadilan</a:t>
          </a:r>
          <a:r>
            <a:rPr lang="en-SG" sz="2200" b="0" i="0" u="none" strike="noStrike" dirty="0">
              <a:solidFill>
                <a:srgbClr val="000000"/>
              </a:solidFill>
              <a:effectLst/>
              <a:latin typeface="+mn-lt"/>
            </a:rPr>
            <a:t> dan </a:t>
          </a:r>
          <a:r>
            <a:rPr lang="en-SG" sz="2200" b="0" i="0" u="none" strike="noStrike" dirty="0" err="1">
              <a:solidFill>
                <a:srgbClr val="000000"/>
              </a:solidFill>
              <a:effectLst/>
              <a:latin typeface="+mn-lt"/>
            </a:rPr>
            <a:t>sebagainya</a:t>
          </a:r>
          <a:r>
            <a:rPr lang="en-SG" sz="2200" b="0" i="0" u="none" strike="noStrike" dirty="0">
              <a:solidFill>
                <a:srgbClr val="000000"/>
              </a:solidFill>
              <a:effectLst/>
              <a:latin typeface="+mn-lt"/>
            </a:rPr>
            <a:t>.</a:t>
          </a:r>
          <a:endParaRPr lang="en-US" sz="2200" dirty="0">
            <a:latin typeface="+mn-lt"/>
          </a:endParaRPr>
        </a:p>
      </dgm:t>
    </dgm:pt>
    <dgm:pt modelId="{2ACFF3D8-9E37-4590-B95F-1FCC41C4A607}" type="parTrans" cxnId="{CBBAE3E4-B8B4-424F-B7F3-FF7CD19D193D}">
      <dgm:prSet/>
      <dgm:spPr/>
      <dgm:t>
        <a:bodyPr/>
        <a:lstStyle/>
        <a:p>
          <a:endParaRPr lang="en-US"/>
        </a:p>
      </dgm:t>
    </dgm:pt>
    <dgm:pt modelId="{A2E19FE7-A3BD-4EF4-8623-3B74432A2C68}" type="sibTrans" cxnId="{CBBAE3E4-B8B4-424F-B7F3-FF7CD19D193D}">
      <dgm:prSet/>
      <dgm:spPr/>
      <dgm:t>
        <a:bodyPr/>
        <a:lstStyle/>
        <a:p>
          <a:endParaRPr lang="en-US"/>
        </a:p>
      </dgm:t>
    </dgm:pt>
    <dgm:pt modelId="{17A4B2A9-E7C8-4682-91AA-53E1D91D7962}">
      <dgm:prSet phldrT="[Text]"/>
      <dgm:spPr/>
      <dgm:t>
        <a:bodyPr/>
        <a:lstStyle/>
        <a:p>
          <a:pPr algn="ctr"/>
          <a:r>
            <a:rPr lang="en-US" dirty="0"/>
            <a:t>C</a:t>
          </a:r>
        </a:p>
      </dgm:t>
    </dgm:pt>
    <dgm:pt modelId="{E4AF78B1-29B7-48C4-9118-DB3050986936}" type="sibTrans" cxnId="{EF19AD57-047D-4BC2-8025-EAD7BC9FDBBC}">
      <dgm:prSet/>
      <dgm:spPr/>
      <dgm:t>
        <a:bodyPr/>
        <a:lstStyle/>
        <a:p>
          <a:endParaRPr lang="en-US"/>
        </a:p>
      </dgm:t>
    </dgm:pt>
    <dgm:pt modelId="{1C214C48-8FD0-4503-A258-9A33A0BBD7EA}" type="parTrans" cxnId="{EF19AD57-047D-4BC2-8025-EAD7BC9FDBBC}">
      <dgm:prSet/>
      <dgm:spPr/>
      <dgm:t>
        <a:bodyPr/>
        <a:lstStyle/>
        <a:p>
          <a:endParaRPr lang="en-US"/>
        </a:p>
      </dgm:t>
    </dgm:pt>
    <dgm:pt modelId="{DE52FDF2-9BF7-4A1E-A425-0D01447EC47F}">
      <dgm:prSet phldrT="[Text]" custT="1"/>
      <dgm:spPr/>
      <dgm:t>
        <a:bodyPr/>
        <a:lstStyle/>
        <a:p>
          <a:pPr algn="just"/>
          <a:r>
            <a:rPr lang="en-SG" sz="2200" b="0" i="0" u="none" strike="noStrike" dirty="0">
              <a:solidFill>
                <a:srgbClr val="000000"/>
              </a:solidFill>
              <a:effectLst/>
              <a:latin typeface="+mn-lt"/>
            </a:rPr>
            <a:t>Jalur </a:t>
          </a:r>
          <a:r>
            <a:rPr lang="en-SG" sz="2200" b="0" i="0" u="none" strike="noStrike" dirty="0" err="1">
              <a:solidFill>
                <a:srgbClr val="000000"/>
              </a:solidFill>
              <a:effectLst/>
              <a:latin typeface="+mn-lt"/>
            </a:rPr>
            <a:t>kedua</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melalui</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jalur</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sejarah</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filsafat</a:t>
          </a:r>
          <a:r>
            <a:rPr lang="en-SG" sz="2200" b="0" i="0" u="none" strike="noStrike" dirty="0">
              <a:solidFill>
                <a:srgbClr val="000000"/>
              </a:solidFill>
              <a:effectLst/>
              <a:latin typeface="+mn-lt"/>
            </a:rPr>
            <a:t>. Di situ orang </a:t>
          </a:r>
          <a:r>
            <a:rPr lang="en-SG" sz="2200" b="0" i="0" u="none" strike="noStrike" dirty="0" err="1">
              <a:solidFill>
                <a:srgbClr val="000000"/>
              </a:solidFill>
              <a:effectLst/>
              <a:latin typeface="+mn-lt"/>
            </a:rPr>
            <a:t>belajar</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untuk</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mendalami</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menanggapi</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serta</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belajar</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dari</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jawaban-jawaban</a:t>
          </a:r>
          <a:r>
            <a:rPr lang="en-SG" sz="2200" b="0" i="0" u="none" strike="noStrike" dirty="0">
              <a:solidFill>
                <a:srgbClr val="000000"/>
              </a:solidFill>
              <a:effectLst/>
              <a:latin typeface="+mn-lt"/>
            </a:rPr>
            <a:t> yang </a:t>
          </a:r>
          <a:r>
            <a:rPr lang="en-SG" sz="2200" b="0" i="0" u="none" strike="noStrike" dirty="0" err="1">
              <a:solidFill>
                <a:srgbClr val="000000"/>
              </a:solidFill>
              <a:effectLst/>
              <a:latin typeface="+mn-lt"/>
            </a:rPr>
            <a:t>sampai</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sekarang</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ditawarkan</a:t>
          </a:r>
          <a:r>
            <a:rPr lang="en-SG" sz="2200" b="0" i="0" u="none" strike="noStrike" dirty="0">
              <a:solidFill>
                <a:srgbClr val="000000"/>
              </a:solidFill>
              <a:effectLst/>
              <a:latin typeface="+mn-lt"/>
            </a:rPr>
            <a:t> oleh para </a:t>
          </a:r>
          <a:r>
            <a:rPr lang="en-SG" sz="2200" b="0" i="0" u="none" strike="noStrike" dirty="0" err="1">
              <a:solidFill>
                <a:srgbClr val="000000"/>
              </a:solidFill>
              <a:effectLst/>
              <a:latin typeface="+mn-lt"/>
            </a:rPr>
            <a:t>pemikir</a:t>
          </a:r>
          <a:r>
            <a:rPr lang="en-SG" sz="2200" b="0" i="0" u="none" strike="noStrike" dirty="0">
              <a:solidFill>
                <a:srgbClr val="000000"/>
              </a:solidFill>
              <a:effectLst/>
              <a:latin typeface="+mn-lt"/>
            </a:rPr>
            <a:t> dan </a:t>
          </a:r>
          <a:r>
            <a:rPr lang="en-SG" sz="2200" b="0" i="0" u="none" strike="noStrike" dirty="0" err="1">
              <a:solidFill>
                <a:srgbClr val="000000"/>
              </a:solidFill>
              <a:effectLst/>
              <a:latin typeface="+mn-lt"/>
            </a:rPr>
            <a:t>filosof</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terkemuka</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terhadap</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pertanyaan-pertanyaan</a:t>
          </a:r>
          <a:r>
            <a:rPr lang="en-SG" sz="2200" b="0" i="0" u="none" strike="noStrike" dirty="0">
              <a:solidFill>
                <a:srgbClr val="000000"/>
              </a:solidFill>
              <a:effectLst/>
              <a:latin typeface="+mn-lt"/>
            </a:rPr>
            <a:t> </a:t>
          </a:r>
          <a:r>
            <a:rPr lang="en-SG" sz="2200" b="0" i="0" u="none" strike="noStrike" dirty="0" err="1">
              <a:solidFill>
                <a:srgbClr val="000000"/>
              </a:solidFill>
              <a:effectLst/>
              <a:latin typeface="+mn-lt"/>
            </a:rPr>
            <a:t>tersebut</a:t>
          </a:r>
          <a:r>
            <a:rPr lang="en-SG" sz="2200" b="0" i="0" u="none" strike="noStrike" dirty="0">
              <a:solidFill>
                <a:srgbClr val="000000"/>
              </a:solidFill>
              <a:effectLst/>
              <a:latin typeface="+mn-lt"/>
            </a:rPr>
            <a:t>.</a:t>
          </a:r>
          <a:endParaRPr lang="en-US" sz="2200" dirty="0">
            <a:latin typeface="+mn-lt"/>
          </a:endParaRPr>
        </a:p>
      </dgm:t>
    </dgm:pt>
    <dgm:pt modelId="{C4BE3E00-8782-4FFD-BFE1-FA7D240C30E6}" type="sibTrans" cxnId="{1D0983D6-0D3C-4AC7-9975-F56CF806210B}">
      <dgm:prSet/>
      <dgm:spPr/>
      <dgm:t>
        <a:bodyPr/>
        <a:lstStyle/>
        <a:p>
          <a:endParaRPr lang="en-US"/>
        </a:p>
      </dgm:t>
    </dgm:pt>
    <dgm:pt modelId="{794F0D68-DD02-4C56-8936-F554AE46C0F8}" type="parTrans" cxnId="{1D0983D6-0D3C-4AC7-9975-F56CF806210B}">
      <dgm:prSet/>
      <dgm:spPr/>
      <dgm:t>
        <a:bodyPr/>
        <a:lstStyle/>
        <a:p>
          <a:endParaRPr lang="en-US"/>
        </a:p>
      </dgm:t>
    </dgm:pt>
    <dgm:pt modelId="{62FAE15C-2CC2-4753-A4BE-257F6C4E58F9}" type="pres">
      <dgm:prSet presAssocID="{40EB91A0-8A10-4644-B8B9-ED05B242120E}" presName="vert0" presStyleCnt="0">
        <dgm:presLayoutVars>
          <dgm:dir/>
          <dgm:animOne val="branch"/>
          <dgm:animLvl val="lvl"/>
        </dgm:presLayoutVars>
      </dgm:prSet>
      <dgm:spPr/>
    </dgm:pt>
    <dgm:pt modelId="{1666BAA6-7729-46E6-9791-13680CDD82DF}" type="pres">
      <dgm:prSet presAssocID="{8D8F3DED-1DAF-4D43-893D-0C44CC20C52E}" presName="thickLine" presStyleLbl="alignNode1" presStyleIdx="0" presStyleCnt="2"/>
      <dgm:spPr/>
    </dgm:pt>
    <dgm:pt modelId="{E26513CC-0F69-4797-AA02-F80A50C45667}" type="pres">
      <dgm:prSet presAssocID="{8D8F3DED-1DAF-4D43-893D-0C44CC20C52E}" presName="horz1" presStyleCnt="0"/>
      <dgm:spPr/>
    </dgm:pt>
    <dgm:pt modelId="{03AD753F-3C2B-4121-A0E3-9FAD8DDC3E26}" type="pres">
      <dgm:prSet presAssocID="{8D8F3DED-1DAF-4D43-893D-0C44CC20C52E}" presName="tx1" presStyleLbl="revTx" presStyleIdx="0" presStyleCnt="4"/>
      <dgm:spPr/>
    </dgm:pt>
    <dgm:pt modelId="{4B53ADB6-FBFE-4567-8A66-F24CC6272551}" type="pres">
      <dgm:prSet presAssocID="{8D8F3DED-1DAF-4D43-893D-0C44CC20C52E}" presName="vert1" presStyleCnt="0"/>
      <dgm:spPr/>
    </dgm:pt>
    <dgm:pt modelId="{7B0E3ADC-7ED0-40BF-8F97-9672254A3F84}" type="pres">
      <dgm:prSet presAssocID="{781FD850-8515-42F4-8A13-573DFBEE36CC}" presName="vertSpace2a" presStyleCnt="0"/>
      <dgm:spPr/>
    </dgm:pt>
    <dgm:pt modelId="{B0C8B62E-4E3E-4B06-BBE3-83CE72647114}" type="pres">
      <dgm:prSet presAssocID="{781FD850-8515-42F4-8A13-573DFBEE36CC}" presName="horz2" presStyleCnt="0"/>
      <dgm:spPr/>
    </dgm:pt>
    <dgm:pt modelId="{26CB4D42-38A7-4098-95A2-68ACB0FE7B90}" type="pres">
      <dgm:prSet presAssocID="{781FD850-8515-42F4-8A13-573DFBEE36CC}" presName="horzSpace2" presStyleCnt="0"/>
      <dgm:spPr/>
    </dgm:pt>
    <dgm:pt modelId="{EAEF2208-B945-4C46-A63B-3BA0E962EB56}" type="pres">
      <dgm:prSet presAssocID="{781FD850-8515-42F4-8A13-573DFBEE36CC}" presName="tx2" presStyleLbl="revTx" presStyleIdx="1" presStyleCnt="4"/>
      <dgm:spPr/>
    </dgm:pt>
    <dgm:pt modelId="{C5DD6B00-31C8-49CA-87BB-4426EDD1CABB}" type="pres">
      <dgm:prSet presAssocID="{781FD850-8515-42F4-8A13-573DFBEE36CC}" presName="vert2" presStyleCnt="0"/>
      <dgm:spPr/>
    </dgm:pt>
    <dgm:pt modelId="{3505E9AD-C318-4D9D-9B50-7158369D0FE0}" type="pres">
      <dgm:prSet presAssocID="{781FD850-8515-42F4-8A13-573DFBEE36CC}" presName="thinLine2b" presStyleLbl="callout" presStyleIdx="0" presStyleCnt="2"/>
      <dgm:spPr/>
    </dgm:pt>
    <dgm:pt modelId="{4DA140A7-F75D-40C6-B63D-FCE76D500613}" type="pres">
      <dgm:prSet presAssocID="{781FD850-8515-42F4-8A13-573DFBEE36CC}" presName="vertSpace2b" presStyleCnt="0"/>
      <dgm:spPr/>
    </dgm:pt>
    <dgm:pt modelId="{FCFF6BF2-197F-4945-97EC-6C7912AB2B93}" type="pres">
      <dgm:prSet presAssocID="{17A4B2A9-E7C8-4682-91AA-53E1D91D7962}" presName="thickLine" presStyleLbl="alignNode1" presStyleIdx="1" presStyleCnt="2"/>
      <dgm:spPr/>
    </dgm:pt>
    <dgm:pt modelId="{E42928F8-6CF2-4F71-B8DD-D9080BF69A4D}" type="pres">
      <dgm:prSet presAssocID="{17A4B2A9-E7C8-4682-91AA-53E1D91D7962}" presName="horz1" presStyleCnt="0"/>
      <dgm:spPr/>
    </dgm:pt>
    <dgm:pt modelId="{8FCBE3A7-4E3F-4B3F-8C65-C6B2AFE66AB2}" type="pres">
      <dgm:prSet presAssocID="{17A4B2A9-E7C8-4682-91AA-53E1D91D7962}" presName="tx1" presStyleLbl="revTx" presStyleIdx="2" presStyleCnt="4"/>
      <dgm:spPr/>
    </dgm:pt>
    <dgm:pt modelId="{B3C5FA12-7524-4FF5-9755-F158C12DFF7F}" type="pres">
      <dgm:prSet presAssocID="{17A4B2A9-E7C8-4682-91AA-53E1D91D7962}" presName="vert1" presStyleCnt="0"/>
      <dgm:spPr/>
    </dgm:pt>
    <dgm:pt modelId="{C8C3D444-3857-45D1-956B-010CA754D853}" type="pres">
      <dgm:prSet presAssocID="{DE52FDF2-9BF7-4A1E-A425-0D01447EC47F}" presName="vertSpace2a" presStyleCnt="0"/>
      <dgm:spPr/>
    </dgm:pt>
    <dgm:pt modelId="{11CA39CB-ECC7-4FA5-938F-8A7E316B4D1B}" type="pres">
      <dgm:prSet presAssocID="{DE52FDF2-9BF7-4A1E-A425-0D01447EC47F}" presName="horz2" presStyleCnt="0"/>
      <dgm:spPr/>
    </dgm:pt>
    <dgm:pt modelId="{132EEE55-6424-45BA-8102-137B0F2D08F0}" type="pres">
      <dgm:prSet presAssocID="{DE52FDF2-9BF7-4A1E-A425-0D01447EC47F}" presName="horzSpace2" presStyleCnt="0"/>
      <dgm:spPr/>
    </dgm:pt>
    <dgm:pt modelId="{E0C2439A-555F-4B70-B294-FD4ABC675576}" type="pres">
      <dgm:prSet presAssocID="{DE52FDF2-9BF7-4A1E-A425-0D01447EC47F}" presName="tx2" presStyleLbl="revTx" presStyleIdx="3" presStyleCnt="4"/>
      <dgm:spPr/>
    </dgm:pt>
    <dgm:pt modelId="{2DA806A3-E735-4E82-9CDD-FFD4AD628B3F}" type="pres">
      <dgm:prSet presAssocID="{DE52FDF2-9BF7-4A1E-A425-0D01447EC47F}" presName="vert2" presStyleCnt="0"/>
      <dgm:spPr/>
    </dgm:pt>
    <dgm:pt modelId="{7917C703-F0D3-4D1F-B56B-DBF51A1E98AE}" type="pres">
      <dgm:prSet presAssocID="{DE52FDF2-9BF7-4A1E-A425-0D01447EC47F}" presName="thinLine2b" presStyleLbl="callout" presStyleIdx="1" presStyleCnt="2"/>
      <dgm:spPr/>
    </dgm:pt>
    <dgm:pt modelId="{20BF9B1D-E180-4FEB-A2CD-A60EB9634A3B}" type="pres">
      <dgm:prSet presAssocID="{DE52FDF2-9BF7-4A1E-A425-0D01447EC47F}" presName="vertSpace2b" presStyleCnt="0"/>
      <dgm:spPr/>
    </dgm:pt>
  </dgm:ptLst>
  <dgm:cxnLst>
    <dgm:cxn modelId="{E5DF9F1B-F2E0-405D-B641-96B800CD34DA}" srcId="{40EB91A0-8A10-4644-B8B9-ED05B242120E}" destId="{8D8F3DED-1DAF-4D43-893D-0C44CC20C52E}" srcOrd="0" destOrd="0" parTransId="{7461683C-452D-4441-BB88-66BD74B80264}" sibTransId="{3763C47F-0DA2-4786-AE44-9DAC6FFE5766}"/>
    <dgm:cxn modelId="{3F574A1E-08BD-4713-8434-FEEAA4F79B51}" type="presOf" srcId="{40EB91A0-8A10-4644-B8B9-ED05B242120E}" destId="{62FAE15C-2CC2-4753-A4BE-257F6C4E58F9}" srcOrd="0" destOrd="0" presId="urn:microsoft.com/office/officeart/2008/layout/LinedList"/>
    <dgm:cxn modelId="{8CB4B36C-7706-4B73-B3A7-DB44AE62B6E0}" type="presOf" srcId="{17A4B2A9-E7C8-4682-91AA-53E1D91D7962}" destId="{8FCBE3A7-4E3F-4B3F-8C65-C6B2AFE66AB2}" srcOrd="0" destOrd="0" presId="urn:microsoft.com/office/officeart/2008/layout/LinedList"/>
    <dgm:cxn modelId="{EF19AD57-047D-4BC2-8025-EAD7BC9FDBBC}" srcId="{40EB91A0-8A10-4644-B8B9-ED05B242120E}" destId="{17A4B2A9-E7C8-4682-91AA-53E1D91D7962}" srcOrd="1" destOrd="0" parTransId="{1C214C48-8FD0-4503-A258-9A33A0BBD7EA}" sibTransId="{E4AF78B1-29B7-48C4-9118-DB3050986936}"/>
    <dgm:cxn modelId="{63202688-4012-4796-A8DB-898BA0B296FB}" type="presOf" srcId="{DE52FDF2-9BF7-4A1E-A425-0D01447EC47F}" destId="{E0C2439A-555F-4B70-B294-FD4ABC675576}" srcOrd="0" destOrd="0" presId="urn:microsoft.com/office/officeart/2008/layout/LinedList"/>
    <dgm:cxn modelId="{1D0983D6-0D3C-4AC7-9975-F56CF806210B}" srcId="{17A4B2A9-E7C8-4682-91AA-53E1D91D7962}" destId="{DE52FDF2-9BF7-4A1E-A425-0D01447EC47F}" srcOrd="0" destOrd="0" parTransId="{794F0D68-DD02-4C56-8936-F554AE46C0F8}" sibTransId="{C4BE3E00-8782-4FFD-BFE1-FA7D240C30E6}"/>
    <dgm:cxn modelId="{CAF10AE2-3E4F-450C-991F-16025900F39C}" type="presOf" srcId="{8D8F3DED-1DAF-4D43-893D-0C44CC20C52E}" destId="{03AD753F-3C2B-4121-A0E3-9FAD8DDC3E26}" srcOrd="0" destOrd="0" presId="urn:microsoft.com/office/officeart/2008/layout/LinedList"/>
    <dgm:cxn modelId="{CBBAE3E4-B8B4-424F-B7F3-FF7CD19D193D}" srcId="{8D8F3DED-1DAF-4D43-893D-0C44CC20C52E}" destId="{781FD850-8515-42F4-8A13-573DFBEE36CC}" srcOrd="0" destOrd="0" parTransId="{2ACFF3D8-9E37-4590-B95F-1FCC41C4A607}" sibTransId="{A2E19FE7-A3BD-4EF4-8623-3B74432A2C68}"/>
    <dgm:cxn modelId="{9A75ABE7-63E6-49EE-A8B0-32018F2C79F4}" type="presOf" srcId="{781FD850-8515-42F4-8A13-573DFBEE36CC}" destId="{EAEF2208-B945-4C46-A63B-3BA0E962EB56}" srcOrd="0" destOrd="0" presId="urn:microsoft.com/office/officeart/2008/layout/LinedList"/>
    <dgm:cxn modelId="{580B26F8-17B4-4826-B17C-0771598AC4C5}" type="presParOf" srcId="{62FAE15C-2CC2-4753-A4BE-257F6C4E58F9}" destId="{1666BAA6-7729-46E6-9791-13680CDD82DF}" srcOrd="0" destOrd="0" presId="urn:microsoft.com/office/officeart/2008/layout/LinedList"/>
    <dgm:cxn modelId="{739542EF-7AB6-4223-9B56-E42B9F4A83D3}" type="presParOf" srcId="{62FAE15C-2CC2-4753-A4BE-257F6C4E58F9}" destId="{E26513CC-0F69-4797-AA02-F80A50C45667}" srcOrd="1" destOrd="0" presId="urn:microsoft.com/office/officeart/2008/layout/LinedList"/>
    <dgm:cxn modelId="{A39B351A-AEA3-45CE-BD32-5F0BBB21416F}" type="presParOf" srcId="{E26513CC-0F69-4797-AA02-F80A50C45667}" destId="{03AD753F-3C2B-4121-A0E3-9FAD8DDC3E26}" srcOrd="0" destOrd="0" presId="urn:microsoft.com/office/officeart/2008/layout/LinedList"/>
    <dgm:cxn modelId="{F66C5BAC-F30E-4C03-B737-025885BD3A5E}" type="presParOf" srcId="{E26513CC-0F69-4797-AA02-F80A50C45667}" destId="{4B53ADB6-FBFE-4567-8A66-F24CC6272551}" srcOrd="1" destOrd="0" presId="urn:microsoft.com/office/officeart/2008/layout/LinedList"/>
    <dgm:cxn modelId="{A83C414E-7C8D-427A-A0AB-275A6ABA927F}" type="presParOf" srcId="{4B53ADB6-FBFE-4567-8A66-F24CC6272551}" destId="{7B0E3ADC-7ED0-40BF-8F97-9672254A3F84}" srcOrd="0" destOrd="0" presId="urn:microsoft.com/office/officeart/2008/layout/LinedList"/>
    <dgm:cxn modelId="{F393D454-828C-41B7-905C-6BC71BBE0D45}" type="presParOf" srcId="{4B53ADB6-FBFE-4567-8A66-F24CC6272551}" destId="{B0C8B62E-4E3E-4B06-BBE3-83CE72647114}" srcOrd="1" destOrd="0" presId="urn:microsoft.com/office/officeart/2008/layout/LinedList"/>
    <dgm:cxn modelId="{BF2727CA-A7DD-4D7C-899B-22B97796E9E1}" type="presParOf" srcId="{B0C8B62E-4E3E-4B06-BBE3-83CE72647114}" destId="{26CB4D42-38A7-4098-95A2-68ACB0FE7B90}" srcOrd="0" destOrd="0" presId="urn:microsoft.com/office/officeart/2008/layout/LinedList"/>
    <dgm:cxn modelId="{370060E2-C141-45E6-A890-4F6A18FEC5E3}" type="presParOf" srcId="{B0C8B62E-4E3E-4B06-BBE3-83CE72647114}" destId="{EAEF2208-B945-4C46-A63B-3BA0E962EB56}" srcOrd="1" destOrd="0" presId="urn:microsoft.com/office/officeart/2008/layout/LinedList"/>
    <dgm:cxn modelId="{EA332FF8-3361-478E-8324-09E9521D4EC0}" type="presParOf" srcId="{B0C8B62E-4E3E-4B06-BBE3-83CE72647114}" destId="{C5DD6B00-31C8-49CA-87BB-4426EDD1CABB}" srcOrd="2" destOrd="0" presId="urn:microsoft.com/office/officeart/2008/layout/LinedList"/>
    <dgm:cxn modelId="{45BC5849-5975-4161-AE24-BF495B68FC06}" type="presParOf" srcId="{4B53ADB6-FBFE-4567-8A66-F24CC6272551}" destId="{3505E9AD-C318-4D9D-9B50-7158369D0FE0}" srcOrd="2" destOrd="0" presId="urn:microsoft.com/office/officeart/2008/layout/LinedList"/>
    <dgm:cxn modelId="{7A125F41-7174-4B6C-83D7-C46C295CE012}" type="presParOf" srcId="{4B53ADB6-FBFE-4567-8A66-F24CC6272551}" destId="{4DA140A7-F75D-40C6-B63D-FCE76D500613}" srcOrd="3" destOrd="0" presId="urn:microsoft.com/office/officeart/2008/layout/LinedList"/>
    <dgm:cxn modelId="{93714458-6543-40F6-A9C5-5D78462C62E5}" type="presParOf" srcId="{62FAE15C-2CC2-4753-A4BE-257F6C4E58F9}" destId="{FCFF6BF2-197F-4945-97EC-6C7912AB2B93}" srcOrd="2" destOrd="0" presId="urn:microsoft.com/office/officeart/2008/layout/LinedList"/>
    <dgm:cxn modelId="{E06EE233-79D5-4399-A310-E50930913672}" type="presParOf" srcId="{62FAE15C-2CC2-4753-A4BE-257F6C4E58F9}" destId="{E42928F8-6CF2-4F71-B8DD-D9080BF69A4D}" srcOrd="3" destOrd="0" presId="urn:microsoft.com/office/officeart/2008/layout/LinedList"/>
    <dgm:cxn modelId="{7E8513D5-EC64-43A6-99CA-EACD2F0BF86F}" type="presParOf" srcId="{E42928F8-6CF2-4F71-B8DD-D9080BF69A4D}" destId="{8FCBE3A7-4E3F-4B3F-8C65-C6B2AFE66AB2}" srcOrd="0" destOrd="0" presId="urn:microsoft.com/office/officeart/2008/layout/LinedList"/>
    <dgm:cxn modelId="{C20592F1-64FB-4A28-8036-E27E71AFEDAC}" type="presParOf" srcId="{E42928F8-6CF2-4F71-B8DD-D9080BF69A4D}" destId="{B3C5FA12-7524-4FF5-9755-F158C12DFF7F}" srcOrd="1" destOrd="0" presId="urn:microsoft.com/office/officeart/2008/layout/LinedList"/>
    <dgm:cxn modelId="{F06E6A27-3BB9-440F-B134-EAFE41C1B7E8}" type="presParOf" srcId="{B3C5FA12-7524-4FF5-9755-F158C12DFF7F}" destId="{C8C3D444-3857-45D1-956B-010CA754D853}" srcOrd="0" destOrd="0" presId="urn:microsoft.com/office/officeart/2008/layout/LinedList"/>
    <dgm:cxn modelId="{25FE6C70-1F59-401D-92A0-AF94810CF79A}" type="presParOf" srcId="{B3C5FA12-7524-4FF5-9755-F158C12DFF7F}" destId="{11CA39CB-ECC7-4FA5-938F-8A7E316B4D1B}" srcOrd="1" destOrd="0" presId="urn:microsoft.com/office/officeart/2008/layout/LinedList"/>
    <dgm:cxn modelId="{779F98EE-D6A0-438C-B215-E44ECDAAE782}" type="presParOf" srcId="{11CA39CB-ECC7-4FA5-938F-8A7E316B4D1B}" destId="{132EEE55-6424-45BA-8102-137B0F2D08F0}" srcOrd="0" destOrd="0" presId="urn:microsoft.com/office/officeart/2008/layout/LinedList"/>
    <dgm:cxn modelId="{A4161666-A11B-4A0D-AFF7-E48187FADA26}" type="presParOf" srcId="{11CA39CB-ECC7-4FA5-938F-8A7E316B4D1B}" destId="{E0C2439A-555F-4B70-B294-FD4ABC675576}" srcOrd="1" destOrd="0" presId="urn:microsoft.com/office/officeart/2008/layout/LinedList"/>
    <dgm:cxn modelId="{AE340C3B-8201-4ADD-ABCA-44FDA20D95F2}" type="presParOf" srcId="{11CA39CB-ECC7-4FA5-938F-8A7E316B4D1B}" destId="{2DA806A3-E735-4E82-9CDD-FFD4AD628B3F}" srcOrd="2" destOrd="0" presId="urn:microsoft.com/office/officeart/2008/layout/LinedList"/>
    <dgm:cxn modelId="{2BCA8A55-78AE-47EC-B524-82E592E6FCE2}" type="presParOf" srcId="{B3C5FA12-7524-4FF5-9755-F158C12DFF7F}" destId="{7917C703-F0D3-4D1F-B56B-DBF51A1E98AE}" srcOrd="2" destOrd="0" presId="urn:microsoft.com/office/officeart/2008/layout/LinedList"/>
    <dgm:cxn modelId="{B4AA69F2-0EFA-41F2-BB4E-A28B61FCF575}" type="presParOf" srcId="{B3C5FA12-7524-4FF5-9755-F158C12DFF7F}" destId="{20BF9B1D-E180-4FEB-A2CD-A60EB9634A3B}"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6A0BAEB-2180-4426-8607-EF2A8F0E252F}" type="doc">
      <dgm:prSet loTypeId="urn:microsoft.com/office/officeart/2005/8/layout/list1" loCatId="list" qsTypeId="urn:microsoft.com/office/officeart/2005/8/quickstyle/simple1" qsCatId="simple" csTypeId="urn:microsoft.com/office/officeart/2005/8/colors/accent2_4" csCatId="accent2" phldr="1"/>
      <dgm:spPr/>
      <dgm:t>
        <a:bodyPr/>
        <a:lstStyle/>
        <a:p>
          <a:endParaRPr lang="en-US"/>
        </a:p>
      </dgm:t>
    </dgm:pt>
    <dgm:pt modelId="{95660680-C652-4DA9-9CB1-8A321419FDC9}">
      <dgm:prSet phldrT="[Text]" custT="1"/>
      <dgm:spPr/>
      <dgm:t>
        <a:bodyPr/>
        <a:lstStyle/>
        <a:p>
          <a:r>
            <a:rPr lang="en-SG" sz="2400" b="1" i="0" u="none" strike="noStrike">
              <a:effectLst/>
            </a:rPr>
            <a:t>Tradisional</a:t>
          </a:r>
          <a:endParaRPr lang="en-US" sz="2400" dirty="0"/>
        </a:p>
      </dgm:t>
    </dgm:pt>
    <dgm:pt modelId="{EECA6E6C-10FC-42AD-95FC-228EBD196510}" type="parTrans" cxnId="{9331A459-675E-4DDE-9588-2CD89234C0FC}">
      <dgm:prSet/>
      <dgm:spPr/>
      <dgm:t>
        <a:bodyPr/>
        <a:lstStyle/>
        <a:p>
          <a:endParaRPr lang="en-US"/>
        </a:p>
      </dgm:t>
    </dgm:pt>
    <dgm:pt modelId="{B448452E-28AD-4185-A931-D9A9F9C9FEEA}" type="sibTrans" cxnId="{9331A459-675E-4DDE-9588-2CD89234C0FC}">
      <dgm:prSet/>
      <dgm:spPr/>
      <dgm:t>
        <a:bodyPr/>
        <a:lstStyle/>
        <a:p>
          <a:endParaRPr lang="en-US"/>
        </a:p>
      </dgm:t>
    </dgm:pt>
    <dgm:pt modelId="{C546B8F6-258F-41BB-A965-37BFE8796EFB}">
      <dgm:prSet phldrT="[Text]" custT="1"/>
      <dgm:spPr/>
      <dgm:t>
        <a:bodyPr/>
        <a:lstStyle/>
        <a:p>
          <a:pPr algn="just">
            <a:buFont typeface="Wingdings" panose="05000000000000000000" pitchFamily="2" charset="2"/>
            <a:buChar char="v"/>
          </a:pPr>
          <a:r>
            <a:rPr lang="en-SG" sz="2400" b="0" i="0" u="none" strike="noStrike" dirty="0" err="1">
              <a:effectLst/>
            </a:rPr>
            <a:t>Yaitu</a:t>
          </a:r>
          <a:r>
            <a:rPr lang="en-SG" sz="2400" b="0" i="0" u="none" strike="noStrike" dirty="0">
              <a:effectLst/>
            </a:rPr>
            <a:t> </a:t>
          </a:r>
          <a:r>
            <a:rPr lang="en-SG" sz="2400" b="0" i="0" u="none" strike="noStrike" dirty="0" err="1">
              <a:effectLst/>
            </a:rPr>
            <a:t>cara</a:t>
          </a:r>
          <a:r>
            <a:rPr lang="en-SG" sz="2400" b="0" i="0" u="none" strike="noStrike" dirty="0">
              <a:effectLst/>
            </a:rPr>
            <a:t> </a:t>
          </a:r>
          <a:r>
            <a:rPr lang="en-SG" sz="2400" b="0" i="0" u="none" strike="noStrike" dirty="0" err="1">
              <a:effectLst/>
            </a:rPr>
            <a:t>beragama</a:t>
          </a:r>
          <a:r>
            <a:rPr lang="en-SG" sz="2400" b="0" i="0" u="none" strike="noStrike" dirty="0">
              <a:effectLst/>
            </a:rPr>
            <a:t> </a:t>
          </a:r>
          <a:r>
            <a:rPr lang="en-SG" sz="2400" b="0" i="0" u="none" strike="noStrike" dirty="0" err="1">
              <a:effectLst/>
            </a:rPr>
            <a:t>berdasar</a:t>
          </a:r>
          <a:r>
            <a:rPr lang="en-SG" sz="2400" b="0" i="0" u="none" strike="noStrike" dirty="0">
              <a:effectLst/>
            </a:rPr>
            <a:t> </a:t>
          </a:r>
          <a:r>
            <a:rPr lang="en-SG" sz="2400" b="0" i="0" u="none" strike="noStrike" dirty="0" err="1">
              <a:effectLst/>
            </a:rPr>
            <a:t>tradisi</a:t>
          </a:r>
          <a:r>
            <a:rPr lang="en-SG" sz="2400" b="0" i="0" u="none" strike="noStrike" dirty="0">
              <a:effectLst/>
            </a:rPr>
            <a:t>. Cara </a:t>
          </a:r>
          <a:r>
            <a:rPr lang="en-SG" sz="2400" b="0" i="0" u="none" strike="noStrike" dirty="0" err="1">
              <a:effectLst/>
            </a:rPr>
            <a:t>ini</a:t>
          </a:r>
          <a:r>
            <a:rPr lang="en-SG" sz="2400" b="0" i="0" u="none" strike="noStrike" dirty="0">
              <a:effectLst/>
            </a:rPr>
            <a:t> </a:t>
          </a:r>
          <a:r>
            <a:rPr lang="en-SG" sz="2400" b="0" i="0" u="none" strike="noStrike" dirty="0" err="1">
              <a:effectLst/>
            </a:rPr>
            <a:t>mengikuti</a:t>
          </a:r>
          <a:r>
            <a:rPr lang="en-SG" sz="2400" b="0" i="0" u="none" strike="noStrike" dirty="0">
              <a:effectLst/>
            </a:rPr>
            <a:t> </a:t>
          </a:r>
          <a:r>
            <a:rPr lang="en-SG" sz="2400" b="0" i="0" u="none" strike="noStrike" dirty="0" err="1">
              <a:effectLst/>
            </a:rPr>
            <a:t>cara</a:t>
          </a:r>
          <a:r>
            <a:rPr lang="en-SG" sz="2400" b="0" i="0" u="none" strike="noStrike" dirty="0">
              <a:effectLst/>
            </a:rPr>
            <a:t> </a:t>
          </a:r>
          <a:r>
            <a:rPr lang="en-SG" sz="2400" b="0" i="0" u="none" strike="noStrike" dirty="0" err="1">
              <a:effectLst/>
            </a:rPr>
            <a:t>beragama</a:t>
          </a:r>
          <a:r>
            <a:rPr lang="en-SG" sz="2400" b="0" i="0" u="none" strike="noStrike" dirty="0">
              <a:effectLst/>
            </a:rPr>
            <a:t> </a:t>
          </a:r>
          <a:r>
            <a:rPr lang="en-SG" sz="2400" b="0" i="0" u="none" strike="noStrike" dirty="0" err="1">
              <a:effectLst/>
            </a:rPr>
            <a:t>nenek</a:t>
          </a:r>
          <a:r>
            <a:rPr lang="en-SG" sz="2400" b="0" i="0" u="none" strike="noStrike" dirty="0">
              <a:effectLst/>
            </a:rPr>
            <a:t> </a:t>
          </a:r>
          <a:r>
            <a:rPr lang="en-SG" sz="2400" b="0" i="0" u="none" strike="noStrike" dirty="0" err="1">
              <a:effectLst/>
            </a:rPr>
            <a:t>moyang</a:t>
          </a:r>
          <a:r>
            <a:rPr lang="en-SG" sz="2400" b="0" i="0" u="none" strike="noStrike" dirty="0">
              <a:effectLst/>
            </a:rPr>
            <a:t>, </a:t>
          </a:r>
          <a:r>
            <a:rPr lang="en-SG" sz="2400" b="0" i="0" u="none" strike="noStrike" dirty="0" err="1">
              <a:effectLst/>
            </a:rPr>
            <a:t>leluhur</a:t>
          </a:r>
          <a:r>
            <a:rPr lang="en-SG" sz="2400" b="0" i="0" u="none" strike="noStrike" dirty="0">
              <a:effectLst/>
            </a:rPr>
            <a:t>, </a:t>
          </a:r>
          <a:r>
            <a:rPr lang="en-SG" sz="2400" b="0" i="0" u="none" strike="noStrike" dirty="0" err="1">
              <a:effectLst/>
            </a:rPr>
            <a:t>atau</a:t>
          </a:r>
          <a:r>
            <a:rPr lang="en-SG" sz="2400" b="0" i="0" u="none" strike="noStrike" dirty="0">
              <a:effectLst/>
            </a:rPr>
            <a:t> orang-orang </a:t>
          </a:r>
          <a:r>
            <a:rPr lang="en-SG" sz="2400" b="0" i="0" u="none" strike="noStrike" dirty="0" err="1">
              <a:effectLst/>
            </a:rPr>
            <a:t>dari</a:t>
          </a:r>
          <a:r>
            <a:rPr lang="en-SG" sz="2400" b="0" i="0" u="none" strike="noStrike" dirty="0">
              <a:effectLst/>
            </a:rPr>
            <a:t> </a:t>
          </a:r>
          <a:r>
            <a:rPr lang="en-SG" sz="2400" b="0" i="0" u="none" strike="noStrike" dirty="0" err="1">
              <a:effectLst/>
            </a:rPr>
            <a:t>angkatan</a:t>
          </a:r>
          <a:r>
            <a:rPr lang="en-SG" sz="2400" b="0" i="0" u="none" strike="noStrike" dirty="0">
              <a:effectLst/>
            </a:rPr>
            <a:t> </a:t>
          </a:r>
          <a:r>
            <a:rPr lang="en-SG" sz="2400" b="0" i="0" u="none" strike="noStrike" dirty="0" err="1">
              <a:effectLst/>
            </a:rPr>
            <a:t>sebelumnya</a:t>
          </a:r>
          <a:r>
            <a:rPr lang="en-SG" sz="2400" b="0" i="0" u="none" strike="noStrike" dirty="0">
              <a:effectLst/>
            </a:rPr>
            <a:t>. </a:t>
          </a:r>
          <a:r>
            <a:rPr lang="en-SG" sz="2400" b="0" i="0" u="none" strike="noStrike" dirty="0" err="1">
              <a:effectLst/>
            </a:rPr>
            <a:t>Pemeluk</a:t>
          </a:r>
          <a:r>
            <a:rPr lang="en-SG" sz="2400" b="0" i="0" u="none" strike="noStrike" dirty="0">
              <a:effectLst/>
            </a:rPr>
            <a:t> </a:t>
          </a:r>
          <a:r>
            <a:rPr lang="en-SG" sz="2400" b="0" i="0" u="none" strike="noStrike" dirty="0" err="1">
              <a:effectLst/>
            </a:rPr>
            <a:t>cara</a:t>
          </a:r>
          <a:r>
            <a:rPr lang="en-SG" sz="2400" b="0" i="0" u="none" strike="noStrike" dirty="0">
              <a:effectLst/>
            </a:rPr>
            <a:t> agama </a:t>
          </a:r>
          <a:r>
            <a:rPr lang="en-SG" sz="2400" b="0" i="0" u="none" strike="noStrike" dirty="0" err="1">
              <a:effectLst/>
            </a:rPr>
            <a:t>tradisional</a:t>
          </a:r>
          <a:r>
            <a:rPr lang="en-SG" sz="2400" b="0" i="0" u="none" strike="noStrike" dirty="0">
              <a:effectLst/>
            </a:rPr>
            <a:t> pada  </a:t>
          </a:r>
          <a:r>
            <a:rPr lang="en-SG" sz="2400" b="0" i="0" u="none" strike="noStrike" dirty="0" err="1">
              <a:effectLst/>
            </a:rPr>
            <a:t>umumnya</a:t>
          </a:r>
          <a:r>
            <a:rPr lang="en-SG" sz="2400" b="0" i="0" u="none" strike="noStrike" dirty="0">
              <a:effectLst/>
            </a:rPr>
            <a:t>  </a:t>
          </a:r>
          <a:r>
            <a:rPr lang="en-SG" sz="2400" b="0" i="0" u="none" strike="noStrike" dirty="0" err="1">
              <a:effectLst/>
            </a:rPr>
            <a:t>kuat</a:t>
          </a:r>
          <a:r>
            <a:rPr lang="en-SG" sz="2400" b="0" i="0" u="none" strike="noStrike" dirty="0">
              <a:effectLst/>
            </a:rPr>
            <a:t> </a:t>
          </a:r>
          <a:r>
            <a:rPr lang="en-SG" sz="2400" b="0" i="0" u="none" strike="noStrike" dirty="0" err="1">
              <a:effectLst/>
            </a:rPr>
            <a:t>dalam</a:t>
          </a:r>
          <a:r>
            <a:rPr lang="en-SG" sz="2400" b="0" i="0" u="none" strike="noStrike" dirty="0">
              <a:effectLst/>
            </a:rPr>
            <a:t> </a:t>
          </a:r>
          <a:r>
            <a:rPr lang="en-SG" sz="2400" b="0" i="0" u="none" strike="noStrike" dirty="0" err="1">
              <a:effectLst/>
            </a:rPr>
            <a:t>beragama</a:t>
          </a:r>
          <a:r>
            <a:rPr lang="en-SG" sz="2400" b="0" i="0" u="none" strike="noStrike" dirty="0">
              <a:effectLst/>
            </a:rPr>
            <a:t>, </a:t>
          </a:r>
          <a:r>
            <a:rPr lang="en-SG" sz="2400" b="0" i="0" u="none" strike="noStrike" dirty="0" err="1">
              <a:effectLst/>
            </a:rPr>
            <a:t>sulit</a:t>
          </a:r>
          <a:r>
            <a:rPr lang="en-SG" sz="2400" b="0" i="0" u="none" strike="noStrike" dirty="0">
              <a:effectLst/>
            </a:rPr>
            <a:t> </a:t>
          </a:r>
          <a:r>
            <a:rPr lang="en-SG" sz="2400" b="0" i="0" u="none" strike="noStrike" dirty="0" err="1">
              <a:effectLst/>
            </a:rPr>
            <a:t>menerima</a:t>
          </a:r>
          <a:r>
            <a:rPr lang="en-SG" sz="2400" b="0" i="0" u="none" strike="noStrike" dirty="0">
              <a:effectLst/>
            </a:rPr>
            <a:t> </a:t>
          </a:r>
          <a:r>
            <a:rPr lang="en-SG" sz="2400" b="0" i="0" u="none" strike="noStrike" dirty="0" err="1">
              <a:effectLst/>
            </a:rPr>
            <a:t>hal-hal</a:t>
          </a:r>
          <a:r>
            <a:rPr lang="en-SG" sz="2400" b="0" i="0" u="none" strike="noStrike" dirty="0">
              <a:effectLst/>
            </a:rPr>
            <a:t> </a:t>
          </a:r>
          <a:r>
            <a:rPr lang="en-SG" sz="2400" b="0" i="0" u="none" strike="noStrike" dirty="0" err="1">
              <a:effectLst/>
            </a:rPr>
            <a:t>keagamaan</a:t>
          </a:r>
          <a:r>
            <a:rPr lang="en-SG" sz="2400" b="0" i="0" u="none" strike="noStrike" dirty="0">
              <a:effectLst/>
            </a:rPr>
            <a:t> yang </a:t>
          </a:r>
          <a:r>
            <a:rPr lang="en-SG" sz="2400" b="0" i="0" u="none" strike="noStrike" dirty="0" err="1">
              <a:effectLst/>
            </a:rPr>
            <a:t>baru</a:t>
          </a:r>
          <a:r>
            <a:rPr lang="en-SG" sz="2400" b="0" i="0" u="none" strike="noStrike" dirty="0">
              <a:effectLst/>
            </a:rPr>
            <a:t> </a:t>
          </a:r>
          <a:r>
            <a:rPr lang="en-SG" sz="2400" b="0" i="0" u="none" strike="noStrike" dirty="0" err="1">
              <a:effectLst/>
            </a:rPr>
            <a:t>atau</a:t>
          </a:r>
          <a:r>
            <a:rPr lang="en-SG" sz="2400" b="0" i="0" u="none" strike="noStrike" dirty="0">
              <a:effectLst/>
            </a:rPr>
            <a:t> </a:t>
          </a:r>
          <a:r>
            <a:rPr lang="en-SG" sz="2400" b="0" i="0" u="none" strike="noStrike" dirty="0" err="1">
              <a:effectLst/>
            </a:rPr>
            <a:t>pembaharuan</a:t>
          </a:r>
          <a:r>
            <a:rPr lang="en-SG" sz="2400" b="0" i="0" u="none" strike="noStrike" dirty="0">
              <a:effectLst/>
            </a:rPr>
            <a:t>, dan </a:t>
          </a:r>
          <a:r>
            <a:rPr lang="en-SG" sz="2400" b="0" i="0" u="none" strike="noStrike" dirty="0" err="1">
              <a:effectLst/>
            </a:rPr>
            <a:t>tidak</a:t>
          </a:r>
          <a:r>
            <a:rPr lang="en-SG" sz="2400" b="0" i="0" u="none" strike="noStrike" dirty="0">
              <a:effectLst/>
            </a:rPr>
            <a:t> </a:t>
          </a:r>
          <a:r>
            <a:rPr lang="en-SG" sz="2400" b="0" i="0" u="none" strike="noStrike" dirty="0" err="1">
              <a:effectLst/>
            </a:rPr>
            <a:t>berminat</a:t>
          </a:r>
          <a:r>
            <a:rPr lang="en-SG" sz="2400" b="0" i="0" u="none" strike="noStrike" dirty="0">
              <a:effectLst/>
            </a:rPr>
            <a:t> </a:t>
          </a:r>
          <a:r>
            <a:rPr lang="en-SG" sz="2400" b="0" i="0" u="none" strike="noStrike" dirty="0" err="1">
              <a:effectLst/>
            </a:rPr>
            <a:t>bertukar</a:t>
          </a:r>
          <a:r>
            <a:rPr lang="en-SG" sz="2400" b="0" i="0" u="none" strike="noStrike" dirty="0">
              <a:effectLst/>
            </a:rPr>
            <a:t> agama.</a:t>
          </a:r>
          <a:endParaRPr lang="en-US" sz="2400" dirty="0"/>
        </a:p>
      </dgm:t>
    </dgm:pt>
    <dgm:pt modelId="{4CE1B3FA-A08E-48E8-A3CF-2CFDDBFEFA51}" type="parTrans" cxnId="{AEEE9BA2-E232-46A0-8346-0528C80B13A4}">
      <dgm:prSet/>
      <dgm:spPr/>
      <dgm:t>
        <a:bodyPr/>
        <a:lstStyle/>
        <a:p>
          <a:endParaRPr lang="en-US"/>
        </a:p>
      </dgm:t>
    </dgm:pt>
    <dgm:pt modelId="{5140DF6D-DDF0-4F5F-904F-233DB7F82C44}" type="sibTrans" cxnId="{AEEE9BA2-E232-46A0-8346-0528C80B13A4}">
      <dgm:prSet/>
      <dgm:spPr/>
      <dgm:t>
        <a:bodyPr/>
        <a:lstStyle/>
        <a:p>
          <a:endParaRPr lang="en-US"/>
        </a:p>
      </dgm:t>
    </dgm:pt>
    <dgm:pt modelId="{D3749F4D-DAFE-4500-BECB-7E4AFD01DFAD}" type="pres">
      <dgm:prSet presAssocID="{06A0BAEB-2180-4426-8607-EF2A8F0E252F}" presName="linear" presStyleCnt="0">
        <dgm:presLayoutVars>
          <dgm:dir/>
          <dgm:animLvl val="lvl"/>
          <dgm:resizeHandles val="exact"/>
        </dgm:presLayoutVars>
      </dgm:prSet>
      <dgm:spPr/>
    </dgm:pt>
    <dgm:pt modelId="{7400893F-55A4-480D-B0C5-715DC310B84A}" type="pres">
      <dgm:prSet presAssocID="{95660680-C652-4DA9-9CB1-8A321419FDC9}" presName="parentLin" presStyleCnt="0"/>
      <dgm:spPr/>
    </dgm:pt>
    <dgm:pt modelId="{8CC836F5-3E75-4638-8556-7B80EFB16C09}" type="pres">
      <dgm:prSet presAssocID="{95660680-C652-4DA9-9CB1-8A321419FDC9}" presName="parentLeftMargin" presStyleLbl="node1" presStyleIdx="0" presStyleCnt="1"/>
      <dgm:spPr/>
    </dgm:pt>
    <dgm:pt modelId="{E9288CC8-B80A-4944-AAA7-EF7BAD297578}" type="pres">
      <dgm:prSet presAssocID="{95660680-C652-4DA9-9CB1-8A321419FDC9}" presName="parentText" presStyleLbl="node1" presStyleIdx="0" presStyleCnt="1">
        <dgm:presLayoutVars>
          <dgm:chMax val="0"/>
          <dgm:bulletEnabled val="1"/>
        </dgm:presLayoutVars>
      </dgm:prSet>
      <dgm:spPr/>
    </dgm:pt>
    <dgm:pt modelId="{B9ECA3AF-C2CE-4CFE-A3C6-7901B8B8588D}" type="pres">
      <dgm:prSet presAssocID="{95660680-C652-4DA9-9CB1-8A321419FDC9}" presName="negativeSpace" presStyleCnt="0"/>
      <dgm:spPr/>
    </dgm:pt>
    <dgm:pt modelId="{2960181D-CDE3-45D4-A595-82E409777C45}" type="pres">
      <dgm:prSet presAssocID="{95660680-C652-4DA9-9CB1-8A321419FDC9}" presName="childText" presStyleLbl="conFgAcc1" presStyleIdx="0" presStyleCnt="1">
        <dgm:presLayoutVars>
          <dgm:bulletEnabled val="1"/>
        </dgm:presLayoutVars>
      </dgm:prSet>
      <dgm:spPr/>
    </dgm:pt>
  </dgm:ptLst>
  <dgm:cxnLst>
    <dgm:cxn modelId="{18F52027-9BE3-4BB7-A673-EACAC30DF916}" type="presOf" srcId="{95660680-C652-4DA9-9CB1-8A321419FDC9}" destId="{E9288CC8-B80A-4944-AAA7-EF7BAD297578}" srcOrd="1" destOrd="0" presId="urn:microsoft.com/office/officeart/2005/8/layout/list1"/>
    <dgm:cxn modelId="{9331A459-675E-4DDE-9588-2CD89234C0FC}" srcId="{06A0BAEB-2180-4426-8607-EF2A8F0E252F}" destId="{95660680-C652-4DA9-9CB1-8A321419FDC9}" srcOrd="0" destOrd="0" parTransId="{EECA6E6C-10FC-42AD-95FC-228EBD196510}" sibTransId="{B448452E-28AD-4185-A931-D9A9F9C9FEEA}"/>
    <dgm:cxn modelId="{AEEE9BA2-E232-46A0-8346-0528C80B13A4}" srcId="{95660680-C652-4DA9-9CB1-8A321419FDC9}" destId="{C546B8F6-258F-41BB-A965-37BFE8796EFB}" srcOrd="0" destOrd="0" parTransId="{4CE1B3FA-A08E-48E8-A3CF-2CFDDBFEFA51}" sibTransId="{5140DF6D-DDF0-4F5F-904F-233DB7F82C44}"/>
    <dgm:cxn modelId="{1B2BF7C2-0548-4126-B437-AC550DB8E28A}" type="presOf" srcId="{95660680-C652-4DA9-9CB1-8A321419FDC9}" destId="{8CC836F5-3E75-4638-8556-7B80EFB16C09}" srcOrd="0" destOrd="0" presId="urn:microsoft.com/office/officeart/2005/8/layout/list1"/>
    <dgm:cxn modelId="{76E4A3FB-5C53-42C5-8074-F16B38DD6606}" type="presOf" srcId="{06A0BAEB-2180-4426-8607-EF2A8F0E252F}" destId="{D3749F4D-DAFE-4500-BECB-7E4AFD01DFAD}" srcOrd="0" destOrd="0" presId="urn:microsoft.com/office/officeart/2005/8/layout/list1"/>
    <dgm:cxn modelId="{8DB884FF-5E6F-4162-BA04-2A7555876867}" type="presOf" srcId="{C546B8F6-258F-41BB-A965-37BFE8796EFB}" destId="{2960181D-CDE3-45D4-A595-82E409777C45}" srcOrd="0" destOrd="0" presId="urn:microsoft.com/office/officeart/2005/8/layout/list1"/>
    <dgm:cxn modelId="{19C6CEBD-B4E9-4051-ADE5-F52FC0B9A1F2}" type="presParOf" srcId="{D3749F4D-DAFE-4500-BECB-7E4AFD01DFAD}" destId="{7400893F-55A4-480D-B0C5-715DC310B84A}" srcOrd="0" destOrd="0" presId="urn:microsoft.com/office/officeart/2005/8/layout/list1"/>
    <dgm:cxn modelId="{7C6837D0-8FAB-4D2C-8BCA-540B5893E33F}" type="presParOf" srcId="{7400893F-55A4-480D-B0C5-715DC310B84A}" destId="{8CC836F5-3E75-4638-8556-7B80EFB16C09}" srcOrd="0" destOrd="0" presId="urn:microsoft.com/office/officeart/2005/8/layout/list1"/>
    <dgm:cxn modelId="{FFC32554-5170-44B3-A293-C9A1B6F453B1}" type="presParOf" srcId="{7400893F-55A4-480D-B0C5-715DC310B84A}" destId="{E9288CC8-B80A-4944-AAA7-EF7BAD297578}" srcOrd="1" destOrd="0" presId="urn:microsoft.com/office/officeart/2005/8/layout/list1"/>
    <dgm:cxn modelId="{A835797E-C00E-42C9-837F-93AB941D2338}" type="presParOf" srcId="{D3749F4D-DAFE-4500-BECB-7E4AFD01DFAD}" destId="{B9ECA3AF-C2CE-4CFE-A3C6-7901B8B8588D}" srcOrd="1" destOrd="0" presId="urn:microsoft.com/office/officeart/2005/8/layout/list1"/>
    <dgm:cxn modelId="{180F3084-4D17-486C-9B28-5EFD45D6D46B}" type="presParOf" srcId="{D3749F4D-DAFE-4500-BECB-7E4AFD01DFAD}" destId="{2960181D-CDE3-45D4-A595-82E409777C45}"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6A0BAEB-2180-4426-8607-EF2A8F0E252F}" type="doc">
      <dgm:prSet loTypeId="urn:microsoft.com/office/officeart/2005/8/layout/list1" loCatId="list" qsTypeId="urn:microsoft.com/office/officeart/2005/8/quickstyle/simple1" qsCatId="simple" csTypeId="urn:microsoft.com/office/officeart/2005/8/colors/accent2_4" csCatId="accent2" phldr="1"/>
      <dgm:spPr/>
      <dgm:t>
        <a:bodyPr/>
        <a:lstStyle/>
        <a:p>
          <a:endParaRPr lang="en-US"/>
        </a:p>
      </dgm:t>
    </dgm:pt>
    <dgm:pt modelId="{4AB9340B-521B-4EC7-AC9A-63F3342A0AB0}">
      <dgm:prSet phldrT="[Text]" custT="1"/>
      <dgm:spPr/>
      <dgm:t>
        <a:bodyPr/>
        <a:lstStyle/>
        <a:p>
          <a:r>
            <a:rPr lang="en-SG" sz="2200" b="1" i="0" u="none" strike="noStrike" dirty="0">
              <a:effectLst/>
            </a:rPr>
            <a:t>Formal</a:t>
          </a:r>
          <a:endParaRPr lang="en-US" sz="2200" dirty="0"/>
        </a:p>
      </dgm:t>
    </dgm:pt>
    <dgm:pt modelId="{77D592EE-2BE7-4381-A37B-AC5BDDC5B4ED}" type="parTrans" cxnId="{BA1FC987-8B0B-4EB7-A142-DBADE2CBCCA7}">
      <dgm:prSet/>
      <dgm:spPr/>
      <dgm:t>
        <a:bodyPr/>
        <a:lstStyle/>
        <a:p>
          <a:endParaRPr lang="en-US"/>
        </a:p>
      </dgm:t>
    </dgm:pt>
    <dgm:pt modelId="{04955949-FFB9-40DD-881F-AE6063DD881B}" type="sibTrans" cxnId="{BA1FC987-8B0B-4EB7-A142-DBADE2CBCCA7}">
      <dgm:prSet/>
      <dgm:spPr/>
      <dgm:t>
        <a:bodyPr/>
        <a:lstStyle/>
        <a:p>
          <a:endParaRPr lang="en-US"/>
        </a:p>
      </dgm:t>
    </dgm:pt>
    <dgm:pt modelId="{4C9DF11C-371C-40E9-9C9E-89E433B9EEED}">
      <dgm:prSet phldrT="[Text]" custT="1"/>
      <dgm:spPr/>
      <dgm:t>
        <a:bodyPr/>
        <a:lstStyle/>
        <a:p>
          <a:pPr algn="just">
            <a:buFont typeface="Wingdings" panose="05000000000000000000" pitchFamily="2" charset="2"/>
            <a:buChar char="v"/>
          </a:pPr>
          <a:r>
            <a:rPr lang="en-SG" sz="2200" b="0" i="0" u="none" strike="noStrike" dirty="0" err="1">
              <a:effectLst/>
            </a:rPr>
            <a:t>Yaitu</a:t>
          </a:r>
          <a:r>
            <a:rPr lang="en-SG" sz="2200" b="0" i="0" u="none" strike="noStrike" dirty="0">
              <a:effectLst/>
            </a:rPr>
            <a:t> </a:t>
          </a:r>
          <a:r>
            <a:rPr lang="en-SG" sz="2200" b="0" i="0" u="none" strike="noStrike" dirty="0" err="1">
              <a:effectLst/>
            </a:rPr>
            <a:t>cara</a:t>
          </a:r>
          <a:r>
            <a:rPr lang="en-SG" sz="2200" b="0" i="0" u="none" strike="noStrike" dirty="0">
              <a:effectLst/>
            </a:rPr>
            <a:t> </a:t>
          </a:r>
          <a:r>
            <a:rPr lang="en-SG" sz="2200" b="0" i="0" u="none" strike="noStrike" dirty="0" err="1">
              <a:effectLst/>
            </a:rPr>
            <a:t>beragama</a:t>
          </a:r>
          <a:r>
            <a:rPr lang="en-SG" sz="2200" b="0" i="0" u="none" strike="noStrike" dirty="0">
              <a:effectLst/>
            </a:rPr>
            <a:t> </a:t>
          </a:r>
          <a:r>
            <a:rPr lang="en-SG" sz="2200" b="0" i="0" u="none" strike="noStrike" dirty="0" err="1">
              <a:effectLst/>
            </a:rPr>
            <a:t>berdasarkan</a:t>
          </a:r>
          <a:r>
            <a:rPr lang="en-SG" sz="2200" b="0" i="0" u="none" strike="noStrike" dirty="0">
              <a:effectLst/>
            </a:rPr>
            <a:t> </a:t>
          </a:r>
          <a:r>
            <a:rPr lang="en-SG" sz="2200" b="0" i="0" u="none" strike="noStrike" dirty="0" err="1">
              <a:effectLst/>
            </a:rPr>
            <a:t>formalitas</a:t>
          </a:r>
          <a:r>
            <a:rPr lang="en-SG" sz="2200" b="0" i="0" u="none" strike="noStrike" dirty="0">
              <a:effectLst/>
            </a:rPr>
            <a:t> yang </a:t>
          </a:r>
          <a:r>
            <a:rPr lang="en-SG" sz="2200" b="0" i="0" u="none" strike="noStrike" dirty="0" err="1">
              <a:effectLst/>
            </a:rPr>
            <a:t>berlaku</a:t>
          </a:r>
          <a:r>
            <a:rPr lang="en-SG" sz="2200" b="0" i="0" u="none" strike="noStrike" dirty="0">
              <a:effectLst/>
            </a:rPr>
            <a:t> di </a:t>
          </a:r>
          <a:r>
            <a:rPr lang="en-SG" sz="2200" b="0" i="0" u="none" strike="noStrike" dirty="0" err="1">
              <a:effectLst/>
            </a:rPr>
            <a:t>lingkungannya</a:t>
          </a:r>
          <a:r>
            <a:rPr lang="en-SG" sz="2200" b="0" i="0" u="none" strike="noStrike" dirty="0">
              <a:effectLst/>
            </a:rPr>
            <a:t> </a:t>
          </a:r>
          <a:r>
            <a:rPr lang="en-SG" sz="2200" b="0" i="0" u="none" strike="noStrike" dirty="0" err="1">
              <a:effectLst/>
            </a:rPr>
            <a:t>atau</a:t>
          </a:r>
          <a:r>
            <a:rPr lang="en-SG" sz="2200" b="0" i="0" u="none" strike="noStrike" dirty="0">
              <a:effectLst/>
            </a:rPr>
            <a:t> </a:t>
          </a:r>
          <a:r>
            <a:rPr lang="en-SG" sz="2200" b="0" i="0" u="none" strike="noStrike" dirty="0" err="1">
              <a:effectLst/>
            </a:rPr>
            <a:t>masyarakatnya</a:t>
          </a:r>
          <a:r>
            <a:rPr lang="en-SG" sz="2200" b="0" i="0" u="none" strike="noStrike" dirty="0">
              <a:effectLst/>
            </a:rPr>
            <a:t>. Cara </a:t>
          </a:r>
          <a:r>
            <a:rPr lang="en-SG" sz="2200" b="0" i="0" u="none" strike="noStrike" dirty="0" err="1">
              <a:effectLst/>
            </a:rPr>
            <a:t>ini</a:t>
          </a:r>
          <a:r>
            <a:rPr lang="en-SG" sz="2200" b="0" i="0" u="none" strike="noStrike" dirty="0">
              <a:effectLst/>
            </a:rPr>
            <a:t> </a:t>
          </a:r>
          <a:r>
            <a:rPr lang="en-SG" sz="2200" b="0" i="0" u="none" strike="noStrike" dirty="0" err="1">
              <a:effectLst/>
            </a:rPr>
            <a:t>biasanya</a:t>
          </a:r>
          <a:r>
            <a:rPr lang="en-SG" sz="2200" b="0" i="0" u="none" strike="noStrike" dirty="0">
              <a:effectLst/>
            </a:rPr>
            <a:t> </a:t>
          </a:r>
          <a:r>
            <a:rPr lang="en-SG" sz="2200" b="0" i="0" u="none" strike="noStrike" dirty="0" err="1">
              <a:effectLst/>
            </a:rPr>
            <a:t>mengikuti</a:t>
          </a:r>
          <a:r>
            <a:rPr lang="en-SG" sz="2200" b="0" i="0" u="none" strike="noStrike" dirty="0">
              <a:effectLst/>
            </a:rPr>
            <a:t> </a:t>
          </a:r>
          <a:r>
            <a:rPr lang="en-SG" sz="2200" b="0" i="0" u="none" strike="noStrike" dirty="0" err="1">
              <a:effectLst/>
            </a:rPr>
            <a:t>cara</a:t>
          </a:r>
          <a:r>
            <a:rPr lang="en-SG" sz="2200" b="0" i="0" u="none" strike="noStrike" dirty="0">
              <a:effectLst/>
            </a:rPr>
            <a:t> </a:t>
          </a:r>
          <a:r>
            <a:rPr lang="en-SG" sz="2200" b="0" i="0" u="none" strike="noStrike" dirty="0" err="1">
              <a:effectLst/>
            </a:rPr>
            <a:t>beragamanya</a:t>
          </a:r>
          <a:r>
            <a:rPr lang="en-SG" sz="2200" b="0" i="0" u="none" strike="noStrike" dirty="0">
              <a:effectLst/>
            </a:rPr>
            <a:t> orang yang </a:t>
          </a:r>
          <a:r>
            <a:rPr lang="en-SG" sz="2200" b="0" i="0" u="none" strike="noStrike" dirty="0" err="1">
              <a:effectLst/>
            </a:rPr>
            <a:t>berkedudukan</a:t>
          </a:r>
          <a:r>
            <a:rPr lang="en-SG" sz="2200" b="0" i="0" u="none" strike="noStrike" dirty="0">
              <a:effectLst/>
            </a:rPr>
            <a:t> </a:t>
          </a:r>
          <a:r>
            <a:rPr lang="en-SG" sz="2200" b="0" i="0" u="none" strike="noStrike" dirty="0" err="1">
              <a:effectLst/>
            </a:rPr>
            <a:t>tinggi</a:t>
          </a:r>
          <a:r>
            <a:rPr lang="en-SG" sz="2200" b="0" i="0" u="none" strike="noStrike" dirty="0">
              <a:effectLst/>
            </a:rPr>
            <a:t> </a:t>
          </a:r>
          <a:r>
            <a:rPr lang="en-SG" sz="2200" b="0" i="0" u="none" strike="noStrike" dirty="0" err="1">
              <a:effectLst/>
            </a:rPr>
            <a:t>atau</a:t>
          </a:r>
          <a:r>
            <a:rPr lang="en-SG" sz="2200" b="0" i="0" u="none" strike="noStrike" dirty="0">
              <a:effectLst/>
            </a:rPr>
            <a:t> punya </a:t>
          </a:r>
          <a:r>
            <a:rPr lang="en-SG" sz="2200" b="0" i="0" u="none" strike="noStrike" dirty="0" err="1">
              <a:effectLst/>
            </a:rPr>
            <a:t>pengaruh</a:t>
          </a:r>
          <a:r>
            <a:rPr lang="en-SG" sz="2200" b="0" i="0" u="none" strike="noStrike" dirty="0">
              <a:effectLst/>
            </a:rPr>
            <a:t>. Pada </a:t>
          </a:r>
          <a:r>
            <a:rPr lang="en-SG" sz="2200" b="0" i="0" u="none" strike="noStrike" dirty="0" err="1">
              <a:effectLst/>
            </a:rPr>
            <a:t>umumnya</a:t>
          </a:r>
          <a:r>
            <a:rPr lang="en-SG" sz="2200" b="0" i="0" u="none" strike="noStrike" dirty="0">
              <a:effectLst/>
            </a:rPr>
            <a:t> </a:t>
          </a:r>
          <a:r>
            <a:rPr lang="en-SG" sz="2200" b="0" i="0" u="none" strike="noStrike" dirty="0" err="1">
              <a:effectLst/>
            </a:rPr>
            <a:t>tidak</a:t>
          </a:r>
          <a:r>
            <a:rPr lang="en-SG" sz="2200" b="0" i="0" u="none" strike="noStrike" dirty="0">
              <a:effectLst/>
            </a:rPr>
            <a:t> </a:t>
          </a:r>
          <a:r>
            <a:rPr lang="en-SG" sz="2200" b="0" i="0" u="none" strike="noStrike" dirty="0" err="1">
              <a:effectLst/>
            </a:rPr>
            <a:t>kuat</a:t>
          </a:r>
          <a:r>
            <a:rPr lang="en-SG" sz="2200" b="0" i="0" u="none" strike="noStrike" dirty="0">
              <a:effectLst/>
            </a:rPr>
            <a:t> </a:t>
          </a:r>
          <a:r>
            <a:rPr lang="en-SG" sz="2200" b="0" i="0" u="none" strike="noStrike" dirty="0" err="1">
              <a:effectLst/>
            </a:rPr>
            <a:t>dalam</a:t>
          </a:r>
          <a:r>
            <a:rPr lang="en-SG" sz="2200" b="0" i="0" u="none" strike="noStrike" dirty="0">
              <a:effectLst/>
            </a:rPr>
            <a:t> </a:t>
          </a:r>
          <a:r>
            <a:rPr lang="en-SG" sz="2200" b="0" i="0" u="none" strike="noStrike" dirty="0" err="1">
              <a:effectLst/>
            </a:rPr>
            <a:t>beragama</a:t>
          </a:r>
          <a:r>
            <a:rPr lang="en-SG" sz="2200" b="0" i="0" u="none" strike="noStrike" dirty="0">
              <a:effectLst/>
            </a:rPr>
            <a:t>. </a:t>
          </a:r>
          <a:r>
            <a:rPr lang="en-SG" sz="2200" b="0" i="0" u="none" strike="noStrike" dirty="0" err="1">
              <a:effectLst/>
            </a:rPr>
            <a:t>Mudah</a:t>
          </a:r>
          <a:r>
            <a:rPr lang="en-SG" sz="2200" b="0" i="0" u="none" strike="noStrike" dirty="0">
              <a:effectLst/>
            </a:rPr>
            <a:t> </a:t>
          </a:r>
          <a:r>
            <a:rPr lang="en-SG" sz="2200" b="0" i="0" u="none" strike="noStrike" dirty="0" err="1">
              <a:effectLst/>
            </a:rPr>
            <a:t>mengubah</a:t>
          </a:r>
          <a:r>
            <a:rPr lang="en-SG" sz="2200" b="0" i="0" u="none" strike="noStrike" dirty="0">
              <a:effectLst/>
            </a:rPr>
            <a:t> </a:t>
          </a:r>
          <a:r>
            <a:rPr lang="en-SG" sz="2200" b="0" i="0" u="none" strike="noStrike" dirty="0" err="1">
              <a:effectLst/>
            </a:rPr>
            <a:t>cara</a:t>
          </a:r>
          <a:r>
            <a:rPr lang="en-SG" sz="2200" b="0" i="0" u="none" strike="noStrike" dirty="0">
              <a:effectLst/>
            </a:rPr>
            <a:t> </a:t>
          </a:r>
          <a:r>
            <a:rPr lang="en-SG" sz="2200" b="0" i="0" u="none" strike="noStrike" dirty="0" err="1">
              <a:effectLst/>
            </a:rPr>
            <a:t>beragamanya</a:t>
          </a:r>
          <a:r>
            <a:rPr lang="en-SG" sz="2200" b="0" i="0" u="none" strike="noStrike" dirty="0">
              <a:effectLst/>
            </a:rPr>
            <a:t> </a:t>
          </a:r>
          <a:r>
            <a:rPr lang="en-SG" sz="2200" b="0" i="0" u="none" strike="noStrike" dirty="0" err="1">
              <a:effectLst/>
            </a:rPr>
            <a:t>jika</a:t>
          </a:r>
          <a:r>
            <a:rPr lang="en-SG" sz="2200" b="0" i="0" u="none" strike="noStrike" dirty="0">
              <a:effectLst/>
            </a:rPr>
            <a:t> </a:t>
          </a:r>
          <a:r>
            <a:rPr lang="en-SG" sz="2200" b="0" i="0" u="none" strike="noStrike" dirty="0" err="1">
              <a:effectLst/>
            </a:rPr>
            <a:t>berpindah</a:t>
          </a:r>
          <a:r>
            <a:rPr lang="en-SG" sz="2200" b="0" i="0" u="none" strike="noStrike" dirty="0">
              <a:effectLst/>
            </a:rPr>
            <a:t> </a:t>
          </a:r>
          <a:r>
            <a:rPr lang="en-SG" sz="2200" b="0" i="0" u="none" strike="noStrike" dirty="0" err="1">
              <a:effectLst/>
            </a:rPr>
            <a:t>lingkungan</a:t>
          </a:r>
          <a:r>
            <a:rPr lang="en-SG" sz="2200" b="0" i="0" u="none" strike="noStrike" dirty="0">
              <a:effectLst/>
            </a:rPr>
            <a:t> </a:t>
          </a:r>
          <a:r>
            <a:rPr lang="en-SG" sz="2200" b="0" i="0" u="none" strike="noStrike" dirty="0" err="1">
              <a:effectLst/>
            </a:rPr>
            <a:t>atau</a:t>
          </a:r>
          <a:r>
            <a:rPr lang="en-SG" sz="2200" b="0" i="0" u="none" strike="noStrike" dirty="0">
              <a:effectLst/>
            </a:rPr>
            <a:t> </a:t>
          </a:r>
          <a:r>
            <a:rPr lang="en-SG" sz="2200" b="0" i="0" u="none" strike="noStrike" dirty="0" err="1">
              <a:effectLst/>
            </a:rPr>
            <a:t>masyarakat</a:t>
          </a:r>
          <a:r>
            <a:rPr lang="en-SG" sz="2200" b="0" i="0" u="none" strike="noStrike" dirty="0">
              <a:effectLst/>
            </a:rPr>
            <a:t> yang </a:t>
          </a:r>
          <a:r>
            <a:rPr lang="en-SG" sz="2200" b="0" i="0" u="none" strike="noStrike" dirty="0" err="1">
              <a:effectLst/>
            </a:rPr>
            <a:t>berbeda</a:t>
          </a:r>
          <a:r>
            <a:rPr lang="en-SG" sz="2200" b="0" i="0" u="none" strike="noStrike" dirty="0">
              <a:effectLst/>
            </a:rPr>
            <a:t> </a:t>
          </a:r>
          <a:r>
            <a:rPr lang="en-SG" sz="2200" b="0" i="0" u="none" strike="noStrike" dirty="0" err="1">
              <a:effectLst/>
            </a:rPr>
            <a:t>dengan</a:t>
          </a:r>
          <a:r>
            <a:rPr lang="en-SG" sz="2200" b="0" i="0" u="none" strike="noStrike" dirty="0">
              <a:effectLst/>
            </a:rPr>
            <a:t> </a:t>
          </a:r>
          <a:r>
            <a:rPr lang="en-SG" sz="2200" b="0" i="0" u="none" strike="noStrike" dirty="0" err="1">
              <a:effectLst/>
            </a:rPr>
            <a:t>cara</a:t>
          </a:r>
          <a:r>
            <a:rPr lang="en-SG" sz="2200" b="0" i="0" u="none" strike="noStrike" dirty="0">
              <a:effectLst/>
            </a:rPr>
            <a:t> </a:t>
          </a:r>
          <a:r>
            <a:rPr lang="en-SG" sz="2200" b="0" i="0" u="none" strike="noStrike" dirty="0" err="1">
              <a:effectLst/>
            </a:rPr>
            <a:t>beragamnya</a:t>
          </a:r>
          <a:r>
            <a:rPr lang="en-SG" sz="2200" b="0" i="0" u="none" strike="noStrike" dirty="0">
              <a:effectLst/>
            </a:rPr>
            <a:t>. </a:t>
          </a:r>
          <a:r>
            <a:rPr lang="en-SG" sz="2200" b="0" i="0" u="none" strike="noStrike" dirty="0" err="1">
              <a:effectLst/>
            </a:rPr>
            <a:t>Mudah</a:t>
          </a:r>
          <a:r>
            <a:rPr lang="en-SG" sz="2200" b="0" i="0" u="none" strike="noStrike" dirty="0">
              <a:effectLst/>
            </a:rPr>
            <a:t> </a:t>
          </a:r>
          <a:r>
            <a:rPr lang="en-SG" sz="2200" b="0" i="0" u="none" strike="noStrike" dirty="0" err="1">
              <a:effectLst/>
            </a:rPr>
            <a:t>bertukar</a:t>
          </a:r>
          <a:r>
            <a:rPr lang="en-SG" sz="2200" b="0" i="0" u="none" strike="noStrike" dirty="0">
              <a:effectLst/>
            </a:rPr>
            <a:t> agama </a:t>
          </a:r>
          <a:r>
            <a:rPr lang="en-SG" sz="2200" b="0" i="0" u="none" strike="noStrike" dirty="0" err="1">
              <a:effectLst/>
            </a:rPr>
            <a:t>jika</a:t>
          </a:r>
          <a:r>
            <a:rPr lang="en-SG" sz="2200" b="0" i="0" u="none" strike="noStrike" dirty="0">
              <a:effectLst/>
            </a:rPr>
            <a:t> </a:t>
          </a:r>
          <a:r>
            <a:rPr lang="en-SG" sz="2200" b="0" i="0" u="none" strike="noStrike" dirty="0" err="1">
              <a:effectLst/>
            </a:rPr>
            <a:t>memasuki</a:t>
          </a:r>
          <a:r>
            <a:rPr lang="en-SG" sz="2200" b="0" i="0" u="none" strike="noStrike" dirty="0">
              <a:effectLst/>
            </a:rPr>
            <a:t> </a:t>
          </a:r>
          <a:r>
            <a:rPr lang="en-SG" sz="2200" b="0" i="0" u="none" strike="noStrike" dirty="0" err="1">
              <a:effectLst/>
            </a:rPr>
            <a:t>lingkungan</a:t>
          </a:r>
          <a:r>
            <a:rPr lang="en-SG" sz="2200" b="0" i="0" u="none" strike="noStrike" dirty="0">
              <a:effectLst/>
            </a:rPr>
            <a:t> </a:t>
          </a:r>
          <a:r>
            <a:rPr lang="en-SG" sz="2200" b="0" i="0" u="none" strike="noStrike" dirty="0" err="1">
              <a:effectLst/>
            </a:rPr>
            <a:t>atau</a:t>
          </a:r>
          <a:r>
            <a:rPr lang="en-SG" sz="2200" b="0" i="0" u="none" strike="noStrike" dirty="0">
              <a:effectLst/>
            </a:rPr>
            <a:t> </a:t>
          </a:r>
          <a:r>
            <a:rPr lang="en-SG" sz="2200" b="0" i="0" u="none" strike="noStrike" dirty="0" err="1">
              <a:effectLst/>
            </a:rPr>
            <a:t>masyarakat</a:t>
          </a:r>
          <a:r>
            <a:rPr lang="en-SG" sz="2200" b="0" i="0" u="none" strike="noStrike" dirty="0">
              <a:effectLst/>
            </a:rPr>
            <a:t> yang lain </a:t>
          </a:r>
          <a:r>
            <a:rPr lang="en-SG" sz="2200" b="0" i="0" u="none" strike="noStrike" dirty="0" err="1">
              <a:effectLst/>
            </a:rPr>
            <a:t>agamanya</a:t>
          </a:r>
          <a:r>
            <a:rPr lang="en-SG" sz="2200" b="0" i="0" u="none" strike="noStrike" dirty="0">
              <a:effectLst/>
            </a:rPr>
            <a:t>. </a:t>
          </a:r>
          <a:r>
            <a:rPr lang="en-SG" sz="2200" b="0" i="0" u="none" strike="noStrike" dirty="0" err="1">
              <a:effectLst/>
            </a:rPr>
            <a:t>Mereka</a:t>
          </a:r>
          <a:r>
            <a:rPr lang="en-SG" sz="2200" b="0" i="0" u="none" strike="noStrike" dirty="0">
              <a:effectLst/>
            </a:rPr>
            <a:t> </a:t>
          </a:r>
          <a:r>
            <a:rPr lang="en-SG" sz="2200" b="0" i="0" u="none" strike="noStrike" dirty="0" err="1">
              <a:effectLst/>
            </a:rPr>
            <a:t>ada</a:t>
          </a:r>
          <a:r>
            <a:rPr lang="en-SG" sz="2200" b="0" i="0" u="none" strike="noStrike" dirty="0">
              <a:effectLst/>
            </a:rPr>
            <a:t> </a:t>
          </a:r>
          <a:r>
            <a:rPr lang="en-SG" sz="2200" b="0" i="0" u="none" strike="noStrike" dirty="0" err="1">
              <a:effectLst/>
            </a:rPr>
            <a:t>minat</a:t>
          </a:r>
          <a:r>
            <a:rPr lang="en-SG" sz="2200" b="0" i="0" u="none" strike="noStrike" dirty="0">
              <a:effectLst/>
            </a:rPr>
            <a:t> </a:t>
          </a:r>
          <a:r>
            <a:rPr lang="en-SG" sz="2200" b="0" i="0" u="none" strike="noStrike" dirty="0" err="1">
              <a:effectLst/>
            </a:rPr>
            <a:t>meningkatkan</a:t>
          </a:r>
          <a:r>
            <a:rPr lang="en-SG" sz="2200" b="0" i="0" u="none" strike="noStrike" dirty="0">
              <a:effectLst/>
            </a:rPr>
            <a:t> </a:t>
          </a:r>
          <a:r>
            <a:rPr lang="en-SG" sz="2200" b="0" i="0" u="none" strike="noStrike" dirty="0" err="1">
              <a:effectLst/>
            </a:rPr>
            <a:t>ilmu</a:t>
          </a:r>
          <a:r>
            <a:rPr lang="en-SG" sz="2200" b="0" i="0" u="none" strike="noStrike" dirty="0">
              <a:effectLst/>
            </a:rPr>
            <a:t> dan </a:t>
          </a:r>
          <a:r>
            <a:rPr lang="en-SG" sz="2200" b="0" i="0" u="none" strike="noStrike" dirty="0" err="1">
              <a:effectLst/>
            </a:rPr>
            <a:t>amal</a:t>
          </a:r>
          <a:r>
            <a:rPr lang="en-SG" sz="2200" b="0" i="0" u="none" strike="noStrike" dirty="0">
              <a:effectLst/>
            </a:rPr>
            <a:t> </a:t>
          </a:r>
          <a:r>
            <a:rPr lang="en-SG" sz="2200" b="0" i="0" u="none" strike="noStrike" dirty="0" err="1">
              <a:effectLst/>
            </a:rPr>
            <a:t>keagamaannya</a:t>
          </a:r>
          <a:r>
            <a:rPr lang="en-SG" sz="2200" b="0" i="0" u="none" strike="noStrike" dirty="0">
              <a:effectLst/>
            </a:rPr>
            <a:t> </a:t>
          </a:r>
          <a:r>
            <a:rPr lang="en-SG" sz="2200" b="0" i="0" u="none" strike="noStrike" dirty="0" err="1">
              <a:effectLst/>
            </a:rPr>
            <a:t>akan</a:t>
          </a:r>
          <a:r>
            <a:rPr lang="en-SG" sz="2200" b="0" i="0" u="none" strike="noStrike" dirty="0">
              <a:effectLst/>
            </a:rPr>
            <a:t> </a:t>
          </a:r>
          <a:r>
            <a:rPr lang="en-SG" sz="2200" b="0" i="0" u="none" strike="noStrike" dirty="0" err="1">
              <a:effectLst/>
            </a:rPr>
            <a:t>tetapi</a:t>
          </a:r>
          <a:r>
            <a:rPr lang="en-SG" sz="2200" b="0" i="0" u="none" strike="noStrike" dirty="0">
              <a:effectLst/>
            </a:rPr>
            <a:t> </a:t>
          </a:r>
          <a:r>
            <a:rPr lang="en-SG" sz="2200" b="0" i="0" u="none" strike="noStrike" dirty="0" err="1">
              <a:effectLst/>
            </a:rPr>
            <a:t>hanya</a:t>
          </a:r>
          <a:r>
            <a:rPr lang="en-SG" sz="2200" b="0" i="0" u="none" strike="noStrike" dirty="0">
              <a:effectLst/>
            </a:rPr>
            <a:t> </a:t>
          </a:r>
          <a:r>
            <a:rPr lang="en-SG" sz="2200" b="0" i="0" u="none" strike="noStrike" dirty="0" err="1">
              <a:effectLst/>
            </a:rPr>
            <a:t>mengenai</a:t>
          </a:r>
          <a:r>
            <a:rPr lang="en-SG" sz="2200" b="0" i="0" u="none" strike="noStrike" dirty="0">
              <a:effectLst/>
            </a:rPr>
            <a:t> </a:t>
          </a:r>
          <a:r>
            <a:rPr lang="en-SG" sz="2200" b="0" i="0" u="none" strike="noStrike" dirty="0" err="1">
              <a:effectLst/>
            </a:rPr>
            <a:t>hal-hal</a:t>
          </a:r>
          <a:r>
            <a:rPr lang="en-SG" sz="2200" b="0" i="0" u="none" strike="noStrike" dirty="0">
              <a:effectLst/>
            </a:rPr>
            <a:t> yang </a:t>
          </a:r>
          <a:r>
            <a:rPr lang="en-SG" sz="2200" b="0" i="0" u="none" strike="noStrike" dirty="0" err="1">
              <a:effectLst/>
            </a:rPr>
            <a:t>mudah</a:t>
          </a:r>
          <a:r>
            <a:rPr lang="en-SG" sz="2200" b="0" i="0" u="none" strike="noStrike" dirty="0">
              <a:effectLst/>
            </a:rPr>
            <a:t> dan </a:t>
          </a:r>
          <a:r>
            <a:rPr lang="en-SG" sz="2200" b="0" i="0" u="none" strike="noStrike" dirty="0" err="1">
              <a:effectLst/>
            </a:rPr>
            <a:t>tampak</a:t>
          </a:r>
          <a:r>
            <a:rPr lang="en-SG" sz="2200" b="0" i="0" u="none" strike="noStrike" dirty="0">
              <a:effectLst/>
            </a:rPr>
            <a:t> </a:t>
          </a:r>
          <a:r>
            <a:rPr lang="en-SG" sz="2200" b="0" i="0" u="none" strike="noStrike" dirty="0" err="1">
              <a:effectLst/>
            </a:rPr>
            <a:t>dalam</a:t>
          </a:r>
          <a:r>
            <a:rPr lang="en-SG" sz="2200" b="0" i="0" u="none" strike="noStrike" dirty="0">
              <a:effectLst/>
            </a:rPr>
            <a:t> </a:t>
          </a:r>
          <a:r>
            <a:rPr lang="en-SG" sz="2200" b="0" i="0" u="none" strike="noStrike" dirty="0" err="1">
              <a:effectLst/>
            </a:rPr>
            <a:t>lingkungan</a:t>
          </a:r>
          <a:r>
            <a:rPr lang="en-SG" sz="2200" b="0" i="0" u="none" strike="noStrike" dirty="0">
              <a:effectLst/>
            </a:rPr>
            <a:t> </a:t>
          </a:r>
          <a:r>
            <a:rPr lang="en-SG" sz="2200" b="0" i="0" u="none" strike="noStrike" dirty="0" err="1">
              <a:effectLst/>
            </a:rPr>
            <a:t>masyarakatnya</a:t>
          </a:r>
          <a:r>
            <a:rPr lang="en-SG" sz="2200" b="0" i="0" u="none" strike="noStrike" dirty="0">
              <a:effectLst/>
            </a:rPr>
            <a:t>.</a:t>
          </a:r>
          <a:endParaRPr lang="en-US" sz="2200" dirty="0"/>
        </a:p>
      </dgm:t>
    </dgm:pt>
    <dgm:pt modelId="{EC7F0AFB-D76D-4C10-91B7-91882652E831}" type="parTrans" cxnId="{E0C330EC-7BA8-4DCF-83F9-3619D5FDF87A}">
      <dgm:prSet/>
      <dgm:spPr/>
      <dgm:t>
        <a:bodyPr/>
        <a:lstStyle/>
        <a:p>
          <a:endParaRPr lang="en-US"/>
        </a:p>
      </dgm:t>
    </dgm:pt>
    <dgm:pt modelId="{17748A14-738F-4553-ACC9-E92E8D0FEA3C}" type="sibTrans" cxnId="{E0C330EC-7BA8-4DCF-83F9-3619D5FDF87A}">
      <dgm:prSet/>
      <dgm:spPr/>
      <dgm:t>
        <a:bodyPr/>
        <a:lstStyle/>
        <a:p>
          <a:endParaRPr lang="en-US"/>
        </a:p>
      </dgm:t>
    </dgm:pt>
    <dgm:pt modelId="{D3749F4D-DAFE-4500-BECB-7E4AFD01DFAD}" type="pres">
      <dgm:prSet presAssocID="{06A0BAEB-2180-4426-8607-EF2A8F0E252F}" presName="linear" presStyleCnt="0">
        <dgm:presLayoutVars>
          <dgm:dir/>
          <dgm:animLvl val="lvl"/>
          <dgm:resizeHandles val="exact"/>
        </dgm:presLayoutVars>
      </dgm:prSet>
      <dgm:spPr/>
    </dgm:pt>
    <dgm:pt modelId="{B325F168-7350-4343-9E34-DA9DA3B4CC54}" type="pres">
      <dgm:prSet presAssocID="{4AB9340B-521B-4EC7-AC9A-63F3342A0AB0}" presName="parentLin" presStyleCnt="0"/>
      <dgm:spPr/>
    </dgm:pt>
    <dgm:pt modelId="{BBEB05DB-8B3D-4C7F-B4C6-169B0891DB4B}" type="pres">
      <dgm:prSet presAssocID="{4AB9340B-521B-4EC7-AC9A-63F3342A0AB0}" presName="parentLeftMargin" presStyleLbl="node1" presStyleIdx="0" presStyleCnt="1"/>
      <dgm:spPr/>
    </dgm:pt>
    <dgm:pt modelId="{32CCDBAA-5D44-46FA-9281-7794D4ED7ADD}" type="pres">
      <dgm:prSet presAssocID="{4AB9340B-521B-4EC7-AC9A-63F3342A0AB0}" presName="parentText" presStyleLbl="node1" presStyleIdx="0" presStyleCnt="1">
        <dgm:presLayoutVars>
          <dgm:chMax val="0"/>
          <dgm:bulletEnabled val="1"/>
        </dgm:presLayoutVars>
      </dgm:prSet>
      <dgm:spPr/>
    </dgm:pt>
    <dgm:pt modelId="{1F012111-5FDA-43DC-B6DF-57424850FE4E}" type="pres">
      <dgm:prSet presAssocID="{4AB9340B-521B-4EC7-AC9A-63F3342A0AB0}" presName="negativeSpace" presStyleCnt="0"/>
      <dgm:spPr/>
    </dgm:pt>
    <dgm:pt modelId="{A6FE066F-3ECA-40B4-BE91-D2D295645A13}" type="pres">
      <dgm:prSet presAssocID="{4AB9340B-521B-4EC7-AC9A-63F3342A0AB0}" presName="childText" presStyleLbl="conFgAcc1" presStyleIdx="0" presStyleCnt="1">
        <dgm:presLayoutVars>
          <dgm:bulletEnabled val="1"/>
        </dgm:presLayoutVars>
      </dgm:prSet>
      <dgm:spPr/>
    </dgm:pt>
  </dgm:ptLst>
  <dgm:cxnLst>
    <dgm:cxn modelId="{51E1CA25-FD42-41E4-AC7E-3CA5047B1EA5}" type="presOf" srcId="{4AB9340B-521B-4EC7-AC9A-63F3342A0AB0}" destId="{32CCDBAA-5D44-46FA-9281-7794D4ED7ADD}" srcOrd="1" destOrd="0" presId="urn:microsoft.com/office/officeart/2005/8/layout/list1"/>
    <dgm:cxn modelId="{BA1FC987-8B0B-4EB7-A142-DBADE2CBCCA7}" srcId="{06A0BAEB-2180-4426-8607-EF2A8F0E252F}" destId="{4AB9340B-521B-4EC7-AC9A-63F3342A0AB0}" srcOrd="0" destOrd="0" parTransId="{77D592EE-2BE7-4381-A37B-AC5BDDC5B4ED}" sibTransId="{04955949-FFB9-40DD-881F-AE6063DD881B}"/>
    <dgm:cxn modelId="{68FB34A6-9C76-4F55-8FA2-BC3A5D9F363A}" type="presOf" srcId="{4C9DF11C-371C-40E9-9C9E-89E433B9EEED}" destId="{A6FE066F-3ECA-40B4-BE91-D2D295645A13}" srcOrd="0" destOrd="0" presId="urn:microsoft.com/office/officeart/2005/8/layout/list1"/>
    <dgm:cxn modelId="{4EA99CDA-FA82-4B4C-BA1B-229294C49D97}" type="presOf" srcId="{4AB9340B-521B-4EC7-AC9A-63F3342A0AB0}" destId="{BBEB05DB-8B3D-4C7F-B4C6-169B0891DB4B}" srcOrd="0" destOrd="0" presId="urn:microsoft.com/office/officeart/2005/8/layout/list1"/>
    <dgm:cxn modelId="{E0C330EC-7BA8-4DCF-83F9-3619D5FDF87A}" srcId="{4AB9340B-521B-4EC7-AC9A-63F3342A0AB0}" destId="{4C9DF11C-371C-40E9-9C9E-89E433B9EEED}" srcOrd="0" destOrd="0" parTransId="{EC7F0AFB-D76D-4C10-91B7-91882652E831}" sibTransId="{17748A14-738F-4553-ACC9-E92E8D0FEA3C}"/>
    <dgm:cxn modelId="{76E4A3FB-5C53-42C5-8074-F16B38DD6606}" type="presOf" srcId="{06A0BAEB-2180-4426-8607-EF2A8F0E252F}" destId="{D3749F4D-DAFE-4500-BECB-7E4AFD01DFAD}" srcOrd="0" destOrd="0" presId="urn:microsoft.com/office/officeart/2005/8/layout/list1"/>
    <dgm:cxn modelId="{977CC53E-A789-4CB2-B352-A997576CF5FA}" type="presParOf" srcId="{D3749F4D-DAFE-4500-BECB-7E4AFD01DFAD}" destId="{B325F168-7350-4343-9E34-DA9DA3B4CC54}" srcOrd="0" destOrd="0" presId="urn:microsoft.com/office/officeart/2005/8/layout/list1"/>
    <dgm:cxn modelId="{1127AED3-E2D3-4EDD-A23D-3875792C8A62}" type="presParOf" srcId="{B325F168-7350-4343-9E34-DA9DA3B4CC54}" destId="{BBEB05DB-8B3D-4C7F-B4C6-169B0891DB4B}" srcOrd="0" destOrd="0" presId="urn:microsoft.com/office/officeart/2005/8/layout/list1"/>
    <dgm:cxn modelId="{9D261B76-0062-44E9-A924-0F6B726B7231}" type="presParOf" srcId="{B325F168-7350-4343-9E34-DA9DA3B4CC54}" destId="{32CCDBAA-5D44-46FA-9281-7794D4ED7ADD}" srcOrd="1" destOrd="0" presId="urn:microsoft.com/office/officeart/2005/8/layout/list1"/>
    <dgm:cxn modelId="{C691619B-8D58-4D16-BB6B-3234CD4D382A}" type="presParOf" srcId="{D3749F4D-DAFE-4500-BECB-7E4AFD01DFAD}" destId="{1F012111-5FDA-43DC-B6DF-57424850FE4E}" srcOrd="1" destOrd="0" presId="urn:microsoft.com/office/officeart/2005/8/layout/list1"/>
    <dgm:cxn modelId="{F0BA502D-FB4D-4CD3-B91F-90592E761424}" type="presParOf" srcId="{D3749F4D-DAFE-4500-BECB-7E4AFD01DFAD}" destId="{A6FE066F-3ECA-40B4-BE91-D2D295645A13}"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33A9B7E-EFFB-4759-B14B-4DD9BF4C112D}" type="doc">
      <dgm:prSet loTypeId="urn:microsoft.com/office/officeart/2005/8/layout/list1" loCatId="list" qsTypeId="urn:microsoft.com/office/officeart/2005/8/quickstyle/simple1" qsCatId="simple" csTypeId="urn:microsoft.com/office/officeart/2005/8/colors/accent2_4" csCatId="accent2" phldr="1"/>
      <dgm:spPr/>
      <dgm:t>
        <a:bodyPr/>
        <a:lstStyle/>
        <a:p>
          <a:endParaRPr lang="en-US"/>
        </a:p>
      </dgm:t>
    </dgm:pt>
    <dgm:pt modelId="{B3F189E8-2D59-45DB-9193-18F5F9EB67FA}">
      <dgm:prSet phldrT="[Text]" custT="1"/>
      <dgm:spPr/>
      <dgm:t>
        <a:bodyPr/>
        <a:lstStyle/>
        <a:p>
          <a:r>
            <a:rPr lang="en-SG" sz="2200" b="1" i="0" u="none" strike="noStrike">
              <a:effectLst/>
              <a:latin typeface="+mn-lt"/>
            </a:rPr>
            <a:t>Rasional</a:t>
          </a:r>
          <a:endParaRPr lang="en-US" sz="2200" dirty="0">
            <a:latin typeface="+mn-lt"/>
          </a:endParaRPr>
        </a:p>
      </dgm:t>
    </dgm:pt>
    <dgm:pt modelId="{6BDF867C-7D40-434C-BB0E-F82945178699}" type="parTrans" cxnId="{053E6679-6F93-419E-9A25-4C9049376BF1}">
      <dgm:prSet/>
      <dgm:spPr/>
      <dgm:t>
        <a:bodyPr/>
        <a:lstStyle/>
        <a:p>
          <a:endParaRPr lang="en-US"/>
        </a:p>
      </dgm:t>
    </dgm:pt>
    <dgm:pt modelId="{21671772-C220-492D-973F-752911DAE946}" type="sibTrans" cxnId="{053E6679-6F93-419E-9A25-4C9049376BF1}">
      <dgm:prSet/>
      <dgm:spPr/>
      <dgm:t>
        <a:bodyPr/>
        <a:lstStyle/>
        <a:p>
          <a:endParaRPr lang="en-US"/>
        </a:p>
      </dgm:t>
    </dgm:pt>
    <dgm:pt modelId="{0360B6BC-31FB-4F29-935E-344AF92A5E89}">
      <dgm:prSet phldrT="[Text]" custT="1"/>
      <dgm:spPr/>
      <dgm:t>
        <a:bodyPr/>
        <a:lstStyle/>
        <a:p>
          <a:pPr algn="just">
            <a:buFont typeface="Wingdings" panose="05000000000000000000" pitchFamily="2" charset="2"/>
            <a:buChar char="v"/>
          </a:pPr>
          <a:r>
            <a:rPr lang="en-SG" sz="2200" b="0" i="0" u="none" strike="noStrike" dirty="0" err="1">
              <a:effectLst/>
              <a:latin typeface="+mn-lt"/>
            </a:rPr>
            <a:t>Yaitu</a:t>
          </a:r>
          <a:r>
            <a:rPr lang="en-SG" sz="2200" b="0" i="0" u="none" strike="noStrike" dirty="0">
              <a:effectLst/>
              <a:latin typeface="+mn-lt"/>
            </a:rPr>
            <a:t> </a:t>
          </a:r>
          <a:r>
            <a:rPr lang="en-SG" sz="2200" b="0" i="0" u="none" strike="noStrike" dirty="0" err="1">
              <a:effectLst/>
              <a:latin typeface="+mn-lt"/>
            </a:rPr>
            <a:t>cara</a:t>
          </a:r>
          <a:r>
            <a:rPr lang="en-SG" sz="2200" b="0" i="0" u="none" strike="noStrike" dirty="0">
              <a:effectLst/>
              <a:latin typeface="+mn-lt"/>
            </a:rPr>
            <a:t> </a:t>
          </a:r>
          <a:r>
            <a:rPr lang="en-SG" sz="2200" b="0" i="0" u="none" strike="noStrike" dirty="0" err="1">
              <a:effectLst/>
              <a:latin typeface="+mn-lt"/>
            </a:rPr>
            <a:t>beragama</a:t>
          </a:r>
          <a:r>
            <a:rPr lang="en-SG" sz="2200" b="0" i="0" u="none" strike="noStrike" dirty="0">
              <a:effectLst/>
              <a:latin typeface="+mn-lt"/>
            </a:rPr>
            <a:t> </a:t>
          </a:r>
          <a:r>
            <a:rPr lang="en-SG" sz="2200" b="0" i="0" u="none" strike="noStrike" dirty="0" err="1">
              <a:effectLst/>
              <a:latin typeface="+mn-lt"/>
            </a:rPr>
            <a:t>berdasarkan</a:t>
          </a:r>
          <a:r>
            <a:rPr lang="en-SG" sz="2200" b="0" i="0" u="none" strike="noStrike" dirty="0">
              <a:effectLst/>
              <a:latin typeface="+mn-lt"/>
            </a:rPr>
            <a:t> </a:t>
          </a:r>
          <a:r>
            <a:rPr lang="en-SG" sz="2200" b="0" i="0" u="none" strike="noStrike" dirty="0" err="1">
              <a:effectLst/>
              <a:latin typeface="+mn-lt"/>
            </a:rPr>
            <a:t>penggunaan</a:t>
          </a:r>
          <a:r>
            <a:rPr lang="en-SG" sz="2200" b="0" i="0" u="none" strike="noStrike" dirty="0">
              <a:effectLst/>
              <a:latin typeface="+mn-lt"/>
            </a:rPr>
            <a:t> </a:t>
          </a:r>
          <a:r>
            <a:rPr lang="en-SG" sz="2200" b="0" i="0" u="none" strike="noStrike" dirty="0" err="1">
              <a:effectLst/>
              <a:latin typeface="+mn-lt"/>
            </a:rPr>
            <a:t>rasio</a:t>
          </a:r>
          <a:r>
            <a:rPr lang="en-SG" sz="2200" b="0" i="0" u="none" strike="noStrike" dirty="0">
              <a:effectLst/>
              <a:latin typeface="+mn-lt"/>
            </a:rPr>
            <a:t> </a:t>
          </a:r>
          <a:r>
            <a:rPr lang="en-SG" sz="2200" b="0" i="0" u="none" strike="noStrike" dirty="0" err="1">
              <a:effectLst/>
              <a:latin typeface="+mn-lt"/>
            </a:rPr>
            <a:t>sebisanya</a:t>
          </a:r>
          <a:r>
            <a:rPr lang="en-SG" sz="2200" b="0" i="0" u="none" strike="noStrike" dirty="0">
              <a:effectLst/>
              <a:latin typeface="+mn-lt"/>
            </a:rPr>
            <a:t>. </a:t>
          </a:r>
          <a:r>
            <a:rPr lang="en-SG" sz="2200" b="0" i="0" u="none" strike="noStrike" dirty="0" err="1">
              <a:effectLst/>
              <a:latin typeface="+mn-lt"/>
            </a:rPr>
            <a:t>Untuk</a:t>
          </a:r>
          <a:r>
            <a:rPr lang="en-SG" sz="2200" b="0" i="0" u="none" strike="noStrike" dirty="0">
              <a:effectLst/>
              <a:latin typeface="+mn-lt"/>
            </a:rPr>
            <a:t> </a:t>
          </a:r>
          <a:r>
            <a:rPr lang="en-SG" sz="2200" b="0" i="0" u="none" strike="noStrike" dirty="0" err="1">
              <a:effectLst/>
              <a:latin typeface="+mn-lt"/>
            </a:rPr>
            <a:t>itu</a:t>
          </a:r>
          <a:r>
            <a:rPr lang="en-SG" sz="2200" b="0" i="0" u="none" strike="noStrike" dirty="0">
              <a:effectLst/>
              <a:latin typeface="+mn-lt"/>
            </a:rPr>
            <a:t> </a:t>
          </a:r>
          <a:r>
            <a:rPr lang="en-SG" sz="2200" b="0" i="0" u="none" strike="noStrike" dirty="0" err="1">
              <a:effectLst/>
              <a:latin typeface="+mn-lt"/>
            </a:rPr>
            <a:t>mereka</a:t>
          </a:r>
          <a:r>
            <a:rPr lang="en-SG" sz="2200" b="0" i="0" u="none" strike="noStrike" dirty="0">
              <a:effectLst/>
              <a:latin typeface="+mn-lt"/>
            </a:rPr>
            <a:t> </a:t>
          </a:r>
          <a:r>
            <a:rPr lang="en-SG" sz="2200" b="0" i="0" u="none" strike="noStrike" dirty="0" err="1">
              <a:effectLst/>
              <a:latin typeface="+mn-lt"/>
            </a:rPr>
            <a:t>selalu</a:t>
          </a:r>
          <a:r>
            <a:rPr lang="en-SG" sz="2200" b="0" i="0" u="none" strike="noStrike" dirty="0">
              <a:effectLst/>
              <a:latin typeface="+mn-lt"/>
            </a:rPr>
            <a:t> </a:t>
          </a:r>
          <a:r>
            <a:rPr lang="en-SG" sz="2200" b="0" i="0" u="none" strike="noStrike" dirty="0" err="1">
              <a:effectLst/>
              <a:latin typeface="+mn-lt"/>
            </a:rPr>
            <a:t>berusaha</a:t>
          </a:r>
          <a:r>
            <a:rPr lang="en-SG" sz="2200" b="0" i="0" u="none" strike="noStrike" dirty="0">
              <a:effectLst/>
              <a:latin typeface="+mn-lt"/>
            </a:rPr>
            <a:t> </a:t>
          </a:r>
          <a:r>
            <a:rPr lang="en-SG" sz="2200" b="0" i="0" u="none" strike="noStrike" dirty="0" err="1">
              <a:effectLst/>
              <a:latin typeface="+mn-lt"/>
            </a:rPr>
            <a:t>memahami</a:t>
          </a:r>
          <a:r>
            <a:rPr lang="en-SG" sz="2200" b="0" i="0" u="none" strike="noStrike" dirty="0">
              <a:effectLst/>
              <a:latin typeface="+mn-lt"/>
            </a:rPr>
            <a:t> dan </a:t>
          </a:r>
          <a:r>
            <a:rPr lang="en-SG" sz="2200" b="0" i="0" u="none" strike="noStrike" dirty="0" err="1">
              <a:effectLst/>
              <a:latin typeface="+mn-lt"/>
            </a:rPr>
            <a:t>menghayati</a:t>
          </a:r>
          <a:r>
            <a:rPr lang="en-SG" sz="2200" b="0" i="0" u="none" strike="noStrike" dirty="0">
              <a:effectLst/>
              <a:latin typeface="+mn-lt"/>
            </a:rPr>
            <a:t> </a:t>
          </a:r>
          <a:r>
            <a:rPr lang="en-SG" sz="2200" b="0" i="0" u="none" strike="noStrike" dirty="0" err="1">
              <a:effectLst/>
              <a:latin typeface="+mn-lt"/>
            </a:rPr>
            <a:t>ajaran</a:t>
          </a:r>
          <a:r>
            <a:rPr lang="en-SG" sz="2200" b="0" i="0" u="none" strike="noStrike" dirty="0">
              <a:effectLst/>
              <a:latin typeface="+mn-lt"/>
            </a:rPr>
            <a:t> </a:t>
          </a:r>
          <a:r>
            <a:rPr lang="en-SG" sz="2200" b="0" i="0" u="none" strike="noStrike" dirty="0" err="1">
              <a:effectLst/>
              <a:latin typeface="+mn-lt"/>
            </a:rPr>
            <a:t>agamanya</a:t>
          </a:r>
          <a:r>
            <a:rPr lang="en-SG" sz="2200" b="0" i="0" u="none" strike="noStrike" dirty="0">
              <a:effectLst/>
              <a:latin typeface="+mn-lt"/>
            </a:rPr>
            <a:t> </a:t>
          </a:r>
          <a:r>
            <a:rPr lang="en-SG" sz="2200" b="0" i="0" u="none" strike="noStrike" dirty="0" err="1">
              <a:effectLst/>
              <a:latin typeface="+mn-lt"/>
            </a:rPr>
            <a:t>dengan</a:t>
          </a:r>
          <a:r>
            <a:rPr lang="en-SG" sz="2200" b="0" i="0" u="none" strike="noStrike" dirty="0">
              <a:effectLst/>
              <a:latin typeface="+mn-lt"/>
            </a:rPr>
            <a:t> </a:t>
          </a:r>
          <a:r>
            <a:rPr lang="en-SG" sz="2200" b="0" i="0" u="none" strike="noStrike" dirty="0" err="1">
              <a:effectLst/>
              <a:latin typeface="+mn-lt"/>
            </a:rPr>
            <a:t>pengetahuan</a:t>
          </a:r>
          <a:r>
            <a:rPr lang="en-SG" sz="2200" b="0" i="0" u="none" strike="noStrike" dirty="0">
              <a:effectLst/>
              <a:latin typeface="+mn-lt"/>
            </a:rPr>
            <a:t>, </a:t>
          </a:r>
          <a:r>
            <a:rPr lang="en-SG" sz="2200" b="0" i="0" u="none" strike="noStrike" dirty="0" err="1">
              <a:effectLst/>
              <a:latin typeface="+mn-lt"/>
            </a:rPr>
            <a:t>ilmu</a:t>
          </a:r>
          <a:r>
            <a:rPr lang="en-SG" sz="2200" b="0" i="0" u="none" strike="noStrike" dirty="0">
              <a:effectLst/>
              <a:latin typeface="+mn-lt"/>
            </a:rPr>
            <a:t> dan </a:t>
          </a:r>
          <a:r>
            <a:rPr lang="en-SG" sz="2200" b="0" i="0" u="none" strike="noStrike" dirty="0" err="1">
              <a:effectLst/>
              <a:latin typeface="+mn-lt"/>
            </a:rPr>
            <a:t>pengamalannya</a:t>
          </a:r>
          <a:r>
            <a:rPr lang="en-SG" sz="2200" b="0" i="0" u="none" strike="noStrike" dirty="0">
              <a:effectLst/>
              <a:latin typeface="+mn-lt"/>
            </a:rPr>
            <a:t>. </a:t>
          </a:r>
          <a:r>
            <a:rPr lang="en-SG" sz="2200" b="0" i="0" u="none" strike="noStrike" dirty="0" err="1">
              <a:effectLst/>
              <a:latin typeface="+mn-lt"/>
            </a:rPr>
            <a:t>Mereka</a:t>
          </a:r>
          <a:r>
            <a:rPr lang="en-SG" sz="2200" b="0" i="0" u="none" strike="noStrike" dirty="0">
              <a:effectLst/>
              <a:latin typeface="+mn-lt"/>
            </a:rPr>
            <a:t> </a:t>
          </a:r>
          <a:r>
            <a:rPr lang="en-SG" sz="2200" b="0" i="0" u="none" strike="noStrike" dirty="0" err="1">
              <a:effectLst/>
              <a:latin typeface="+mn-lt"/>
            </a:rPr>
            <a:t>bisa</a:t>
          </a:r>
          <a:r>
            <a:rPr lang="en-SG" sz="2200" b="0" i="0" u="none" strike="noStrike" dirty="0">
              <a:effectLst/>
              <a:latin typeface="+mn-lt"/>
            </a:rPr>
            <a:t> </a:t>
          </a:r>
          <a:r>
            <a:rPr lang="en-SG" sz="2200" b="0" i="0" u="none" strike="noStrike" dirty="0" err="1">
              <a:effectLst/>
              <a:latin typeface="+mn-lt"/>
            </a:rPr>
            <a:t>berasal</a:t>
          </a:r>
          <a:r>
            <a:rPr lang="en-SG" sz="2200" b="0" i="0" u="none" strike="noStrike" dirty="0">
              <a:effectLst/>
              <a:latin typeface="+mn-lt"/>
            </a:rPr>
            <a:t> </a:t>
          </a:r>
          <a:r>
            <a:rPr lang="en-SG" sz="2200" b="0" i="0" u="none" strike="noStrike" dirty="0" err="1">
              <a:effectLst/>
              <a:latin typeface="+mn-lt"/>
            </a:rPr>
            <a:t>dari</a:t>
          </a:r>
          <a:r>
            <a:rPr lang="en-SG" sz="2200" b="0" i="0" u="none" strike="noStrike" dirty="0">
              <a:effectLst/>
              <a:latin typeface="+mn-lt"/>
            </a:rPr>
            <a:t> orang yang </a:t>
          </a:r>
          <a:r>
            <a:rPr lang="en-SG" sz="2200" b="0" i="0" u="none" strike="noStrike" dirty="0" err="1">
              <a:effectLst/>
              <a:latin typeface="+mn-lt"/>
            </a:rPr>
            <a:t>beragama</a:t>
          </a:r>
          <a:r>
            <a:rPr lang="en-SG" sz="2200" b="0" i="0" u="none" strike="noStrike" dirty="0">
              <a:effectLst/>
              <a:latin typeface="+mn-lt"/>
            </a:rPr>
            <a:t> </a:t>
          </a:r>
          <a:r>
            <a:rPr lang="en-SG" sz="2200" b="0" i="0" u="none" strike="noStrike" dirty="0" err="1">
              <a:effectLst/>
              <a:latin typeface="+mn-lt"/>
            </a:rPr>
            <a:t>secara</a:t>
          </a:r>
          <a:r>
            <a:rPr lang="en-SG" sz="2200" b="0" i="0" u="none" strike="noStrike" dirty="0">
              <a:effectLst/>
              <a:latin typeface="+mn-lt"/>
            </a:rPr>
            <a:t> </a:t>
          </a:r>
          <a:r>
            <a:rPr lang="en-SG" sz="2200" b="0" i="0" u="none" strike="noStrike" dirty="0" err="1">
              <a:effectLst/>
              <a:latin typeface="+mn-lt"/>
            </a:rPr>
            <a:t>tradisional</a:t>
          </a:r>
          <a:r>
            <a:rPr lang="en-SG" sz="2200" b="0" i="0" u="none" strike="noStrike" dirty="0">
              <a:effectLst/>
              <a:latin typeface="+mn-lt"/>
            </a:rPr>
            <a:t> </a:t>
          </a:r>
          <a:r>
            <a:rPr lang="en-SG" sz="2200" b="0" i="0" u="none" strike="noStrike" dirty="0" err="1">
              <a:effectLst/>
              <a:latin typeface="+mn-lt"/>
            </a:rPr>
            <a:t>atau</a:t>
          </a:r>
          <a:r>
            <a:rPr lang="en-SG" sz="2200" b="0" i="0" u="none" strike="noStrike" dirty="0">
              <a:effectLst/>
              <a:latin typeface="+mn-lt"/>
            </a:rPr>
            <a:t> formal, </a:t>
          </a:r>
          <a:r>
            <a:rPr lang="en-SG" sz="2200" b="0" i="0" u="none" strike="noStrike" dirty="0" err="1">
              <a:effectLst/>
              <a:latin typeface="+mn-lt"/>
            </a:rPr>
            <a:t>bahkan</a:t>
          </a:r>
          <a:r>
            <a:rPr lang="en-SG" sz="2200" b="0" i="0" u="none" strike="noStrike" dirty="0">
              <a:effectLst/>
              <a:latin typeface="+mn-lt"/>
            </a:rPr>
            <a:t> orang </a:t>
          </a:r>
          <a:r>
            <a:rPr lang="en-SG" sz="2200" b="0" i="0" u="none" strike="noStrike" dirty="0" err="1">
              <a:effectLst/>
              <a:latin typeface="+mn-lt"/>
            </a:rPr>
            <a:t>tidak</a:t>
          </a:r>
          <a:r>
            <a:rPr lang="en-SG" sz="2200" b="0" i="0" u="none" strike="noStrike" dirty="0">
              <a:effectLst/>
              <a:latin typeface="+mn-lt"/>
            </a:rPr>
            <a:t> </a:t>
          </a:r>
          <a:r>
            <a:rPr lang="en-SG" sz="2200" b="0" i="0" u="none" strike="noStrike" dirty="0" err="1">
              <a:effectLst/>
              <a:latin typeface="+mn-lt"/>
            </a:rPr>
            <a:t>beragama</a:t>
          </a:r>
          <a:r>
            <a:rPr lang="en-SG" sz="2200" b="0" i="0" u="none" strike="noStrike" dirty="0">
              <a:effectLst/>
              <a:latin typeface="+mn-lt"/>
            </a:rPr>
            <a:t> </a:t>
          </a:r>
          <a:r>
            <a:rPr lang="en-SG" sz="2200" b="0" i="0" u="none" strike="noStrike" dirty="0" err="1">
              <a:effectLst/>
              <a:latin typeface="+mn-lt"/>
            </a:rPr>
            <a:t>sekalipun</a:t>
          </a:r>
          <a:r>
            <a:rPr lang="en-SG" sz="2200" b="0" i="0" u="none" strike="noStrike" dirty="0">
              <a:effectLst/>
              <a:latin typeface="+mn-lt"/>
            </a:rPr>
            <a:t>.</a:t>
          </a:r>
          <a:endParaRPr lang="en-US" sz="2200" dirty="0">
            <a:latin typeface="+mn-lt"/>
          </a:endParaRPr>
        </a:p>
      </dgm:t>
    </dgm:pt>
    <dgm:pt modelId="{C912BFA7-C060-4DB0-B2FD-AAC5CD747A11}" type="parTrans" cxnId="{E18A03A0-629A-4235-8710-819CBD24595B}">
      <dgm:prSet/>
      <dgm:spPr/>
      <dgm:t>
        <a:bodyPr/>
        <a:lstStyle/>
        <a:p>
          <a:endParaRPr lang="en-US"/>
        </a:p>
      </dgm:t>
    </dgm:pt>
    <dgm:pt modelId="{6E00B79D-C7C4-445B-82C2-5B290AA2F234}" type="sibTrans" cxnId="{E18A03A0-629A-4235-8710-819CBD24595B}">
      <dgm:prSet/>
      <dgm:spPr/>
      <dgm:t>
        <a:bodyPr/>
        <a:lstStyle/>
        <a:p>
          <a:endParaRPr lang="en-US"/>
        </a:p>
      </dgm:t>
    </dgm:pt>
    <dgm:pt modelId="{8112200B-C7AC-4C3B-8032-DE6330EE3A9A}" type="pres">
      <dgm:prSet presAssocID="{633A9B7E-EFFB-4759-B14B-4DD9BF4C112D}" presName="linear" presStyleCnt="0">
        <dgm:presLayoutVars>
          <dgm:dir/>
          <dgm:animLvl val="lvl"/>
          <dgm:resizeHandles val="exact"/>
        </dgm:presLayoutVars>
      </dgm:prSet>
      <dgm:spPr/>
    </dgm:pt>
    <dgm:pt modelId="{BE9956D4-60C9-47AA-B4D3-54D389299478}" type="pres">
      <dgm:prSet presAssocID="{B3F189E8-2D59-45DB-9193-18F5F9EB67FA}" presName="parentLin" presStyleCnt="0"/>
      <dgm:spPr/>
    </dgm:pt>
    <dgm:pt modelId="{D0CCF63F-CE19-47A0-8F50-744BFEE588AB}" type="pres">
      <dgm:prSet presAssocID="{B3F189E8-2D59-45DB-9193-18F5F9EB67FA}" presName="parentLeftMargin" presStyleLbl="node1" presStyleIdx="0" presStyleCnt="1"/>
      <dgm:spPr/>
    </dgm:pt>
    <dgm:pt modelId="{57FB279D-B0AB-4DCC-A796-3201919EC833}" type="pres">
      <dgm:prSet presAssocID="{B3F189E8-2D59-45DB-9193-18F5F9EB67FA}" presName="parentText" presStyleLbl="node1" presStyleIdx="0" presStyleCnt="1">
        <dgm:presLayoutVars>
          <dgm:chMax val="0"/>
          <dgm:bulletEnabled val="1"/>
        </dgm:presLayoutVars>
      </dgm:prSet>
      <dgm:spPr/>
    </dgm:pt>
    <dgm:pt modelId="{26B7A80E-15A0-4D18-8C4C-9FD7154E2097}" type="pres">
      <dgm:prSet presAssocID="{B3F189E8-2D59-45DB-9193-18F5F9EB67FA}" presName="negativeSpace" presStyleCnt="0"/>
      <dgm:spPr/>
    </dgm:pt>
    <dgm:pt modelId="{1071FAB4-F5E1-42A0-8471-503348DADCD3}" type="pres">
      <dgm:prSet presAssocID="{B3F189E8-2D59-45DB-9193-18F5F9EB67FA}" presName="childText" presStyleLbl="conFgAcc1" presStyleIdx="0" presStyleCnt="1">
        <dgm:presLayoutVars>
          <dgm:bulletEnabled val="1"/>
        </dgm:presLayoutVars>
      </dgm:prSet>
      <dgm:spPr/>
    </dgm:pt>
  </dgm:ptLst>
  <dgm:cxnLst>
    <dgm:cxn modelId="{83FF370D-EE66-4D9E-9256-C510E29B6371}" type="presOf" srcId="{0360B6BC-31FB-4F29-935E-344AF92A5E89}" destId="{1071FAB4-F5E1-42A0-8471-503348DADCD3}" srcOrd="0" destOrd="0" presId="urn:microsoft.com/office/officeart/2005/8/layout/list1"/>
    <dgm:cxn modelId="{61F1A971-A598-4B9C-BE11-2D6E967CFC04}" type="presOf" srcId="{B3F189E8-2D59-45DB-9193-18F5F9EB67FA}" destId="{57FB279D-B0AB-4DCC-A796-3201919EC833}" srcOrd="1" destOrd="0" presId="urn:microsoft.com/office/officeart/2005/8/layout/list1"/>
    <dgm:cxn modelId="{053E6679-6F93-419E-9A25-4C9049376BF1}" srcId="{633A9B7E-EFFB-4759-B14B-4DD9BF4C112D}" destId="{B3F189E8-2D59-45DB-9193-18F5F9EB67FA}" srcOrd="0" destOrd="0" parTransId="{6BDF867C-7D40-434C-BB0E-F82945178699}" sibTransId="{21671772-C220-492D-973F-752911DAE946}"/>
    <dgm:cxn modelId="{8A0B7286-5222-4EDA-BE6E-C6532DAF46B3}" type="presOf" srcId="{633A9B7E-EFFB-4759-B14B-4DD9BF4C112D}" destId="{8112200B-C7AC-4C3B-8032-DE6330EE3A9A}" srcOrd="0" destOrd="0" presId="urn:microsoft.com/office/officeart/2005/8/layout/list1"/>
    <dgm:cxn modelId="{E18A03A0-629A-4235-8710-819CBD24595B}" srcId="{B3F189E8-2D59-45DB-9193-18F5F9EB67FA}" destId="{0360B6BC-31FB-4F29-935E-344AF92A5E89}" srcOrd="0" destOrd="0" parTransId="{C912BFA7-C060-4DB0-B2FD-AAC5CD747A11}" sibTransId="{6E00B79D-C7C4-445B-82C2-5B290AA2F234}"/>
    <dgm:cxn modelId="{17D819F7-300A-486A-A85A-2849F4BF00E6}" type="presOf" srcId="{B3F189E8-2D59-45DB-9193-18F5F9EB67FA}" destId="{D0CCF63F-CE19-47A0-8F50-744BFEE588AB}" srcOrd="0" destOrd="0" presId="urn:microsoft.com/office/officeart/2005/8/layout/list1"/>
    <dgm:cxn modelId="{33864327-8ACE-45C3-9739-88FBFA2953DA}" type="presParOf" srcId="{8112200B-C7AC-4C3B-8032-DE6330EE3A9A}" destId="{BE9956D4-60C9-47AA-B4D3-54D389299478}" srcOrd="0" destOrd="0" presId="urn:microsoft.com/office/officeart/2005/8/layout/list1"/>
    <dgm:cxn modelId="{12731696-2A48-40A8-9AAF-B57713B5578A}" type="presParOf" srcId="{BE9956D4-60C9-47AA-B4D3-54D389299478}" destId="{D0CCF63F-CE19-47A0-8F50-744BFEE588AB}" srcOrd="0" destOrd="0" presId="urn:microsoft.com/office/officeart/2005/8/layout/list1"/>
    <dgm:cxn modelId="{773FF535-18A5-4E67-ACB7-8517769F6237}" type="presParOf" srcId="{BE9956D4-60C9-47AA-B4D3-54D389299478}" destId="{57FB279D-B0AB-4DCC-A796-3201919EC833}" srcOrd="1" destOrd="0" presId="urn:microsoft.com/office/officeart/2005/8/layout/list1"/>
    <dgm:cxn modelId="{7D925ED3-E2A8-4BF1-8452-8888FE69EC43}" type="presParOf" srcId="{8112200B-C7AC-4C3B-8032-DE6330EE3A9A}" destId="{26B7A80E-15A0-4D18-8C4C-9FD7154E2097}" srcOrd="1" destOrd="0" presId="urn:microsoft.com/office/officeart/2005/8/layout/list1"/>
    <dgm:cxn modelId="{2EB6734E-461E-4C0B-85AA-36F42B73AC33}" type="presParOf" srcId="{8112200B-C7AC-4C3B-8032-DE6330EE3A9A}" destId="{1071FAB4-F5E1-42A0-8471-503348DADCD3}"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33A9B7E-EFFB-4759-B14B-4DD9BF4C112D}" type="doc">
      <dgm:prSet loTypeId="urn:microsoft.com/office/officeart/2005/8/layout/list1" loCatId="list" qsTypeId="urn:microsoft.com/office/officeart/2005/8/quickstyle/simple1" qsCatId="simple" csTypeId="urn:microsoft.com/office/officeart/2005/8/colors/accent2_4" csCatId="accent2" phldr="1"/>
      <dgm:spPr/>
      <dgm:t>
        <a:bodyPr/>
        <a:lstStyle/>
        <a:p>
          <a:endParaRPr lang="en-US"/>
        </a:p>
      </dgm:t>
    </dgm:pt>
    <dgm:pt modelId="{B3F189E8-2D59-45DB-9193-18F5F9EB67FA}">
      <dgm:prSet phldrT="[Text]" custT="1"/>
      <dgm:spPr/>
      <dgm:t>
        <a:bodyPr/>
        <a:lstStyle/>
        <a:p>
          <a:r>
            <a:rPr lang="en-SG" sz="2200" b="1" i="0" u="none" strike="noStrike">
              <a:effectLst/>
              <a:latin typeface="+mn-lt"/>
            </a:rPr>
            <a:t>Metode Pendahulu</a:t>
          </a:r>
          <a:endParaRPr lang="en-US" sz="2200" dirty="0">
            <a:latin typeface="+mn-lt"/>
          </a:endParaRPr>
        </a:p>
      </dgm:t>
    </dgm:pt>
    <dgm:pt modelId="{6BDF867C-7D40-434C-BB0E-F82945178699}" type="parTrans" cxnId="{053E6679-6F93-419E-9A25-4C9049376BF1}">
      <dgm:prSet/>
      <dgm:spPr/>
      <dgm:t>
        <a:bodyPr/>
        <a:lstStyle/>
        <a:p>
          <a:endParaRPr lang="en-US"/>
        </a:p>
      </dgm:t>
    </dgm:pt>
    <dgm:pt modelId="{21671772-C220-492D-973F-752911DAE946}" type="sibTrans" cxnId="{053E6679-6F93-419E-9A25-4C9049376BF1}">
      <dgm:prSet/>
      <dgm:spPr/>
      <dgm:t>
        <a:bodyPr/>
        <a:lstStyle/>
        <a:p>
          <a:endParaRPr lang="en-US"/>
        </a:p>
      </dgm:t>
    </dgm:pt>
    <dgm:pt modelId="{0360B6BC-31FB-4F29-935E-344AF92A5E89}">
      <dgm:prSet phldrT="[Text]" custT="1"/>
      <dgm:spPr/>
      <dgm:t>
        <a:bodyPr/>
        <a:lstStyle/>
        <a:p>
          <a:pPr algn="just">
            <a:buFont typeface="Wingdings" panose="05000000000000000000" pitchFamily="2" charset="2"/>
            <a:buChar char="v"/>
          </a:pPr>
          <a:r>
            <a:rPr lang="en-SG" sz="2200" b="0" i="0" u="none" strike="noStrike">
              <a:effectLst/>
              <a:latin typeface="+mn-lt"/>
            </a:rPr>
            <a:t>Yaitu cara beragama berdasarkan penggunaan akal dan hati (perasaan) di bawah wahyu. Untuk itu mereka selalu berusaha memahami dan menghayati ajaran agamanya dengan ilmu, pengamalan dan penyebaran (dakwah). Mereka selalu mencari ilmu dulu kepada orang yang dianggap ahlinya dalam ilmu agama yang memegang teguh ajaran asli yang dibawa oleh utusan dari Sesembahannya semisal Nabi atau Rasul sebelum mereka mengamalkan, mendakwahkan dan bersabar (berpegang teguh) dengan itu semua.</a:t>
          </a:r>
          <a:endParaRPr lang="en-US" sz="2200" dirty="0">
            <a:latin typeface="+mn-lt"/>
          </a:endParaRPr>
        </a:p>
      </dgm:t>
    </dgm:pt>
    <dgm:pt modelId="{C912BFA7-C060-4DB0-B2FD-AAC5CD747A11}" type="parTrans" cxnId="{E18A03A0-629A-4235-8710-819CBD24595B}">
      <dgm:prSet/>
      <dgm:spPr/>
      <dgm:t>
        <a:bodyPr/>
        <a:lstStyle/>
        <a:p>
          <a:endParaRPr lang="en-US"/>
        </a:p>
      </dgm:t>
    </dgm:pt>
    <dgm:pt modelId="{6E00B79D-C7C4-445B-82C2-5B290AA2F234}" type="sibTrans" cxnId="{E18A03A0-629A-4235-8710-819CBD24595B}">
      <dgm:prSet/>
      <dgm:spPr/>
      <dgm:t>
        <a:bodyPr/>
        <a:lstStyle/>
        <a:p>
          <a:endParaRPr lang="en-US"/>
        </a:p>
      </dgm:t>
    </dgm:pt>
    <dgm:pt modelId="{5520BDD2-2EBE-4344-AF3A-08DE193286E8}" type="pres">
      <dgm:prSet presAssocID="{633A9B7E-EFFB-4759-B14B-4DD9BF4C112D}" presName="linear" presStyleCnt="0">
        <dgm:presLayoutVars>
          <dgm:dir/>
          <dgm:animLvl val="lvl"/>
          <dgm:resizeHandles val="exact"/>
        </dgm:presLayoutVars>
      </dgm:prSet>
      <dgm:spPr/>
    </dgm:pt>
    <dgm:pt modelId="{EFBB6607-CDB1-4463-BD73-A0E9D4A017D9}" type="pres">
      <dgm:prSet presAssocID="{B3F189E8-2D59-45DB-9193-18F5F9EB67FA}" presName="parentLin" presStyleCnt="0"/>
      <dgm:spPr/>
    </dgm:pt>
    <dgm:pt modelId="{8E99ED80-1C3D-4595-B90D-0428269AE22C}" type="pres">
      <dgm:prSet presAssocID="{B3F189E8-2D59-45DB-9193-18F5F9EB67FA}" presName="parentLeftMargin" presStyleLbl="node1" presStyleIdx="0" presStyleCnt="1"/>
      <dgm:spPr/>
    </dgm:pt>
    <dgm:pt modelId="{D447A6EF-1794-4605-BC9F-1C5199B591B7}" type="pres">
      <dgm:prSet presAssocID="{B3F189E8-2D59-45DB-9193-18F5F9EB67FA}" presName="parentText" presStyleLbl="node1" presStyleIdx="0" presStyleCnt="1">
        <dgm:presLayoutVars>
          <dgm:chMax val="0"/>
          <dgm:bulletEnabled val="1"/>
        </dgm:presLayoutVars>
      </dgm:prSet>
      <dgm:spPr/>
    </dgm:pt>
    <dgm:pt modelId="{18FDDA25-8EF5-4FA4-8940-092DA70A6581}" type="pres">
      <dgm:prSet presAssocID="{B3F189E8-2D59-45DB-9193-18F5F9EB67FA}" presName="negativeSpace" presStyleCnt="0"/>
      <dgm:spPr/>
    </dgm:pt>
    <dgm:pt modelId="{14A16E8C-16D3-46E6-A46A-7146A84B8B57}" type="pres">
      <dgm:prSet presAssocID="{B3F189E8-2D59-45DB-9193-18F5F9EB67FA}" presName="childText" presStyleLbl="conFgAcc1" presStyleIdx="0" presStyleCnt="1">
        <dgm:presLayoutVars>
          <dgm:bulletEnabled val="1"/>
        </dgm:presLayoutVars>
      </dgm:prSet>
      <dgm:spPr/>
    </dgm:pt>
  </dgm:ptLst>
  <dgm:cxnLst>
    <dgm:cxn modelId="{AA3C6F34-E690-4E4C-B964-936AA05588E4}" type="presOf" srcId="{0360B6BC-31FB-4F29-935E-344AF92A5E89}" destId="{14A16E8C-16D3-46E6-A46A-7146A84B8B57}" srcOrd="0" destOrd="0" presId="urn:microsoft.com/office/officeart/2005/8/layout/list1"/>
    <dgm:cxn modelId="{ED243563-7797-4185-95A3-69BFF149C001}" type="presOf" srcId="{633A9B7E-EFFB-4759-B14B-4DD9BF4C112D}" destId="{5520BDD2-2EBE-4344-AF3A-08DE193286E8}" srcOrd="0" destOrd="0" presId="urn:microsoft.com/office/officeart/2005/8/layout/list1"/>
    <dgm:cxn modelId="{053E6679-6F93-419E-9A25-4C9049376BF1}" srcId="{633A9B7E-EFFB-4759-B14B-4DD9BF4C112D}" destId="{B3F189E8-2D59-45DB-9193-18F5F9EB67FA}" srcOrd="0" destOrd="0" parTransId="{6BDF867C-7D40-434C-BB0E-F82945178699}" sibTransId="{21671772-C220-492D-973F-752911DAE946}"/>
    <dgm:cxn modelId="{E18A03A0-629A-4235-8710-819CBD24595B}" srcId="{B3F189E8-2D59-45DB-9193-18F5F9EB67FA}" destId="{0360B6BC-31FB-4F29-935E-344AF92A5E89}" srcOrd="0" destOrd="0" parTransId="{C912BFA7-C060-4DB0-B2FD-AAC5CD747A11}" sibTransId="{6E00B79D-C7C4-445B-82C2-5B290AA2F234}"/>
    <dgm:cxn modelId="{6520EAB6-9B79-4019-96BD-FD5C53A43851}" type="presOf" srcId="{B3F189E8-2D59-45DB-9193-18F5F9EB67FA}" destId="{8E99ED80-1C3D-4595-B90D-0428269AE22C}" srcOrd="0" destOrd="0" presId="urn:microsoft.com/office/officeart/2005/8/layout/list1"/>
    <dgm:cxn modelId="{E9B10CD6-4567-4119-AF00-301455D1CABE}" type="presOf" srcId="{B3F189E8-2D59-45DB-9193-18F5F9EB67FA}" destId="{D447A6EF-1794-4605-BC9F-1C5199B591B7}" srcOrd="1" destOrd="0" presId="urn:microsoft.com/office/officeart/2005/8/layout/list1"/>
    <dgm:cxn modelId="{67CA2157-17FF-44EC-AB10-BB5C34361921}" type="presParOf" srcId="{5520BDD2-2EBE-4344-AF3A-08DE193286E8}" destId="{EFBB6607-CDB1-4463-BD73-A0E9D4A017D9}" srcOrd="0" destOrd="0" presId="urn:microsoft.com/office/officeart/2005/8/layout/list1"/>
    <dgm:cxn modelId="{FBB1C3EF-6F15-4891-A0C4-B44479909E97}" type="presParOf" srcId="{EFBB6607-CDB1-4463-BD73-A0E9D4A017D9}" destId="{8E99ED80-1C3D-4595-B90D-0428269AE22C}" srcOrd="0" destOrd="0" presId="urn:microsoft.com/office/officeart/2005/8/layout/list1"/>
    <dgm:cxn modelId="{0E0B0E5D-DBB7-4E74-925D-08948FEC2101}" type="presParOf" srcId="{EFBB6607-CDB1-4463-BD73-A0E9D4A017D9}" destId="{D447A6EF-1794-4605-BC9F-1C5199B591B7}" srcOrd="1" destOrd="0" presId="urn:microsoft.com/office/officeart/2005/8/layout/list1"/>
    <dgm:cxn modelId="{1F4DC1EA-B25E-4D9D-9712-DD67E810379C}" type="presParOf" srcId="{5520BDD2-2EBE-4344-AF3A-08DE193286E8}" destId="{18FDDA25-8EF5-4FA4-8940-092DA70A6581}" srcOrd="1" destOrd="0" presId="urn:microsoft.com/office/officeart/2005/8/layout/list1"/>
    <dgm:cxn modelId="{92D09AB0-178E-4385-8F25-A8DC77C51CFB}" type="presParOf" srcId="{5520BDD2-2EBE-4344-AF3A-08DE193286E8}" destId="{14A16E8C-16D3-46E6-A46A-7146A84B8B57}"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44341C-A1D1-484D-9CFF-97A26596C43C}">
      <dsp:nvSpPr>
        <dsp:cNvPr id="0" name=""/>
        <dsp:cNvSpPr/>
      </dsp:nvSpPr>
      <dsp:spPr>
        <a:xfrm>
          <a:off x="0" y="254609"/>
          <a:ext cx="10721788" cy="12789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2130" tIns="291592" rIns="832130"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SG" sz="2000" kern="1200" dirty="0" err="1">
              <a:solidFill>
                <a:srgbClr val="000000"/>
              </a:solidFill>
            </a:rPr>
            <a:t>S</a:t>
          </a:r>
          <a:r>
            <a:rPr lang="en-SG" sz="2000" b="0" i="0" u="none" strike="noStrike" kern="1200" dirty="0" err="1">
              <a:solidFill>
                <a:srgbClr val="000000"/>
              </a:solidFill>
              <a:effectLst/>
            </a:rPr>
            <a:t>emua</a:t>
          </a:r>
          <a:r>
            <a:rPr lang="en-SG" sz="2000" b="0" i="0" u="none" strike="noStrike" kern="1200" dirty="0">
              <a:solidFill>
                <a:srgbClr val="000000"/>
              </a:solidFill>
              <a:effectLst/>
            </a:rPr>
            <a:t> agama </a:t>
          </a:r>
          <a:r>
            <a:rPr lang="en-SG" sz="2000" b="0" i="0" u="none" strike="noStrike" kern="1200" dirty="0" err="1">
              <a:solidFill>
                <a:srgbClr val="000000"/>
              </a:solidFill>
              <a:effectLst/>
            </a:rPr>
            <a:t>pasti</a:t>
          </a:r>
          <a:r>
            <a:rPr lang="en-SG" sz="2000" b="0" i="0" u="none" strike="noStrike" kern="1200" dirty="0">
              <a:solidFill>
                <a:srgbClr val="000000"/>
              </a:solidFill>
              <a:effectLst/>
            </a:rPr>
            <a:t> </a:t>
          </a:r>
          <a:r>
            <a:rPr lang="en-SG" sz="2000" b="0" i="0" u="none" strike="noStrike" kern="1200" dirty="0" err="1">
              <a:solidFill>
                <a:srgbClr val="000000"/>
              </a:solidFill>
              <a:effectLst/>
            </a:rPr>
            <a:t>memiliki</a:t>
          </a:r>
          <a:r>
            <a:rPr lang="en-SG" sz="2000" b="0" i="0" u="none" strike="noStrike" kern="1200" dirty="0">
              <a:solidFill>
                <a:srgbClr val="000000"/>
              </a:solidFill>
              <a:effectLst/>
            </a:rPr>
            <a:t> </a:t>
          </a:r>
          <a:r>
            <a:rPr lang="en-SG" sz="2000" b="0" i="0" u="none" strike="noStrike" kern="1200" dirty="0" err="1">
              <a:solidFill>
                <a:srgbClr val="000000"/>
              </a:solidFill>
              <a:effectLst/>
            </a:rPr>
            <a:t>prinsip</a:t>
          </a:r>
          <a:r>
            <a:rPr lang="en-SG" sz="2000" b="0" i="0" u="none" strike="noStrike" kern="1200" dirty="0">
              <a:solidFill>
                <a:srgbClr val="000000"/>
              </a:solidFill>
              <a:effectLst/>
            </a:rPr>
            <a:t> </a:t>
          </a:r>
          <a:r>
            <a:rPr lang="en-SG" sz="2000" b="0" i="0" u="none" strike="noStrike" kern="1200" dirty="0" err="1">
              <a:solidFill>
                <a:srgbClr val="000000"/>
              </a:solidFill>
              <a:effectLst/>
            </a:rPr>
            <a:t>kaidah</a:t>
          </a:r>
          <a:r>
            <a:rPr lang="en-SG" sz="2000" b="0" i="0" u="none" strike="noStrike" kern="1200" dirty="0">
              <a:solidFill>
                <a:srgbClr val="000000"/>
              </a:solidFill>
              <a:effectLst/>
            </a:rPr>
            <a:t> agama, </a:t>
          </a:r>
          <a:r>
            <a:rPr lang="en-SG" sz="2000" b="0" i="0" u="none" strike="noStrike" kern="1200" dirty="0" err="1">
              <a:solidFill>
                <a:srgbClr val="000000"/>
              </a:solidFill>
              <a:effectLst/>
            </a:rPr>
            <a:t>tetapi</a:t>
          </a:r>
          <a:r>
            <a:rPr lang="en-SG" sz="2000" b="0" i="0" u="none" strike="noStrike" kern="1200" dirty="0">
              <a:solidFill>
                <a:srgbClr val="000000"/>
              </a:solidFill>
              <a:effectLst/>
            </a:rPr>
            <a:t> </a:t>
          </a:r>
          <a:r>
            <a:rPr lang="en-SG" sz="2000" b="0" i="0" u="none" strike="noStrike" kern="1200" dirty="0" err="1">
              <a:solidFill>
                <a:srgbClr val="000000"/>
              </a:solidFill>
              <a:effectLst/>
            </a:rPr>
            <a:t>tidak</a:t>
          </a:r>
          <a:r>
            <a:rPr lang="en-SG" sz="2000" b="0" i="0" u="none" strike="noStrike" kern="1200" dirty="0">
              <a:solidFill>
                <a:srgbClr val="000000"/>
              </a:solidFill>
              <a:effectLst/>
            </a:rPr>
            <a:t> </a:t>
          </a:r>
          <a:r>
            <a:rPr lang="en-SG" sz="2000" b="0" i="0" u="none" strike="noStrike" kern="1200" dirty="0" err="1">
              <a:solidFill>
                <a:srgbClr val="000000"/>
              </a:solidFill>
              <a:effectLst/>
            </a:rPr>
            <a:t>semua</a:t>
          </a:r>
          <a:r>
            <a:rPr lang="en-SG" sz="2000" b="0" i="0" u="none" strike="noStrike" kern="1200" dirty="0">
              <a:solidFill>
                <a:srgbClr val="000000"/>
              </a:solidFill>
              <a:effectLst/>
            </a:rPr>
            <a:t> agama </a:t>
          </a:r>
          <a:r>
            <a:rPr lang="en-SG" sz="2000" b="0" i="0" u="none" strike="noStrike" kern="1200" dirty="0" err="1">
              <a:solidFill>
                <a:srgbClr val="000000"/>
              </a:solidFill>
              <a:effectLst/>
            </a:rPr>
            <a:t>memiliki</a:t>
          </a:r>
          <a:r>
            <a:rPr lang="en-SG" sz="2000" b="0" i="0" u="none" strike="noStrike" kern="1200" dirty="0">
              <a:solidFill>
                <a:srgbClr val="000000"/>
              </a:solidFill>
              <a:effectLst/>
            </a:rPr>
            <a:t> </a:t>
          </a:r>
          <a:r>
            <a:rPr lang="en-SG" sz="2000" b="0" i="0" u="none" strike="noStrike" kern="1200" dirty="0" err="1">
              <a:solidFill>
                <a:srgbClr val="000000"/>
              </a:solidFill>
              <a:effectLst/>
            </a:rPr>
            <a:t>persamaan</a:t>
          </a:r>
          <a:r>
            <a:rPr lang="en-SG" sz="2000" b="0" i="0" u="none" strike="noStrike" kern="1200" dirty="0">
              <a:solidFill>
                <a:srgbClr val="000000"/>
              </a:solidFill>
              <a:effectLst/>
            </a:rPr>
            <a:t> </a:t>
          </a:r>
          <a:r>
            <a:rPr lang="en-SG" sz="2000" b="0" i="0" u="none" strike="noStrike" kern="1200" dirty="0" err="1">
              <a:solidFill>
                <a:srgbClr val="000000"/>
              </a:solidFill>
              <a:effectLst/>
            </a:rPr>
            <a:t>prinsip</a:t>
          </a:r>
          <a:r>
            <a:rPr lang="en-SG" sz="2000" b="0" i="0" u="none" strike="noStrike" kern="1200" dirty="0">
              <a:solidFill>
                <a:srgbClr val="000000"/>
              </a:solidFill>
              <a:effectLst/>
            </a:rPr>
            <a:t> yang </a:t>
          </a:r>
          <a:r>
            <a:rPr lang="en-SG" sz="2000" b="0" i="0" u="none" strike="noStrike" kern="1200" dirty="0" err="1">
              <a:solidFill>
                <a:srgbClr val="000000"/>
              </a:solidFill>
              <a:effectLst/>
            </a:rPr>
            <a:t>sama</a:t>
          </a:r>
          <a:r>
            <a:rPr lang="en-SG" sz="2000" b="0" i="0" u="none" strike="noStrike" kern="1200" dirty="0">
              <a:solidFill>
                <a:srgbClr val="000000"/>
              </a:solidFill>
              <a:effectLst/>
            </a:rPr>
            <a:t>, </a:t>
          </a:r>
          <a:r>
            <a:rPr lang="en-SG" sz="2000" b="0" i="0" u="none" strike="noStrike" kern="1200" dirty="0" err="1">
              <a:solidFill>
                <a:srgbClr val="000000"/>
              </a:solidFill>
              <a:effectLst/>
            </a:rPr>
            <a:t>ada</a:t>
          </a:r>
          <a:r>
            <a:rPr lang="en-SG" sz="2000" b="0" i="0" u="none" strike="noStrike" kern="1200" dirty="0">
              <a:solidFill>
                <a:srgbClr val="000000"/>
              </a:solidFill>
              <a:effectLst/>
            </a:rPr>
            <a:t> </a:t>
          </a:r>
          <a:r>
            <a:rPr lang="en-SG" sz="2000" b="0" i="0" u="none" strike="noStrike" kern="1200" dirty="0" err="1">
              <a:solidFill>
                <a:srgbClr val="000000"/>
              </a:solidFill>
              <a:effectLst/>
            </a:rPr>
            <a:t>beberapa</a:t>
          </a:r>
          <a:r>
            <a:rPr lang="en-SG" sz="2000" b="0" i="0" u="none" strike="noStrike" kern="1200" dirty="0">
              <a:solidFill>
                <a:srgbClr val="000000"/>
              </a:solidFill>
              <a:effectLst/>
            </a:rPr>
            <a:t> agama yang </a:t>
          </a:r>
          <a:r>
            <a:rPr lang="en-SG" sz="2000" b="0" i="0" u="none" strike="noStrike" kern="1200" dirty="0" err="1">
              <a:solidFill>
                <a:srgbClr val="000000"/>
              </a:solidFill>
              <a:effectLst/>
            </a:rPr>
            <a:t>memiliki</a:t>
          </a:r>
          <a:r>
            <a:rPr lang="en-SG" sz="2000" b="0" i="0" u="none" strike="noStrike" kern="1200" dirty="0">
              <a:solidFill>
                <a:srgbClr val="000000"/>
              </a:solidFill>
              <a:effectLst/>
            </a:rPr>
            <a:t> </a:t>
          </a:r>
          <a:r>
            <a:rPr lang="en-SG" sz="2000" b="0" i="0" u="none" strike="noStrike" kern="1200" dirty="0" err="1">
              <a:solidFill>
                <a:srgbClr val="000000"/>
              </a:solidFill>
              <a:effectLst/>
            </a:rPr>
            <a:t>perbedaan</a:t>
          </a:r>
          <a:r>
            <a:rPr lang="en-SG" sz="2000" b="0" i="0" u="none" strike="noStrike" kern="1200" dirty="0">
              <a:solidFill>
                <a:srgbClr val="000000"/>
              </a:solidFill>
              <a:effectLst/>
            </a:rPr>
            <a:t> </a:t>
          </a:r>
          <a:r>
            <a:rPr lang="en-SG" sz="2000" b="0" i="0" u="none" strike="noStrike" kern="1200" dirty="0" err="1">
              <a:solidFill>
                <a:srgbClr val="000000"/>
              </a:solidFill>
              <a:effectLst/>
            </a:rPr>
            <a:t>prinsip</a:t>
          </a:r>
          <a:r>
            <a:rPr lang="en-SG" sz="2000" b="0" i="0" u="none" strike="noStrike" kern="1200" dirty="0">
              <a:solidFill>
                <a:srgbClr val="000000"/>
              </a:solidFill>
              <a:effectLst/>
            </a:rPr>
            <a:t> yang </a:t>
          </a:r>
          <a:r>
            <a:rPr lang="en-SG" sz="2000" b="0" i="0" u="none" strike="noStrike" kern="1200" dirty="0" err="1">
              <a:solidFill>
                <a:srgbClr val="000000"/>
              </a:solidFill>
              <a:effectLst/>
            </a:rPr>
            <a:t>cukup</a:t>
          </a:r>
          <a:r>
            <a:rPr lang="en-SG" sz="2000" b="0" i="0" u="none" strike="noStrike" kern="1200" dirty="0">
              <a:solidFill>
                <a:srgbClr val="000000"/>
              </a:solidFill>
              <a:effectLst/>
            </a:rPr>
            <a:t> </a:t>
          </a:r>
          <a:r>
            <a:rPr lang="en-SG" sz="2000" b="0" i="0" u="none" strike="noStrike" kern="1200" dirty="0" err="1">
              <a:solidFill>
                <a:srgbClr val="000000"/>
              </a:solidFill>
              <a:effectLst/>
            </a:rPr>
            <a:t>mencolok</a:t>
          </a:r>
          <a:r>
            <a:rPr lang="en-SG" sz="2000" b="0" i="0" u="none" strike="noStrike" kern="1200" dirty="0">
              <a:solidFill>
                <a:srgbClr val="000000"/>
              </a:solidFill>
              <a:effectLst/>
            </a:rPr>
            <a:t>. </a:t>
          </a:r>
          <a:endParaRPr lang="en-US" sz="2000" kern="1200" dirty="0"/>
        </a:p>
      </dsp:txBody>
      <dsp:txXfrm>
        <a:off x="0" y="254609"/>
        <a:ext cx="10721788" cy="1278900"/>
      </dsp:txXfrm>
    </dsp:sp>
    <dsp:sp modelId="{7B452E4A-FF0E-4075-891C-42F6137E9468}">
      <dsp:nvSpPr>
        <dsp:cNvPr id="0" name=""/>
        <dsp:cNvSpPr/>
      </dsp:nvSpPr>
      <dsp:spPr>
        <a:xfrm>
          <a:off x="536089" y="47969"/>
          <a:ext cx="871359"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3681" tIns="0" rIns="283681" bIns="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556264" y="68144"/>
        <a:ext cx="831009" cy="372930"/>
      </dsp:txXfrm>
    </dsp:sp>
    <dsp:sp modelId="{3BF97956-66D0-4FDA-A871-B18448F72B6D}">
      <dsp:nvSpPr>
        <dsp:cNvPr id="0" name=""/>
        <dsp:cNvSpPr/>
      </dsp:nvSpPr>
      <dsp:spPr>
        <a:xfrm>
          <a:off x="0" y="1815750"/>
          <a:ext cx="10721788" cy="992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2130" tIns="291592" rIns="832130"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SG" sz="2000" b="0" i="0" u="none" strike="noStrike" kern="1200" dirty="0" err="1">
              <a:solidFill>
                <a:srgbClr val="000000"/>
              </a:solidFill>
              <a:effectLst/>
            </a:rPr>
            <a:t>Belakang</a:t>
          </a:r>
          <a:r>
            <a:rPr lang="en-SG" sz="2000" b="0" i="0" u="none" strike="noStrike" kern="1200" dirty="0">
              <a:solidFill>
                <a:srgbClr val="000000"/>
              </a:solidFill>
              <a:effectLst/>
            </a:rPr>
            <a:t> </a:t>
          </a:r>
          <a:r>
            <a:rPr lang="en-SG" sz="2000" b="0" i="0" u="none" strike="noStrike" kern="1200" dirty="0" err="1">
              <a:solidFill>
                <a:srgbClr val="000000"/>
              </a:solidFill>
              <a:effectLst/>
            </a:rPr>
            <a:t>ini</a:t>
          </a:r>
          <a:r>
            <a:rPr lang="en-SG" sz="2000" b="0" i="0" u="none" strike="noStrike" kern="1200" dirty="0">
              <a:solidFill>
                <a:srgbClr val="000000"/>
              </a:solidFill>
              <a:effectLst/>
            </a:rPr>
            <a:t> </a:t>
          </a:r>
          <a:r>
            <a:rPr lang="en-SG" sz="2000" b="0" i="0" u="none" strike="noStrike" kern="1200" dirty="0" err="1">
              <a:solidFill>
                <a:srgbClr val="000000"/>
              </a:solidFill>
              <a:effectLst/>
            </a:rPr>
            <a:t>banyak</a:t>
          </a:r>
          <a:r>
            <a:rPr lang="en-SG" sz="2000" b="0" i="0" u="none" strike="noStrike" kern="1200" dirty="0">
              <a:solidFill>
                <a:srgbClr val="000000"/>
              </a:solidFill>
              <a:effectLst/>
            </a:rPr>
            <a:t> </a:t>
          </a:r>
          <a:r>
            <a:rPr lang="en-SG" sz="2000" b="0" i="0" u="none" strike="noStrike" kern="1200" dirty="0" err="1">
              <a:solidFill>
                <a:srgbClr val="000000"/>
              </a:solidFill>
              <a:effectLst/>
            </a:rPr>
            <a:t>sekali</a:t>
          </a:r>
          <a:r>
            <a:rPr lang="en-SG" sz="2000" b="0" i="0" u="none" strike="noStrike" kern="1200" dirty="0">
              <a:solidFill>
                <a:srgbClr val="000000"/>
              </a:solidFill>
              <a:effectLst/>
            </a:rPr>
            <a:t> orang-orang yang </a:t>
          </a:r>
          <a:r>
            <a:rPr lang="en-SG" sz="2000" b="0" i="0" u="none" strike="noStrike" kern="1200" dirty="0" err="1">
              <a:solidFill>
                <a:srgbClr val="000000"/>
              </a:solidFill>
              <a:effectLst/>
            </a:rPr>
            <a:t>tidak</a:t>
          </a:r>
          <a:r>
            <a:rPr lang="en-SG" sz="2000" b="0" i="0" u="none" strike="noStrike" kern="1200" dirty="0">
              <a:solidFill>
                <a:srgbClr val="000000"/>
              </a:solidFill>
              <a:effectLst/>
            </a:rPr>
            <a:t> </a:t>
          </a:r>
          <a:r>
            <a:rPr lang="en-SG" sz="2000" b="0" i="0" u="none" strike="noStrike" kern="1200" dirty="0" err="1">
              <a:solidFill>
                <a:srgbClr val="000000"/>
              </a:solidFill>
              <a:effectLst/>
            </a:rPr>
            <a:t>bisa</a:t>
          </a:r>
          <a:r>
            <a:rPr lang="en-SG" sz="2000" b="0" i="0" u="none" strike="noStrike" kern="1200" dirty="0">
              <a:solidFill>
                <a:srgbClr val="000000"/>
              </a:solidFill>
              <a:effectLst/>
            </a:rPr>
            <a:t> </a:t>
          </a:r>
          <a:r>
            <a:rPr lang="en-SG" sz="2000" b="0" i="0" u="none" strike="noStrike" kern="1200" dirty="0" err="1">
              <a:solidFill>
                <a:srgbClr val="000000"/>
              </a:solidFill>
              <a:effectLst/>
            </a:rPr>
            <a:t>mengenali</a:t>
          </a:r>
          <a:r>
            <a:rPr lang="en-SG" sz="2000" b="0" i="0" u="none" strike="noStrike" kern="1200" dirty="0">
              <a:solidFill>
                <a:srgbClr val="000000"/>
              </a:solidFill>
              <a:effectLst/>
            </a:rPr>
            <a:t> agama yang </a:t>
          </a:r>
          <a:r>
            <a:rPr lang="en-SG" sz="2000" b="0" i="0" u="none" strike="noStrike" kern="1200" dirty="0" err="1">
              <a:solidFill>
                <a:srgbClr val="000000"/>
              </a:solidFill>
              <a:effectLst/>
            </a:rPr>
            <a:t>diyakininya</a:t>
          </a:r>
          <a:r>
            <a:rPr lang="en-SG" sz="2000" b="0" i="0" u="none" strike="noStrike" kern="1200" dirty="0">
              <a:solidFill>
                <a:srgbClr val="000000"/>
              </a:solidFill>
              <a:effectLst/>
            </a:rPr>
            <a:t>, </a:t>
          </a:r>
          <a:r>
            <a:rPr lang="en-SG" sz="2000" b="0" i="0" u="none" strike="noStrike" kern="1200" dirty="0" err="1">
              <a:solidFill>
                <a:srgbClr val="000000"/>
              </a:solidFill>
              <a:effectLst/>
            </a:rPr>
            <a:t>sehingga</a:t>
          </a:r>
          <a:r>
            <a:rPr lang="en-SG" sz="2000" b="0" i="0" u="none" strike="noStrike" kern="1200" dirty="0">
              <a:solidFill>
                <a:srgbClr val="000000"/>
              </a:solidFill>
              <a:effectLst/>
            </a:rPr>
            <a:t> </a:t>
          </a:r>
          <a:r>
            <a:rPr lang="en-SG" sz="2000" b="0" i="0" u="none" strike="noStrike" kern="1200" dirty="0" err="1">
              <a:solidFill>
                <a:srgbClr val="000000"/>
              </a:solidFill>
              <a:effectLst/>
            </a:rPr>
            <a:t>tidak</a:t>
          </a:r>
          <a:r>
            <a:rPr lang="en-SG" sz="2000" b="0" i="0" u="none" strike="noStrike" kern="1200" dirty="0">
              <a:solidFill>
                <a:srgbClr val="000000"/>
              </a:solidFill>
              <a:effectLst/>
            </a:rPr>
            <a:t> </a:t>
          </a:r>
          <a:r>
            <a:rPr lang="en-SG" sz="2000" b="0" i="0" u="none" strike="noStrike" kern="1200" dirty="0" err="1">
              <a:solidFill>
                <a:srgbClr val="000000"/>
              </a:solidFill>
              <a:effectLst/>
            </a:rPr>
            <a:t>bisa</a:t>
          </a:r>
          <a:r>
            <a:rPr lang="en-SG" sz="2000" b="0" i="0" u="none" strike="noStrike" kern="1200" dirty="0">
              <a:solidFill>
                <a:srgbClr val="000000"/>
              </a:solidFill>
              <a:effectLst/>
            </a:rPr>
            <a:t> </a:t>
          </a:r>
          <a:r>
            <a:rPr lang="en-SG" sz="2000" b="0" i="0" u="none" strike="noStrike" kern="1200" dirty="0" err="1">
              <a:solidFill>
                <a:srgbClr val="000000"/>
              </a:solidFill>
              <a:effectLst/>
            </a:rPr>
            <a:t>mengenali</a:t>
          </a:r>
          <a:r>
            <a:rPr lang="en-SG" sz="2000" b="0" i="0" u="none" strike="noStrike" kern="1200" dirty="0">
              <a:solidFill>
                <a:srgbClr val="000000"/>
              </a:solidFill>
              <a:effectLst/>
            </a:rPr>
            <a:t> </a:t>
          </a:r>
          <a:r>
            <a:rPr lang="en-SG" sz="2000" b="0" i="0" u="none" strike="noStrike" kern="1200" dirty="0" err="1">
              <a:solidFill>
                <a:srgbClr val="000000"/>
              </a:solidFill>
              <a:effectLst/>
            </a:rPr>
            <a:t>prinsip</a:t>
          </a:r>
          <a:r>
            <a:rPr lang="en-SG" sz="2000" b="0" i="0" u="none" strike="noStrike" kern="1200" dirty="0">
              <a:solidFill>
                <a:srgbClr val="000000"/>
              </a:solidFill>
              <a:effectLst/>
            </a:rPr>
            <a:t> </a:t>
          </a:r>
          <a:r>
            <a:rPr lang="en-SG" sz="2000" b="0" i="0" u="none" strike="noStrike" kern="1200" dirty="0" err="1">
              <a:solidFill>
                <a:srgbClr val="000000"/>
              </a:solidFill>
              <a:effectLst/>
            </a:rPr>
            <a:t>kaidah</a:t>
          </a:r>
          <a:r>
            <a:rPr lang="en-SG" sz="2000" b="0" i="0" u="none" strike="noStrike" kern="1200" dirty="0">
              <a:solidFill>
                <a:srgbClr val="000000"/>
              </a:solidFill>
              <a:effectLst/>
            </a:rPr>
            <a:t> agama yang </a:t>
          </a:r>
          <a:r>
            <a:rPr lang="en-SG" sz="2000" b="0" i="0" u="none" strike="noStrike" kern="1200" dirty="0" err="1">
              <a:solidFill>
                <a:srgbClr val="000000"/>
              </a:solidFill>
              <a:effectLst/>
            </a:rPr>
            <a:t>diyakininya</a:t>
          </a:r>
          <a:r>
            <a:rPr lang="en-SG" sz="2000" b="0" i="0" u="none" strike="noStrike" kern="1200" dirty="0">
              <a:solidFill>
                <a:srgbClr val="000000"/>
              </a:solidFill>
              <a:effectLst/>
            </a:rPr>
            <a:t>.</a:t>
          </a:r>
          <a:endParaRPr lang="en-US" sz="2000" kern="1200" dirty="0"/>
        </a:p>
      </dsp:txBody>
      <dsp:txXfrm>
        <a:off x="0" y="1815750"/>
        <a:ext cx="10721788" cy="992250"/>
      </dsp:txXfrm>
    </dsp:sp>
    <dsp:sp modelId="{1AA51336-BBAA-44F3-A0F2-DCB8A73F2A10}">
      <dsp:nvSpPr>
        <dsp:cNvPr id="0" name=""/>
        <dsp:cNvSpPr/>
      </dsp:nvSpPr>
      <dsp:spPr>
        <a:xfrm>
          <a:off x="536089" y="1609110"/>
          <a:ext cx="871359"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3681" tIns="0" rIns="283681" bIns="0" numCol="1" spcCol="1270" anchor="ctr" anchorCtr="0">
          <a:noAutofit/>
        </a:bodyPr>
        <a:lstStyle/>
        <a:p>
          <a:pPr marL="0" lvl="0" indent="0" algn="ctr" defTabSz="889000">
            <a:lnSpc>
              <a:spcPct val="90000"/>
            </a:lnSpc>
            <a:spcBef>
              <a:spcPct val="0"/>
            </a:spcBef>
            <a:spcAft>
              <a:spcPct val="35000"/>
            </a:spcAft>
            <a:buNone/>
          </a:pPr>
          <a:r>
            <a:rPr lang="en-US" sz="2000" kern="1200" dirty="0"/>
            <a:t>2</a:t>
          </a:r>
        </a:p>
      </dsp:txBody>
      <dsp:txXfrm>
        <a:off x="556264" y="1629285"/>
        <a:ext cx="831009" cy="372930"/>
      </dsp:txXfrm>
    </dsp:sp>
    <dsp:sp modelId="{8F96A08C-4B62-4622-98B1-D0D31D1BB8E5}">
      <dsp:nvSpPr>
        <dsp:cNvPr id="0" name=""/>
        <dsp:cNvSpPr/>
      </dsp:nvSpPr>
      <dsp:spPr>
        <a:xfrm>
          <a:off x="0" y="3090240"/>
          <a:ext cx="10721788" cy="12789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2130" tIns="291592" rIns="832130"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SG" sz="2000" b="0" i="0" u="none" strike="noStrike" kern="1200" dirty="0">
              <a:solidFill>
                <a:srgbClr val="000000"/>
              </a:solidFill>
              <a:effectLst/>
            </a:rPr>
            <a:t>Hal </a:t>
          </a:r>
          <a:r>
            <a:rPr lang="en-SG" sz="2000" b="0" i="0" u="none" strike="noStrike" kern="1200" dirty="0" err="1">
              <a:solidFill>
                <a:srgbClr val="000000"/>
              </a:solidFill>
              <a:effectLst/>
            </a:rPr>
            <a:t>tesebut</a:t>
          </a:r>
          <a:r>
            <a:rPr lang="en-SG" sz="2000" b="0" i="0" u="none" strike="noStrike" kern="1200" dirty="0">
              <a:solidFill>
                <a:srgbClr val="000000"/>
              </a:solidFill>
              <a:effectLst/>
            </a:rPr>
            <a:t> </a:t>
          </a:r>
          <a:r>
            <a:rPr lang="en-SG" sz="2000" b="0" i="0" u="none" strike="noStrike" kern="1200" dirty="0" err="1">
              <a:solidFill>
                <a:srgbClr val="000000"/>
              </a:solidFill>
              <a:effectLst/>
            </a:rPr>
            <a:t>diharapkan</a:t>
          </a:r>
          <a:r>
            <a:rPr lang="en-SG" sz="2000" b="0" i="0" u="none" strike="noStrike" kern="1200" dirty="0">
              <a:solidFill>
                <a:srgbClr val="000000"/>
              </a:solidFill>
              <a:effectLst/>
            </a:rPr>
            <a:t> </a:t>
          </a:r>
          <a:r>
            <a:rPr lang="en-SG" sz="2000" b="0" i="0" u="none" strike="noStrike" kern="1200" dirty="0" err="1">
              <a:solidFill>
                <a:srgbClr val="000000"/>
              </a:solidFill>
              <a:effectLst/>
            </a:rPr>
            <a:t>tidak</a:t>
          </a:r>
          <a:r>
            <a:rPr lang="en-SG" sz="2000" b="0" i="0" u="none" strike="noStrike" kern="1200" dirty="0">
              <a:solidFill>
                <a:srgbClr val="000000"/>
              </a:solidFill>
              <a:effectLst/>
            </a:rPr>
            <a:t> </a:t>
          </a:r>
          <a:r>
            <a:rPr lang="en-SG" sz="2000" b="0" i="0" u="none" strike="noStrike" kern="1200" dirty="0" err="1">
              <a:solidFill>
                <a:srgbClr val="000000"/>
              </a:solidFill>
              <a:effectLst/>
            </a:rPr>
            <a:t>terjadi</a:t>
          </a:r>
          <a:r>
            <a:rPr lang="en-SG" sz="2000" b="0" i="0" u="none" strike="noStrike" kern="1200" dirty="0">
              <a:solidFill>
                <a:srgbClr val="000000"/>
              </a:solidFill>
              <a:effectLst/>
            </a:rPr>
            <a:t> </a:t>
          </a:r>
          <a:r>
            <a:rPr lang="en-SG" sz="2000" b="0" i="0" u="none" strike="noStrike" kern="1200" dirty="0" err="1">
              <a:solidFill>
                <a:srgbClr val="000000"/>
              </a:solidFill>
              <a:effectLst/>
            </a:rPr>
            <a:t>secara</a:t>
          </a:r>
          <a:r>
            <a:rPr lang="en-SG" sz="2000" b="0" i="0" u="none" strike="noStrike" kern="1200" dirty="0">
              <a:solidFill>
                <a:srgbClr val="000000"/>
              </a:solidFill>
              <a:effectLst/>
            </a:rPr>
            <a:t> </a:t>
          </a:r>
          <a:r>
            <a:rPr lang="en-SG" sz="2000" b="0" i="0" u="none" strike="noStrike" kern="1200" dirty="0" err="1">
              <a:solidFill>
                <a:srgbClr val="000000"/>
              </a:solidFill>
              <a:effectLst/>
            </a:rPr>
            <a:t>terus</a:t>
          </a:r>
          <a:r>
            <a:rPr lang="en-SG" sz="2000" b="0" i="0" u="none" strike="noStrike" kern="1200" dirty="0">
              <a:solidFill>
                <a:srgbClr val="000000"/>
              </a:solidFill>
              <a:effectLst/>
            </a:rPr>
            <a:t> </a:t>
          </a:r>
          <a:r>
            <a:rPr lang="en-SG" sz="2000" b="0" i="0" u="none" strike="noStrike" kern="1200" dirty="0" err="1">
              <a:solidFill>
                <a:srgbClr val="000000"/>
              </a:solidFill>
              <a:effectLst/>
            </a:rPr>
            <a:t>menerus</a:t>
          </a:r>
          <a:r>
            <a:rPr lang="en-SG" sz="2000" b="0" i="0" u="none" strike="noStrike" kern="1200" dirty="0">
              <a:solidFill>
                <a:srgbClr val="000000"/>
              </a:solidFill>
              <a:effectLst/>
            </a:rPr>
            <a:t>, </a:t>
          </a:r>
          <a:r>
            <a:rPr lang="en-SG" sz="2000" b="0" i="0" u="none" strike="noStrike" kern="1200" dirty="0" err="1">
              <a:solidFill>
                <a:srgbClr val="000000"/>
              </a:solidFill>
              <a:effectLst/>
            </a:rPr>
            <a:t>karena</a:t>
          </a:r>
          <a:r>
            <a:rPr lang="en-SG" sz="2000" b="0" i="0" u="none" strike="noStrike" kern="1200" dirty="0">
              <a:solidFill>
                <a:srgbClr val="000000"/>
              </a:solidFill>
              <a:effectLst/>
            </a:rPr>
            <a:t> </a:t>
          </a:r>
          <a:r>
            <a:rPr lang="en-SG" sz="2000" b="0" i="0" u="none" strike="noStrike" kern="1200" dirty="0" err="1">
              <a:solidFill>
                <a:srgbClr val="000000"/>
              </a:solidFill>
              <a:effectLst/>
            </a:rPr>
            <a:t>suatu</a:t>
          </a:r>
          <a:r>
            <a:rPr lang="en-SG" sz="2000" b="0" i="0" u="none" strike="noStrike" kern="1200" dirty="0">
              <a:solidFill>
                <a:srgbClr val="000000"/>
              </a:solidFill>
              <a:effectLst/>
            </a:rPr>
            <a:t> agama </a:t>
          </a:r>
          <a:r>
            <a:rPr lang="en-SG" sz="2000" b="0" i="0" u="none" strike="noStrike" kern="1200" dirty="0" err="1">
              <a:solidFill>
                <a:srgbClr val="000000"/>
              </a:solidFill>
              <a:effectLst/>
            </a:rPr>
            <a:t>itu</a:t>
          </a:r>
          <a:r>
            <a:rPr lang="en-SG" sz="2000" b="0" i="0" u="none" strike="noStrike" kern="1200" dirty="0">
              <a:solidFill>
                <a:srgbClr val="000000"/>
              </a:solidFill>
              <a:effectLst/>
            </a:rPr>
            <a:t> </a:t>
          </a:r>
          <a:r>
            <a:rPr lang="en-SG" sz="2000" b="0" i="0" u="none" strike="noStrike" kern="1200" dirty="0" err="1">
              <a:solidFill>
                <a:srgbClr val="000000"/>
              </a:solidFill>
              <a:effectLst/>
            </a:rPr>
            <a:t>bagaikan</a:t>
          </a:r>
          <a:r>
            <a:rPr lang="en-SG" sz="2000" b="0" i="0" u="none" strike="noStrike" kern="1200" dirty="0">
              <a:solidFill>
                <a:srgbClr val="000000"/>
              </a:solidFill>
              <a:effectLst/>
            </a:rPr>
            <a:t> </a:t>
          </a:r>
          <a:r>
            <a:rPr lang="en-SG" sz="2000" b="0" i="0" u="none" strike="noStrike" kern="1200" dirty="0" err="1">
              <a:solidFill>
                <a:srgbClr val="000000"/>
              </a:solidFill>
              <a:effectLst/>
            </a:rPr>
            <a:t>rumah</a:t>
          </a:r>
          <a:r>
            <a:rPr lang="en-SG" sz="2000" b="0" i="0" u="none" strike="noStrike" kern="1200" dirty="0">
              <a:solidFill>
                <a:srgbClr val="000000"/>
              </a:solidFill>
              <a:effectLst/>
            </a:rPr>
            <a:t> yang </a:t>
          </a:r>
          <a:r>
            <a:rPr lang="en-SG" sz="2000" b="0" i="0" u="none" strike="noStrike" kern="1200" dirty="0" err="1">
              <a:solidFill>
                <a:srgbClr val="000000"/>
              </a:solidFill>
              <a:effectLst/>
            </a:rPr>
            <a:t>dapat</a:t>
          </a:r>
          <a:r>
            <a:rPr lang="en-SG" sz="2000" b="0" i="0" u="none" strike="noStrike" kern="1200" dirty="0">
              <a:solidFill>
                <a:srgbClr val="000000"/>
              </a:solidFill>
              <a:effectLst/>
            </a:rPr>
            <a:t> </a:t>
          </a:r>
          <a:r>
            <a:rPr lang="en-SG" sz="2000" b="0" i="0" u="none" strike="noStrike" kern="1200" dirty="0" err="1">
              <a:solidFill>
                <a:srgbClr val="000000"/>
              </a:solidFill>
              <a:effectLst/>
            </a:rPr>
            <a:t>melindungi</a:t>
          </a:r>
          <a:r>
            <a:rPr lang="en-SG" sz="2000" b="0" i="0" u="none" strike="noStrike" kern="1200" dirty="0">
              <a:solidFill>
                <a:srgbClr val="000000"/>
              </a:solidFill>
              <a:effectLst/>
            </a:rPr>
            <a:t> </a:t>
          </a:r>
          <a:r>
            <a:rPr lang="en-SG" sz="2000" b="0" i="0" u="none" strike="noStrike" kern="1200" dirty="0" err="1">
              <a:solidFill>
                <a:srgbClr val="000000"/>
              </a:solidFill>
              <a:effectLst/>
            </a:rPr>
            <a:t>kita</a:t>
          </a:r>
          <a:r>
            <a:rPr lang="en-SG" sz="2000" b="0" i="0" u="none" strike="noStrike" kern="1200" dirty="0">
              <a:solidFill>
                <a:srgbClr val="000000"/>
              </a:solidFill>
              <a:effectLst/>
            </a:rPr>
            <a:t> </a:t>
          </a:r>
          <a:r>
            <a:rPr lang="en-SG" sz="2000" b="0" i="0" u="none" strike="noStrike" kern="1200" dirty="0" err="1">
              <a:solidFill>
                <a:srgbClr val="000000"/>
              </a:solidFill>
              <a:effectLst/>
            </a:rPr>
            <a:t>dari</a:t>
          </a:r>
          <a:r>
            <a:rPr lang="en-SG" sz="2000" b="0" i="0" u="none" strike="noStrike" kern="1200" dirty="0">
              <a:solidFill>
                <a:srgbClr val="000000"/>
              </a:solidFill>
              <a:effectLst/>
            </a:rPr>
            <a:t> </a:t>
          </a:r>
          <a:r>
            <a:rPr lang="en-SG" sz="2000" b="0" i="0" u="none" strike="noStrike" kern="1200" dirty="0" err="1">
              <a:solidFill>
                <a:srgbClr val="000000"/>
              </a:solidFill>
              <a:effectLst/>
            </a:rPr>
            <a:t>gangguan</a:t>
          </a:r>
          <a:r>
            <a:rPr lang="en-SG" sz="2000" b="0" i="0" u="none" strike="noStrike" kern="1200" dirty="0">
              <a:solidFill>
                <a:srgbClr val="000000"/>
              </a:solidFill>
              <a:effectLst/>
            </a:rPr>
            <a:t>- </a:t>
          </a:r>
          <a:r>
            <a:rPr lang="en-SG" sz="2000" b="0" i="0" u="none" strike="noStrike" kern="1200" dirty="0" err="1">
              <a:solidFill>
                <a:srgbClr val="000000"/>
              </a:solidFill>
              <a:effectLst/>
            </a:rPr>
            <a:t>gangguan</a:t>
          </a:r>
          <a:r>
            <a:rPr lang="en-SG" sz="2000" b="0" i="0" u="none" strike="noStrike" kern="1200" dirty="0">
              <a:solidFill>
                <a:srgbClr val="000000"/>
              </a:solidFill>
              <a:effectLst/>
            </a:rPr>
            <a:t> yang </a:t>
          </a:r>
          <a:r>
            <a:rPr lang="en-SG" sz="2000" b="0" i="0" u="none" strike="noStrike" kern="1200" dirty="0" err="1">
              <a:solidFill>
                <a:srgbClr val="000000"/>
              </a:solidFill>
              <a:effectLst/>
            </a:rPr>
            <a:t>berasal</a:t>
          </a:r>
          <a:r>
            <a:rPr lang="en-SG" sz="2000" b="0" i="0" u="none" strike="noStrike" kern="1200" dirty="0">
              <a:solidFill>
                <a:srgbClr val="000000"/>
              </a:solidFill>
              <a:effectLst/>
            </a:rPr>
            <a:t> </a:t>
          </a:r>
          <a:r>
            <a:rPr lang="en-SG" sz="2000" b="0" i="0" u="none" strike="noStrike" kern="1200" dirty="0" err="1">
              <a:solidFill>
                <a:srgbClr val="000000"/>
              </a:solidFill>
              <a:effectLst/>
            </a:rPr>
            <a:t>dari</a:t>
          </a:r>
          <a:r>
            <a:rPr lang="en-SG" sz="2000" b="0" i="0" u="none" strike="noStrike" kern="1200" dirty="0">
              <a:solidFill>
                <a:srgbClr val="000000"/>
              </a:solidFill>
              <a:effectLst/>
            </a:rPr>
            <a:t> </a:t>
          </a:r>
          <a:r>
            <a:rPr lang="en-SG" sz="2000" b="0" i="0" u="none" strike="noStrike" kern="1200" dirty="0" err="1">
              <a:solidFill>
                <a:srgbClr val="000000"/>
              </a:solidFill>
              <a:effectLst/>
            </a:rPr>
            <a:t>luar</a:t>
          </a:r>
          <a:r>
            <a:rPr lang="en-SG" sz="2000" b="0" i="0" u="none" strike="noStrike" kern="1200" dirty="0">
              <a:solidFill>
                <a:srgbClr val="000000"/>
              </a:solidFill>
              <a:effectLst/>
            </a:rPr>
            <a:t> </a:t>
          </a:r>
          <a:r>
            <a:rPr lang="en-SG" sz="2000" b="0" i="0" u="none" strike="noStrike" kern="1200" dirty="0" err="1">
              <a:solidFill>
                <a:srgbClr val="000000"/>
              </a:solidFill>
              <a:effectLst/>
            </a:rPr>
            <a:t>diri</a:t>
          </a:r>
          <a:r>
            <a:rPr lang="en-SG" sz="2000" b="0" i="0" u="none" strike="noStrike" kern="1200" dirty="0">
              <a:solidFill>
                <a:srgbClr val="000000"/>
              </a:solidFill>
              <a:effectLst/>
            </a:rPr>
            <a:t> </a:t>
          </a:r>
          <a:r>
            <a:rPr lang="en-SG" sz="2000" b="0" i="0" u="none" strike="noStrike" kern="1200" dirty="0" err="1">
              <a:solidFill>
                <a:srgbClr val="000000"/>
              </a:solidFill>
              <a:effectLst/>
            </a:rPr>
            <a:t>kita</a:t>
          </a:r>
          <a:r>
            <a:rPr lang="en-SG" sz="2000" b="0" i="0" u="none" strike="noStrike" kern="1200" dirty="0">
              <a:solidFill>
                <a:srgbClr val="000000"/>
              </a:solidFill>
              <a:effectLst/>
            </a:rPr>
            <a:t>.</a:t>
          </a:r>
          <a:endParaRPr lang="en-US" sz="2000" kern="1200" dirty="0"/>
        </a:p>
      </dsp:txBody>
      <dsp:txXfrm>
        <a:off x="0" y="3090240"/>
        <a:ext cx="10721788" cy="1278900"/>
      </dsp:txXfrm>
    </dsp:sp>
    <dsp:sp modelId="{8F26362E-6F50-4A91-A314-52EDB51EC905}">
      <dsp:nvSpPr>
        <dsp:cNvPr id="0" name=""/>
        <dsp:cNvSpPr/>
      </dsp:nvSpPr>
      <dsp:spPr>
        <a:xfrm>
          <a:off x="536089" y="2883599"/>
          <a:ext cx="871359" cy="413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3681" tIns="0" rIns="283681" bIns="0" numCol="1" spcCol="1270" anchor="ctr" anchorCtr="0">
          <a:noAutofit/>
        </a:bodyPr>
        <a:lstStyle/>
        <a:p>
          <a:pPr marL="0" lvl="0" indent="0" algn="ctr" defTabSz="889000">
            <a:lnSpc>
              <a:spcPct val="90000"/>
            </a:lnSpc>
            <a:spcBef>
              <a:spcPct val="0"/>
            </a:spcBef>
            <a:spcAft>
              <a:spcPct val="35000"/>
            </a:spcAft>
            <a:buNone/>
          </a:pPr>
          <a:r>
            <a:rPr lang="en-US" sz="2000" kern="1200" dirty="0"/>
            <a:t>3</a:t>
          </a:r>
        </a:p>
      </dsp:txBody>
      <dsp:txXfrm>
        <a:off x="556264" y="2903774"/>
        <a:ext cx="831009" cy="372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A690B6-4788-4713-AADB-D9A7EC5A447B}">
      <dsp:nvSpPr>
        <dsp:cNvPr id="0" name=""/>
        <dsp:cNvSpPr/>
      </dsp:nvSpPr>
      <dsp:spPr>
        <a:xfrm>
          <a:off x="0" y="335567"/>
          <a:ext cx="10917518" cy="141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7321" tIns="416560" rIns="847321"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SG" sz="2000" b="0" i="0" u="none" strike="noStrike" kern="1200" dirty="0" err="1">
              <a:solidFill>
                <a:srgbClr val="000000"/>
              </a:solidFill>
              <a:effectLst/>
              <a:latin typeface="+mn-lt"/>
            </a:rPr>
            <a:t>Begitu</a:t>
          </a:r>
          <a:r>
            <a:rPr lang="en-SG" sz="2000" b="0" i="0" u="none" strike="noStrike" kern="1200" dirty="0">
              <a:solidFill>
                <a:srgbClr val="000000"/>
              </a:solidFill>
              <a:effectLst/>
              <a:latin typeface="+mn-lt"/>
            </a:rPr>
            <a:t> juga </a:t>
          </a:r>
          <a:r>
            <a:rPr lang="en-SG" sz="2000" b="0" i="0" u="none" strike="noStrike" kern="1200" dirty="0" err="1">
              <a:solidFill>
                <a:srgbClr val="000000"/>
              </a:solidFill>
              <a:effectLst/>
              <a:latin typeface="+mn-lt"/>
            </a:rPr>
            <a:t>dengan</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prinsip</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kaidah</a:t>
          </a:r>
          <a:r>
            <a:rPr lang="en-SG" sz="2000" b="0" i="0" u="none" strike="noStrike" kern="1200" dirty="0">
              <a:solidFill>
                <a:srgbClr val="000000"/>
              </a:solidFill>
              <a:effectLst/>
              <a:latin typeface="+mn-lt"/>
            </a:rPr>
            <a:t> agama </a:t>
          </a:r>
          <a:r>
            <a:rPr lang="en-SG" sz="2000" b="0" i="0" u="none" strike="noStrike" kern="1200" dirty="0" err="1">
              <a:solidFill>
                <a:srgbClr val="000000"/>
              </a:solidFill>
              <a:effectLst/>
              <a:latin typeface="+mn-lt"/>
            </a:rPr>
            <a:t>itulah</a:t>
          </a:r>
          <a:r>
            <a:rPr lang="en-SG" sz="2000" b="0" i="0" u="none" strike="noStrike" kern="1200" dirty="0">
              <a:solidFill>
                <a:srgbClr val="000000"/>
              </a:solidFill>
              <a:effectLst/>
              <a:latin typeface="+mn-lt"/>
            </a:rPr>
            <a:t> yang </a:t>
          </a:r>
          <a:r>
            <a:rPr lang="en-SG" sz="2000" b="0" i="0" u="none" strike="noStrike" kern="1200" dirty="0" err="1">
              <a:solidFill>
                <a:srgbClr val="000000"/>
              </a:solidFill>
              <a:effectLst/>
              <a:latin typeface="+mn-lt"/>
            </a:rPr>
            <a:t>dapat</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menjadikan</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kita</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menjadi</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lebih</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baik</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lagi</a:t>
          </a:r>
          <a:r>
            <a:rPr lang="en-SG" sz="2000" b="0" i="0" u="none" strike="noStrike" kern="1200" dirty="0">
              <a:solidFill>
                <a:srgbClr val="000000"/>
              </a:solidFill>
              <a:effectLst/>
              <a:latin typeface="+mn-lt"/>
            </a:rPr>
            <a:t> dan </a:t>
          </a:r>
          <a:r>
            <a:rPr lang="en-SG" sz="2000" b="0" i="0" u="none" strike="noStrike" kern="1200" dirty="0" err="1">
              <a:solidFill>
                <a:srgbClr val="000000"/>
              </a:solidFill>
              <a:effectLst/>
              <a:latin typeface="+mn-lt"/>
            </a:rPr>
            <a:t>melindungi</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kita</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dari</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gangguan</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gangguanyang</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dapat</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menggoyahkan</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keimanan</a:t>
          </a:r>
          <a:r>
            <a:rPr lang="en-SG" sz="2000" b="0" i="0" u="none" strike="noStrike" kern="1200" dirty="0">
              <a:solidFill>
                <a:srgbClr val="000000"/>
              </a:solidFill>
              <a:effectLst/>
              <a:latin typeface="+mn-lt"/>
            </a:rPr>
            <a:t>(</a:t>
          </a:r>
          <a:r>
            <a:rPr lang="en-SG" sz="2000" b="0" i="0" u="none" strike="noStrike" kern="1200" dirty="0" err="1">
              <a:solidFill>
                <a:srgbClr val="000000"/>
              </a:solidFill>
              <a:effectLst/>
              <a:latin typeface="+mn-lt"/>
            </a:rPr>
            <a:t>kepercayaan</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kita</a:t>
          </a:r>
          <a:r>
            <a:rPr lang="en-SG" sz="2000" b="0" i="0" u="none" strike="noStrike" kern="1200" dirty="0">
              <a:solidFill>
                <a:srgbClr val="000000"/>
              </a:solidFill>
              <a:effectLst/>
              <a:latin typeface="+mn-lt"/>
            </a:rPr>
            <a:t>.</a:t>
          </a:r>
          <a:endParaRPr lang="en-US" sz="2000" kern="1200" dirty="0">
            <a:latin typeface="+mn-lt"/>
          </a:endParaRPr>
        </a:p>
      </dsp:txBody>
      <dsp:txXfrm>
        <a:off x="0" y="335567"/>
        <a:ext cx="10917518" cy="1417500"/>
      </dsp:txXfrm>
    </dsp:sp>
    <dsp:sp modelId="{ED69EA9A-A0E4-49FD-91A6-8792907E0855}">
      <dsp:nvSpPr>
        <dsp:cNvPr id="0" name=""/>
        <dsp:cNvSpPr/>
      </dsp:nvSpPr>
      <dsp:spPr>
        <a:xfrm>
          <a:off x="545875" y="40367"/>
          <a:ext cx="891852"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859" tIns="0" rIns="288859" bIns="0" numCol="1" spcCol="1270" anchor="ctr" anchorCtr="0">
          <a:noAutofit/>
        </a:bodyPr>
        <a:lstStyle/>
        <a:p>
          <a:pPr marL="0" lvl="0" indent="0" algn="ctr" defTabSz="889000">
            <a:lnSpc>
              <a:spcPct val="90000"/>
            </a:lnSpc>
            <a:spcBef>
              <a:spcPct val="0"/>
            </a:spcBef>
            <a:spcAft>
              <a:spcPct val="35000"/>
            </a:spcAft>
            <a:buNone/>
          </a:pPr>
          <a:r>
            <a:rPr lang="en-US" sz="2000" kern="1200" dirty="0"/>
            <a:t>4</a:t>
          </a:r>
        </a:p>
      </dsp:txBody>
      <dsp:txXfrm>
        <a:off x="574696" y="69188"/>
        <a:ext cx="834210" cy="532758"/>
      </dsp:txXfrm>
    </dsp:sp>
    <dsp:sp modelId="{41A0C1B7-2958-45E8-919F-5E864AA57C57}">
      <dsp:nvSpPr>
        <dsp:cNvPr id="0" name=""/>
        <dsp:cNvSpPr/>
      </dsp:nvSpPr>
      <dsp:spPr>
        <a:xfrm>
          <a:off x="0" y="2156268"/>
          <a:ext cx="10917518" cy="1134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7321" tIns="416560" rIns="847321"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SG" sz="2000" b="0" i="0" u="none" strike="noStrike" kern="1200" dirty="0" err="1">
              <a:solidFill>
                <a:srgbClr val="000000"/>
              </a:solidFill>
              <a:effectLst/>
              <a:latin typeface="+mn-lt"/>
            </a:rPr>
            <a:t>Prinsip</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kaidah</a:t>
          </a:r>
          <a:r>
            <a:rPr lang="en-SG" sz="2000" b="0" i="0" u="none" strike="noStrike" kern="1200" dirty="0">
              <a:solidFill>
                <a:srgbClr val="000000"/>
              </a:solidFill>
              <a:effectLst/>
              <a:latin typeface="+mn-lt"/>
            </a:rPr>
            <a:t> agama </a:t>
          </a:r>
          <a:r>
            <a:rPr lang="en-SG" sz="2000" b="0" i="0" u="none" strike="noStrike" kern="1200" dirty="0" err="1">
              <a:solidFill>
                <a:srgbClr val="000000"/>
              </a:solidFill>
              <a:effectLst/>
              <a:latin typeface="+mn-lt"/>
            </a:rPr>
            <a:t>berisi</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tentang</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falsafah</a:t>
          </a:r>
          <a:r>
            <a:rPr lang="en-SG" sz="2000" b="0" i="0" u="none" strike="noStrike" kern="1200" dirty="0">
              <a:solidFill>
                <a:srgbClr val="000000"/>
              </a:solidFill>
              <a:effectLst/>
              <a:latin typeface="+mn-lt"/>
            </a:rPr>
            <a:t> dan </a:t>
          </a:r>
          <a:r>
            <a:rPr lang="en-SG" sz="2000" b="0" i="0" u="none" strike="noStrike" kern="1200" dirty="0" err="1">
              <a:solidFill>
                <a:srgbClr val="000000"/>
              </a:solidFill>
              <a:effectLst/>
              <a:latin typeface="+mn-lt"/>
            </a:rPr>
            <a:t>ajaran-ajaran</a:t>
          </a:r>
          <a:r>
            <a:rPr lang="en-SG" sz="2000" b="0" i="0" u="none" strike="noStrike" kern="1200" dirty="0">
              <a:solidFill>
                <a:srgbClr val="000000"/>
              </a:solidFill>
              <a:effectLst/>
              <a:latin typeface="+mn-lt"/>
            </a:rPr>
            <a:t> agama dan juga </a:t>
          </a:r>
          <a:r>
            <a:rPr lang="en-SG" sz="2000" b="0" i="0" u="none" strike="noStrike" kern="1200" dirty="0" err="1">
              <a:solidFill>
                <a:srgbClr val="000000"/>
              </a:solidFill>
              <a:effectLst/>
              <a:latin typeface="+mn-lt"/>
            </a:rPr>
            <a:t>fungsi</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serta</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cara</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menjalani</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hidup</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berdasarkan</a:t>
          </a:r>
          <a:r>
            <a:rPr lang="en-SG" sz="2000" b="0" i="0" u="none" strike="noStrike" kern="1200" dirty="0">
              <a:solidFill>
                <a:srgbClr val="000000"/>
              </a:solidFill>
              <a:effectLst/>
              <a:latin typeface="+mn-lt"/>
            </a:rPr>
            <a:t> agama. </a:t>
          </a:r>
          <a:endParaRPr lang="en-US" sz="2000" kern="1200" dirty="0">
            <a:latin typeface="+mn-lt"/>
          </a:endParaRPr>
        </a:p>
      </dsp:txBody>
      <dsp:txXfrm>
        <a:off x="0" y="2156268"/>
        <a:ext cx="10917518" cy="1134000"/>
      </dsp:txXfrm>
    </dsp:sp>
    <dsp:sp modelId="{D47577EC-31F7-41F8-85E2-638E88CCA6B5}">
      <dsp:nvSpPr>
        <dsp:cNvPr id="0" name=""/>
        <dsp:cNvSpPr/>
      </dsp:nvSpPr>
      <dsp:spPr>
        <a:xfrm>
          <a:off x="545875" y="1861068"/>
          <a:ext cx="891852"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859" tIns="0" rIns="288859" bIns="0" numCol="1" spcCol="1270" anchor="ctr" anchorCtr="0">
          <a:noAutofit/>
        </a:bodyPr>
        <a:lstStyle/>
        <a:p>
          <a:pPr marL="0" lvl="0" indent="0" algn="ctr" defTabSz="889000">
            <a:lnSpc>
              <a:spcPct val="90000"/>
            </a:lnSpc>
            <a:spcBef>
              <a:spcPct val="0"/>
            </a:spcBef>
            <a:spcAft>
              <a:spcPct val="35000"/>
            </a:spcAft>
            <a:buNone/>
          </a:pPr>
          <a:r>
            <a:rPr lang="en-US" sz="2000" kern="1200" dirty="0"/>
            <a:t>5</a:t>
          </a:r>
        </a:p>
      </dsp:txBody>
      <dsp:txXfrm>
        <a:off x="574696" y="1889889"/>
        <a:ext cx="834210" cy="532758"/>
      </dsp:txXfrm>
    </dsp:sp>
    <dsp:sp modelId="{C15679BE-0330-4ACE-8C73-E80453ECEF35}">
      <dsp:nvSpPr>
        <dsp:cNvPr id="0" name=""/>
        <dsp:cNvSpPr/>
      </dsp:nvSpPr>
      <dsp:spPr>
        <a:xfrm>
          <a:off x="0" y="3693468"/>
          <a:ext cx="10917518" cy="1134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7321" tIns="416560" rIns="847321"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SG" sz="2000" b="0" i="0" u="none" strike="noStrike" kern="1200" dirty="0" err="1">
              <a:solidFill>
                <a:srgbClr val="000000"/>
              </a:solidFill>
              <a:effectLst/>
              <a:latin typeface="+mn-lt"/>
            </a:rPr>
            <a:t>Makalah</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ini</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diharapkan</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dapat</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menjadi</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pelajaran</a:t>
          </a:r>
          <a:r>
            <a:rPr lang="en-SG" sz="2000" b="0" i="0" u="none" strike="noStrike" kern="1200" dirty="0">
              <a:solidFill>
                <a:srgbClr val="000000"/>
              </a:solidFill>
              <a:effectLst/>
              <a:latin typeface="+mn-lt"/>
            </a:rPr>
            <a:t> dan </a:t>
          </a:r>
          <a:r>
            <a:rPr lang="en-SG" sz="2000" b="0" i="0" u="none" strike="noStrike" kern="1200" dirty="0" err="1">
              <a:solidFill>
                <a:srgbClr val="000000"/>
              </a:solidFill>
              <a:effectLst/>
              <a:latin typeface="+mn-lt"/>
            </a:rPr>
            <a:t>ilmu</a:t>
          </a:r>
          <a:r>
            <a:rPr lang="en-SG" sz="2000" b="0" i="0" u="none" strike="noStrike" kern="1200" dirty="0">
              <a:solidFill>
                <a:srgbClr val="000000"/>
              </a:solidFill>
              <a:effectLst/>
              <a:latin typeface="+mn-lt"/>
            </a:rPr>
            <a:t> agama yang </a:t>
          </a:r>
          <a:r>
            <a:rPr lang="en-SG" sz="2000" b="0" i="0" u="none" strike="noStrike" kern="1200" dirty="0" err="1">
              <a:solidFill>
                <a:srgbClr val="000000"/>
              </a:solidFill>
              <a:effectLst/>
              <a:latin typeface="+mn-lt"/>
            </a:rPr>
            <a:t>bisa</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memperkuat</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keimanan</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kita</a:t>
          </a:r>
          <a:r>
            <a:rPr lang="en-SG" sz="2000" b="0" i="0" u="none" strike="noStrike" kern="1200" dirty="0">
              <a:solidFill>
                <a:srgbClr val="000000"/>
              </a:solidFill>
              <a:effectLst/>
              <a:latin typeface="+mn-lt"/>
            </a:rPr>
            <a:t> </a:t>
          </a:r>
          <a:r>
            <a:rPr lang="en-SG" sz="2000" b="0" i="0" u="none" strike="noStrike" kern="1200" dirty="0" err="1">
              <a:solidFill>
                <a:srgbClr val="000000"/>
              </a:solidFill>
              <a:effectLst/>
              <a:latin typeface="+mn-lt"/>
            </a:rPr>
            <a:t>terhadap</a:t>
          </a:r>
          <a:r>
            <a:rPr lang="en-SG" sz="2000" b="0" i="0" u="none" strike="noStrike" kern="1200" dirty="0">
              <a:solidFill>
                <a:srgbClr val="000000"/>
              </a:solidFill>
              <a:effectLst/>
              <a:latin typeface="+mn-lt"/>
            </a:rPr>
            <a:t> agama yang </a:t>
          </a:r>
          <a:r>
            <a:rPr lang="en-SG" sz="2000" b="0" i="0" u="none" strike="noStrike" kern="1200" dirty="0" err="1">
              <a:solidFill>
                <a:srgbClr val="000000"/>
              </a:solidFill>
              <a:effectLst/>
              <a:latin typeface="+mn-lt"/>
            </a:rPr>
            <a:t>diyakini</a:t>
          </a:r>
          <a:r>
            <a:rPr lang="en-SG" sz="2000" b="1" i="0" u="none" strike="noStrike" kern="1200" dirty="0">
              <a:solidFill>
                <a:srgbClr val="000000"/>
              </a:solidFill>
              <a:effectLst/>
              <a:latin typeface="+mn-lt"/>
            </a:rPr>
            <a:t>.</a:t>
          </a:r>
          <a:endParaRPr lang="en-US" sz="2000" kern="1200" dirty="0">
            <a:latin typeface="+mn-lt"/>
          </a:endParaRPr>
        </a:p>
      </dsp:txBody>
      <dsp:txXfrm>
        <a:off x="0" y="3693468"/>
        <a:ext cx="10917518" cy="1134000"/>
      </dsp:txXfrm>
    </dsp:sp>
    <dsp:sp modelId="{BCA5C1A9-66F3-41F7-8599-4BDF636FF9BE}">
      <dsp:nvSpPr>
        <dsp:cNvPr id="0" name=""/>
        <dsp:cNvSpPr/>
      </dsp:nvSpPr>
      <dsp:spPr>
        <a:xfrm>
          <a:off x="545875" y="3398268"/>
          <a:ext cx="891852"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859" tIns="0" rIns="288859" bIns="0" numCol="1" spcCol="1270" anchor="ctr" anchorCtr="0">
          <a:noAutofit/>
        </a:bodyPr>
        <a:lstStyle/>
        <a:p>
          <a:pPr marL="0" lvl="0" indent="0" algn="ctr" defTabSz="889000">
            <a:lnSpc>
              <a:spcPct val="90000"/>
            </a:lnSpc>
            <a:spcBef>
              <a:spcPct val="0"/>
            </a:spcBef>
            <a:spcAft>
              <a:spcPct val="35000"/>
            </a:spcAft>
            <a:buNone/>
          </a:pPr>
          <a:r>
            <a:rPr lang="en-US" sz="2000" kern="1200" dirty="0"/>
            <a:t>6</a:t>
          </a:r>
        </a:p>
      </dsp:txBody>
      <dsp:txXfrm>
        <a:off x="574696" y="3427089"/>
        <a:ext cx="834210" cy="5327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87B41A-AFC6-42F6-A5FD-BFAF812D68EA}">
      <dsp:nvSpPr>
        <dsp:cNvPr id="0" name=""/>
        <dsp:cNvSpPr/>
      </dsp:nvSpPr>
      <dsp:spPr>
        <a:xfrm>
          <a:off x="364" y="855847"/>
          <a:ext cx="1383297"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364" y="855847"/>
        <a:ext cx="1383297" cy="1287000"/>
      </dsp:txXfrm>
    </dsp:sp>
    <dsp:sp modelId="{59CCD91A-B4E2-43B0-8CDB-1223B8A612A7}">
      <dsp:nvSpPr>
        <dsp:cNvPr id="0" name=""/>
        <dsp:cNvSpPr/>
      </dsp:nvSpPr>
      <dsp:spPr>
        <a:xfrm>
          <a:off x="1383661" y="493878"/>
          <a:ext cx="276659" cy="2010937"/>
        </a:xfrm>
        <a:prstGeom prst="leftBrace">
          <a:avLst>
            <a:gd name="adj1" fmla="val 35000"/>
            <a:gd name="adj2" fmla="val 50000"/>
          </a:avLst>
        </a:pr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70549A-5386-4651-9759-C350636A1513}">
      <dsp:nvSpPr>
        <dsp:cNvPr id="0" name=""/>
        <dsp:cNvSpPr/>
      </dsp:nvSpPr>
      <dsp:spPr>
        <a:xfrm>
          <a:off x="1770984" y="493878"/>
          <a:ext cx="9188004" cy="2010937"/>
        </a:xfrm>
        <a:prstGeom prst="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just" defTabSz="977900">
            <a:lnSpc>
              <a:spcPct val="90000"/>
            </a:lnSpc>
            <a:spcBef>
              <a:spcPct val="0"/>
            </a:spcBef>
            <a:spcAft>
              <a:spcPct val="15000"/>
            </a:spcAft>
            <a:buFont typeface="Wingdings" panose="05000000000000000000" pitchFamily="2" charset="2"/>
            <a:buChar char="v"/>
          </a:pPr>
          <a:r>
            <a:rPr lang="en-SG" sz="2200" b="0" i="0" u="none" strike="noStrike" kern="1200" dirty="0" err="1">
              <a:effectLst/>
              <a:latin typeface="+mn-lt"/>
            </a:rPr>
            <a:t>Bangsa</a:t>
          </a:r>
          <a:r>
            <a:rPr lang="en-SG" sz="2200" b="0" i="0" u="none" strike="noStrike" kern="1200" dirty="0">
              <a:effectLst/>
              <a:latin typeface="+mn-lt"/>
            </a:rPr>
            <a:t> </a:t>
          </a:r>
          <a:r>
            <a:rPr lang="en-SG" sz="2200" b="0" i="0" u="none" strike="noStrike" kern="1200" dirty="0" err="1">
              <a:effectLst/>
              <a:latin typeface="+mn-lt"/>
            </a:rPr>
            <a:t>indonesia</a:t>
          </a:r>
          <a:r>
            <a:rPr lang="en-SG" sz="2200" b="0" i="0" u="none" strike="noStrike" kern="1200" dirty="0">
              <a:effectLst/>
              <a:latin typeface="+mn-lt"/>
            </a:rPr>
            <a:t> </a:t>
          </a:r>
          <a:r>
            <a:rPr lang="en-SG" sz="2200" b="0" i="0" u="none" strike="noStrike" kern="1200" dirty="0" err="1">
              <a:effectLst/>
              <a:latin typeface="+mn-lt"/>
            </a:rPr>
            <a:t>terletak</a:t>
          </a:r>
          <a:r>
            <a:rPr lang="en-SG" sz="2200" b="0" i="0" u="none" strike="noStrike" kern="1200" dirty="0">
              <a:effectLst/>
              <a:latin typeface="+mn-lt"/>
            </a:rPr>
            <a:t> di </a:t>
          </a:r>
          <a:r>
            <a:rPr lang="en-SG" sz="2200" b="0" i="0" u="none" strike="noStrike" kern="1200" dirty="0" err="1">
              <a:effectLst/>
              <a:latin typeface="+mn-lt"/>
            </a:rPr>
            <a:t>tengah-tengah</a:t>
          </a:r>
          <a:r>
            <a:rPr lang="en-SG" sz="2200" b="0" i="0" u="none" strike="noStrike" kern="1200" dirty="0">
              <a:effectLst/>
              <a:latin typeface="+mn-lt"/>
            </a:rPr>
            <a:t> </a:t>
          </a:r>
          <a:r>
            <a:rPr lang="en-SG" sz="2200" b="0" i="0" u="none" strike="noStrike" kern="1200" dirty="0" err="1">
              <a:effectLst/>
              <a:latin typeface="+mn-lt"/>
            </a:rPr>
            <a:t>dinamika</a:t>
          </a:r>
          <a:r>
            <a:rPr lang="en-SG" sz="2200" b="0" i="0" u="none" strike="noStrike" kern="1200" dirty="0">
              <a:effectLst/>
              <a:latin typeface="+mn-lt"/>
            </a:rPr>
            <a:t> proses </a:t>
          </a:r>
          <a:r>
            <a:rPr lang="en-SG" sz="2200" b="0" i="0" u="none" strike="noStrike" kern="1200" dirty="0" err="1">
              <a:effectLst/>
              <a:latin typeface="+mn-lt"/>
            </a:rPr>
            <a:t>modernisasi</a:t>
          </a:r>
          <a:r>
            <a:rPr lang="en-SG" sz="2200" b="0" i="0" u="none" strike="noStrike" kern="1200" dirty="0">
              <a:effectLst/>
              <a:latin typeface="+mn-lt"/>
            </a:rPr>
            <a:t> yang </a:t>
          </a:r>
          <a:r>
            <a:rPr lang="en-SG" sz="2200" b="0" i="0" u="none" strike="noStrike" kern="1200" dirty="0" err="1">
              <a:effectLst/>
              <a:latin typeface="+mn-lt"/>
            </a:rPr>
            <a:t>meliputi</a:t>
          </a:r>
          <a:r>
            <a:rPr lang="en-SG" sz="2200" b="0" i="0" u="none" strike="noStrike" kern="1200" dirty="0">
              <a:effectLst/>
              <a:latin typeface="+mn-lt"/>
            </a:rPr>
            <a:t> </a:t>
          </a:r>
          <a:r>
            <a:rPr lang="en-SG" sz="2200" b="0" i="0" u="none" strike="noStrike" kern="1200" dirty="0" err="1">
              <a:effectLst/>
              <a:latin typeface="+mn-lt"/>
            </a:rPr>
            <a:t>banyak</a:t>
          </a:r>
          <a:r>
            <a:rPr lang="en-SG" sz="2200" b="0" i="0" u="none" strike="noStrike" kern="1200" dirty="0">
              <a:effectLst/>
              <a:latin typeface="+mn-lt"/>
            </a:rPr>
            <a:t> </a:t>
          </a:r>
          <a:r>
            <a:rPr lang="en-SG" sz="2200" b="0" i="0" u="none" strike="noStrike" kern="1200" dirty="0" err="1">
              <a:effectLst/>
              <a:latin typeface="+mn-lt"/>
            </a:rPr>
            <a:t>Mahasiswa</a:t>
          </a:r>
          <a:r>
            <a:rPr lang="en-SG" sz="2200" b="0" i="0" u="none" strike="noStrike" kern="1200" dirty="0">
              <a:effectLst/>
              <a:latin typeface="+mn-lt"/>
            </a:rPr>
            <a:t> dan </a:t>
          </a:r>
          <a:r>
            <a:rPr lang="en-SG" sz="2200" b="0" i="0" u="none" strike="noStrike" kern="1200" dirty="0" err="1">
              <a:effectLst/>
              <a:latin typeface="+mn-lt"/>
            </a:rPr>
            <a:t>hanya</a:t>
          </a:r>
          <a:r>
            <a:rPr lang="en-SG" sz="2200" b="0" i="0" u="none" strike="noStrike" kern="1200" dirty="0">
              <a:effectLst/>
              <a:latin typeface="+mn-lt"/>
            </a:rPr>
            <a:t> </a:t>
          </a:r>
          <a:r>
            <a:rPr lang="en-SG" sz="2200" b="0" i="0" u="none" strike="noStrike" kern="1200" dirty="0" err="1">
              <a:effectLst/>
              <a:latin typeface="+mn-lt"/>
            </a:rPr>
            <a:t>hanya</a:t>
          </a:r>
          <a:r>
            <a:rPr lang="en-SG" sz="2200" b="0" i="0" u="none" strike="noStrike" kern="1200" dirty="0">
              <a:effectLst/>
              <a:latin typeface="+mn-lt"/>
            </a:rPr>
            <a:t> </a:t>
          </a:r>
          <a:r>
            <a:rPr lang="en-SG" sz="2200" b="0" i="0" u="none" strike="noStrike" kern="1200" dirty="0" err="1">
              <a:effectLst/>
              <a:latin typeface="+mn-lt"/>
            </a:rPr>
            <a:t>untuk</a:t>
          </a:r>
          <a:r>
            <a:rPr lang="en-SG" sz="2200" b="0" i="0" u="none" strike="noStrike" kern="1200" dirty="0">
              <a:effectLst/>
              <a:latin typeface="+mn-lt"/>
            </a:rPr>
            <a:t> </a:t>
          </a:r>
          <a:r>
            <a:rPr lang="en-SG" sz="2200" b="0" i="0" u="none" strike="noStrike" kern="1200" dirty="0" err="1">
              <a:effectLst/>
              <a:latin typeface="+mn-lt"/>
            </a:rPr>
            <a:t>sebagian</a:t>
          </a:r>
          <a:r>
            <a:rPr lang="en-SG" sz="2200" b="0" i="0" u="none" strike="noStrike" kern="1200" dirty="0">
              <a:effectLst/>
              <a:latin typeface="+mn-lt"/>
            </a:rPr>
            <a:t> </a:t>
          </a:r>
          <a:r>
            <a:rPr lang="en-SG" sz="2200" b="0" i="0" u="none" strike="noStrike" kern="1200" dirty="0" err="1">
              <a:effectLst/>
              <a:latin typeface="+mn-lt"/>
            </a:rPr>
            <a:t>dapat</a:t>
          </a:r>
          <a:r>
            <a:rPr lang="en-SG" sz="2200" b="0" i="0" u="none" strike="noStrike" kern="1200" dirty="0">
              <a:effectLst/>
              <a:latin typeface="+mn-lt"/>
            </a:rPr>
            <a:t> </a:t>
          </a:r>
          <a:r>
            <a:rPr lang="en-SG" sz="2200" b="0" i="0" u="none" strike="noStrike" kern="1200" dirty="0" err="1">
              <a:effectLst/>
              <a:latin typeface="+mn-lt"/>
            </a:rPr>
            <a:t>dikemudikan</a:t>
          </a:r>
          <a:r>
            <a:rPr lang="en-SG" sz="2200" b="0" i="0" u="none" strike="noStrike" kern="1200" dirty="0">
              <a:effectLst/>
              <a:latin typeface="+mn-lt"/>
            </a:rPr>
            <a:t> </a:t>
          </a:r>
          <a:r>
            <a:rPr lang="en-SG" sz="2200" b="0" i="0" u="none" strike="noStrike" kern="1200" dirty="0" err="1">
              <a:effectLst/>
              <a:latin typeface="+mn-lt"/>
            </a:rPr>
            <a:t>melalui</a:t>
          </a:r>
          <a:r>
            <a:rPr lang="en-SG" sz="2200" b="0" i="0" u="none" strike="noStrike" kern="1200" dirty="0">
              <a:effectLst/>
              <a:latin typeface="+mn-lt"/>
            </a:rPr>
            <a:t> </a:t>
          </a:r>
          <a:r>
            <a:rPr lang="en-SG" sz="2200" b="0" i="0" u="none" strike="noStrike" kern="1200" dirty="0" err="1">
              <a:effectLst/>
              <a:latin typeface="+mn-lt"/>
            </a:rPr>
            <a:t>kebijakan</a:t>
          </a:r>
          <a:r>
            <a:rPr lang="en-SG" sz="2200" b="0" i="0" u="none" strike="noStrike" kern="1200" dirty="0">
              <a:effectLst/>
              <a:latin typeface="+mn-lt"/>
            </a:rPr>
            <a:t> </a:t>
          </a:r>
          <a:r>
            <a:rPr lang="en-SG" sz="2200" b="0" i="0" u="none" strike="noStrike" kern="1200" dirty="0" err="1">
              <a:effectLst/>
              <a:latin typeface="+mn-lt"/>
            </a:rPr>
            <a:t>pembangunan</a:t>
          </a:r>
          <a:r>
            <a:rPr lang="en-SG" sz="2200" b="0" i="0" u="none" strike="noStrike" kern="1200" dirty="0">
              <a:effectLst/>
              <a:latin typeface="+mn-lt"/>
            </a:rPr>
            <a:t>. </a:t>
          </a:r>
          <a:r>
            <a:rPr lang="en-SG" sz="2200" b="0" i="0" u="none" strike="noStrike" kern="1200" dirty="0" err="1">
              <a:effectLst/>
              <a:latin typeface="+mn-lt"/>
            </a:rPr>
            <a:t>Menghadapi</a:t>
          </a:r>
          <a:r>
            <a:rPr lang="en-SG" sz="2200" b="0" i="0" u="none" strike="noStrike" kern="1200" dirty="0">
              <a:effectLst/>
              <a:latin typeface="+mn-lt"/>
            </a:rPr>
            <a:t> </a:t>
          </a:r>
          <a:r>
            <a:rPr lang="en-SG" sz="2200" b="0" i="0" u="none" strike="noStrike" kern="1200" dirty="0" err="1">
              <a:effectLst/>
              <a:latin typeface="+mn-lt"/>
            </a:rPr>
            <a:t>tantangan</a:t>
          </a:r>
          <a:r>
            <a:rPr lang="en-SG" sz="2200" b="0" i="0" u="none" strike="noStrike" kern="1200" dirty="0">
              <a:effectLst/>
              <a:latin typeface="+mn-lt"/>
            </a:rPr>
            <a:t> </a:t>
          </a:r>
          <a:r>
            <a:rPr lang="en-SG" sz="2200" b="0" i="0" u="none" strike="noStrike" kern="1200" dirty="0" err="1">
              <a:effectLst/>
              <a:latin typeface="+mn-lt"/>
            </a:rPr>
            <a:t>modernisasi</a:t>
          </a:r>
          <a:r>
            <a:rPr lang="en-SG" sz="2200" b="0" i="0" u="none" strike="noStrike" kern="1200" dirty="0">
              <a:effectLst/>
              <a:latin typeface="+mn-lt"/>
            </a:rPr>
            <a:t> </a:t>
          </a:r>
          <a:r>
            <a:rPr lang="en-SG" sz="2200" b="0" i="0" u="none" strike="noStrike" kern="1200" dirty="0" err="1">
              <a:effectLst/>
              <a:latin typeface="+mn-lt"/>
            </a:rPr>
            <a:t>dengan</a:t>
          </a:r>
          <a:r>
            <a:rPr lang="en-SG" sz="2200" b="0" i="0" u="none" strike="noStrike" kern="1200" dirty="0">
              <a:effectLst/>
              <a:latin typeface="+mn-lt"/>
            </a:rPr>
            <a:t> </a:t>
          </a:r>
          <a:r>
            <a:rPr lang="en-SG" sz="2200" b="0" i="0" u="none" strike="noStrike" kern="1200" dirty="0" err="1">
              <a:effectLst/>
              <a:latin typeface="+mn-lt"/>
            </a:rPr>
            <a:t>perubahan</a:t>
          </a:r>
          <a:r>
            <a:rPr lang="en-SG" sz="2200" b="0" i="0" u="none" strike="noStrike" kern="1200" dirty="0">
              <a:effectLst/>
              <a:latin typeface="+mn-lt"/>
            </a:rPr>
            <a:t> </a:t>
          </a:r>
          <a:r>
            <a:rPr lang="en-SG" sz="2200" b="0" i="0" u="none" strike="noStrike" kern="1200" dirty="0" err="1">
              <a:effectLst/>
              <a:latin typeface="+mn-lt"/>
            </a:rPr>
            <a:t>dengan</a:t>
          </a:r>
          <a:r>
            <a:rPr lang="en-SG" sz="2200" b="0" i="0" u="none" strike="noStrike" kern="1200" dirty="0">
              <a:effectLst/>
              <a:latin typeface="+mn-lt"/>
            </a:rPr>
            <a:t> </a:t>
          </a:r>
          <a:r>
            <a:rPr lang="en-SG" sz="2200" b="0" i="0" u="none" strike="noStrike" kern="1200" dirty="0" err="1">
              <a:effectLst/>
              <a:latin typeface="+mn-lt"/>
            </a:rPr>
            <a:t>perubahan</a:t>
          </a:r>
          <a:r>
            <a:rPr lang="en-SG" sz="2200" b="0" i="0" u="none" strike="noStrike" kern="1200" dirty="0">
              <a:effectLst/>
              <a:latin typeface="+mn-lt"/>
            </a:rPr>
            <a:t> </a:t>
          </a:r>
          <a:r>
            <a:rPr lang="en-SG" sz="2200" b="0" i="0" u="none" strike="noStrike" kern="1200" dirty="0" err="1">
              <a:effectLst/>
              <a:latin typeface="+mn-lt"/>
            </a:rPr>
            <a:t>pandangan</a:t>
          </a:r>
          <a:r>
            <a:rPr lang="en-SG" sz="2200" b="0" i="0" u="none" strike="noStrike" kern="1200" dirty="0">
              <a:effectLst/>
              <a:latin typeface="+mn-lt"/>
            </a:rPr>
            <a:t> </a:t>
          </a:r>
          <a:r>
            <a:rPr lang="en-SG" sz="2200" b="0" i="0" u="none" strike="noStrike" kern="1200" dirty="0" err="1">
              <a:effectLst/>
              <a:latin typeface="+mn-lt"/>
            </a:rPr>
            <a:t>hidup</a:t>
          </a:r>
          <a:r>
            <a:rPr lang="en-SG" sz="2200" b="0" i="0" u="none" strike="noStrike" kern="1200" dirty="0">
              <a:effectLst/>
              <a:latin typeface="+mn-lt"/>
            </a:rPr>
            <a:t>, </a:t>
          </a:r>
          <a:r>
            <a:rPr lang="en-SG" sz="2200" b="0" i="0" u="none" strike="noStrike" kern="1200" dirty="0" err="1">
              <a:effectLst/>
              <a:latin typeface="+mn-lt"/>
            </a:rPr>
            <a:t>nilai-niali</a:t>
          </a:r>
          <a:r>
            <a:rPr lang="en-SG" sz="2200" b="0" i="0" u="none" strike="noStrike" kern="1200" dirty="0">
              <a:effectLst/>
              <a:latin typeface="+mn-lt"/>
            </a:rPr>
            <a:t>, dan norma-norma. </a:t>
          </a:r>
          <a:r>
            <a:rPr lang="en-SG" sz="2200" b="0" i="0" u="none" strike="noStrike" kern="1200" dirty="0" err="1">
              <a:effectLst/>
              <a:latin typeface="+mn-lt"/>
            </a:rPr>
            <a:t>Filsafat</a:t>
          </a:r>
          <a:r>
            <a:rPr lang="en-SG" sz="2200" b="0" i="0" u="none" strike="noStrike" kern="1200" dirty="0">
              <a:effectLst/>
              <a:latin typeface="+mn-lt"/>
            </a:rPr>
            <a:t> </a:t>
          </a:r>
          <a:r>
            <a:rPr lang="en-SG" sz="2200" b="0" i="0" u="none" strike="noStrike" kern="1200" dirty="0" err="1">
              <a:effectLst/>
              <a:latin typeface="+mn-lt"/>
            </a:rPr>
            <a:t>dapat</a:t>
          </a:r>
          <a:r>
            <a:rPr lang="en-SG" sz="2200" b="0" i="0" u="none" strike="noStrike" kern="1200" dirty="0">
              <a:effectLst/>
              <a:latin typeface="+mn-lt"/>
            </a:rPr>
            <a:t> </a:t>
          </a:r>
          <a:r>
            <a:rPr lang="en-SG" sz="2200" b="0" i="0" u="none" strike="noStrike" kern="1200" dirty="0" err="1">
              <a:effectLst/>
              <a:latin typeface="+mn-lt"/>
            </a:rPr>
            <a:t>membantu</a:t>
          </a:r>
          <a:r>
            <a:rPr lang="en-SG" sz="2200" b="0" i="0" u="none" strike="noStrike" kern="1200" dirty="0">
              <a:effectLst/>
              <a:latin typeface="+mn-lt"/>
            </a:rPr>
            <a:t> </a:t>
          </a:r>
          <a:r>
            <a:rPr lang="en-SG" sz="2200" b="0" i="0" u="none" strike="noStrike" kern="1200" dirty="0" err="1">
              <a:effectLst/>
              <a:latin typeface="+mn-lt"/>
            </a:rPr>
            <a:t>untuk</a:t>
          </a:r>
          <a:r>
            <a:rPr lang="en-SG" sz="2200" b="0" i="0" u="none" strike="noStrike" kern="1200" dirty="0">
              <a:effectLst/>
              <a:latin typeface="+mn-lt"/>
            </a:rPr>
            <a:t> </a:t>
          </a:r>
          <a:r>
            <a:rPr lang="en-SG" sz="2200" b="0" i="0" u="none" strike="noStrike" kern="1200" dirty="0" err="1">
              <a:effectLst/>
              <a:latin typeface="+mn-lt"/>
            </a:rPr>
            <a:t>mengambil</a:t>
          </a:r>
          <a:r>
            <a:rPr lang="en-SG" sz="2200" b="0" i="0" u="none" strike="noStrike" kern="1200" dirty="0">
              <a:effectLst/>
              <a:latin typeface="+mn-lt"/>
            </a:rPr>
            <a:t> </a:t>
          </a:r>
          <a:r>
            <a:rPr lang="en-SG" sz="2200" b="0" i="0" u="none" strike="noStrike" kern="1200" dirty="0" err="1">
              <a:effectLst/>
              <a:latin typeface="+mn-lt"/>
            </a:rPr>
            <a:t>sikap</a:t>
          </a:r>
          <a:r>
            <a:rPr lang="en-SG" sz="2200" b="0" i="0" u="none" strike="noStrike" kern="1200" dirty="0">
              <a:effectLst/>
              <a:latin typeface="+mn-lt"/>
            </a:rPr>
            <a:t> yang </a:t>
          </a:r>
          <a:r>
            <a:rPr lang="en-SG" sz="2200" b="0" i="0" u="none" strike="noStrike" kern="1200" dirty="0" err="1">
              <a:effectLst/>
              <a:latin typeface="+mn-lt"/>
            </a:rPr>
            <a:t>sekaligus</a:t>
          </a:r>
          <a:r>
            <a:rPr lang="en-SG" sz="2200" b="0" i="0" u="none" strike="noStrike" kern="1200" dirty="0">
              <a:effectLst/>
              <a:latin typeface="+mn-lt"/>
            </a:rPr>
            <a:t> </a:t>
          </a:r>
          <a:r>
            <a:rPr lang="en-SG" sz="2200" b="0" i="0" u="none" strike="noStrike" kern="1200" dirty="0" err="1">
              <a:effectLst/>
              <a:latin typeface="+mn-lt"/>
            </a:rPr>
            <a:t>terbuka</a:t>
          </a:r>
          <a:r>
            <a:rPr lang="en-SG" sz="2200" b="0" i="0" u="none" strike="noStrike" kern="1200" dirty="0">
              <a:effectLst/>
              <a:latin typeface="+mn-lt"/>
            </a:rPr>
            <a:t> dan </a:t>
          </a:r>
          <a:r>
            <a:rPr lang="en-SG" sz="2200" b="0" i="0" u="none" strike="noStrike" kern="1200" dirty="0" err="1">
              <a:effectLst/>
              <a:latin typeface="+mn-lt"/>
            </a:rPr>
            <a:t>kritis</a:t>
          </a:r>
          <a:r>
            <a:rPr lang="en-SG" sz="2200" b="0" i="0" u="none" strike="noStrike" kern="1200" dirty="0">
              <a:effectLst/>
              <a:latin typeface="+mn-lt"/>
            </a:rPr>
            <a:t>.</a:t>
          </a:r>
          <a:endParaRPr lang="en-US" sz="2200" kern="1200" dirty="0">
            <a:latin typeface="+mn-lt"/>
          </a:endParaRPr>
        </a:p>
      </dsp:txBody>
      <dsp:txXfrm>
        <a:off x="1770984" y="493878"/>
        <a:ext cx="9188004" cy="20109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F30190-747B-4DD3-9F7D-50C3CAF52451}">
      <dsp:nvSpPr>
        <dsp:cNvPr id="0" name=""/>
        <dsp:cNvSpPr/>
      </dsp:nvSpPr>
      <dsp:spPr>
        <a:xfrm>
          <a:off x="0" y="374135"/>
          <a:ext cx="10662023" cy="2268000"/>
        </a:xfrm>
        <a:prstGeom prst="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7491" tIns="416560" rIns="827491"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SG" sz="2000" b="0" i="0" u="none" strike="noStrike" kern="1200">
              <a:effectLst/>
              <a:latin typeface="+mn-lt"/>
            </a:rPr>
            <a:t>Filsafat merupakan sarana yang baik untuk menggali kembali kekayaan- kebudayaan, tradisi-tradisi, dan filsafat indonesia serta untuk mengaktualisasikannya bagi Indonesia modern yang sedang kita bangun. filsafatlah yang paling sanggup untuk mendekati warisan rohani tidak hanya secara museal dan verbalistik, melainkan evaluatif, kritis, dan refleksif, sehingga kekayaan rohani rohani bangsa dapat menjadi modal dalam pembentukan terus-menerus identitas modern bangsa Indonesia.</a:t>
          </a:r>
          <a:endParaRPr lang="en-US" sz="2000" kern="1200" dirty="0">
            <a:latin typeface="+mn-lt"/>
          </a:endParaRPr>
        </a:p>
      </dsp:txBody>
      <dsp:txXfrm>
        <a:off x="0" y="374135"/>
        <a:ext cx="10662023" cy="2268000"/>
      </dsp:txXfrm>
    </dsp:sp>
    <dsp:sp modelId="{20CCE560-3794-4518-9590-20F4FDFA18FD}">
      <dsp:nvSpPr>
        <dsp:cNvPr id="0" name=""/>
        <dsp:cNvSpPr/>
      </dsp:nvSpPr>
      <dsp:spPr>
        <a:xfrm>
          <a:off x="533101" y="78935"/>
          <a:ext cx="7463416" cy="590400"/>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2099" tIns="0" rIns="282099" bIns="0" numCol="1" spcCol="1270" anchor="ctr" anchorCtr="0">
          <a:noAutofit/>
        </a:bodyPr>
        <a:lstStyle/>
        <a:p>
          <a:pPr marL="0" lvl="0" indent="0" algn="l" defTabSz="889000">
            <a:lnSpc>
              <a:spcPct val="90000"/>
            </a:lnSpc>
            <a:spcBef>
              <a:spcPct val="0"/>
            </a:spcBef>
            <a:spcAft>
              <a:spcPct val="35000"/>
            </a:spcAft>
            <a:buNone/>
          </a:pPr>
          <a:r>
            <a:rPr lang="en-US" sz="2000" kern="1200" dirty="0"/>
            <a:t>2</a:t>
          </a:r>
        </a:p>
      </dsp:txBody>
      <dsp:txXfrm>
        <a:off x="561922" y="107756"/>
        <a:ext cx="7405774" cy="532758"/>
      </dsp:txXfrm>
    </dsp:sp>
    <dsp:sp modelId="{2300E61E-E848-4BF6-85CD-2DC9C2F8DD7D}">
      <dsp:nvSpPr>
        <dsp:cNvPr id="0" name=""/>
        <dsp:cNvSpPr/>
      </dsp:nvSpPr>
      <dsp:spPr>
        <a:xfrm>
          <a:off x="0" y="3045335"/>
          <a:ext cx="10662023" cy="2268000"/>
        </a:xfrm>
        <a:prstGeom prst="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7491" tIns="416560" rIns="827491"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SG" sz="2000" b="0" i="0" u="none" strike="noStrike" kern="1200" dirty="0" err="1">
              <a:effectLst/>
              <a:latin typeface="+mn-lt"/>
            </a:rPr>
            <a:t>Sebagai</a:t>
          </a:r>
          <a:r>
            <a:rPr lang="en-SG" sz="2000" b="0" i="0" u="none" strike="noStrike" kern="1200" dirty="0">
              <a:effectLst/>
              <a:latin typeface="+mn-lt"/>
            </a:rPr>
            <a:t> </a:t>
          </a:r>
          <a:r>
            <a:rPr lang="en-SG" sz="2000" b="0" i="0" u="none" strike="noStrike" kern="1200" dirty="0" err="1">
              <a:effectLst/>
              <a:latin typeface="+mn-lt"/>
            </a:rPr>
            <a:t>kritik</a:t>
          </a:r>
          <a:r>
            <a:rPr lang="en-SG" sz="2000" b="0" i="0" u="none" strike="noStrike" kern="1200" dirty="0">
              <a:effectLst/>
              <a:latin typeface="+mn-lt"/>
            </a:rPr>
            <a:t> </a:t>
          </a:r>
          <a:r>
            <a:rPr lang="en-SG" sz="2000" b="0" i="0" u="none" strike="noStrike" kern="1200" dirty="0" err="1">
              <a:effectLst/>
              <a:latin typeface="+mn-lt"/>
            </a:rPr>
            <a:t>ideologi</a:t>
          </a:r>
          <a:r>
            <a:rPr lang="en-SG" sz="2000" b="0" i="0" u="none" strike="noStrike" kern="1200" dirty="0">
              <a:effectLst/>
              <a:latin typeface="+mn-lt"/>
            </a:rPr>
            <a:t>, </a:t>
          </a:r>
          <a:r>
            <a:rPr lang="en-SG" sz="2000" b="0" i="0" u="none" strike="noStrike" kern="1200" dirty="0" err="1">
              <a:effectLst/>
              <a:latin typeface="+mn-lt"/>
            </a:rPr>
            <a:t>filsafat</a:t>
          </a:r>
          <a:r>
            <a:rPr lang="en-SG" sz="2000" b="0" i="0" u="none" strike="noStrike" kern="1200" dirty="0">
              <a:effectLst/>
              <a:latin typeface="+mn-lt"/>
            </a:rPr>
            <a:t> </a:t>
          </a:r>
          <a:r>
            <a:rPr lang="en-SG" sz="2000" b="0" i="0" u="none" strike="noStrike" kern="1200" dirty="0" err="1">
              <a:effectLst/>
              <a:latin typeface="+mn-lt"/>
            </a:rPr>
            <a:t>membangun</a:t>
          </a:r>
          <a:r>
            <a:rPr lang="en-SG" sz="2000" b="0" i="0" u="none" strike="noStrike" kern="1200" dirty="0">
              <a:effectLst/>
              <a:latin typeface="+mn-lt"/>
            </a:rPr>
            <a:t> </a:t>
          </a:r>
          <a:r>
            <a:rPr lang="en-SG" sz="2000" b="0" i="0" u="none" strike="noStrike" kern="1200" dirty="0" err="1">
              <a:effectLst/>
              <a:latin typeface="+mn-lt"/>
            </a:rPr>
            <a:t>kesanggupan</a:t>
          </a:r>
          <a:r>
            <a:rPr lang="en-SG" sz="2000" b="0" i="0" u="none" strike="noStrike" kern="1200" dirty="0">
              <a:effectLst/>
              <a:latin typeface="+mn-lt"/>
            </a:rPr>
            <a:t> </a:t>
          </a:r>
          <a:r>
            <a:rPr lang="en-SG" sz="2000" b="0" i="0" u="none" strike="noStrike" kern="1200" dirty="0" err="1">
              <a:effectLst/>
              <a:latin typeface="+mn-lt"/>
            </a:rPr>
            <a:t>untuk</a:t>
          </a:r>
          <a:r>
            <a:rPr lang="en-SG" sz="2000" b="0" i="0" u="none" strike="noStrike" kern="1200" dirty="0">
              <a:effectLst/>
              <a:latin typeface="+mn-lt"/>
            </a:rPr>
            <a:t> </a:t>
          </a:r>
          <a:r>
            <a:rPr lang="en-SG" sz="2000" b="0" i="0" u="none" strike="noStrike" kern="1200" dirty="0" err="1">
              <a:effectLst/>
              <a:latin typeface="+mn-lt"/>
            </a:rPr>
            <a:t>mendeteksi</a:t>
          </a:r>
          <a:r>
            <a:rPr lang="en-SG" sz="2000" b="0" i="0" u="none" strike="noStrike" kern="1200" dirty="0">
              <a:effectLst/>
              <a:latin typeface="+mn-lt"/>
            </a:rPr>
            <a:t> dan </a:t>
          </a:r>
          <a:r>
            <a:rPr lang="en-SG" sz="2000" b="0" i="0" u="none" strike="noStrike" kern="1200" dirty="0" err="1">
              <a:effectLst/>
              <a:latin typeface="+mn-lt"/>
            </a:rPr>
            <a:t>membuka</a:t>
          </a:r>
          <a:r>
            <a:rPr lang="en-SG" sz="2000" b="0" i="0" u="none" strike="noStrike" kern="1200" dirty="0">
              <a:effectLst/>
              <a:latin typeface="+mn-lt"/>
            </a:rPr>
            <a:t> </a:t>
          </a:r>
          <a:r>
            <a:rPr lang="en-SG" sz="2000" b="0" i="0" u="none" strike="noStrike" kern="1200" dirty="0" err="1">
              <a:effectLst/>
              <a:latin typeface="+mn-lt"/>
            </a:rPr>
            <a:t>kedok-kedok</a:t>
          </a:r>
          <a:r>
            <a:rPr lang="en-SG" sz="2000" b="0" i="0" u="none" strike="noStrike" kern="1200" dirty="0">
              <a:effectLst/>
              <a:latin typeface="+mn-lt"/>
            </a:rPr>
            <a:t> </a:t>
          </a:r>
          <a:r>
            <a:rPr lang="en-SG" sz="2000" b="0" i="0" u="none" strike="noStrike" kern="1200" dirty="0" err="1">
              <a:effectLst/>
              <a:latin typeface="+mn-lt"/>
            </a:rPr>
            <a:t>ideologis</a:t>
          </a:r>
          <a:r>
            <a:rPr lang="en-SG" sz="2000" b="0" i="0" u="none" strike="noStrike" kern="1200" dirty="0">
              <a:effectLst/>
              <a:latin typeface="+mn-lt"/>
            </a:rPr>
            <a:t> </a:t>
          </a:r>
          <a:r>
            <a:rPr lang="en-SG" sz="2000" b="0" i="0" u="none" strike="noStrike" kern="1200" dirty="0" err="1">
              <a:effectLst/>
              <a:latin typeface="+mn-lt"/>
            </a:rPr>
            <a:t>pelbagai</a:t>
          </a:r>
          <a:r>
            <a:rPr lang="en-SG" sz="2000" b="0" i="0" u="none" strike="noStrike" kern="1200" dirty="0">
              <a:effectLst/>
              <a:latin typeface="+mn-lt"/>
            </a:rPr>
            <a:t> </a:t>
          </a:r>
          <a:r>
            <a:rPr lang="en-SG" sz="2000" b="0" i="0" u="none" strike="noStrike" kern="1200" dirty="0" err="1">
              <a:effectLst/>
              <a:latin typeface="+mn-lt"/>
            </a:rPr>
            <a:t>bentuk</a:t>
          </a:r>
          <a:r>
            <a:rPr lang="en-SG" sz="2000" b="0" i="0" u="none" strike="noStrike" kern="1200" dirty="0">
              <a:effectLst/>
              <a:latin typeface="+mn-lt"/>
            </a:rPr>
            <a:t> </a:t>
          </a:r>
          <a:r>
            <a:rPr lang="en-SG" sz="2000" b="0" i="0" u="none" strike="noStrike" kern="1200" dirty="0" err="1">
              <a:effectLst/>
              <a:latin typeface="+mn-lt"/>
            </a:rPr>
            <a:t>ketidakadilan</a:t>
          </a:r>
          <a:r>
            <a:rPr lang="en-SG" sz="2000" b="0" i="0" u="none" strike="noStrike" kern="1200" dirty="0">
              <a:effectLst/>
              <a:latin typeface="+mn-lt"/>
            </a:rPr>
            <a:t> </a:t>
          </a:r>
          <a:r>
            <a:rPr lang="en-SG" sz="2000" b="0" i="0" u="none" strike="noStrike" kern="1200" dirty="0" err="1">
              <a:effectLst/>
              <a:latin typeface="+mn-lt"/>
            </a:rPr>
            <a:t>sosial</a:t>
          </a:r>
          <a:r>
            <a:rPr lang="en-SG" sz="2000" b="0" i="0" u="none" strike="noStrike" kern="1200" dirty="0">
              <a:effectLst/>
              <a:latin typeface="+mn-lt"/>
            </a:rPr>
            <a:t> dan </a:t>
          </a:r>
          <a:r>
            <a:rPr lang="en-SG" sz="2000" b="0" i="0" u="none" strike="noStrike" kern="1200" dirty="0" err="1">
              <a:effectLst/>
              <a:latin typeface="+mn-lt"/>
            </a:rPr>
            <a:t>pelanggaran-pelanggaran</a:t>
          </a:r>
          <a:r>
            <a:rPr lang="en-SG" sz="2000" b="0" i="0" u="none" strike="noStrike" kern="1200" dirty="0">
              <a:effectLst/>
              <a:latin typeface="+mn-lt"/>
            </a:rPr>
            <a:t> </a:t>
          </a:r>
          <a:r>
            <a:rPr lang="en-SG" sz="2000" b="0" i="0" u="none" strike="noStrike" kern="1200" dirty="0" err="1">
              <a:effectLst/>
              <a:latin typeface="+mn-lt"/>
            </a:rPr>
            <a:t>terhadap</a:t>
          </a:r>
          <a:r>
            <a:rPr lang="en-SG" sz="2000" b="0" i="0" u="none" strike="noStrike" kern="1200" dirty="0">
              <a:effectLst/>
              <a:latin typeface="+mn-lt"/>
            </a:rPr>
            <a:t> </a:t>
          </a:r>
          <a:r>
            <a:rPr lang="en-SG" sz="2000" b="0" i="0" u="none" strike="noStrike" kern="1200" dirty="0" err="1">
              <a:effectLst/>
              <a:latin typeface="+mn-lt"/>
            </a:rPr>
            <a:t>martabat</a:t>
          </a:r>
          <a:r>
            <a:rPr lang="en-SG" sz="2000" b="0" i="0" u="none" strike="noStrike" kern="1200" dirty="0">
              <a:effectLst/>
              <a:latin typeface="+mn-lt"/>
            </a:rPr>
            <a:t> dan </a:t>
          </a:r>
          <a:r>
            <a:rPr lang="en-SG" sz="2000" b="0" i="0" u="none" strike="noStrike" kern="1200" dirty="0" err="1">
              <a:effectLst/>
              <a:latin typeface="+mn-lt"/>
            </a:rPr>
            <a:t>hak-hak</a:t>
          </a:r>
          <a:r>
            <a:rPr lang="en-SG" sz="2000" b="0" i="0" u="none" strike="noStrike" kern="1200" dirty="0">
              <a:effectLst/>
              <a:latin typeface="+mn-lt"/>
            </a:rPr>
            <a:t> </a:t>
          </a:r>
          <a:r>
            <a:rPr lang="en-SG" sz="2000" b="0" i="0" u="none" strike="noStrike" kern="1200" dirty="0" err="1">
              <a:effectLst/>
              <a:latin typeface="+mn-lt"/>
            </a:rPr>
            <a:t>asasi</a:t>
          </a:r>
          <a:r>
            <a:rPr lang="en-SG" sz="2000" b="0" i="0" u="none" strike="noStrike" kern="1200" dirty="0">
              <a:effectLst/>
              <a:latin typeface="+mn-lt"/>
            </a:rPr>
            <a:t> </a:t>
          </a:r>
          <a:r>
            <a:rPr lang="en-SG" sz="2000" b="0" i="0" u="none" strike="noStrike" kern="1200" dirty="0" err="1">
              <a:effectLst/>
              <a:latin typeface="+mn-lt"/>
            </a:rPr>
            <a:t>manusia</a:t>
          </a:r>
          <a:r>
            <a:rPr lang="en-SG" sz="2000" b="0" i="0" u="none" strike="noStrike" kern="1200" dirty="0">
              <a:effectLst/>
              <a:latin typeface="+mn-lt"/>
            </a:rPr>
            <a:t> yang </a:t>
          </a:r>
          <a:r>
            <a:rPr lang="en-SG" sz="2000" b="0" i="0" u="none" strike="noStrike" kern="1200" dirty="0" err="1">
              <a:effectLst/>
              <a:latin typeface="+mn-lt"/>
            </a:rPr>
            <a:t>masih</a:t>
          </a:r>
          <a:r>
            <a:rPr lang="en-SG" sz="2000" b="0" i="0" u="none" strike="noStrike" kern="1200" dirty="0">
              <a:effectLst/>
              <a:latin typeface="+mn-lt"/>
            </a:rPr>
            <a:t> </a:t>
          </a:r>
          <a:r>
            <a:rPr lang="en-SG" sz="2000" b="0" i="0" u="none" strike="noStrike" kern="1200" dirty="0" err="1">
              <a:effectLst/>
              <a:latin typeface="+mn-lt"/>
            </a:rPr>
            <a:t>terjadi</a:t>
          </a:r>
          <a:r>
            <a:rPr lang="en-SG" sz="2000" b="0" i="0" u="none" strike="noStrike" kern="1200" dirty="0">
              <a:effectLst/>
              <a:latin typeface="+mn-lt"/>
            </a:rPr>
            <a:t>. Jadi </a:t>
          </a:r>
          <a:r>
            <a:rPr lang="en-SG" sz="2000" b="0" i="0" u="none" strike="noStrike" kern="1200" dirty="0" err="1">
              <a:effectLst/>
              <a:latin typeface="+mn-lt"/>
            </a:rPr>
            <a:t>filsafat</a:t>
          </a:r>
          <a:r>
            <a:rPr lang="en-SG" sz="2000" b="0" i="0" u="none" strike="noStrike" kern="1200" dirty="0">
              <a:effectLst/>
              <a:latin typeface="+mn-lt"/>
            </a:rPr>
            <a:t> </a:t>
          </a:r>
          <a:r>
            <a:rPr lang="en-SG" sz="2000" b="0" i="0" u="none" strike="noStrike" kern="1200" dirty="0" err="1">
              <a:effectLst/>
              <a:latin typeface="+mn-lt"/>
            </a:rPr>
            <a:t>membuat</a:t>
          </a:r>
          <a:r>
            <a:rPr lang="en-SG" sz="2000" b="0" i="0" u="none" strike="noStrike" kern="1200" dirty="0">
              <a:effectLst/>
              <a:latin typeface="+mn-lt"/>
            </a:rPr>
            <a:t> </a:t>
          </a:r>
          <a:r>
            <a:rPr lang="en-SG" sz="2000" b="0" i="0" u="none" strike="noStrike" kern="1200" dirty="0" err="1">
              <a:effectLst/>
              <a:latin typeface="+mn-lt"/>
            </a:rPr>
            <a:t>sanggup</a:t>
          </a:r>
          <a:r>
            <a:rPr lang="en-SG" sz="2000" b="0" i="0" u="none" strike="noStrike" kern="1200" dirty="0">
              <a:effectLst/>
              <a:latin typeface="+mn-lt"/>
            </a:rPr>
            <a:t> </a:t>
          </a:r>
          <a:r>
            <a:rPr lang="en-SG" sz="2000" b="0" i="0" u="none" strike="noStrike" kern="1200" dirty="0" err="1">
              <a:effectLst/>
              <a:latin typeface="+mn-lt"/>
            </a:rPr>
            <a:t>untuk</a:t>
          </a:r>
          <a:r>
            <a:rPr lang="en-SG" sz="2000" b="0" i="0" u="none" strike="noStrike" kern="1200" dirty="0">
              <a:effectLst/>
              <a:latin typeface="+mn-lt"/>
            </a:rPr>
            <a:t> </a:t>
          </a:r>
          <a:r>
            <a:rPr lang="en-SG" sz="2000" b="0" i="0" u="none" strike="noStrike" kern="1200" dirty="0" err="1">
              <a:effectLst/>
              <a:latin typeface="+mn-lt"/>
            </a:rPr>
            <a:t>tidak</a:t>
          </a:r>
          <a:r>
            <a:rPr lang="en-SG" sz="2000" b="0" i="0" u="none" strike="noStrike" kern="1200" dirty="0">
              <a:effectLst/>
              <a:latin typeface="+mn-lt"/>
            </a:rPr>
            <a:t> </a:t>
          </a:r>
          <a:r>
            <a:rPr lang="en-SG" sz="2000" b="0" i="0" u="none" strike="noStrike" kern="1200" dirty="0" err="1">
              <a:effectLst/>
              <a:latin typeface="+mn-lt"/>
            </a:rPr>
            <a:t>tertipu</a:t>
          </a:r>
          <a:r>
            <a:rPr lang="en-SG" sz="2000" b="0" i="0" u="none" strike="noStrike" kern="1200" dirty="0">
              <a:effectLst/>
              <a:latin typeface="+mn-lt"/>
            </a:rPr>
            <a:t> oleh slogan-slogan </a:t>
          </a:r>
          <a:r>
            <a:rPr lang="en-SG" sz="2000" b="0" i="0" u="none" strike="noStrike" kern="1200" dirty="0" err="1">
              <a:effectLst/>
              <a:latin typeface="+mn-lt"/>
            </a:rPr>
            <a:t>ideologis</a:t>
          </a:r>
          <a:r>
            <a:rPr lang="en-SG" sz="2000" b="0" i="0" u="none" strike="noStrike" kern="1200" dirty="0">
              <a:effectLst/>
              <a:latin typeface="+mn-lt"/>
            </a:rPr>
            <a:t>, </a:t>
          </a:r>
          <a:r>
            <a:rPr lang="en-SG" sz="2000" b="0" i="0" u="none" strike="noStrike" kern="1200" dirty="0" err="1">
              <a:effectLst/>
              <a:latin typeface="+mn-lt"/>
            </a:rPr>
            <a:t>untuk</a:t>
          </a:r>
          <a:r>
            <a:rPr lang="en-SG" sz="2000" b="0" i="0" u="none" strike="noStrike" kern="1200" dirty="0">
              <a:effectLst/>
              <a:latin typeface="+mn-lt"/>
            </a:rPr>
            <a:t> </a:t>
          </a:r>
          <a:r>
            <a:rPr lang="en-SG" sz="2000" b="0" i="0" u="none" strike="noStrike" kern="1200" dirty="0" err="1">
              <a:effectLst/>
              <a:latin typeface="+mn-lt"/>
            </a:rPr>
            <a:t>melihat</a:t>
          </a:r>
          <a:r>
            <a:rPr lang="en-SG" sz="2000" b="0" i="0" u="none" strike="noStrike" kern="1200" dirty="0">
              <a:effectLst/>
              <a:latin typeface="+mn-lt"/>
            </a:rPr>
            <a:t> </a:t>
          </a:r>
          <a:r>
            <a:rPr lang="en-SG" sz="2000" b="0" i="0" u="none" strike="noStrike" kern="1200" dirty="0" err="1">
              <a:effectLst/>
              <a:latin typeface="+mn-lt"/>
            </a:rPr>
            <a:t>secara</a:t>
          </a:r>
          <a:r>
            <a:rPr lang="en-SG" sz="2000" b="0" i="0" u="none" strike="noStrike" kern="1200" dirty="0">
              <a:effectLst/>
              <a:latin typeface="+mn-lt"/>
            </a:rPr>
            <a:t> </a:t>
          </a:r>
          <a:r>
            <a:rPr lang="en-SG" sz="2000" b="0" i="0" u="none" strike="noStrike" kern="1200" dirty="0" err="1">
              <a:effectLst/>
              <a:latin typeface="+mn-lt"/>
            </a:rPr>
            <a:t>terbuka</a:t>
          </a:r>
          <a:r>
            <a:rPr lang="en-SG" sz="2000" b="0" i="0" u="none" strike="noStrike" kern="1200" dirty="0">
              <a:effectLst/>
              <a:latin typeface="+mn-lt"/>
            </a:rPr>
            <a:t> </a:t>
          </a:r>
          <a:r>
            <a:rPr lang="en-SG" sz="2000" b="0" i="0" u="none" strike="noStrike" kern="1200" dirty="0" err="1">
              <a:effectLst/>
              <a:latin typeface="+mn-lt"/>
            </a:rPr>
            <a:t>masalah-masalah</a:t>
          </a:r>
          <a:r>
            <a:rPr lang="en-SG" sz="2000" b="0" i="0" u="none" strike="noStrike" kern="1200" dirty="0">
              <a:effectLst/>
              <a:latin typeface="+mn-lt"/>
            </a:rPr>
            <a:t> </a:t>
          </a:r>
          <a:r>
            <a:rPr lang="en-SG" sz="2000" b="0" i="0" u="none" strike="noStrike" kern="1200" dirty="0" err="1">
              <a:effectLst/>
              <a:latin typeface="+mn-lt"/>
            </a:rPr>
            <a:t>masalh</a:t>
          </a:r>
          <a:r>
            <a:rPr lang="en-SG" sz="2000" b="0" i="0" u="none" strike="noStrike" kern="1200" dirty="0">
              <a:effectLst/>
              <a:latin typeface="+mn-lt"/>
            </a:rPr>
            <a:t> </a:t>
          </a:r>
          <a:r>
            <a:rPr lang="en-SG" sz="2000" b="0" i="0" u="none" strike="noStrike" kern="1200" dirty="0" err="1">
              <a:effectLst/>
              <a:latin typeface="+mn-lt"/>
            </a:rPr>
            <a:t>sosial</a:t>
          </a:r>
          <a:r>
            <a:rPr lang="en-SG" sz="2000" b="0" i="0" u="none" strike="noStrike" kern="1200" dirty="0">
              <a:effectLst/>
              <a:latin typeface="+mn-lt"/>
            </a:rPr>
            <a:t> </a:t>
          </a:r>
          <a:r>
            <a:rPr lang="en-SG" sz="2000" b="0" i="0" u="none" strike="noStrike" kern="1200" dirty="0" err="1">
              <a:effectLst/>
              <a:latin typeface="+mn-lt"/>
            </a:rPr>
            <a:t>secara</a:t>
          </a:r>
          <a:r>
            <a:rPr lang="en-SG" sz="2000" b="0" i="0" u="none" strike="noStrike" kern="1200" dirty="0">
              <a:effectLst/>
              <a:latin typeface="+mn-lt"/>
            </a:rPr>
            <a:t> </a:t>
          </a:r>
          <a:r>
            <a:rPr lang="en-SG" sz="2000" b="0" i="0" u="none" strike="noStrike" kern="1200" dirty="0" err="1">
              <a:effectLst/>
              <a:latin typeface="+mn-lt"/>
            </a:rPr>
            <a:t>percaturan</a:t>
          </a:r>
          <a:r>
            <a:rPr lang="en-SG" sz="2000" b="0" i="0" u="none" strike="noStrike" kern="1200" dirty="0">
              <a:effectLst/>
              <a:latin typeface="+mn-lt"/>
            </a:rPr>
            <a:t> </a:t>
          </a:r>
          <a:r>
            <a:rPr lang="en-SG" sz="2000" b="0" i="0" u="none" strike="noStrike" kern="1200" dirty="0" err="1">
              <a:effectLst/>
              <a:latin typeface="+mn-lt"/>
            </a:rPr>
            <a:t>kekuasaan</a:t>
          </a:r>
          <a:r>
            <a:rPr lang="en-SG" sz="2000" b="0" i="0" u="none" strike="noStrike" kern="1200" dirty="0">
              <a:effectLst/>
              <a:latin typeface="+mn-lt"/>
            </a:rPr>
            <a:t> yang </a:t>
          </a:r>
          <a:r>
            <a:rPr lang="en-SG" sz="2000" b="0" i="0" u="none" strike="noStrike" kern="1200" dirty="0" err="1">
              <a:effectLst/>
              <a:latin typeface="+mn-lt"/>
            </a:rPr>
            <a:t>sedang</a:t>
          </a:r>
          <a:r>
            <a:rPr lang="en-SG" sz="2000" b="0" i="0" u="none" strike="noStrike" kern="1200" dirty="0">
              <a:effectLst/>
              <a:latin typeface="+mn-lt"/>
            </a:rPr>
            <a:t> </a:t>
          </a:r>
          <a:r>
            <a:rPr lang="en-SG" sz="2000" b="0" i="0" u="none" strike="noStrike" kern="1200" dirty="0" err="1">
              <a:effectLst/>
              <a:latin typeface="+mn-lt"/>
            </a:rPr>
            <a:t>berlangsung</a:t>
          </a:r>
          <a:r>
            <a:rPr lang="en-SG" sz="2000" b="0" i="0" u="none" strike="noStrike" kern="1200" dirty="0">
              <a:effectLst/>
              <a:latin typeface="+mn-lt"/>
            </a:rPr>
            <a:t>.</a:t>
          </a:r>
          <a:endParaRPr lang="en-US" sz="2000" kern="1200" dirty="0">
            <a:latin typeface="+mn-lt"/>
          </a:endParaRPr>
        </a:p>
      </dsp:txBody>
      <dsp:txXfrm>
        <a:off x="0" y="3045335"/>
        <a:ext cx="10662023" cy="2268000"/>
      </dsp:txXfrm>
    </dsp:sp>
    <dsp:sp modelId="{528629FF-DAF3-4183-A0D0-2830F900B443}">
      <dsp:nvSpPr>
        <dsp:cNvPr id="0" name=""/>
        <dsp:cNvSpPr/>
      </dsp:nvSpPr>
      <dsp:spPr>
        <a:xfrm>
          <a:off x="533101" y="2750135"/>
          <a:ext cx="7463416" cy="590400"/>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2099" tIns="0" rIns="282099" bIns="0" numCol="1" spcCol="1270" anchor="ctr" anchorCtr="0">
          <a:noAutofit/>
        </a:bodyPr>
        <a:lstStyle/>
        <a:p>
          <a:pPr marL="0" lvl="0" indent="0" algn="l" defTabSz="889000">
            <a:lnSpc>
              <a:spcPct val="90000"/>
            </a:lnSpc>
            <a:spcBef>
              <a:spcPct val="0"/>
            </a:spcBef>
            <a:spcAft>
              <a:spcPct val="35000"/>
            </a:spcAft>
            <a:buNone/>
          </a:pPr>
          <a:r>
            <a:rPr lang="en-US" sz="2000" kern="1200" dirty="0"/>
            <a:t>3</a:t>
          </a:r>
        </a:p>
      </dsp:txBody>
      <dsp:txXfrm>
        <a:off x="561922" y="2778956"/>
        <a:ext cx="7405774" cy="5327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87B41A-AFC6-42F6-A5FD-BFAF812D68EA}">
      <dsp:nvSpPr>
        <dsp:cNvPr id="0" name=""/>
        <dsp:cNvSpPr/>
      </dsp:nvSpPr>
      <dsp:spPr>
        <a:xfrm>
          <a:off x="364" y="1017211"/>
          <a:ext cx="1383297"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ctr" defTabSz="889000">
            <a:lnSpc>
              <a:spcPct val="90000"/>
            </a:lnSpc>
            <a:spcBef>
              <a:spcPct val="0"/>
            </a:spcBef>
            <a:spcAft>
              <a:spcPct val="35000"/>
            </a:spcAft>
            <a:buNone/>
          </a:pPr>
          <a:r>
            <a:rPr lang="en-US" sz="2000" kern="1200" dirty="0"/>
            <a:t>4</a:t>
          </a:r>
        </a:p>
      </dsp:txBody>
      <dsp:txXfrm>
        <a:off x="364" y="1017211"/>
        <a:ext cx="1383297" cy="1287000"/>
      </dsp:txXfrm>
    </dsp:sp>
    <dsp:sp modelId="{59CCD91A-B4E2-43B0-8CDB-1223B8A612A7}">
      <dsp:nvSpPr>
        <dsp:cNvPr id="0" name=""/>
        <dsp:cNvSpPr/>
      </dsp:nvSpPr>
      <dsp:spPr>
        <a:xfrm>
          <a:off x="1383661" y="997102"/>
          <a:ext cx="276659" cy="1327218"/>
        </a:xfrm>
        <a:prstGeom prst="leftBrace">
          <a:avLst>
            <a:gd name="adj1" fmla="val 35000"/>
            <a:gd name="adj2" fmla="val 50000"/>
          </a:avLst>
        </a:pr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70549A-5386-4651-9759-C350636A1513}">
      <dsp:nvSpPr>
        <dsp:cNvPr id="0" name=""/>
        <dsp:cNvSpPr/>
      </dsp:nvSpPr>
      <dsp:spPr>
        <a:xfrm>
          <a:off x="1770984" y="997102"/>
          <a:ext cx="9188004" cy="1327218"/>
        </a:xfrm>
        <a:prstGeom prst="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just" defTabSz="977900">
            <a:lnSpc>
              <a:spcPct val="90000"/>
            </a:lnSpc>
            <a:spcBef>
              <a:spcPct val="0"/>
            </a:spcBef>
            <a:spcAft>
              <a:spcPct val="15000"/>
            </a:spcAft>
            <a:buFont typeface="Wingdings" panose="05000000000000000000" pitchFamily="2" charset="2"/>
            <a:buChar char="v"/>
          </a:pPr>
          <a:r>
            <a:rPr lang="en-SG" sz="2200" b="0" i="0" u="none" strike="noStrike" kern="1200" dirty="0" err="1">
              <a:solidFill>
                <a:srgbClr val="000000"/>
              </a:solidFill>
              <a:effectLst/>
              <a:latin typeface="+mn-lt"/>
            </a:rPr>
            <a:t>Filsafat</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merupakan</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dasar</a:t>
          </a:r>
          <a:r>
            <a:rPr lang="en-SG" sz="2200" b="0" i="0" u="none" strike="noStrike" kern="1200" dirty="0">
              <a:solidFill>
                <a:srgbClr val="000000"/>
              </a:solidFill>
              <a:effectLst/>
              <a:latin typeface="+mn-lt"/>
            </a:rPr>
            <a:t> paling </a:t>
          </a:r>
          <a:r>
            <a:rPr lang="en-SG" sz="2200" b="0" i="0" u="none" strike="noStrike" kern="1200" dirty="0" err="1">
              <a:solidFill>
                <a:srgbClr val="000000"/>
              </a:solidFill>
              <a:effectLst/>
              <a:latin typeface="+mn-lt"/>
            </a:rPr>
            <a:t>luas</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untuk</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berpartisipasi</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secara</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kritis</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dalam</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kehidupan</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intelektual</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bangsa</a:t>
          </a:r>
          <a:r>
            <a:rPr lang="en-SG" sz="2200" b="0" i="0" u="none" strike="noStrike" kern="1200" dirty="0">
              <a:solidFill>
                <a:srgbClr val="000000"/>
              </a:solidFill>
              <a:effectLst/>
              <a:latin typeface="+mn-lt"/>
            </a:rPr>
            <a:t> pada </a:t>
          </a:r>
          <a:r>
            <a:rPr lang="en-SG" sz="2200" b="0" i="0" u="none" strike="noStrike" kern="1200" dirty="0" err="1">
              <a:solidFill>
                <a:srgbClr val="000000"/>
              </a:solidFill>
              <a:effectLst/>
              <a:latin typeface="+mn-lt"/>
            </a:rPr>
            <a:t>umumnya</a:t>
          </a:r>
          <a:r>
            <a:rPr lang="en-SG" sz="2200" b="0" i="0" u="none" strike="noStrike" kern="1200" dirty="0">
              <a:solidFill>
                <a:srgbClr val="000000"/>
              </a:solidFill>
              <a:effectLst/>
              <a:latin typeface="+mn-lt"/>
            </a:rPr>
            <a:t> dan pada </a:t>
          </a:r>
          <a:r>
            <a:rPr lang="en-SG" sz="2200" b="0" i="0" u="none" strike="noStrike" kern="1200" dirty="0" err="1">
              <a:solidFill>
                <a:srgbClr val="000000"/>
              </a:solidFill>
              <a:effectLst/>
              <a:latin typeface="+mn-lt"/>
            </a:rPr>
            <a:t>khususnya</a:t>
          </a:r>
          <a:r>
            <a:rPr lang="en-SG" sz="2200" b="0" i="0" u="none" strike="noStrike" kern="1200" dirty="0">
              <a:solidFill>
                <a:srgbClr val="000000"/>
              </a:solidFill>
              <a:effectLst/>
              <a:latin typeface="+mn-lt"/>
            </a:rPr>
            <a:t> pada </a:t>
          </a:r>
          <a:r>
            <a:rPr lang="en-SG" sz="2200" b="0" i="0" u="none" strike="noStrike" kern="1200" dirty="0" err="1">
              <a:solidFill>
                <a:srgbClr val="000000"/>
              </a:solidFill>
              <a:effectLst/>
              <a:latin typeface="+mn-lt"/>
            </a:rPr>
            <a:t>lingkungan</a:t>
          </a:r>
          <a:r>
            <a:rPr lang="en-SG" sz="2200" b="0" i="0" u="none" strike="noStrike" kern="1200" dirty="0">
              <a:solidFill>
                <a:srgbClr val="000000"/>
              </a:solidFill>
              <a:effectLst/>
              <a:latin typeface="+mn-lt"/>
            </a:rPr>
            <a:t> universitas-universitas dan </a:t>
          </a:r>
          <a:r>
            <a:rPr lang="en-SG" sz="2200" b="0" i="0" u="none" strike="noStrike" kern="1200" dirty="0" err="1">
              <a:solidFill>
                <a:srgbClr val="000000"/>
              </a:solidFill>
              <a:effectLst/>
              <a:latin typeface="+mn-lt"/>
            </a:rPr>
            <a:t>lingkungan</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akademis</a:t>
          </a:r>
          <a:r>
            <a:rPr lang="en-SG" sz="2200" b="0" i="0" u="none" strike="noStrike" kern="1200" dirty="0">
              <a:solidFill>
                <a:srgbClr val="000000"/>
              </a:solidFill>
              <a:effectLst/>
              <a:latin typeface="+mn-lt"/>
            </a:rPr>
            <a:t>.</a:t>
          </a:r>
          <a:endParaRPr lang="en-US" sz="2200" kern="1200" dirty="0">
            <a:latin typeface="+mn-lt"/>
          </a:endParaRPr>
        </a:p>
      </dsp:txBody>
      <dsp:txXfrm>
        <a:off x="1770984" y="997102"/>
        <a:ext cx="9188004" cy="13272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FCCDB-9C55-4099-8B21-27FAA5E0E04A}">
      <dsp:nvSpPr>
        <dsp:cNvPr id="0" name=""/>
        <dsp:cNvSpPr/>
      </dsp:nvSpPr>
      <dsp:spPr>
        <a:xfrm>
          <a:off x="0" y="304041"/>
          <a:ext cx="10399058" cy="3654000"/>
        </a:xfrm>
        <a:prstGeom prst="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082" tIns="416560" rIns="807082" bIns="156464" numCol="1" spcCol="1270" anchor="t" anchorCtr="0">
          <a:noAutofit/>
        </a:bodyPr>
        <a:lstStyle/>
        <a:p>
          <a:pPr marL="228600" lvl="1" indent="-228600" algn="just" defTabSz="977900">
            <a:lnSpc>
              <a:spcPct val="90000"/>
            </a:lnSpc>
            <a:spcBef>
              <a:spcPct val="0"/>
            </a:spcBef>
            <a:spcAft>
              <a:spcPct val="15000"/>
            </a:spcAft>
            <a:buFont typeface="Wingdings" panose="05000000000000000000" pitchFamily="2" charset="2"/>
            <a:buChar char="v"/>
          </a:pPr>
          <a:r>
            <a:rPr lang="en-SG" sz="2200" b="0" i="0" u="none" strike="noStrike" kern="1200" dirty="0">
              <a:effectLst/>
              <a:latin typeface="+mn-lt"/>
            </a:rPr>
            <a:t>Salah </a:t>
          </a:r>
          <a:r>
            <a:rPr lang="en-SG" sz="2200" b="0" i="0" u="none" strike="noStrike" kern="1200" dirty="0" err="1">
              <a:effectLst/>
              <a:latin typeface="+mn-lt"/>
            </a:rPr>
            <a:t>satu</a:t>
          </a:r>
          <a:r>
            <a:rPr lang="en-SG" sz="2200" b="0" i="0" u="none" strike="noStrike" kern="1200" dirty="0">
              <a:effectLst/>
              <a:latin typeface="+mn-lt"/>
            </a:rPr>
            <a:t> </a:t>
          </a:r>
          <a:r>
            <a:rPr lang="en-SG" sz="2200" b="0" i="0" u="none" strike="noStrike" kern="1200" dirty="0" err="1">
              <a:effectLst/>
              <a:latin typeface="+mn-lt"/>
            </a:rPr>
            <a:t>fungsi</a:t>
          </a:r>
          <a:r>
            <a:rPr lang="en-SG" sz="2200" b="0" i="0" u="none" strike="noStrike" kern="1200" dirty="0">
              <a:effectLst/>
              <a:latin typeface="+mn-lt"/>
            </a:rPr>
            <a:t> </a:t>
          </a:r>
          <a:r>
            <a:rPr lang="en-SG" sz="2200" b="0" i="0" u="none" strike="noStrike" kern="1200" dirty="0" err="1">
              <a:effectLst/>
              <a:latin typeface="+mn-lt"/>
            </a:rPr>
            <a:t>terpenting</a:t>
          </a:r>
          <a:r>
            <a:rPr lang="en-SG" sz="2200" b="0" i="0" u="none" strike="noStrike" kern="1200" dirty="0">
              <a:effectLst/>
              <a:latin typeface="+mn-lt"/>
            </a:rPr>
            <a:t> </a:t>
          </a:r>
          <a:r>
            <a:rPr lang="en-SG" sz="2200" b="0" i="0" u="none" strike="noStrike" kern="1200" dirty="0" err="1">
              <a:effectLst/>
              <a:latin typeface="+mn-lt"/>
            </a:rPr>
            <a:t>filsafat</a:t>
          </a:r>
          <a:r>
            <a:rPr lang="en-SG" sz="2200" b="0" i="0" u="none" strike="noStrike" kern="1200" dirty="0">
              <a:effectLst/>
              <a:latin typeface="+mn-lt"/>
            </a:rPr>
            <a:t> </a:t>
          </a:r>
          <a:r>
            <a:rPr lang="en-SG" sz="2200" b="0" i="0" u="none" strike="noStrike" kern="1200" dirty="0" err="1">
              <a:effectLst/>
              <a:latin typeface="+mn-lt"/>
            </a:rPr>
            <a:t>adalah</a:t>
          </a:r>
          <a:r>
            <a:rPr lang="en-SG" sz="2200" b="0" i="0" u="none" strike="noStrike" kern="1200" dirty="0">
              <a:effectLst/>
              <a:latin typeface="+mn-lt"/>
            </a:rPr>
            <a:t> </a:t>
          </a:r>
          <a:r>
            <a:rPr lang="en-SG" sz="2200" b="0" i="0" u="none" strike="noStrike" kern="1200" dirty="0" err="1">
              <a:effectLst/>
              <a:latin typeface="+mn-lt"/>
            </a:rPr>
            <a:t>bahwa</a:t>
          </a:r>
          <a:r>
            <a:rPr lang="en-SG" sz="2200" b="0" i="0" u="none" strike="noStrike" kern="1200" dirty="0">
              <a:effectLst/>
              <a:latin typeface="+mn-lt"/>
            </a:rPr>
            <a:t> </a:t>
          </a:r>
          <a:r>
            <a:rPr lang="en-SG" sz="2200" b="0" i="0" u="none" strike="noStrike" kern="1200" dirty="0" err="1">
              <a:effectLst/>
              <a:latin typeface="+mn-lt"/>
            </a:rPr>
            <a:t>ia</a:t>
          </a:r>
          <a:r>
            <a:rPr lang="en-SG" sz="2200" b="0" i="0" u="none" strike="noStrike" kern="1200" dirty="0">
              <a:effectLst/>
              <a:latin typeface="+mn-lt"/>
            </a:rPr>
            <a:t> </a:t>
          </a:r>
          <a:r>
            <a:rPr lang="en-SG" sz="2200" b="0" i="0" u="none" strike="noStrike" kern="1200" dirty="0" err="1">
              <a:effectLst/>
              <a:latin typeface="+mn-lt"/>
            </a:rPr>
            <a:t>menyediakan</a:t>
          </a:r>
          <a:r>
            <a:rPr lang="en-SG" sz="2200" b="0" i="0" u="none" strike="noStrike" kern="1200" dirty="0">
              <a:effectLst/>
              <a:latin typeface="+mn-lt"/>
            </a:rPr>
            <a:t> </a:t>
          </a:r>
          <a:r>
            <a:rPr lang="en-SG" sz="2200" b="0" i="0" u="none" strike="noStrike" kern="1200" dirty="0" err="1">
              <a:effectLst/>
              <a:latin typeface="+mn-lt"/>
            </a:rPr>
            <a:t>dasar</a:t>
          </a:r>
          <a:r>
            <a:rPr lang="en-SG" sz="2200" b="0" i="0" u="none" strike="noStrike" kern="1200" dirty="0">
              <a:effectLst/>
              <a:latin typeface="+mn-lt"/>
            </a:rPr>
            <a:t> dan </a:t>
          </a:r>
          <a:r>
            <a:rPr lang="en-SG" sz="2200" b="0" i="0" u="none" strike="noStrike" kern="1200" dirty="0" err="1">
              <a:effectLst/>
              <a:latin typeface="+mn-lt"/>
            </a:rPr>
            <a:t>sarana</a:t>
          </a:r>
          <a:r>
            <a:rPr lang="en-SG" sz="2200" b="0" i="0" u="none" strike="noStrike" kern="1200" dirty="0">
              <a:effectLst/>
              <a:latin typeface="+mn-lt"/>
            </a:rPr>
            <a:t> </a:t>
          </a:r>
          <a:r>
            <a:rPr lang="en-SG" sz="2200" b="0" i="0" u="none" strike="noStrike" kern="1200" dirty="0" err="1">
              <a:effectLst/>
              <a:latin typeface="+mn-lt"/>
            </a:rPr>
            <a:t>sekaligus</a:t>
          </a:r>
          <a:r>
            <a:rPr lang="en-SG" sz="2200" b="0" i="0" u="none" strike="noStrike" kern="1200" dirty="0">
              <a:effectLst/>
              <a:latin typeface="+mn-lt"/>
            </a:rPr>
            <a:t> </a:t>
          </a:r>
          <a:r>
            <a:rPr lang="en-SG" sz="2200" b="0" i="0" u="none" strike="noStrike" kern="1200" dirty="0" err="1">
              <a:effectLst/>
              <a:latin typeface="+mn-lt"/>
            </a:rPr>
            <a:t>bagi</a:t>
          </a:r>
          <a:r>
            <a:rPr lang="en-SG" sz="2200" b="0" i="0" u="none" strike="noStrike" kern="1200" dirty="0">
              <a:effectLst/>
              <a:latin typeface="+mn-lt"/>
            </a:rPr>
            <a:t> </a:t>
          </a:r>
          <a:r>
            <a:rPr lang="en-SG" sz="2200" b="0" i="0" u="none" strike="noStrike" kern="1200" dirty="0" err="1">
              <a:effectLst/>
              <a:latin typeface="+mn-lt"/>
            </a:rPr>
            <a:t>diadakanya</a:t>
          </a:r>
          <a:r>
            <a:rPr lang="en-SG" sz="2200" b="0" i="0" u="none" strike="noStrike" kern="1200" dirty="0">
              <a:effectLst/>
              <a:latin typeface="+mn-lt"/>
            </a:rPr>
            <a:t> dialog </a:t>
          </a:r>
          <a:r>
            <a:rPr lang="en-SG" sz="2200" b="0" i="0" u="none" strike="noStrike" kern="1200" dirty="0" err="1">
              <a:effectLst/>
              <a:latin typeface="+mn-lt"/>
            </a:rPr>
            <a:t>daantara</a:t>
          </a:r>
          <a:r>
            <a:rPr lang="en-SG" sz="2200" b="0" i="0" u="none" strike="noStrike" kern="1200" dirty="0">
              <a:effectLst/>
              <a:latin typeface="+mn-lt"/>
            </a:rPr>
            <a:t> agama-agama yang </a:t>
          </a:r>
          <a:r>
            <a:rPr lang="en-SG" sz="2200" b="0" i="0" u="none" strike="noStrike" kern="1200" dirty="0" err="1">
              <a:effectLst/>
              <a:latin typeface="+mn-lt"/>
            </a:rPr>
            <a:t>ada</a:t>
          </a:r>
          <a:r>
            <a:rPr lang="en-SG" sz="2200" b="0" i="0" u="none" strike="noStrike" kern="1200" dirty="0">
              <a:effectLst/>
              <a:latin typeface="+mn-lt"/>
            </a:rPr>
            <a:t> di Indonesia pada </a:t>
          </a:r>
          <a:r>
            <a:rPr lang="en-SG" sz="2200" b="0" i="0" u="none" strike="noStrike" kern="1200" dirty="0" err="1">
              <a:effectLst/>
              <a:latin typeface="+mn-lt"/>
            </a:rPr>
            <a:t>umumnya</a:t>
          </a:r>
          <a:r>
            <a:rPr lang="en-SG" sz="2200" b="0" i="0" u="none" strike="noStrike" kern="1200" dirty="0">
              <a:effectLst/>
              <a:latin typeface="+mn-lt"/>
            </a:rPr>
            <a:t> dan </a:t>
          </a:r>
          <a:r>
            <a:rPr lang="en-SG" sz="2200" b="0" i="0" u="none" strike="noStrike" kern="1200" dirty="0" err="1">
              <a:effectLst/>
              <a:latin typeface="+mn-lt"/>
            </a:rPr>
            <a:t>secara</a:t>
          </a:r>
          <a:r>
            <a:rPr lang="en-SG" sz="2200" b="0" i="0" u="none" strike="noStrike" kern="1200" dirty="0">
              <a:effectLst/>
              <a:latin typeface="+mn-lt"/>
            </a:rPr>
            <a:t> </a:t>
          </a:r>
          <a:r>
            <a:rPr lang="en-SG" sz="2200" b="0" i="0" u="none" strike="noStrike" kern="1200" dirty="0" err="1">
              <a:effectLst/>
              <a:latin typeface="+mn-lt"/>
            </a:rPr>
            <a:t>khusus</a:t>
          </a:r>
          <a:r>
            <a:rPr lang="en-SG" sz="2200" b="0" i="0" u="none" strike="noStrike" kern="1200" dirty="0">
              <a:effectLst/>
              <a:latin typeface="+mn-lt"/>
            </a:rPr>
            <a:t> </a:t>
          </a:r>
          <a:r>
            <a:rPr lang="en-SG" sz="2200" b="0" i="0" u="none" strike="noStrike" kern="1200" dirty="0" err="1">
              <a:effectLst/>
              <a:latin typeface="+mn-lt"/>
            </a:rPr>
            <a:t>dalam</a:t>
          </a:r>
          <a:r>
            <a:rPr lang="en-SG" sz="2200" b="0" i="0" u="none" strike="noStrike" kern="1200" dirty="0">
              <a:effectLst/>
              <a:latin typeface="+mn-lt"/>
            </a:rPr>
            <a:t> </a:t>
          </a:r>
          <a:r>
            <a:rPr lang="en-SG" sz="2200" b="0" i="0" u="none" strike="noStrike" kern="1200" dirty="0" err="1">
              <a:effectLst/>
              <a:latin typeface="+mn-lt"/>
            </a:rPr>
            <a:t>rangka</a:t>
          </a:r>
          <a:r>
            <a:rPr lang="en-SG" sz="2200" b="0" i="0" u="none" strike="noStrike" kern="1200" dirty="0">
              <a:effectLst/>
              <a:latin typeface="+mn-lt"/>
            </a:rPr>
            <a:t> </a:t>
          </a:r>
          <a:r>
            <a:rPr lang="en-SG" sz="2200" b="0" i="0" u="none" strike="noStrike" kern="1200" dirty="0" err="1">
              <a:effectLst/>
              <a:latin typeface="+mn-lt"/>
            </a:rPr>
            <a:t>kerja</a:t>
          </a:r>
          <a:r>
            <a:rPr lang="en-SG" sz="2200" b="0" i="0" u="none" strike="noStrike" kern="1200" dirty="0">
              <a:effectLst/>
              <a:latin typeface="+mn-lt"/>
            </a:rPr>
            <a:t> </a:t>
          </a:r>
          <a:r>
            <a:rPr lang="en-SG" sz="2200" b="0" i="0" u="none" strike="noStrike" kern="1200" dirty="0" err="1">
              <a:effectLst/>
              <a:latin typeface="+mn-lt"/>
            </a:rPr>
            <a:t>sama</a:t>
          </a:r>
          <a:r>
            <a:rPr lang="en-SG" sz="2200" b="0" i="0" u="none" strike="noStrike" kern="1200" dirty="0">
              <a:effectLst/>
              <a:latin typeface="+mn-lt"/>
            </a:rPr>
            <a:t> </a:t>
          </a:r>
          <a:r>
            <a:rPr lang="en-SG" sz="2200" b="0" i="0" u="none" strike="noStrike" kern="1200" dirty="0" err="1">
              <a:effectLst/>
              <a:latin typeface="+mn-lt"/>
            </a:rPr>
            <a:t>antar</a:t>
          </a:r>
          <a:r>
            <a:rPr lang="en-SG" sz="2200" b="0" i="0" u="none" strike="noStrike" kern="1200" dirty="0">
              <a:effectLst/>
              <a:latin typeface="+mn-lt"/>
            </a:rPr>
            <a:t>-agama </a:t>
          </a:r>
          <a:r>
            <a:rPr lang="en-SG" sz="2200" b="0" i="0" u="none" strike="noStrike" kern="1200" dirty="0" err="1">
              <a:effectLst/>
              <a:latin typeface="+mn-lt"/>
            </a:rPr>
            <a:t>dalam</a:t>
          </a:r>
          <a:r>
            <a:rPr lang="en-SG" sz="2200" b="0" i="0" u="none" strike="noStrike" kern="1200" dirty="0">
              <a:effectLst/>
              <a:latin typeface="+mn-lt"/>
            </a:rPr>
            <a:t> </a:t>
          </a:r>
          <a:r>
            <a:rPr lang="en-SG" sz="2200" b="0" i="0" u="none" strike="noStrike" kern="1200" dirty="0" err="1">
              <a:effectLst/>
              <a:latin typeface="+mn-lt"/>
            </a:rPr>
            <a:t>membangun</a:t>
          </a:r>
          <a:r>
            <a:rPr lang="en-SG" sz="2200" b="0" i="0" u="none" strike="noStrike" kern="1200" dirty="0">
              <a:effectLst/>
              <a:latin typeface="+mn-lt"/>
            </a:rPr>
            <a:t> </a:t>
          </a:r>
          <a:r>
            <a:rPr lang="en-SG" sz="2200" b="0" i="0" u="none" strike="noStrike" kern="1200" dirty="0" err="1">
              <a:effectLst/>
              <a:latin typeface="+mn-lt"/>
            </a:rPr>
            <a:t>masyarakat</a:t>
          </a:r>
          <a:r>
            <a:rPr lang="en-SG" sz="2200" b="0" i="0" u="none" strike="noStrike" kern="1200" dirty="0">
              <a:effectLst/>
              <a:latin typeface="+mn-lt"/>
            </a:rPr>
            <a:t> </a:t>
          </a:r>
          <a:r>
            <a:rPr lang="en-SG" sz="2200" b="0" i="0" u="none" strike="noStrike" kern="1200" dirty="0" err="1">
              <a:effectLst/>
              <a:latin typeface="+mn-lt"/>
            </a:rPr>
            <a:t>adil-makmur</a:t>
          </a:r>
          <a:r>
            <a:rPr lang="en-SG" sz="2200" b="0" i="0" u="none" strike="noStrike" kern="1200" dirty="0">
              <a:effectLst/>
              <a:latin typeface="+mn-lt"/>
            </a:rPr>
            <a:t> </a:t>
          </a:r>
          <a:r>
            <a:rPr lang="en-SG" sz="2200" b="0" i="0" u="none" strike="noStrike" kern="1200" dirty="0" err="1">
              <a:effectLst/>
              <a:latin typeface="+mn-lt"/>
            </a:rPr>
            <a:t>berdasarkan</a:t>
          </a:r>
          <a:r>
            <a:rPr lang="en-SG" sz="2200" b="0" i="0" u="none" strike="noStrike" kern="1200" dirty="0">
              <a:effectLst/>
              <a:latin typeface="+mn-lt"/>
            </a:rPr>
            <a:t> </a:t>
          </a:r>
          <a:r>
            <a:rPr lang="en-SG" sz="2200" b="0" i="0" u="none" strike="noStrike" kern="1200" dirty="0" err="1">
              <a:effectLst/>
              <a:latin typeface="+mn-lt"/>
            </a:rPr>
            <a:t>pancasila</a:t>
          </a:r>
          <a:r>
            <a:rPr lang="en-SG" sz="2200" b="0" i="0" u="none" strike="noStrike" kern="1200" dirty="0">
              <a:effectLst/>
              <a:latin typeface="+mn-lt"/>
            </a:rPr>
            <a:t>. Jadi </a:t>
          </a:r>
          <a:r>
            <a:rPr lang="en-SG" sz="2200" b="0" i="0" u="none" strike="noStrike" kern="1200" dirty="0" err="1">
              <a:effectLst/>
              <a:latin typeface="+mn-lt"/>
            </a:rPr>
            <a:t>filsafat</a:t>
          </a:r>
          <a:r>
            <a:rPr lang="en-SG" sz="2200" b="0" i="0" u="none" strike="noStrike" kern="1200" dirty="0">
              <a:effectLst/>
              <a:latin typeface="+mn-lt"/>
            </a:rPr>
            <a:t> </a:t>
          </a:r>
          <a:r>
            <a:rPr lang="en-SG" sz="2200" b="0" i="0" u="none" strike="noStrike" kern="1200" dirty="0" err="1">
              <a:effectLst/>
              <a:latin typeface="+mn-lt"/>
            </a:rPr>
            <a:t>adalah</a:t>
          </a:r>
          <a:r>
            <a:rPr lang="en-SG" sz="2200" b="0" i="0" u="none" strike="noStrike" kern="1200" dirty="0">
              <a:effectLst/>
              <a:latin typeface="+mn-lt"/>
            </a:rPr>
            <a:t> </a:t>
          </a:r>
          <a:r>
            <a:rPr lang="en-SG" sz="2200" b="0" i="0" u="none" strike="noStrike" kern="1200" dirty="0" err="1">
              <a:effectLst/>
              <a:latin typeface="+mn-lt"/>
            </a:rPr>
            <a:t>dasar</a:t>
          </a:r>
          <a:r>
            <a:rPr lang="en-SG" sz="2200" b="0" i="0" u="none" strike="noStrike" kern="1200" dirty="0">
              <a:effectLst/>
              <a:latin typeface="+mn-lt"/>
            </a:rPr>
            <a:t> </a:t>
          </a:r>
          <a:r>
            <a:rPr lang="en-SG" sz="2200" b="0" i="0" u="none" strike="noStrike" kern="1200" dirty="0" err="1">
              <a:effectLst/>
              <a:latin typeface="+mn-lt"/>
            </a:rPr>
            <a:t>bagus</a:t>
          </a:r>
          <a:r>
            <a:rPr lang="en-SG" sz="2200" b="0" i="0" u="none" strike="noStrike" kern="1200" dirty="0">
              <a:effectLst/>
              <a:latin typeface="+mn-lt"/>
            </a:rPr>
            <a:t> </a:t>
          </a:r>
          <a:r>
            <a:rPr lang="en-SG" sz="2200" b="0" i="0" u="none" strike="noStrike" kern="1200" dirty="0" err="1">
              <a:effectLst/>
              <a:latin typeface="+mn-lt"/>
            </a:rPr>
            <a:t>bagi</a:t>
          </a:r>
          <a:r>
            <a:rPr lang="en-SG" sz="2200" b="0" i="0" u="none" strike="noStrike" kern="1200" dirty="0">
              <a:effectLst/>
              <a:latin typeface="+mn-lt"/>
            </a:rPr>
            <a:t> dialog </a:t>
          </a:r>
          <a:r>
            <a:rPr lang="en-SG" sz="2200" b="0" i="0" u="none" strike="noStrike" kern="1200" dirty="0" err="1">
              <a:effectLst/>
              <a:latin typeface="+mn-lt"/>
            </a:rPr>
            <a:t>antar</a:t>
          </a:r>
          <a:r>
            <a:rPr lang="en-SG" sz="2200" b="0" i="0" u="none" strike="noStrike" kern="1200" dirty="0">
              <a:effectLst/>
              <a:latin typeface="+mn-lt"/>
            </a:rPr>
            <a:t> agama, </a:t>
          </a:r>
          <a:r>
            <a:rPr lang="en-SG" sz="2200" b="0" i="0" u="none" strike="noStrike" kern="1200" dirty="0" err="1">
              <a:effectLst/>
              <a:latin typeface="+mn-lt"/>
            </a:rPr>
            <a:t>karena</a:t>
          </a:r>
          <a:r>
            <a:rPr lang="en-SG" sz="2200" b="0" i="0" u="none" strike="noStrike" kern="1200" dirty="0">
              <a:effectLst/>
              <a:latin typeface="+mn-lt"/>
            </a:rPr>
            <a:t> </a:t>
          </a:r>
          <a:r>
            <a:rPr lang="en-SG" sz="2200" b="0" i="0" u="none" strike="noStrike" kern="1200" dirty="0" err="1">
              <a:effectLst/>
              <a:latin typeface="+mn-lt"/>
            </a:rPr>
            <a:t>argumentasinya</a:t>
          </a:r>
          <a:r>
            <a:rPr lang="en-SG" sz="2200" b="0" i="0" u="none" strike="noStrike" kern="1200" dirty="0">
              <a:effectLst/>
              <a:latin typeface="+mn-lt"/>
            </a:rPr>
            <a:t> </a:t>
          </a:r>
          <a:r>
            <a:rPr lang="en-SG" sz="2200" b="0" i="0" u="none" strike="noStrike" kern="1200" dirty="0" err="1">
              <a:effectLst/>
              <a:latin typeface="+mn-lt"/>
            </a:rPr>
            <a:t>mengacu</a:t>
          </a:r>
          <a:r>
            <a:rPr lang="en-SG" sz="2200" b="0" i="0" u="none" strike="noStrike" kern="1200" dirty="0">
              <a:effectLst/>
              <a:latin typeface="+mn-lt"/>
            </a:rPr>
            <a:t> pada </a:t>
          </a:r>
          <a:r>
            <a:rPr lang="en-SG" sz="2200" b="0" i="0" u="none" strike="noStrike" kern="1200" dirty="0" err="1">
              <a:effectLst/>
              <a:latin typeface="+mn-lt"/>
            </a:rPr>
            <a:t>manusia</a:t>
          </a:r>
          <a:r>
            <a:rPr lang="en-SG" sz="2200" b="0" i="0" u="none" strike="noStrike" kern="1200" dirty="0">
              <a:effectLst/>
              <a:latin typeface="+mn-lt"/>
            </a:rPr>
            <a:t> dan </a:t>
          </a:r>
          <a:r>
            <a:rPr lang="en-SG" sz="2200" b="0" i="0" u="none" strike="noStrike" kern="1200" dirty="0" err="1">
              <a:effectLst/>
              <a:latin typeface="+mn-lt"/>
            </a:rPr>
            <a:t>rasionalitas</a:t>
          </a:r>
          <a:r>
            <a:rPr lang="en-SG" sz="2200" b="0" i="0" u="none" strike="noStrike" kern="1200" dirty="0">
              <a:effectLst/>
              <a:latin typeface="+mn-lt"/>
            </a:rPr>
            <a:t> pada </a:t>
          </a:r>
          <a:r>
            <a:rPr lang="en-SG" sz="2200" b="0" i="0" u="none" strike="noStrike" kern="1200" dirty="0" err="1">
              <a:effectLst/>
              <a:latin typeface="+mn-lt"/>
            </a:rPr>
            <a:t>umumnya</a:t>
          </a:r>
          <a:r>
            <a:rPr lang="en-SG" sz="2200" b="0" i="0" u="none" strike="noStrike" kern="1200" dirty="0">
              <a:effectLst/>
              <a:latin typeface="+mn-lt"/>
            </a:rPr>
            <a:t>, </a:t>
          </a:r>
          <a:r>
            <a:rPr lang="en-SG" sz="2200" b="0" i="0" u="none" strike="noStrike" kern="1200" dirty="0" err="1">
              <a:effectLst/>
              <a:latin typeface="+mn-lt"/>
            </a:rPr>
            <a:t>tidak</a:t>
          </a:r>
          <a:r>
            <a:rPr lang="en-SG" sz="2200" b="0" i="0" u="none" strike="noStrike" kern="1200" dirty="0">
              <a:effectLst/>
              <a:latin typeface="+mn-lt"/>
            </a:rPr>
            <a:t> </a:t>
          </a:r>
          <a:r>
            <a:rPr lang="en-SG" sz="2200" b="0" i="0" u="none" strike="noStrike" kern="1200" dirty="0" err="1">
              <a:effectLst/>
              <a:latin typeface="+mn-lt"/>
            </a:rPr>
            <a:t>terbatas</a:t>
          </a:r>
          <a:r>
            <a:rPr lang="en-SG" sz="2200" b="0" i="0" u="none" strike="noStrike" kern="1200" dirty="0">
              <a:effectLst/>
              <a:latin typeface="+mn-lt"/>
            </a:rPr>
            <a:t> pada </a:t>
          </a:r>
          <a:r>
            <a:rPr lang="en-SG" sz="2200" b="0" i="0" u="none" strike="noStrike" kern="1200" dirty="0" err="1">
              <a:effectLst/>
              <a:latin typeface="+mn-lt"/>
            </a:rPr>
            <a:t>pendekatan</a:t>
          </a:r>
          <a:r>
            <a:rPr lang="en-SG" sz="2200" b="0" i="0" u="none" strike="noStrike" kern="1200" dirty="0">
              <a:effectLst/>
              <a:latin typeface="+mn-lt"/>
            </a:rPr>
            <a:t> salah </a:t>
          </a:r>
          <a:r>
            <a:rPr lang="en-SG" sz="2200" b="0" i="0" u="none" strike="noStrike" kern="1200" dirty="0" err="1">
              <a:effectLst/>
              <a:latin typeface="+mn-lt"/>
            </a:rPr>
            <a:t>satu</a:t>
          </a:r>
          <a:r>
            <a:rPr lang="en-SG" sz="2200" b="0" i="0" u="none" strike="noStrike" kern="1200" dirty="0">
              <a:effectLst/>
              <a:latin typeface="+mn-lt"/>
            </a:rPr>
            <a:t> agama </a:t>
          </a:r>
          <a:r>
            <a:rPr lang="en-SG" sz="2200" b="0" i="0" u="none" strike="noStrike" kern="1200" dirty="0" err="1">
              <a:effectLst/>
              <a:latin typeface="+mn-lt"/>
            </a:rPr>
            <a:t>tertentu</a:t>
          </a:r>
          <a:r>
            <a:rPr lang="en-SG" sz="2200" b="0" i="0" u="none" strike="noStrike" kern="1200" dirty="0">
              <a:effectLst/>
              <a:latin typeface="+mn-lt"/>
            </a:rPr>
            <a:t> </a:t>
          </a:r>
          <a:r>
            <a:rPr lang="en-SG" sz="2200" b="0" i="0" u="none" strike="noStrike" kern="1200" dirty="0" err="1">
              <a:effectLst/>
              <a:latin typeface="+mn-lt"/>
            </a:rPr>
            <a:t>itupun</a:t>
          </a:r>
          <a:r>
            <a:rPr lang="en-SG" sz="2200" b="0" i="0" u="none" strike="noStrike" kern="1200" dirty="0">
              <a:effectLst/>
              <a:latin typeface="+mn-lt"/>
            </a:rPr>
            <a:t> </a:t>
          </a:r>
          <a:r>
            <a:rPr lang="en-SG" sz="2200" b="0" i="0" u="none" strike="noStrike" kern="1200" dirty="0" err="1">
              <a:effectLst/>
              <a:latin typeface="+mn-lt"/>
            </a:rPr>
            <a:t>tanpa</a:t>
          </a:r>
          <a:r>
            <a:rPr lang="en-SG" sz="2200" b="0" i="0" u="none" strike="noStrike" kern="1200" dirty="0">
              <a:effectLst/>
              <a:latin typeface="+mn-lt"/>
            </a:rPr>
            <a:t> </a:t>
          </a:r>
          <a:r>
            <a:rPr lang="en-SG" sz="2200" b="0" i="0" u="none" strike="noStrike" kern="1200" dirty="0" err="1">
              <a:effectLst/>
              <a:latin typeface="+mn-lt"/>
            </a:rPr>
            <a:t>mengurangi</a:t>
          </a:r>
          <a:r>
            <a:rPr lang="en-SG" sz="2200" b="0" i="0" u="none" strike="noStrike" kern="1200" dirty="0">
              <a:effectLst/>
              <a:latin typeface="+mn-lt"/>
            </a:rPr>
            <a:t> </a:t>
          </a:r>
          <a:r>
            <a:rPr lang="en-SG" sz="2200" b="0" i="0" u="none" strike="noStrike" kern="1200" dirty="0" err="1">
              <a:effectLst/>
              <a:latin typeface="+mn-lt"/>
            </a:rPr>
            <a:t>pentingnya</a:t>
          </a:r>
          <a:r>
            <a:rPr lang="en-SG" sz="2200" b="0" i="0" u="none" strike="noStrike" kern="1200" dirty="0">
              <a:effectLst/>
              <a:latin typeface="+mn-lt"/>
            </a:rPr>
            <a:t> </a:t>
          </a:r>
          <a:r>
            <a:rPr lang="en-SG" sz="2200" b="0" i="0" u="none" strike="noStrike" kern="1200" dirty="0" err="1">
              <a:effectLst/>
              <a:latin typeface="+mn-lt"/>
            </a:rPr>
            <a:t>sikap</a:t>
          </a:r>
          <a:r>
            <a:rPr lang="en-SG" sz="2200" b="0" i="0" u="none" strike="noStrike" kern="1200" dirty="0">
              <a:effectLst/>
              <a:latin typeface="+mn-lt"/>
            </a:rPr>
            <a:t> </a:t>
          </a:r>
          <a:r>
            <a:rPr lang="en-SG" sz="2200" b="0" i="0" u="none" strike="noStrike" kern="1200" dirty="0" err="1">
              <a:effectLst/>
              <a:latin typeface="+mn-lt"/>
            </a:rPr>
            <a:t>beragama</a:t>
          </a:r>
          <a:r>
            <a:rPr lang="en-SG" sz="2200" b="0" i="0" u="none" strike="noStrike" kern="1200" dirty="0">
              <a:effectLst/>
              <a:latin typeface="+mn-lt"/>
            </a:rPr>
            <a:t>. </a:t>
          </a:r>
          <a:r>
            <a:rPr lang="en-SG" sz="2200" b="0" i="0" u="none" strike="noStrike" kern="1200" dirty="0" err="1">
              <a:effectLst/>
              <a:latin typeface="+mn-lt"/>
            </a:rPr>
            <a:t>Justru</a:t>
          </a:r>
          <a:r>
            <a:rPr lang="en-SG" sz="2200" b="0" i="0" u="none" strike="noStrike" kern="1200" dirty="0">
              <a:effectLst/>
              <a:latin typeface="+mn-lt"/>
            </a:rPr>
            <a:t> para </a:t>
          </a:r>
          <a:r>
            <a:rPr lang="en-SG" sz="2200" b="0" i="0" u="none" strike="noStrike" kern="1200" dirty="0" err="1">
              <a:effectLst/>
              <a:latin typeface="+mn-lt"/>
            </a:rPr>
            <a:t>agamawan</a:t>
          </a:r>
          <a:r>
            <a:rPr lang="en-SG" sz="2200" b="0" i="0" u="none" strike="noStrike" kern="1200" dirty="0">
              <a:effectLst/>
              <a:latin typeface="+mn-lt"/>
            </a:rPr>
            <a:t> </a:t>
          </a:r>
          <a:r>
            <a:rPr lang="en-SG" sz="2200" b="0" i="0" u="none" strike="noStrike" kern="1200" dirty="0" err="1">
              <a:effectLst/>
              <a:latin typeface="+mn-lt"/>
            </a:rPr>
            <a:t>memerlukan</a:t>
          </a:r>
          <a:r>
            <a:rPr lang="en-SG" sz="2200" b="0" i="0" u="none" strike="noStrike" kern="1200" dirty="0">
              <a:effectLst/>
              <a:latin typeface="+mn-lt"/>
            </a:rPr>
            <a:t> </a:t>
          </a:r>
          <a:r>
            <a:rPr lang="en-SG" sz="2200" b="0" i="0" u="none" strike="noStrike" kern="1200" dirty="0" err="1">
              <a:effectLst/>
              <a:latin typeface="+mn-lt"/>
            </a:rPr>
            <a:t>filsafat</a:t>
          </a:r>
          <a:r>
            <a:rPr lang="en-SG" sz="2200" b="0" i="0" u="none" strike="noStrike" kern="1200" dirty="0">
              <a:effectLst/>
              <a:latin typeface="+mn-lt"/>
            </a:rPr>
            <a:t> </a:t>
          </a:r>
          <a:r>
            <a:rPr lang="en-SG" sz="2200" b="0" i="0" u="none" strike="noStrike" kern="1200" dirty="0" err="1">
              <a:effectLst/>
              <a:latin typeface="+mn-lt"/>
            </a:rPr>
            <a:t>supaya</a:t>
          </a:r>
          <a:r>
            <a:rPr lang="en-SG" sz="2200" b="0" i="0" u="none" strike="noStrike" kern="1200" dirty="0">
              <a:effectLst/>
              <a:latin typeface="+mn-lt"/>
            </a:rPr>
            <a:t> </a:t>
          </a:r>
          <a:r>
            <a:rPr lang="en-SG" sz="2200" b="0" i="0" u="none" strike="noStrike" kern="1200" dirty="0" err="1">
              <a:effectLst/>
              <a:latin typeface="+mn-lt"/>
            </a:rPr>
            <a:t>dapat</a:t>
          </a:r>
          <a:r>
            <a:rPr lang="en-SG" sz="2200" b="0" i="0" u="none" strike="noStrike" kern="1200" dirty="0">
              <a:effectLst/>
              <a:latin typeface="+mn-lt"/>
            </a:rPr>
            <a:t> </a:t>
          </a:r>
          <a:r>
            <a:rPr lang="en-SG" sz="2200" b="0" i="0" u="none" strike="noStrike" kern="1200" dirty="0" err="1">
              <a:effectLst/>
              <a:latin typeface="+mn-lt"/>
            </a:rPr>
            <a:t>berbicara</a:t>
          </a:r>
          <a:r>
            <a:rPr lang="en-SG" sz="2200" b="0" i="0" u="none" strike="noStrike" kern="1200" dirty="0">
              <a:effectLst/>
              <a:latin typeface="+mn-lt"/>
            </a:rPr>
            <a:t> </a:t>
          </a:r>
          <a:r>
            <a:rPr lang="en-SG" sz="2200" b="0" i="0" u="none" strike="noStrike" kern="1200" dirty="0" err="1">
              <a:effectLst/>
              <a:latin typeface="+mn-lt"/>
            </a:rPr>
            <a:t>satu</a:t>
          </a:r>
          <a:r>
            <a:rPr lang="en-SG" sz="2200" b="0" i="0" u="none" strike="noStrike" kern="1200" dirty="0">
              <a:effectLst/>
              <a:latin typeface="+mn-lt"/>
            </a:rPr>
            <a:t> </a:t>
          </a:r>
          <a:r>
            <a:rPr lang="en-SG" sz="2200" b="0" i="0" u="none" strike="noStrike" kern="1200" dirty="0" err="1">
              <a:effectLst/>
              <a:latin typeface="+mn-lt"/>
            </a:rPr>
            <a:t>sama</a:t>
          </a:r>
          <a:r>
            <a:rPr lang="en-SG" sz="2200" b="0" i="0" u="none" strike="noStrike" kern="1200" dirty="0">
              <a:effectLst/>
              <a:latin typeface="+mn-lt"/>
            </a:rPr>
            <a:t> lain dan </a:t>
          </a:r>
          <a:r>
            <a:rPr lang="en-SG" sz="2200" b="0" i="0" u="none" strike="noStrike" kern="1200" dirty="0" err="1">
              <a:effectLst/>
              <a:latin typeface="+mn-lt"/>
            </a:rPr>
            <a:t>bersama-sama</a:t>
          </a:r>
          <a:r>
            <a:rPr lang="en-SG" sz="2200" b="0" i="0" u="none" strike="noStrike" kern="1200" dirty="0">
              <a:effectLst/>
              <a:latin typeface="+mn-lt"/>
            </a:rPr>
            <a:t> </a:t>
          </a:r>
          <a:r>
            <a:rPr lang="en-SG" sz="2200" b="0" i="0" u="none" strike="noStrike" kern="1200" dirty="0" err="1">
              <a:effectLst/>
              <a:latin typeface="+mn-lt"/>
            </a:rPr>
            <a:t>memecahkan</a:t>
          </a:r>
          <a:r>
            <a:rPr lang="en-SG" sz="2200" b="0" i="0" u="none" strike="noStrike" kern="1200" dirty="0">
              <a:effectLst/>
              <a:latin typeface="+mn-lt"/>
            </a:rPr>
            <a:t> </a:t>
          </a:r>
          <a:r>
            <a:rPr lang="en-SG" sz="2200" b="0" i="0" u="none" strike="noStrike" kern="1200" dirty="0" err="1">
              <a:effectLst/>
              <a:latin typeface="+mn-lt"/>
            </a:rPr>
            <a:t>masalah-masalah</a:t>
          </a:r>
          <a:r>
            <a:rPr lang="en-SG" sz="2200" b="0" i="0" u="none" strike="noStrike" kern="1200" dirty="0">
              <a:effectLst/>
              <a:latin typeface="+mn-lt"/>
            </a:rPr>
            <a:t> </a:t>
          </a:r>
          <a:r>
            <a:rPr lang="en-SG" sz="2200" b="0" i="0" u="none" strike="noStrike" kern="1200" dirty="0" err="1">
              <a:effectLst/>
              <a:latin typeface="+mn-lt"/>
            </a:rPr>
            <a:t>nasional</a:t>
          </a:r>
          <a:r>
            <a:rPr lang="en-SG" sz="2200" b="0" i="0" u="none" strike="noStrike" kern="1200" dirty="0">
              <a:effectLst/>
              <a:latin typeface="+mn-lt"/>
            </a:rPr>
            <a:t>.</a:t>
          </a:r>
          <a:endParaRPr lang="en-US" sz="2200" kern="1200" dirty="0">
            <a:latin typeface="+mn-lt"/>
          </a:endParaRPr>
        </a:p>
      </dsp:txBody>
      <dsp:txXfrm>
        <a:off x="0" y="304041"/>
        <a:ext cx="10399058" cy="3654000"/>
      </dsp:txXfrm>
    </dsp:sp>
    <dsp:sp modelId="{C5CEF99A-DB37-41FC-89B6-5D171CFF1AED}">
      <dsp:nvSpPr>
        <dsp:cNvPr id="0" name=""/>
        <dsp:cNvSpPr/>
      </dsp:nvSpPr>
      <dsp:spPr>
        <a:xfrm>
          <a:off x="519952" y="8841"/>
          <a:ext cx="7279340" cy="590400"/>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5142" tIns="0" rIns="275142" bIns="0" numCol="1" spcCol="1270" anchor="ctr" anchorCtr="0">
          <a:noAutofit/>
        </a:bodyPr>
        <a:lstStyle/>
        <a:p>
          <a:pPr marL="0" lvl="0" indent="0" algn="l" defTabSz="889000">
            <a:lnSpc>
              <a:spcPct val="90000"/>
            </a:lnSpc>
            <a:spcBef>
              <a:spcPct val="0"/>
            </a:spcBef>
            <a:spcAft>
              <a:spcPct val="35000"/>
            </a:spcAft>
            <a:buNone/>
          </a:pPr>
          <a:r>
            <a:rPr lang="en-US" sz="2000" kern="1200" dirty="0"/>
            <a:t>5</a:t>
          </a:r>
        </a:p>
      </dsp:txBody>
      <dsp:txXfrm>
        <a:off x="548773" y="37662"/>
        <a:ext cx="7221698" cy="53275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888B42-3930-473B-BC7C-ACFB367AD382}">
      <dsp:nvSpPr>
        <dsp:cNvPr id="0" name=""/>
        <dsp:cNvSpPr/>
      </dsp:nvSpPr>
      <dsp:spPr>
        <a:xfrm>
          <a:off x="0" y="0"/>
          <a:ext cx="1017793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10E50F-14B0-473A-A6BF-50EF45896697}">
      <dsp:nvSpPr>
        <dsp:cNvPr id="0" name=""/>
        <dsp:cNvSpPr/>
      </dsp:nvSpPr>
      <dsp:spPr>
        <a:xfrm>
          <a:off x="0" y="0"/>
          <a:ext cx="2035586" cy="309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ctr" defTabSz="2889250">
            <a:lnSpc>
              <a:spcPct val="90000"/>
            </a:lnSpc>
            <a:spcBef>
              <a:spcPct val="0"/>
            </a:spcBef>
            <a:spcAft>
              <a:spcPct val="35000"/>
            </a:spcAft>
            <a:buNone/>
          </a:pPr>
          <a:r>
            <a:rPr lang="en-US" sz="6500" kern="1200" dirty="0"/>
            <a:t>A</a:t>
          </a:r>
        </a:p>
      </dsp:txBody>
      <dsp:txXfrm>
        <a:off x="0" y="0"/>
        <a:ext cx="2035586" cy="3099298"/>
      </dsp:txXfrm>
    </dsp:sp>
    <dsp:sp modelId="{CDABAF04-BAB8-48EC-B5F4-80BA3C3F2674}">
      <dsp:nvSpPr>
        <dsp:cNvPr id="0" name=""/>
        <dsp:cNvSpPr/>
      </dsp:nvSpPr>
      <dsp:spPr>
        <a:xfrm>
          <a:off x="2188254" y="140739"/>
          <a:ext cx="7989675" cy="2814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just" defTabSz="1022350">
            <a:lnSpc>
              <a:spcPct val="90000"/>
            </a:lnSpc>
            <a:spcBef>
              <a:spcPct val="0"/>
            </a:spcBef>
            <a:spcAft>
              <a:spcPct val="35000"/>
            </a:spcAft>
            <a:buNone/>
          </a:pPr>
          <a:r>
            <a:rPr lang="en-SG" sz="2300" b="0" i="0" u="none" strike="noStrike" kern="1200" dirty="0">
              <a:solidFill>
                <a:srgbClr val="000000"/>
              </a:solidFill>
              <a:effectLst/>
              <a:latin typeface="+mn-lt"/>
            </a:rPr>
            <a:t>Pada </a:t>
          </a:r>
          <a:r>
            <a:rPr lang="en-SG" sz="2300" b="0" i="0" u="none" strike="noStrike" kern="1200" dirty="0" err="1">
              <a:solidFill>
                <a:srgbClr val="000000"/>
              </a:solidFill>
              <a:effectLst/>
              <a:latin typeface="+mn-lt"/>
            </a:rPr>
            <a:t>umumnya</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dapat</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dikatakan</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bahwa</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studi</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filsafat</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semakin</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menjadikan</a:t>
          </a:r>
          <a:r>
            <a:rPr lang="en-SG" sz="2300" b="0" i="0" u="none" strike="noStrike" kern="1200" dirty="0">
              <a:solidFill>
                <a:srgbClr val="000000"/>
              </a:solidFill>
              <a:effectLst/>
              <a:latin typeface="+mn-lt"/>
            </a:rPr>
            <a:t> orang </a:t>
          </a:r>
          <a:r>
            <a:rPr lang="en-SG" sz="2300" b="0" i="0" u="none" strike="noStrike" kern="1200" dirty="0" err="1">
              <a:solidFill>
                <a:srgbClr val="000000"/>
              </a:solidFill>
              <a:effectLst/>
              <a:latin typeface="+mn-lt"/>
            </a:rPr>
            <a:t>mampu</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untuk</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menangani</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pertanyaan</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mendasar</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manusia</a:t>
          </a:r>
          <a:r>
            <a:rPr lang="en-SG" sz="2300" b="0" i="0" u="none" strike="noStrike" kern="1200" dirty="0">
              <a:solidFill>
                <a:srgbClr val="000000"/>
              </a:solidFill>
              <a:effectLst/>
              <a:latin typeface="+mn-lt"/>
            </a:rPr>
            <a:t> yang </a:t>
          </a:r>
          <a:r>
            <a:rPr lang="en-SG" sz="2300" b="0" i="0" u="none" strike="noStrike" kern="1200" dirty="0" err="1">
              <a:solidFill>
                <a:srgbClr val="000000"/>
              </a:solidFill>
              <a:effectLst/>
              <a:latin typeface="+mn-lt"/>
            </a:rPr>
            <a:t>tidak</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terletak</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dalam</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wewenang</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metodis</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ilmu-ilmu</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khusus</a:t>
          </a:r>
          <a:r>
            <a:rPr lang="en-SG" sz="2300" b="0" i="0" u="none" strike="noStrike" kern="1200" dirty="0">
              <a:solidFill>
                <a:srgbClr val="000000"/>
              </a:solidFill>
              <a:effectLst/>
              <a:latin typeface="+mn-lt"/>
            </a:rPr>
            <a:t>. Jadi </a:t>
          </a:r>
          <a:r>
            <a:rPr lang="en-SG" sz="2300" b="0" i="0" u="none" strike="noStrike" kern="1200" dirty="0" err="1">
              <a:solidFill>
                <a:srgbClr val="000000"/>
              </a:solidFill>
              <a:effectLst/>
              <a:latin typeface="+mn-lt"/>
            </a:rPr>
            <a:t>filsafat</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membantu</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untuk</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mendalami</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pertanyaan</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pertanyaan</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asasi</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manusia</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tentang</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realitas</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filsafat</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teoritis</a:t>
          </a:r>
          <a:r>
            <a:rPr lang="en-SG" sz="2300" b="0" i="0" u="none" strike="noStrike" kern="1200" dirty="0">
              <a:solidFill>
                <a:srgbClr val="000000"/>
              </a:solidFill>
              <a:effectLst/>
              <a:latin typeface="+mn-lt"/>
            </a:rPr>
            <a:t>) dan </a:t>
          </a:r>
          <a:r>
            <a:rPr lang="en-SG" sz="2300" b="0" i="0" u="none" strike="noStrike" kern="1200" dirty="0" err="1">
              <a:solidFill>
                <a:srgbClr val="000000"/>
              </a:solidFill>
              <a:effectLst/>
              <a:latin typeface="+mn-lt"/>
            </a:rPr>
            <a:t>lingkup</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tanggung</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jawabnya</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filsafat</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praktis</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Kemampuan</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itu</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dipelajarinya</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dari</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luar</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jalur</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secara</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sisitematik</a:t>
          </a:r>
          <a:r>
            <a:rPr lang="en-SG" sz="2300" b="0" i="0" u="none" strike="noStrike" kern="1200" dirty="0">
              <a:solidFill>
                <a:srgbClr val="000000"/>
              </a:solidFill>
              <a:effectLst/>
              <a:latin typeface="+mn-lt"/>
            </a:rPr>
            <a:t> dan </a:t>
          </a:r>
          <a:r>
            <a:rPr lang="en-SG" sz="2300" b="0" i="0" u="none" strike="noStrike" kern="1200" dirty="0" err="1">
              <a:solidFill>
                <a:srgbClr val="000000"/>
              </a:solidFill>
              <a:effectLst/>
              <a:latin typeface="+mn-lt"/>
            </a:rPr>
            <a:t>secara</a:t>
          </a:r>
          <a:r>
            <a:rPr lang="en-SG" sz="2300" b="0" i="0" u="none" strike="noStrike" kern="1200" dirty="0">
              <a:solidFill>
                <a:srgbClr val="000000"/>
              </a:solidFill>
              <a:effectLst/>
              <a:latin typeface="+mn-lt"/>
            </a:rPr>
            <a:t> </a:t>
          </a:r>
          <a:r>
            <a:rPr lang="en-SG" sz="2300" b="0" i="0" u="none" strike="noStrike" kern="1200" dirty="0" err="1">
              <a:solidFill>
                <a:srgbClr val="000000"/>
              </a:solidFill>
              <a:effectLst/>
              <a:latin typeface="+mn-lt"/>
            </a:rPr>
            <a:t>historis</a:t>
          </a:r>
          <a:r>
            <a:rPr lang="en-SG" sz="2300" b="0" i="0" u="none" strike="noStrike" kern="1200" dirty="0">
              <a:solidFill>
                <a:srgbClr val="000000"/>
              </a:solidFill>
              <a:effectLst/>
              <a:latin typeface="+mn-lt"/>
            </a:rPr>
            <a:t>.</a:t>
          </a:r>
          <a:endParaRPr lang="en-US" sz="2300" kern="1200" dirty="0">
            <a:latin typeface="+mn-lt"/>
          </a:endParaRPr>
        </a:p>
      </dsp:txBody>
      <dsp:txXfrm>
        <a:off x="2188254" y="140739"/>
        <a:ext cx="7989675" cy="2814792"/>
      </dsp:txXfrm>
    </dsp:sp>
    <dsp:sp modelId="{DB4343A8-869E-4FE8-849D-7EA850200F92}">
      <dsp:nvSpPr>
        <dsp:cNvPr id="0" name=""/>
        <dsp:cNvSpPr/>
      </dsp:nvSpPr>
      <dsp:spPr>
        <a:xfrm>
          <a:off x="2035586" y="2955531"/>
          <a:ext cx="814234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66BAA6-7729-46E6-9791-13680CDD82DF}">
      <dsp:nvSpPr>
        <dsp:cNvPr id="0" name=""/>
        <dsp:cNvSpPr/>
      </dsp:nvSpPr>
      <dsp:spPr>
        <a:xfrm>
          <a:off x="0" y="0"/>
          <a:ext cx="1067547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AD753F-3C2B-4121-A0E3-9FAD8DDC3E26}">
      <dsp:nvSpPr>
        <dsp:cNvPr id="0" name=""/>
        <dsp:cNvSpPr/>
      </dsp:nvSpPr>
      <dsp:spPr>
        <a:xfrm>
          <a:off x="0" y="0"/>
          <a:ext cx="2135094" cy="203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ctr" defTabSz="2889250">
            <a:lnSpc>
              <a:spcPct val="90000"/>
            </a:lnSpc>
            <a:spcBef>
              <a:spcPct val="0"/>
            </a:spcBef>
            <a:spcAft>
              <a:spcPct val="35000"/>
            </a:spcAft>
            <a:buNone/>
          </a:pPr>
          <a:r>
            <a:rPr lang="en-US" sz="6500" kern="1200" dirty="0"/>
            <a:t>B</a:t>
          </a:r>
        </a:p>
      </dsp:txBody>
      <dsp:txXfrm>
        <a:off x="0" y="0"/>
        <a:ext cx="2135094" cy="2032124"/>
      </dsp:txXfrm>
    </dsp:sp>
    <dsp:sp modelId="{EAEF2208-B945-4C46-A63B-3BA0E962EB56}">
      <dsp:nvSpPr>
        <dsp:cNvPr id="0" name=""/>
        <dsp:cNvSpPr/>
      </dsp:nvSpPr>
      <dsp:spPr>
        <a:xfrm>
          <a:off x="2295226" y="92279"/>
          <a:ext cx="8380243" cy="1845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just" defTabSz="977900">
            <a:lnSpc>
              <a:spcPct val="90000"/>
            </a:lnSpc>
            <a:spcBef>
              <a:spcPct val="0"/>
            </a:spcBef>
            <a:spcAft>
              <a:spcPct val="35000"/>
            </a:spcAft>
            <a:buNone/>
          </a:pPr>
          <a:r>
            <a:rPr lang="en-SG" sz="2200" b="0" i="0" u="none" strike="noStrike" kern="1200" dirty="0" err="1">
              <a:solidFill>
                <a:srgbClr val="000000"/>
              </a:solidFill>
              <a:effectLst/>
              <a:latin typeface="+mn-lt"/>
            </a:rPr>
            <a:t>Pertama</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secara</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sistematis</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Artinya</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filsafat</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menawarkan</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metode-metode</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mutakhir</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untuk</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menangani</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masalah-masalah</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mendalam</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manusia</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tentang</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hakikat</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kebenaran</a:t>
          </a:r>
          <a:r>
            <a:rPr lang="en-SG" sz="2200" b="0" i="0" u="none" strike="noStrike" kern="1200" dirty="0">
              <a:solidFill>
                <a:srgbClr val="000000"/>
              </a:solidFill>
              <a:effectLst/>
              <a:latin typeface="+mn-lt"/>
            </a:rPr>
            <a:t> dan </a:t>
          </a:r>
          <a:r>
            <a:rPr lang="en-SG" sz="2200" b="0" i="0" u="none" strike="noStrike" kern="1200" dirty="0" err="1">
              <a:solidFill>
                <a:srgbClr val="000000"/>
              </a:solidFill>
              <a:effectLst/>
              <a:latin typeface="+mn-lt"/>
            </a:rPr>
            <a:t>pengetahuan</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baik</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biasa</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maupun</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ilmiah</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tentang</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tanggung</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jawab</a:t>
          </a:r>
          <a:r>
            <a:rPr lang="en-SG" sz="2200" b="0" i="0" u="none" strike="noStrike" kern="1200" dirty="0">
              <a:solidFill>
                <a:srgbClr val="000000"/>
              </a:solidFill>
              <a:effectLst/>
              <a:latin typeface="+mn-lt"/>
            </a:rPr>
            <a:t>, dan </a:t>
          </a:r>
          <a:r>
            <a:rPr lang="en-SG" sz="2200" b="0" i="0" u="none" strike="noStrike" kern="1200" dirty="0" err="1">
              <a:solidFill>
                <a:srgbClr val="000000"/>
              </a:solidFill>
              <a:effectLst/>
              <a:latin typeface="+mn-lt"/>
            </a:rPr>
            <a:t>keadilan</a:t>
          </a:r>
          <a:r>
            <a:rPr lang="en-SG" sz="2200" b="0" i="0" u="none" strike="noStrike" kern="1200" dirty="0">
              <a:solidFill>
                <a:srgbClr val="000000"/>
              </a:solidFill>
              <a:effectLst/>
              <a:latin typeface="+mn-lt"/>
            </a:rPr>
            <a:t> dan </a:t>
          </a:r>
          <a:r>
            <a:rPr lang="en-SG" sz="2200" b="0" i="0" u="none" strike="noStrike" kern="1200" dirty="0" err="1">
              <a:solidFill>
                <a:srgbClr val="000000"/>
              </a:solidFill>
              <a:effectLst/>
              <a:latin typeface="+mn-lt"/>
            </a:rPr>
            <a:t>sebagainya</a:t>
          </a:r>
          <a:r>
            <a:rPr lang="en-SG" sz="2200" b="0" i="0" u="none" strike="noStrike" kern="1200" dirty="0">
              <a:solidFill>
                <a:srgbClr val="000000"/>
              </a:solidFill>
              <a:effectLst/>
              <a:latin typeface="+mn-lt"/>
            </a:rPr>
            <a:t>.</a:t>
          </a:r>
          <a:endParaRPr lang="en-US" sz="2200" kern="1200" dirty="0">
            <a:latin typeface="+mn-lt"/>
          </a:endParaRPr>
        </a:p>
      </dsp:txBody>
      <dsp:txXfrm>
        <a:off x="2295226" y="92279"/>
        <a:ext cx="8380243" cy="1845581"/>
      </dsp:txXfrm>
    </dsp:sp>
    <dsp:sp modelId="{3505E9AD-C318-4D9D-9B50-7158369D0FE0}">
      <dsp:nvSpPr>
        <dsp:cNvPr id="0" name=""/>
        <dsp:cNvSpPr/>
      </dsp:nvSpPr>
      <dsp:spPr>
        <a:xfrm>
          <a:off x="2135094" y="1937860"/>
          <a:ext cx="854037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FF6BF2-197F-4945-97EC-6C7912AB2B93}">
      <dsp:nvSpPr>
        <dsp:cNvPr id="0" name=""/>
        <dsp:cNvSpPr/>
      </dsp:nvSpPr>
      <dsp:spPr>
        <a:xfrm>
          <a:off x="0" y="2032124"/>
          <a:ext cx="1067547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CBE3A7-4E3F-4B3F-8C65-C6B2AFE66AB2}">
      <dsp:nvSpPr>
        <dsp:cNvPr id="0" name=""/>
        <dsp:cNvSpPr/>
      </dsp:nvSpPr>
      <dsp:spPr>
        <a:xfrm>
          <a:off x="0" y="2032124"/>
          <a:ext cx="2135094" cy="203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ctr" defTabSz="2889250">
            <a:lnSpc>
              <a:spcPct val="90000"/>
            </a:lnSpc>
            <a:spcBef>
              <a:spcPct val="0"/>
            </a:spcBef>
            <a:spcAft>
              <a:spcPct val="35000"/>
            </a:spcAft>
            <a:buNone/>
          </a:pPr>
          <a:r>
            <a:rPr lang="en-US" sz="6500" kern="1200" dirty="0"/>
            <a:t>C</a:t>
          </a:r>
        </a:p>
      </dsp:txBody>
      <dsp:txXfrm>
        <a:off x="0" y="2032124"/>
        <a:ext cx="2135094" cy="2032124"/>
      </dsp:txXfrm>
    </dsp:sp>
    <dsp:sp modelId="{E0C2439A-555F-4B70-B294-FD4ABC675576}">
      <dsp:nvSpPr>
        <dsp:cNvPr id="0" name=""/>
        <dsp:cNvSpPr/>
      </dsp:nvSpPr>
      <dsp:spPr>
        <a:xfrm>
          <a:off x="2295226" y="2124403"/>
          <a:ext cx="8380243" cy="1845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just" defTabSz="977900">
            <a:lnSpc>
              <a:spcPct val="90000"/>
            </a:lnSpc>
            <a:spcBef>
              <a:spcPct val="0"/>
            </a:spcBef>
            <a:spcAft>
              <a:spcPct val="35000"/>
            </a:spcAft>
            <a:buNone/>
          </a:pPr>
          <a:r>
            <a:rPr lang="en-SG" sz="2200" b="0" i="0" u="none" strike="noStrike" kern="1200" dirty="0">
              <a:solidFill>
                <a:srgbClr val="000000"/>
              </a:solidFill>
              <a:effectLst/>
              <a:latin typeface="+mn-lt"/>
            </a:rPr>
            <a:t>Jalur </a:t>
          </a:r>
          <a:r>
            <a:rPr lang="en-SG" sz="2200" b="0" i="0" u="none" strike="noStrike" kern="1200" dirty="0" err="1">
              <a:solidFill>
                <a:srgbClr val="000000"/>
              </a:solidFill>
              <a:effectLst/>
              <a:latin typeface="+mn-lt"/>
            </a:rPr>
            <a:t>kedua</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melalui</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jalur</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sejarah</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filsafat</a:t>
          </a:r>
          <a:r>
            <a:rPr lang="en-SG" sz="2200" b="0" i="0" u="none" strike="noStrike" kern="1200" dirty="0">
              <a:solidFill>
                <a:srgbClr val="000000"/>
              </a:solidFill>
              <a:effectLst/>
              <a:latin typeface="+mn-lt"/>
            </a:rPr>
            <a:t>. Di situ orang </a:t>
          </a:r>
          <a:r>
            <a:rPr lang="en-SG" sz="2200" b="0" i="0" u="none" strike="noStrike" kern="1200" dirty="0" err="1">
              <a:solidFill>
                <a:srgbClr val="000000"/>
              </a:solidFill>
              <a:effectLst/>
              <a:latin typeface="+mn-lt"/>
            </a:rPr>
            <a:t>belajar</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untuk</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mendalami</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menanggapi</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serta</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belajar</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dari</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jawaban-jawaban</a:t>
          </a:r>
          <a:r>
            <a:rPr lang="en-SG" sz="2200" b="0" i="0" u="none" strike="noStrike" kern="1200" dirty="0">
              <a:solidFill>
                <a:srgbClr val="000000"/>
              </a:solidFill>
              <a:effectLst/>
              <a:latin typeface="+mn-lt"/>
            </a:rPr>
            <a:t> yang </a:t>
          </a:r>
          <a:r>
            <a:rPr lang="en-SG" sz="2200" b="0" i="0" u="none" strike="noStrike" kern="1200" dirty="0" err="1">
              <a:solidFill>
                <a:srgbClr val="000000"/>
              </a:solidFill>
              <a:effectLst/>
              <a:latin typeface="+mn-lt"/>
            </a:rPr>
            <a:t>sampai</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sekarang</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ditawarkan</a:t>
          </a:r>
          <a:r>
            <a:rPr lang="en-SG" sz="2200" b="0" i="0" u="none" strike="noStrike" kern="1200" dirty="0">
              <a:solidFill>
                <a:srgbClr val="000000"/>
              </a:solidFill>
              <a:effectLst/>
              <a:latin typeface="+mn-lt"/>
            </a:rPr>
            <a:t> oleh para </a:t>
          </a:r>
          <a:r>
            <a:rPr lang="en-SG" sz="2200" b="0" i="0" u="none" strike="noStrike" kern="1200" dirty="0" err="1">
              <a:solidFill>
                <a:srgbClr val="000000"/>
              </a:solidFill>
              <a:effectLst/>
              <a:latin typeface="+mn-lt"/>
            </a:rPr>
            <a:t>pemikir</a:t>
          </a:r>
          <a:r>
            <a:rPr lang="en-SG" sz="2200" b="0" i="0" u="none" strike="noStrike" kern="1200" dirty="0">
              <a:solidFill>
                <a:srgbClr val="000000"/>
              </a:solidFill>
              <a:effectLst/>
              <a:latin typeface="+mn-lt"/>
            </a:rPr>
            <a:t> dan </a:t>
          </a:r>
          <a:r>
            <a:rPr lang="en-SG" sz="2200" b="0" i="0" u="none" strike="noStrike" kern="1200" dirty="0" err="1">
              <a:solidFill>
                <a:srgbClr val="000000"/>
              </a:solidFill>
              <a:effectLst/>
              <a:latin typeface="+mn-lt"/>
            </a:rPr>
            <a:t>filosof</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terkemuka</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terhadap</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pertanyaan-pertanyaan</a:t>
          </a:r>
          <a:r>
            <a:rPr lang="en-SG" sz="2200" b="0" i="0" u="none" strike="noStrike" kern="1200" dirty="0">
              <a:solidFill>
                <a:srgbClr val="000000"/>
              </a:solidFill>
              <a:effectLst/>
              <a:latin typeface="+mn-lt"/>
            </a:rPr>
            <a:t> </a:t>
          </a:r>
          <a:r>
            <a:rPr lang="en-SG" sz="2200" b="0" i="0" u="none" strike="noStrike" kern="1200" dirty="0" err="1">
              <a:solidFill>
                <a:srgbClr val="000000"/>
              </a:solidFill>
              <a:effectLst/>
              <a:latin typeface="+mn-lt"/>
            </a:rPr>
            <a:t>tersebut</a:t>
          </a:r>
          <a:r>
            <a:rPr lang="en-SG" sz="2200" b="0" i="0" u="none" strike="noStrike" kern="1200" dirty="0">
              <a:solidFill>
                <a:srgbClr val="000000"/>
              </a:solidFill>
              <a:effectLst/>
              <a:latin typeface="+mn-lt"/>
            </a:rPr>
            <a:t>.</a:t>
          </a:r>
          <a:endParaRPr lang="en-US" sz="2200" kern="1200" dirty="0">
            <a:latin typeface="+mn-lt"/>
          </a:endParaRPr>
        </a:p>
      </dsp:txBody>
      <dsp:txXfrm>
        <a:off x="2295226" y="2124403"/>
        <a:ext cx="8380243" cy="1845581"/>
      </dsp:txXfrm>
    </dsp:sp>
    <dsp:sp modelId="{7917C703-F0D3-4D1F-B56B-DBF51A1E98AE}">
      <dsp:nvSpPr>
        <dsp:cNvPr id="0" name=""/>
        <dsp:cNvSpPr/>
      </dsp:nvSpPr>
      <dsp:spPr>
        <a:xfrm>
          <a:off x="2135094" y="3969985"/>
          <a:ext cx="854037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60181D-CDE3-45D4-A595-82E409777C45}">
      <dsp:nvSpPr>
        <dsp:cNvPr id="0" name=""/>
        <dsp:cNvSpPr/>
      </dsp:nvSpPr>
      <dsp:spPr>
        <a:xfrm>
          <a:off x="0" y="417398"/>
          <a:ext cx="10842811" cy="2469600"/>
        </a:xfrm>
        <a:prstGeom prst="rect">
          <a:avLst/>
        </a:prstGeom>
        <a:solidFill>
          <a:schemeClr val="lt1">
            <a:alpha val="90000"/>
            <a:hueOff val="0"/>
            <a:satOff val="0"/>
            <a:lumOff val="0"/>
            <a:alphaOff val="0"/>
          </a:schemeClr>
        </a:solidFill>
        <a:ln w="12700" cap="flat" cmpd="sng" algn="ctr">
          <a:solidFill>
            <a:schemeClr val="accent2">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1523" tIns="583184" rIns="841523" bIns="170688" numCol="1" spcCol="1270" anchor="t" anchorCtr="0">
          <a:noAutofit/>
        </a:bodyPr>
        <a:lstStyle/>
        <a:p>
          <a:pPr marL="228600" lvl="1" indent="-228600" algn="just" defTabSz="1066800">
            <a:lnSpc>
              <a:spcPct val="90000"/>
            </a:lnSpc>
            <a:spcBef>
              <a:spcPct val="0"/>
            </a:spcBef>
            <a:spcAft>
              <a:spcPct val="15000"/>
            </a:spcAft>
            <a:buFont typeface="Wingdings" panose="05000000000000000000" pitchFamily="2" charset="2"/>
            <a:buChar char="v"/>
          </a:pPr>
          <a:r>
            <a:rPr lang="en-SG" sz="2400" b="0" i="0" u="none" strike="noStrike" kern="1200" dirty="0" err="1">
              <a:effectLst/>
            </a:rPr>
            <a:t>Yaitu</a:t>
          </a:r>
          <a:r>
            <a:rPr lang="en-SG" sz="2400" b="0" i="0" u="none" strike="noStrike" kern="1200" dirty="0">
              <a:effectLst/>
            </a:rPr>
            <a:t> </a:t>
          </a:r>
          <a:r>
            <a:rPr lang="en-SG" sz="2400" b="0" i="0" u="none" strike="noStrike" kern="1200" dirty="0" err="1">
              <a:effectLst/>
            </a:rPr>
            <a:t>cara</a:t>
          </a:r>
          <a:r>
            <a:rPr lang="en-SG" sz="2400" b="0" i="0" u="none" strike="noStrike" kern="1200" dirty="0">
              <a:effectLst/>
            </a:rPr>
            <a:t> </a:t>
          </a:r>
          <a:r>
            <a:rPr lang="en-SG" sz="2400" b="0" i="0" u="none" strike="noStrike" kern="1200" dirty="0" err="1">
              <a:effectLst/>
            </a:rPr>
            <a:t>beragama</a:t>
          </a:r>
          <a:r>
            <a:rPr lang="en-SG" sz="2400" b="0" i="0" u="none" strike="noStrike" kern="1200" dirty="0">
              <a:effectLst/>
            </a:rPr>
            <a:t> </a:t>
          </a:r>
          <a:r>
            <a:rPr lang="en-SG" sz="2400" b="0" i="0" u="none" strike="noStrike" kern="1200" dirty="0" err="1">
              <a:effectLst/>
            </a:rPr>
            <a:t>berdasar</a:t>
          </a:r>
          <a:r>
            <a:rPr lang="en-SG" sz="2400" b="0" i="0" u="none" strike="noStrike" kern="1200" dirty="0">
              <a:effectLst/>
            </a:rPr>
            <a:t> </a:t>
          </a:r>
          <a:r>
            <a:rPr lang="en-SG" sz="2400" b="0" i="0" u="none" strike="noStrike" kern="1200" dirty="0" err="1">
              <a:effectLst/>
            </a:rPr>
            <a:t>tradisi</a:t>
          </a:r>
          <a:r>
            <a:rPr lang="en-SG" sz="2400" b="0" i="0" u="none" strike="noStrike" kern="1200" dirty="0">
              <a:effectLst/>
            </a:rPr>
            <a:t>. Cara </a:t>
          </a:r>
          <a:r>
            <a:rPr lang="en-SG" sz="2400" b="0" i="0" u="none" strike="noStrike" kern="1200" dirty="0" err="1">
              <a:effectLst/>
            </a:rPr>
            <a:t>ini</a:t>
          </a:r>
          <a:r>
            <a:rPr lang="en-SG" sz="2400" b="0" i="0" u="none" strike="noStrike" kern="1200" dirty="0">
              <a:effectLst/>
            </a:rPr>
            <a:t> </a:t>
          </a:r>
          <a:r>
            <a:rPr lang="en-SG" sz="2400" b="0" i="0" u="none" strike="noStrike" kern="1200" dirty="0" err="1">
              <a:effectLst/>
            </a:rPr>
            <a:t>mengikuti</a:t>
          </a:r>
          <a:r>
            <a:rPr lang="en-SG" sz="2400" b="0" i="0" u="none" strike="noStrike" kern="1200" dirty="0">
              <a:effectLst/>
            </a:rPr>
            <a:t> </a:t>
          </a:r>
          <a:r>
            <a:rPr lang="en-SG" sz="2400" b="0" i="0" u="none" strike="noStrike" kern="1200" dirty="0" err="1">
              <a:effectLst/>
            </a:rPr>
            <a:t>cara</a:t>
          </a:r>
          <a:r>
            <a:rPr lang="en-SG" sz="2400" b="0" i="0" u="none" strike="noStrike" kern="1200" dirty="0">
              <a:effectLst/>
            </a:rPr>
            <a:t> </a:t>
          </a:r>
          <a:r>
            <a:rPr lang="en-SG" sz="2400" b="0" i="0" u="none" strike="noStrike" kern="1200" dirty="0" err="1">
              <a:effectLst/>
            </a:rPr>
            <a:t>beragama</a:t>
          </a:r>
          <a:r>
            <a:rPr lang="en-SG" sz="2400" b="0" i="0" u="none" strike="noStrike" kern="1200" dirty="0">
              <a:effectLst/>
            </a:rPr>
            <a:t> </a:t>
          </a:r>
          <a:r>
            <a:rPr lang="en-SG" sz="2400" b="0" i="0" u="none" strike="noStrike" kern="1200" dirty="0" err="1">
              <a:effectLst/>
            </a:rPr>
            <a:t>nenek</a:t>
          </a:r>
          <a:r>
            <a:rPr lang="en-SG" sz="2400" b="0" i="0" u="none" strike="noStrike" kern="1200" dirty="0">
              <a:effectLst/>
            </a:rPr>
            <a:t> </a:t>
          </a:r>
          <a:r>
            <a:rPr lang="en-SG" sz="2400" b="0" i="0" u="none" strike="noStrike" kern="1200" dirty="0" err="1">
              <a:effectLst/>
            </a:rPr>
            <a:t>moyang</a:t>
          </a:r>
          <a:r>
            <a:rPr lang="en-SG" sz="2400" b="0" i="0" u="none" strike="noStrike" kern="1200" dirty="0">
              <a:effectLst/>
            </a:rPr>
            <a:t>, </a:t>
          </a:r>
          <a:r>
            <a:rPr lang="en-SG" sz="2400" b="0" i="0" u="none" strike="noStrike" kern="1200" dirty="0" err="1">
              <a:effectLst/>
            </a:rPr>
            <a:t>leluhur</a:t>
          </a:r>
          <a:r>
            <a:rPr lang="en-SG" sz="2400" b="0" i="0" u="none" strike="noStrike" kern="1200" dirty="0">
              <a:effectLst/>
            </a:rPr>
            <a:t>, </a:t>
          </a:r>
          <a:r>
            <a:rPr lang="en-SG" sz="2400" b="0" i="0" u="none" strike="noStrike" kern="1200" dirty="0" err="1">
              <a:effectLst/>
            </a:rPr>
            <a:t>atau</a:t>
          </a:r>
          <a:r>
            <a:rPr lang="en-SG" sz="2400" b="0" i="0" u="none" strike="noStrike" kern="1200" dirty="0">
              <a:effectLst/>
            </a:rPr>
            <a:t> orang-orang </a:t>
          </a:r>
          <a:r>
            <a:rPr lang="en-SG" sz="2400" b="0" i="0" u="none" strike="noStrike" kern="1200" dirty="0" err="1">
              <a:effectLst/>
            </a:rPr>
            <a:t>dari</a:t>
          </a:r>
          <a:r>
            <a:rPr lang="en-SG" sz="2400" b="0" i="0" u="none" strike="noStrike" kern="1200" dirty="0">
              <a:effectLst/>
            </a:rPr>
            <a:t> </a:t>
          </a:r>
          <a:r>
            <a:rPr lang="en-SG" sz="2400" b="0" i="0" u="none" strike="noStrike" kern="1200" dirty="0" err="1">
              <a:effectLst/>
            </a:rPr>
            <a:t>angkatan</a:t>
          </a:r>
          <a:r>
            <a:rPr lang="en-SG" sz="2400" b="0" i="0" u="none" strike="noStrike" kern="1200" dirty="0">
              <a:effectLst/>
            </a:rPr>
            <a:t> </a:t>
          </a:r>
          <a:r>
            <a:rPr lang="en-SG" sz="2400" b="0" i="0" u="none" strike="noStrike" kern="1200" dirty="0" err="1">
              <a:effectLst/>
            </a:rPr>
            <a:t>sebelumnya</a:t>
          </a:r>
          <a:r>
            <a:rPr lang="en-SG" sz="2400" b="0" i="0" u="none" strike="noStrike" kern="1200" dirty="0">
              <a:effectLst/>
            </a:rPr>
            <a:t>. </a:t>
          </a:r>
          <a:r>
            <a:rPr lang="en-SG" sz="2400" b="0" i="0" u="none" strike="noStrike" kern="1200" dirty="0" err="1">
              <a:effectLst/>
            </a:rPr>
            <a:t>Pemeluk</a:t>
          </a:r>
          <a:r>
            <a:rPr lang="en-SG" sz="2400" b="0" i="0" u="none" strike="noStrike" kern="1200" dirty="0">
              <a:effectLst/>
            </a:rPr>
            <a:t> </a:t>
          </a:r>
          <a:r>
            <a:rPr lang="en-SG" sz="2400" b="0" i="0" u="none" strike="noStrike" kern="1200" dirty="0" err="1">
              <a:effectLst/>
            </a:rPr>
            <a:t>cara</a:t>
          </a:r>
          <a:r>
            <a:rPr lang="en-SG" sz="2400" b="0" i="0" u="none" strike="noStrike" kern="1200" dirty="0">
              <a:effectLst/>
            </a:rPr>
            <a:t> agama </a:t>
          </a:r>
          <a:r>
            <a:rPr lang="en-SG" sz="2400" b="0" i="0" u="none" strike="noStrike" kern="1200" dirty="0" err="1">
              <a:effectLst/>
            </a:rPr>
            <a:t>tradisional</a:t>
          </a:r>
          <a:r>
            <a:rPr lang="en-SG" sz="2400" b="0" i="0" u="none" strike="noStrike" kern="1200" dirty="0">
              <a:effectLst/>
            </a:rPr>
            <a:t> pada  </a:t>
          </a:r>
          <a:r>
            <a:rPr lang="en-SG" sz="2400" b="0" i="0" u="none" strike="noStrike" kern="1200" dirty="0" err="1">
              <a:effectLst/>
            </a:rPr>
            <a:t>umumnya</a:t>
          </a:r>
          <a:r>
            <a:rPr lang="en-SG" sz="2400" b="0" i="0" u="none" strike="noStrike" kern="1200" dirty="0">
              <a:effectLst/>
            </a:rPr>
            <a:t>  </a:t>
          </a:r>
          <a:r>
            <a:rPr lang="en-SG" sz="2400" b="0" i="0" u="none" strike="noStrike" kern="1200" dirty="0" err="1">
              <a:effectLst/>
            </a:rPr>
            <a:t>kuat</a:t>
          </a:r>
          <a:r>
            <a:rPr lang="en-SG" sz="2400" b="0" i="0" u="none" strike="noStrike" kern="1200" dirty="0">
              <a:effectLst/>
            </a:rPr>
            <a:t> </a:t>
          </a:r>
          <a:r>
            <a:rPr lang="en-SG" sz="2400" b="0" i="0" u="none" strike="noStrike" kern="1200" dirty="0" err="1">
              <a:effectLst/>
            </a:rPr>
            <a:t>dalam</a:t>
          </a:r>
          <a:r>
            <a:rPr lang="en-SG" sz="2400" b="0" i="0" u="none" strike="noStrike" kern="1200" dirty="0">
              <a:effectLst/>
            </a:rPr>
            <a:t> </a:t>
          </a:r>
          <a:r>
            <a:rPr lang="en-SG" sz="2400" b="0" i="0" u="none" strike="noStrike" kern="1200" dirty="0" err="1">
              <a:effectLst/>
            </a:rPr>
            <a:t>beragama</a:t>
          </a:r>
          <a:r>
            <a:rPr lang="en-SG" sz="2400" b="0" i="0" u="none" strike="noStrike" kern="1200" dirty="0">
              <a:effectLst/>
            </a:rPr>
            <a:t>, </a:t>
          </a:r>
          <a:r>
            <a:rPr lang="en-SG" sz="2400" b="0" i="0" u="none" strike="noStrike" kern="1200" dirty="0" err="1">
              <a:effectLst/>
            </a:rPr>
            <a:t>sulit</a:t>
          </a:r>
          <a:r>
            <a:rPr lang="en-SG" sz="2400" b="0" i="0" u="none" strike="noStrike" kern="1200" dirty="0">
              <a:effectLst/>
            </a:rPr>
            <a:t> </a:t>
          </a:r>
          <a:r>
            <a:rPr lang="en-SG" sz="2400" b="0" i="0" u="none" strike="noStrike" kern="1200" dirty="0" err="1">
              <a:effectLst/>
            </a:rPr>
            <a:t>menerima</a:t>
          </a:r>
          <a:r>
            <a:rPr lang="en-SG" sz="2400" b="0" i="0" u="none" strike="noStrike" kern="1200" dirty="0">
              <a:effectLst/>
            </a:rPr>
            <a:t> </a:t>
          </a:r>
          <a:r>
            <a:rPr lang="en-SG" sz="2400" b="0" i="0" u="none" strike="noStrike" kern="1200" dirty="0" err="1">
              <a:effectLst/>
            </a:rPr>
            <a:t>hal-hal</a:t>
          </a:r>
          <a:r>
            <a:rPr lang="en-SG" sz="2400" b="0" i="0" u="none" strike="noStrike" kern="1200" dirty="0">
              <a:effectLst/>
            </a:rPr>
            <a:t> </a:t>
          </a:r>
          <a:r>
            <a:rPr lang="en-SG" sz="2400" b="0" i="0" u="none" strike="noStrike" kern="1200" dirty="0" err="1">
              <a:effectLst/>
            </a:rPr>
            <a:t>keagamaan</a:t>
          </a:r>
          <a:r>
            <a:rPr lang="en-SG" sz="2400" b="0" i="0" u="none" strike="noStrike" kern="1200" dirty="0">
              <a:effectLst/>
            </a:rPr>
            <a:t> yang </a:t>
          </a:r>
          <a:r>
            <a:rPr lang="en-SG" sz="2400" b="0" i="0" u="none" strike="noStrike" kern="1200" dirty="0" err="1">
              <a:effectLst/>
            </a:rPr>
            <a:t>baru</a:t>
          </a:r>
          <a:r>
            <a:rPr lang="en-SG" sz="2400" b="0" i="0" u="none" strike="noStrike" kern="1200" dirty="0">
              <a:effectLst/>
            </a:rPr>
            <a:t> </a:t>
          </a:r>
          <a:r>
            <a:rPr lang="en-SG" sz="2400" b="0" i="0" u="none" strike="noStrike" kern="1200" dirty="0" err="1">
              <a:effectLst/>
            </a:rPr>
            <a:t>atau</a:t>
          </a:r>
          <a:r>
            <a:rPr lang="en-SG" sz="2400" b="0" i="0" u="none" strike="noStrike" kern="1200" dirty="0">
              <a:effectLst/>
            </a:rPr>
            <a:t> </a:t>
          </a:r>
          <a:r>
            <a:rPr lang="en-SG" sz="2400" b="0" i="0" u="none" strike="noStrike" kern="1200" dirty="0" err="1">
              <a:effectLst/>
            </a:rPr>
            <a:t>pembaharuan</a:t>
          </a:r>
          <a:r>
            <a:rPr lang="en-SG" sz="2400" b="0" i="0" u="none" strike="noStrike" kern="1200" dirty="0">
              <a:effectLst/>
            </a:rPr>
            <a:t>, dan </a:t>
          </a:r>
          <a:r>
            <a:rPr lang="en-SG" sz="2400" b="0" i="0" u="none" strike="noStrike" kern="1200" dirty="0" err="1">
              <a:effectLst/>
            </a:rPr>
            <a:t>tidak</a:t>
          </a:r>
          <a:r>
            <a:rPr lang="en-SG" sz="2400" b="0" i="0" u="none" strike="noStrike" kern="1200" dirty="0">
              <a:effectLst/>
            </a:rPr>
            <a:t> </a:t>
          </a:r>
          <a:r>
            <a:rPr lang="en-SG" sz="2400" b="0" i="0" u="none" strike="noStrike" kern="1200" dirty="0" err="1">
              <a:effectLst/>
            </a:rPr>
            <a:t>berminat</a:t>
          </a:r>
          <a:r>
            <a:rPr lang="en-SG" sz="2400" b="0" i="0" u="none" strike="noStrike" kern="1200" dirty="0">
              <a:effectLst/>
            </a:rPr>
            <a:t> </a:t>
          </a:r>
          <a:r>
            <a:rPr lang="en-SG" sz="2400" b="0" i="0" u="none" strike="noStrike" kern="1200" dirty="0" err="1">
              <a:effectLst/>
            </a:rPr>
            <a:t>bertukar</a:t>
          </a:r>
          <a:r>
            <a:rPr lang="en-SG" sz="2400" b="0" i="0" u="none" strike="noStrike" kern="1200" dirty="0">
              <a:effectLst/>
            </a:rPr>
            <a:t> agama.</a:t>
          </a:r>
          <a:endParaRPr lang="en-US" sz="2400" kern="1200" dirty="0"/>
        </a:p>
      </dsp:txBody>
      <dsp:txXfrm>
        <a:off x="0" y="417398"/>
        <a:ext cx="10842811" cy="2469600"/>
      </dsp:txXfrm>
    </dsp:sp>
    <dsp:sp modelId="{E9288CC8-B80A-4944-AAA7-EF7BAD297578}">
      <dsp:nvSpPr>
        <dsp:cNvPr id="0" name=""/>
        <dsp:cNvSpPr/>
      </dsp:nvSpPr>
      <dsp:spPr>
        <a:xfrm>
          <a:off x="542140" y="4118"/>
          <a:ext cx="7589967" cy="826560"/>
        </a:xfrm>
        <a:prstGeom prst="roundRect">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883" tIns="0" rIns="286883" bIns="0" numCol="1" spcCol="1270" anchor="ctr" anchorCtr="0">
          <a:noAutofit/>
        </a:bodyPr>
        <a:lstStyle/>
        <a:p>
          <a:pPr marL="0" lvl="0" indent="0" algn="l" defTabSz="1066800">
            <a:lnSpc>
              <a:spcPct val="90000"/>
            </a:lnSpc>
            <a:spcBef>
              <a:spcPct val="0"/>
            </a:spcBef>
            <a:spcAft>
              <a:spcPct val="35000"/>
            </a:spcAft>
            <a:buNone/>
          </a:pPr>
          <a:r>
            <a:rPr lang="en-SG" sz="2400" b="1" i="0" u="none" strike="noStrike" kern="1200">
              <a:effectLst/>
            </a:rPr>
            <a:t>Tradisional</a:t>
          </a:r>
          <a:endParaRPr lang="en-US" sz="2400" kern="1200" dirty="0"/>
        </a:p>
      </dsp:txBody>
      <dsp:txXfrm>
        <a:off x="582489" y="44467"/>
        <a:ext cx="7509269" cy="74586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FE066F-3ECA-40B4-BE91-D2D295645A13}">
      <dsp:nvSpPr>
        <dsp:cNvPr id="0" name=""/>
        <dsp:cNvSpPr/>
      </dsp:nvSpPr>
      <dsp:spPr>
        <a:xfrm>
          <a:off x="0" y="405385"/>
          <a:ext cx="10842811" cy="3231899"/>
        </a:xfrm>
        <a:prstGeom prst="rect">
          <a:avLst/>
        </a:prstGeom>
        <a:solidFill>
          <a:schemeClr val="lt1">
            <a:alpha val="90000"/>
            <a:hueOff val="0"/>
            <a:satOff val="0"/>
            <a:lumOff val="0"/>
            <a:alphaOff val="0"/>
          </a:schemeClr>
        </a:solidFill>
        <a:ln w="12700" cap="flat" cmpd="sng" algn="ctr">
          <a:solidFill>
            <a:schemeClr val="accent2">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1523" tIns="562356" rIns="841523" bIns="156464" numCol="1" spcCol="1270" anchor="t" anchorCtr="0">
          <a:noAutofit/>
        </a:bodyPr>
        <a:lstStyle/>
        <a:p>
          <a:pPr marL="228600" lvl="1" indent="-228600" algn="just" defTabSz="977900">
            <a:lnSpc>
              <a:spcPct val="90000"/>
            </a:lnSpc>
            <a:spcBef>
              <a:spcPct val="0"/>
            </a:spcBef>
            <a:spcAft>
              <a:spcPct val="15000"/>
            </a:spcAft>
            <a:buFont typeface="Wingdings" panose="05000000000000000000" pitchFamily="2" charset="2"/>
            <a:buChar char="v"/>
          </a:pPr>
          <a:r>
            <a:rPr lang="en-SG" sz="2200" b="0" i="0" u="none" strike="noStrike" kern="1200" dirty="0" err="1">
              <a:effectLst/>
            </a:rPr>
            <a:t>Yaitu</a:t>
          </a:r>
          <a:r>
            <a:rPr lang="en-SG" sz="2200" b="0" i="0" u="none" strike="noStrike" kern="1200" dirty="0">
              <a:effectLst/>
            </a:rPr>
            <a:t> </a:t>
          </a:r>
          <a:r>
            <a:rPr lang="en-SG" sz="2200" b="0" i="0" u="none" strike="noStrike" kern="1200" dirty="0" err="1">
              <a:effectLst/>
            </a:rPr>
            <a:t>cara</a:t>
          </a:r>
          <a:r>
            <a:rPr lang="en-SG" sz="2200" b="0" i="0" u="none" strike="noStrike" kern="1200" dirty="0">
              <a:effectLst/>
            </a:rPr>
            <a:t> </a:t>
          </a:r>
          <a:r>
            <a:rPr lang="en-SG" sz="2200" b="0" i="0" u="none" strike="noStrike" kern="1200" dirty="0" err="1">
              <a:effectLst/>
            </a:rPr>
            <a:t>beragama</a:t>
          </a:r>
          <a:r>
            <a:rPr lang="en-SG" sz="2200" b="0" i="0" u="none" strike="noStrike" kern="1200" dirty="0">
              <a:effectLst/>
            </a:rPr>
            <a:t> </a:t>
          </a:r>
          <a:r>
            <a:rPr lang="en-SG" sz="2200" b="0" i="0" u="none" strike="noStrike" kern="1200" dirty="0" err="1">
              <a:effectLst/>
            </a:rPr>
            <a:t>berdasarkan</a:t>
          </a:r>
          <a:r>
            <a:rPr lang="en-SG" sz="2200" b="0" i="0" u="none" strike="noStrike" kern="1200" dirty="0">
              <a:effectLst/>
            </a:rPr>
            <a:t> </a:t>
          </a:r>
          <a:r>
            <a:rPr lang="en-SG" sz="2200" b="0" i="0" u="none" strike="noStrike" kern="1200" dirty="0" err="1">
              <a:effectLst/>
            </a:rPr>
            <a:t>formalitas</a:t>
          </a:r>
          <a:r>
            <a:rPr lang="en-SG" sz="2200" b="0" i="0" u="none" strike="noStrike" kern="1200" dirty="0">
              <a:effectLst/>
            </a:rPr>
            <a:t> yang </a:t>
          </a:r>
          <a:r>
            <a:rPr lang="en-SG" sz="2200" b="0" i="0" u="none" strike="noStrike" kern="1200" dirty="0" err="1">
              <a:effectLst/>
            </a:rPr>
            <a:t>berlaku</a:t>
          </a:r>
          <a:r>
            <a:rPr lang="en-SG" sz="2200" b="0" i="0" u="none" strike="noStrike" kern="1200" dirty="0">
              <a:effectLst/>
            </a:rPr>
            <a:t> di </a:t>
          </a:r>
          <a:r>
            <a:rPr lang="en-SG" sz="2200" b="0" i="0" u="none" strike="noStrike" kern="1200" dirty="0" err="1">
              <a:effectLst/>
            </a:rPr>
            <a:t>lingkungannya</a:t>
          </a:r>
          <a:r>
            <a:rPr lang="en-SG" sz="2200" b="0" i="0" u="none" strike="noStrike" kern="1200" dirty="0">
              <a:effectLst/>
            </a:rPr>
            <a:t> </a:t>
          </a:r>
          <a:r>
            <a:rPr lang="en-SG" sz="2200" b="0" i="0" u="none" strike="noStrike" kern="1200" dirty="0" err="1">
              <a:effectLst/>
            </a:rPr>
            <a:t>atau</a:t>
          </a:r>
          <a:r>
            <a:rPr lang="en-SG" sz="2200" b="0" i="0" u="none" strike="noStrike" kern="1200" dirty="0">
              <a:effectLst/>
            </a:rPr>
            <a:t> </a:t>
          </a:r>
          <a:r>
            <a:rPr lang="en-SG" sz="2200" b="0" i="0" u="none" strike="noStrike" kern="1200" dirty="0" err="1">
              <a:effectLst/>
            </a:rPr>
            <a:t>masyarakatnya</a:t>
          </a:r>
          <a:r>
            <a:rPr lang="en-SG" sz="2200" b="0" i="0" u="none" strike="noStrike" kern="1200" dirty="0">
              <a:effectLst/>
            </a:rPr>
            <a:t>. Cara </a:t>
          </a:r>
          <a:r>
            <a:rPr lang="en-SG" sz="2200" b="0" i="0" u="none" strike="noStrike" kern="1200" dirty="0" err="1">
              <a:effectLst/>
            </a:rPr>
            <a:t>ini</a:t>
          </a:r>
          <a:r>
            <a:rPr lang="en-SG" sz="2200" b="0" i="0" u="none" strike="noStrike" kern="1200" dirty="0">
              <a:effectLst/>
            </a:rPr>
            <a:t> </a:t>
          </a:r>
          <a:r>
            <a:rPr lang="en-SG" sz="2200" b="0" i="0" u="none" strike="noStrike" kern="1200" dirty="0" err="1">
              <a:effectLst/>
            </a:rPr>
            <a:t>biasanya</a:t>
          </a:r>
          <a:r>
            <a:rPr lang="en-SG" sz="2200" b="0" i="0" u="none" strike="noStrike" kern="1200" dirty="0">
              <a:effectLst/>
            </a:rPr>
            <a:t> </a:t>
          </a:r>
          <a:r>
            <a:rPr lang="en-SG" sz="2200" b="0" i="0" u="none" strike="noStrike" kern="1200" dirty="0" err="1">
              <a:effectLst/>
            </a:rPr>
            <a:t>mengikuti</a:t>
          </a:r>
          <a:r>
            <a:rPr lang="en-SG" sz="2200" b="0" i="0" u="none" strike="noStrike" kern="1200" dirty="0">
              <a:effectLst/>
            </a:rPr>
            <a:t> </a:t>
          </a:r>
          <a:r>
            <a:rPr lang="en-SG" sz="2200" b="0" i="0" u="none" strike="noStrike" kern="1200" dirty="0" err="1">
              <a:effectLst/>
            </a:rPr>
            <a:t>cara</a:t>
          </a:r>
          <a:r>
            <a:rPr lang="en-SG" sz="2200" b="0" i="0" u="none" strike="noStrike" kern="1200" dirty="0">
              <a:effectLst/>
            </a:rPr>
            <a:t> </a:t>
          </a:r>
          <a:r>
            <a:rPr lang="en-SG" sz="2200" b="0" i="0" u="none" strike="noStrike" kern="1200" dirty="0" err="1">
              <a:effectLst/>
            </a:rPr>
            <a:t>beragamanya</a:t>
          </a:r>
          <a:r>
            <a:rPr lang="en-SG" sz="2200" b="0" i="0" u="none" strike="noStrike" kern="1200" dirty="0">
              <a:effectLst/>
            </a:rPr>
            <a:t> orang yang </a:t>
          </a:r>
          <a:r>
            <a:rPr lang="en-SG" sz="2200" b="0" i="0" u="none" strike="noStrike" kern="1200" dirty="0" err="1">
              <a:effectLst/>
            </a:rPr>
            <a:t>berkedudukan</a:t>
          </a:r>
          <a:r>
            <a:rPr lang="en-SG" sz="2200" b="0" i="0" u="none" strike="noStrike" kern="1200" dirty="0">
              <a:effectLst/>
            </a:rPr>
            <a:t> </a:t>
          </a:r>
          <a:r>
            <a:rPr lang="en-SG" sz="2200" b="0" i="0" u="none" strike="noStrike" kern="1200" dirty="0" err="1">
              <a:effectLst/>
            </a:rPr>
            <a:t>tinggi</a:t>
          </a:r>
          <a:r>
            <a:rPr lang="en-SG" sz="2200" b="0" i="0" u="none" strike="noStrike" kern="1200" dirty="0">
              <a:effectLst/>
            </a:rPr>
            <a:t> </a:t>
          </a:r>
          <a:r>
            <a:rPr lang="en-SG" sz="2200" b="0" i="0" u="none" strike="noStrike" kern="1200" dirty="0" err="1">
              <a:effectLst/>
            </a:rPr>
            <a:t>atau</a:t>
          </a:r>
          <a:r>
            <a:rPr lang="en-SG" sz="2200" b="0" i="0" u="none" strike="noStrike" kern="1200" dirty="0">
              <a:effectLst/>
            </a:rPr>
            <a:t> punya </a:t>
          </a:r>
          <a:r>
            <a:rPr lang="en-SG" sz="2200" b="0" i="0" u="none" strike="noStrike" kern="1200" dirty="0" err="1">
              <a:effectLst/>
            </a:rPr>
            <a:t>pengaruh</a:t>
          </a:r>
          <a:r>
            <a:rPr lang="en-SG" sz="2200" b="0" i="0" u="none" strike="noStrike" kern="1200" dirty="0">
              <a:effectLst/>
            </a:rPr>
            <a:t>. Pada </a:t>
          </a:r>
          <a:r>
            <a:rPr lang="en-SG" sz="2200" b="0" i="0" u="none" strike="noStrike" kern="1200" dirty="0" err="1">
              <a:effectLst/>
            </a:rPr>
            <a:t>umumnya</a:t>
          </a:r>
          <a:r>
            <a:rPr lang="en-SG" sz="2200" b="0" i="0" u="none" strike="noStrike" kern="1200" dirty="0">
              <a:effectLst/>
            </a:rPr>
            <a:t> </a:t>
          </a:r>
          <a:r>
            <a:rPr lang="en-SG" sz="2200" b="0" i="0" u="none" strike="noStrike" kern="1200" dirty="0" err="1">
              <a:effectLst/>
            </a:rPr>
            <a:t>tidak</a:t>
          </a:r>
          <a:r>
            <a:rPr lang="en-SG" sz="2200" b="0" i="0" u="none" strike="noStrike" kern="1200" dirty="0">
              <a:effectLst/>
            </a:rPr>
            <a:t> </a:t>
          </a:r>
          <a:r>
            <a:rPr lang="en-SG" sz="2200" b="0" i="0" u="none" strike="noStrike" kern="1200" dirty="0" err="1">
              <a:effectLst/>
            </a:rPr>
            <a:t>kuat</a:t>
          </a:r>
          <a:r>
            <a:rPr lang="en-SG" sz="2200" b="0" i="0" u="none" strike="noStrike" kern="1200" dirty="0">
              <a:effectLst/>
            </a:rPr>
            <a:t> </a:t>
          </a:r>
          <a:r>
            <a:rPr lang="en-SG" sz="2200" b="0" i="0" u="none" strike="noStrike" kern="1200" dirty="0" err="1">
              <a:effectLst/>
            </a:rPr>
            <a:t>dalam</a:t>
          </a:r>
          <a:r>
            <a:rPr lang="en-SG" sz="2200" b="0" i="0" u="none" strike="noStrike" kern="1200" dirty="0">
              <a:effectLst/>
            </a:rPr>
            <a:t> </a:t>
          </a:r>
          <a:r>
            <a:rPr lang="en-SG" sz="2200" b="0" i="0" u="none" strike="noStrike" kern="1200" dirty="0" err="1">
              <a:effectLst/>
            </a:rPr>
            <a:t>beragama</a:t>
          </a:r>
          <a:r>
            <a:rPr lang="en-SG" sz="2200" b="0" i="0" u="none" strike="noStrike" kern="1200" dirty="0">
              <a:effectLst/>
            </a:rPr>
            <a:t>. </a:t>
          </a:r>
          <a:r>
            <a:rPr lang="en-SG" sz="2200" b="0" i="0" u="none" strike="noStrike" kern="1200" dirty="0" err="1">
              <a:effectLst/>
            </a:rPr>
            <a:t>Mudah</a:t>
          </a:r>
          <a:r>
            <a:rPr lang="en-SG" sz="2200" b="0" i="0" u="none" strike="noStrike" kern="1200" dirty="0">
              <a:effectLst/>
            </a:rPr>
            <a:t> </a:t>
          </a:r>
          <a:r>
            <a:rPr lang="en-SG" sz="2200" b="0" i="0" u="none" strike="noStrike" kern="1200" dirty="0" err="1">
              <a:effectLst/>
            </a:rPr>
            <a:t>mengubah</a:t>
          </a:r>
          <a:r>
            <a:rPr lang="en-SG" sz="2200" b="0" i="0" u="none" strike="noStrike" kern="1200" dirty="0">
              <a:effectLst/>
            </a:rPr>
            <a:t> </a:t>
          </a:r>
          <a:r>
            <a:rPr lang="en-SG" sz="2200" b="0" i="0" u="none" strike="noStrike" kern="1200" dirty="0" err="1">
              <a:effectLst/>
            </a:rPr>
            <a:t>cara</a:t>
          </a:r>
          <a:r>
            <a:rPr lang="en-SG" sz="2200" b="0" i="0" u="none" strike="noStrike" kern="1200" dirty="0">
              <a:effectLst/>
            </a:rPr>
            <a:t> </a:t>
          </a:r>
          <a:r>
            <a:rPr lang="en-SG" sz="2200" b="0" i="0" u="none" strike="noStrike" kern="1200" dirty="0" err="1">
              <a:effectLst/>
            </a:rPr>
            <a:t>beragamanya</a:t>
          </a:r>
          <a:r>
            <a:rPr lang="en-SG" sz="2200" b="0" i="0" u="none" strike="noStrike" kern="1200" dirty="0">
              <a:effectLst/>
            </a:rPr>
            <a:t> </a:t>
          </a:r>
          <a:r>
            <a:rPr lang="en-SG" sz="2200" b="0" i="0" u="none" strike="noStrike" kern="1200" dirty="0" err="1">
              <a:effectLst/>
            </a:rPr>
            <a:t>jika</a:t>
          </a:r>
          <a:r>
            <a:rPr lang="en-SG" sz="2200" b="0" i="0" u="none" strike="noStrike" kern="1200" dirty="0">
              <a:effectLst/>
            </a:rPr>
            <a:t> </a:t>
          </a:r>
          <a:r>
            <a:rPr lang="en-SG" sz="2200" b="0" i="0" u="none" strike="noStrike" kern="1200" dirty="0" err="1">
              <a:effectLst/>
            </a:rPr>
            <a:t>berpindah</a:t>
          </a:r>
          <a:r>
            <a:rPr lang="en-SG" sz="2200" b="0" i="0" u="none" strike="noStrike" kern="1200" dirty="0">
              <a:effectLst/>
            </a:rPr>
            <a:t> </a:t>
          </a:r>
          <a:r>
            <a:rPr lang="en-SG" sz="2200" b="0" i="0" u="none" strike="noStrike" kern="1200" dirty="0" err="1">
              <a:effectLst/>
            </a:rPr>
            <a:t>lingkungan</a:t>
          </a:r>
          <a:r>
            <a:rPr lang="en-SG" sz="2200" b="0" i="0" u="none" strike="noStrike" kern="1200" dirty="0">
              <a:effectLst/>
            </a:rPr>
            <a:t> </a:t>
          </a:r>
          <a:r>
            <a:rPr lang="en-SG" sz="2200" b="0" i="0" u="none" strike="noStrike" kern="1200" dirty="0" err="1">
              <a:effectLst/>
            </a:rPr>
            <a:t>atau</a:t>
          </a:r>
          <a:r>
            <a:rPr lang="en-SG" sz="2200" b="0" i="0" u="none" strike="noStrike" kern="1200" dirty="0">
              <a:effectLst/>
            </a:rPr>
            <a:t> </a:t>
          </a:r>
          <a:r>
            <a:rPr lang="en-SG" sz="2200" b="0" i="0" u="none" strike="noStrike" kern="1200" dirty="0" err="1">
              <a:effectLst/>
            </a:rPr>
            <a:t>masyarakat</a:t>
          </a:r>
          <a:r>
            <a:rPr lang="en-SG" sz="2200" b="0" i="0" u="none" strike="noStrike" kern="1200" dirty="0">
              <a:effectLst/>
            </a:rPr>
            <a:t> yang </a:t>
          </a:r>
          <a:r>
            <a:rPr lang="en-SG" sz="2200" b="0" i="0" u="none" strike="noStrike" kern="1200" dirty="0" err="1">
              <a:effectLst/>
            </a:rPr>
            <a:t>berbeda</a:t>
          </a:r>
          <a:r>
            <a:rPr lang="en-SG" sz="2200" b="0" i="0" u="none" strike="noStrike" kern="1200" dirty="0">
              <a:effectLst/>
            </a:rPr>
            <a:t> </a:t>
          </a:r>
          <a:r>
            <a:rPr lang="en-SG" sz="2200" b="0" i="0" u="none" strike="noStrike" kern="1200" dirty="0" err="1">
              <a:effectLst/>
            </a:rPr>
            <a:t>dengan</a:t>
          </a:r>
          <a:r>
            <a:rPr lang="en-SG" sz="2200" b="0" i="0" u="none" strike="noStrike" kern="1200" dirty="0">
              <a:effectLst/>
            </a:rPr>
            <a:t> </a:t>
          </a:r>
          <a:r>
            <a:rPr lang="en-SG" sz="2200" b="0" i="0" u="none" strike="noStrike" kern="1200" dirty="0" err="1">
              <a:effectLst/>
            </a:rPr>
            <a:t>cara</a:t>
          </a:r>
          <a:r>
            <a:rPr lang="en-SG" sz="2200" b="0" i="0" u="none" strike="noStrike" kern="1200" dirty="0">
              <a:effectLst/>
            </a:rPr>
            <a:t> </a:t>
          </a:r>
          <a:r>
            <a:rPr lang="en-SG" sz="2200" b="0" i="0" u="none" strike="noStrike" kern="1200" dirty="0" err="1">
              <a:effectLst/>
            </a:rPr>
            <a:t>beragamnya</a:t>
          </a:r>
          <a:r>
            <a:rPr lang="en-SG" sz="2200" b="0" i="0" u="none" strike="noStrike" kern="1200" dirty="0">
              <a:effectLst/>
            </a:rPr>
            <a:t>. </a:t>
          </a:r>
          <a:r>
            <a:rPr lang="en-SG" sz="2200" b="0" i="0" u="none" strike="noStrike" kern="1200" dirty="0" err="1">
              <a:effectLst/>
            </a:rPr>
            <a:t>Mudah</a:t>
          </a:r>
          <a:r>
            <a:rPr lang="en-SG" sz="2200" b="0" i="0" u="none" strike="noStrike" kern="1200" dirty="0">
              <a:effectLst/>
            </a:rPr>
            <a:t> </a:t>
          </a:r>
          <a:r>
            <a:rPr lang="en-SG" sz="2200" b="0" i="0" u="none" strike="noStrike" kern="1200" dirty="0" err="1">
              <a:effectLst/>
            </a:rPr>
            <a:t>bertukar</a:t>
          </a:r>
          <a:r>
            <a:rPr lang="en-SG" sz="2200" b="0" i="0" u="none" strike="noStrike" kern="1200" dirty="0">
              <a:effectLst/>
            </a:rPr>
            <a:t> agama </a:t>
          </a:r>
          <a:r>
            <a:rPr lang="en-SG" sz="2200" b="0" i="0" u="none" strike="noStrike" kern="1200" dirty="0" err="1">
              <a:effectLst/>
            </a:rPr>
            <a:t>jika</a:t>
          </a:r>
          <a:r>
            <a:rPr lang="en-SG" sz="2200" b="0" i="0" u="none" strike="noStrike" kern="1200" dirty="0">
              <a:effectLst/>
            </a:rPr>
            <a:t> </a:t>
          </a:r>
          <a:r>
            <a:rPr lang="en-SG" sz="2200" b="0" i="0" u="none" strike="noStrike" kern="1200" dirty="0" err="1">
              <a:effectLst/>
            </a:rPr>
            <a:t>memasuki</a:t>
          </a:r>
          <a:r>
            <a:rPr lang="en-SG" sz="2200" b="0" i="0" u="none" strike="noStrike" kern="1200" dirty="0">
              <a:effectLst/>
            </a:rPr>
            <a:t> </a:t>
          </a:r>
          <a:r>
            <a:rPr lang="en-SG" sz="2200" b="0" i="0" u="none" strike="noStrike" kern="1200" dirty="0" err="1">
              <a:effectLst/>
            </a:rPr>
            <a:t>lingkungan</a:t>
          </a:r>
          <a:r>
            <a:rPr lang="en-SG" sz="2200" b="0" i="0" u="none" strike="noStrike" kern="1200" dirty="0">
              <a:effectLst/>
            </a:rPr>
            <a:t> </a:t>
          </a:r>
          <a:r>
            <a:rPr lang="en-SG" sz="2200" b="0" i="0" u="none" strike="noStrike" kern="1200" dirty="0" err="1">
              <a:effectLst/>
            </a:rPr>
            <a:t>atau</a:t>
          </a:r>
          <a:r>
            <a:rPr lang="en-SG" sz="2200" b="0" i="0" u="none" strike="noStrike" kern="1200" dirty="0">
              <a:effectLst/>
            </a:rPr>
            <a:t> </a:t>
          </a:r>
          <a:r>
            <a:rPr lang="en-SG" sz="2200" b="0" i="0" u="none" strike="noStrike" kern="1200" dirty="0" err="1">
              <a:effectLst/>
            </a:rPr>
            <a:t>masyarakat</a:t>
          </a:r>
          <a:r>
            <a:rPr lang="en-SG" sz="2200" b="0" i="0" u="none" strike="noStrike" kern="1200" dirty="0">
              <a:effectLst/>
            </a:rPr>
            <a:t> yang lain </a:t>
          </a:r>
          <a:r>
            <a:rPr lang="en-SG" sz="2200" b="0" i="0" u="none" strike="noStrike" kern="1200" dirty="0" err="1">
              <a:effectLst/>
            </a:rPr>
            <a:t>agamanya</a:t>
          </a:r>
          <a:r>
            <a:rPr lang="en-SG" sz="2200" b="0" i="0" u="none" strike="noStrike" kern="1200" dirty="0">
              <a:effectLst/>
            </a:rPr>
            <a:t>. </a:t>
          </a:r>
          <a:r>
            <a:rPr lang="en-SG" sz="2200" b="0" i="0" u="none" strike="noStrike" kern="1200" dirty="0" err="1">
              <a:effectLst/>
            </a:rPr>
            <a:t>Mereka</a:t>
          </a:r>
          <a:r>
            <a:rPr lang="en-SG" sz="2200" b="0" i="0" u="none" strike="noStrike" kern="1200" dirty="0">
              <a:effectLst/>
            </a:rPr>
            <a:t> </a:t>
          </a:r>
          <a:r>
            <a:rPr lang="en-SG" sz="2200" b="0" i="0" u="none" strike="noStrike" kern="1200" dirty="0" err="1">
              <a:effectLst/>
            </a:rPr>
            <a:t>ada</a:t>
          </a:r>
          <a:r>
            <a:rPr lang="en-SG" sz="2200" b="0" i="0" u="none" strike="noStrike" kern="1200" dirty="0">
              <a:effectLst/>
            </a:rPr>
            <a:t> </a:t>
          </a:r>
          <a:r>
            <a:rPr lang="en-SG" sz="2200" b="0" i="0" u="none" strike="noStrike" kern="1200" dirty="0" err="1">
              <a:effectLst/>
            </a:rPr>
            <a:t>minat</a:t>
          </a:r>
          <a:r>
            <a:rPr lang="en-SG" sz="2200" b="0" i="0" u="none" strike="noStrike" kern="1200" dirty="0">
              <a:effectLst/>
            </a:rPr>
            <a:t> </a:t>
          </a:r>
          <a:r>
            <a:rPr lang="en-SG" sz="2200" b="0" i="0" u="none" strike="noStrike" kern="1200" dirty="0" err="1">
              <a:effectLst/>
            </a:rPr>
            <a:t>meningkatkan</a:t>
          </a:r>
          <a:r>
            <a:rPr lang="en-SG" sz="2200" b="0" i="0" u="none" strike="noStrike" kern="1200" dirty="0">
              <a:effectLst/>
            </a:rPr>
            <a:t> </a:t>
          </a:r>
          <a:r>
            <a:rPr lang="en-SG" sz="2200" b="0" i="0" u="none" strike="noStrike" kern="1200" dirty="0" err="1">
              <a:effectLst/>
            </a:rPr>
            <a:t>ilmu</a:t>
          </a:r>
          <a:r>
            <a:rPr lang="en-SG" sz="2200" b="0" i="0" u="none" strike="noStrike" kern="1200" dirty="0">
              <a:effectLst/>
            </a:rPr>
            <a:t> dan </a:t>
          </a:r>
          <a:r>
            <a:rPr lang="en-SG" sz="2200" b="0" i="0" u="none" strike="noStrike" kern="1200" dirty="0" err="1">
              <a:effectLst/>
            </a:rPr>
            <a:t>amal</a:t>
          </a:r>
          <a:r>
            <a:rPr lang="en-SG" sz="2200" b="0" i="0" u="none" strike="noStrike" kern="1200" dirty="0">
              <a:effectLst/>
            </a:rPr>
            <a:t> </a:t>
          </a:r>
          <a:r>
            <a:rPr lang="en-SG" sz="2200" b="0" i="0" u="none" strike="noStrike" kern="1200" dirty="0" err="1">
              <a:effectLst/>
            </a:rPr>
            <a:t>keagamaannya</a:t>
          </a:r>
          <a:r>
            <a:rPr lang="en-SG" sz="2200" b="0" i="0" u="none" strike="noStrike" kern="1200" dirty="0">
              <a:effectLst/>
            </a:rPr>
            <a:t> </a:t>
          </a:r>
          <a:r>
            <a:rPr lang="en-SG" sz="2200" b="0" i="0" u="none" strike="noStrike" kern="1200" dirty="0" err="1">
              <a:effectLst/>
            </a:rPr>
            <a:t>akan</a:t>
          </a:r>
          <a:r>
            <a:rPr lang="en-SG" sz="2200" b="0" i="0" u="none" strike="noStrike" kern="1200" dirty="0">
              <a:effectLst/>
            </a:rPr>
            <a:t> </a:t>
          </a:r>
          <a:r>
            <a:rPr lang="en-SG" sz="2200" b="0" i="0" u="none" strike="noStrike" kern="1200" dirty="0" err="1">
              <a:effectLst/>
            </a:rPr>
            <a:t>tetapi</a:t>
          </a:r>
          <a:r>
            <a:rPr lang="en-SG" sz="2200" b="0" i="0" u="none" strike="noStrike" kern="1200" dirty="0">
              <a:effectLst/>
            </a:rPr>
            <a:t> </a:t>
          </a:r>
          <a:r>
            <a:rPr lang="en-SG" sz="2200" b="0" i="0" u="none" strike="noStrike" kern="1200" dirty="0" err="1">
              <a:effectLst/>
            </a:rPr>
            <a:t>hanya</a:t>
          </a:r>
          <a:r>
            <a:rPr lang="en-SG" sz="2200" b="0" i="0" u="none" strike="noStrike" kern="1200" dirty="0">
              <a:effectLst/>
            </a:rPr>
            <a:t> </a:t>
          </a:r>
          <a:r>
            <a:rPr lang="en-SG" sz="2200" b="0" i="0" u="none" strike="noStrike" kern="1200" dirty="0" err="1">
              <a:effectLst/>
            </a:rPr>
            <a:t>mengenai</a:t>
          </a:r>
          <a:r>
            <a:rPr lang="en-SG" sz="2200" b="0" i="0" u="none" strike="noStrike" kern="1200" dirty="0">
              <a:effectLst/>
            </a:rPr>
            <a:t> </a:t>
          </a:r>
          <a:r>
            <a:rPr lang="en-SG" sz="2200" b="0" i="0" u="none" strike="noStrike" kern="1200" dirty="0" err="1">
              <a:effectLst/>
            </a:rPr>
            <a:t>hal-hal</a:t>
          </a:r>
          <a:r>
            <a:rPr lang="en-SG" sz="2200" b="0" i="0" u="none" strike="noStrike" kern="1200" dirty="0">
              <a:effectLst/>
            </a:rPr>
            <a:t> yang </a:t>
          </a:r>
          <a:r>
            <a:rPr lang="en-SG" sz="2200" b="0" i="0" u="none" strike="noStrike" kern="1200" dirty="0" err="1">
              <a:effectLst/>
            </a:rPr>
            <a:t>mudah</a:t>
          </a:r>
          <a:r>
            <a:rPr lang="en-SG" sz="2200" b="0" i="0" u="none" strike="noStrike" kern="1200" dirty="0">
              <a:effectLst/>
            </a:rPr>
            <a:t> dan </a:t>
          </a:r>
          <a:r>
            <a:rPr lang="en-SG" sz="2200" b="0" i="0" u="none" strike="noStrike" kern="1200" dirty="0" err="1">
              <a:effectLst/>
            </a:rPr>
            <a:t>tampak</a:t>
          </a:r>
          <a:r>
            <a:rPr lang="en-SG" sz="2200" b="0" i="0" u="none" strike="noStrike" kern="1200" dirty="0">
              <a:effectLst/>
            </a:rPr>
            <a:t> </a:t>
          </a:r>
          <a:r>
            <a:rPr lang="en-SG" sz="2200" b="0" i="0" u="none" strike="noStrike" kern="1200" dirty="0" err="1">
              <a:effectLst/>
            </a:rPr>
            <a:t>dalam</a:t>
          </a:r>
          <a:r>
            <a:rPr lang="en-SG" sz="2200" b="0" i="0" u="none" strike="noStrike" kern="1200" dirty="0">
              <a:effectLst/>
            </a:rPr>
            <a:t> </a:t>
          </a:r>
          <a:r>
            <a:rPr lang="en-SG" sz="2200" b="0" i="0" u="none" strike="noStrike" kern="1200" dirty="0" err="1">
              <a:effectLst/>
            </a:rPr>
            <a:t>lingkungan</a:t>
          </a:r>
          <a:r>
            <a:rPr lang="en-SG" sz="2200" b="0" i="0" u="none" strike="noStrike" kern="1200" dirty="0">
              <a:effectLst/>
            </a:rPr>
            <a:t> </a:t>
          </a:r>
          <a:r>
            <a:rPr lang="en-SG" sz="2200" b="0" i="0" u="none" strike="noStrike" kern="1200" dirty="0" err="1">
              <a:effectLst/>
            </a:rPr>
            <a:t>masyarakatnya</a:t>
          </a:r>
          <a:r>
            <a:rPr lang="en-SG" sz="2200" b="0" i="0" u="none" strike="noStrike" kern="1200" dirty="0">
              <a:effectLst/>
            </a:rPr>
            <a:t>.</a:t>
          </a:r>
          <a:endParaRPr lang="en-US" sz="2200" kern="1200" dirty="0"/>
        </a:p>
      </dsp:txBody>
      <dsp:txXfrm>
        <a:off x="0" y="405385"/>
        <a:ext cx="10842811" cy="3231899"/>
      </dsp:txXfrm>
    </dsp:sp>
    <dsp:sp modelId="{32CCDBAA-5D44-46FA-9281-7794D4ED7ADD}">
      <dsp:nvSpPr>
        <dsp:cNvPr id="0" name=""/>
        <dsp:cNvSpPr/>
      </dsp:nvSpPr>
      <dsp:spPr>
        <a:xfrm>
          <a:off x="542140" y="6865"/>
          <a:ext cx="7589967" cy="797040"/>
        </a:xfrm>
        <a:prstGeom prst="roundRect">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883" tIns="0" rIns="286883" bIns="0" numCol="1" spcCol="1270" anchor="ctr" anchorCtr="0">
          <a:noAutofit/>
        </a:bodyPr>
        <a:lstStyle/>
        <a:p>
          <a:pPr marL="0" lvl="0" indent="0" algn="l" defTabSz="977900">
            <a:lnSpc>
              <a:spcPct val="90000"/>
            </a:lnSpc>
            <a:spcBef>
              <a:spcPct val="0"/>
            </a:spcBef>
            <a:spcAft>
              <a:spcPct val="35000"/>
            </a:spcAft>
            <a:buNone/>
          </a:pPr>
          <a:r>
            <a:rPr lang="en-SG" sz="2200" b="1" i="0" u="none" strike="noStrike" kern="1200" dirty="0">
              <a:effectLst/>
            </a:rPr>
            <a:t>Formal</a:t>
          </a:r>
          <a:endParaRPr lang="en-US" sz="2200" kern="1200" dirty="0"/>
        </a:p>
      </dsp:txBody>
      <dsp:txXfrm>
        <a:off x="581048" y="45773"/>
        <a:ext cx="7512151" cy="71922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71FAB4-F5E1-42A0-8471-503348DADCD3}">
      <dsp:nvSpPr>
        <dsp:cNvPr id="0" name=""/>
        <dsp:cNvSpPr/>
      </dsp:nvSpPr>
      <dsp:spPr>
        <a:xfrm>
          <a:off x="0" y="414706"/>
          <a:ext cx="9511552" cy="2293200"/>
        </a:xfrm>
        <a:prstGeom prst="rect">
          <a:avLst/>
        </a:prstGeom>
        <a:solidFill>
          <a:schemeClr val="lt1">
            <a:alpha val="90000"/>
            <a:hueOff val="0"/>
            <a:satOff val="0"/>
            <a:lumOff val="0"/>
            <a:alphaOff val="0"/>
          </a:schemeClr>
        </a:solidFill>
        <a:ln w="12700" cap="flat" cmpd="sng" algn="ctr">
          <a:solidFill>
            <a:schemeClr val="accent2">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38202" tIns="583184" rIns="738202" bIns="156464" numCol="1" spcCol="1270" anchor="t" anchorCtr="0">
          <a:noAutofit/>
        </a:bodyPr>
        <a:lstStyle/>
        <a:p>
          <a:pPr marL="228600" lvl="1" indent="-228600" algn="just" defTabSz="977900">
            <a:lnSpc>
              <a:spcPct val="90000"/>
            </a:lnSpc>
            <a:spcBef>
              <a:spcPct val="0"/>
            </a:spcBef>
            <a:spcAft>
              <a:spcPct val="15000"/>
            </a:spcAft>
            <a:buFont typeface="Wingdings" panose="05000000000000000000" pitchFamily="2" charset="2"/>
            <a:buChar char="v"/>
          </a:pPr>
          <a:r>
            <a:rPr lang="en-SG" sz="2200" b="0" i="0" u="none" strike="noStrike" kern="1200" dirty="0" err="1">
              <a:effectLst/>
              <a:latin typeface="+mn-lt"/>
            </a:rPr>
            <a:t>Yaitu</a:t>
          </a:r>
          <a:r>
            <a:rPr lang="en-SG" sz="2200" b="0" i="0" u="none" strike="noStrike" kern="1200" dirty="0">
              <a:effectLst/>
              <a:latin typeface="+mn-lt"/>
            </a:rPr>
            <a:t> </a:t>
          </a:r>
          <a:r>
            <a:rPr lang="en-SG" sz="2200" b="0" i="0" u="none" strike="noStrike" kern="1200" dirty="0" err="1">
              <a:effectLst/>
              <a:latin typeface="+mn-lt"/>
            </a:rPr>
            <a:t>cara</a:t>
          </a:r>
          <a:r>
            <a:rPr lang="en-SG" sz="2200" b="0" i="0" u="none" strike="noStrike" kern="1200" dirty="0">
              <a:effectLst/>
              <a:latin typeface="+mn-lt"/>
            </a:rPr>
            <a:t> </a:t>
          </a:r>
          <a:r>
            <a:rPr lang="en-SG" sz="2200" b="0" i="0" u="none" strike="noStrike" kern="1200" dirty="0" err="1">
              <a:effectLst/>
              <a:latin typeface="+mn-lt"/>
            </a:rPr>
            <a:t>beragama</a:t>
          </a:r>
          <a:r>
            <a:rPr lang="en-SG" sz="2200" b="0" i="0" u="none" strike="noStrike" kern="1200" dirty="0">
              <a:effectLst/>
              <a:latin typeface="+mn-lt"/>
            </a:rPr>
            <a:t> </a:t>
          </a:r>
          <a:r>
            <a:rPr lang="en-SG" sz="2200" b="0" i="0" u="none" strike="noStrike" kern="1200" dirty="0" err="1">
              <a:effectLst/>
              <a:latin typeface="+mn-lt"/>
            </a:rPr>
            <a:t>berdasarkan</a:t>
          </a:r>
          <a:r>
            <a:rPr lang="en-SG" sz="2200" b="0" i="0" u="none" strike="noStrike" kern="1200" dirty="0">
              <a:effectLst/>
              <a:latin typeface="+mn-lt"/>
            </a:rPr>
            <a:t> </a:t>
          </a:r>
          <a:r>
            <a:rPr lang="en-SG" sz="2200" b="0" i="0" u="none" strike="noStrike" kern="1200" dirty="0" err="1">
              <a:effectLst/>
              <a:latin typeface="+mn-lt"/>
            </a:rPr>
            <a:t>penggunaan</a:t>
          </a:r>
          <a:r>
            <a:rPr lang="en-SG" sz="2200" b="0" i="0" u="none" strike="noStrike" kern="1200" dirty="0">
              <a:effectLst/>
              <a:latin typeface="+mn-lt"/>
            </a:rPr>
            <a:t> </a:t>
          </a:r>
          <a:r>
            <a:rPr lang="en-SG" sz="2200" b="0" i="0" u="none" strike="noStrike" kern="1200" dirty="0" err="1">
              <a:effectLst/>
              <a:latin typeface="+mn-lt"/>
            </a:rPr>
            <a:t>rasio</a:t>
          </a:r>
          <a:r>
            <a:rPr lang="en-SG" sz="2200" b="0" i="0" u="none" strike="noStrike" kern="1200" dirty="0">
              <a:effectLst/>
              <a:latin typeface="+mn-lt"/>
            </a:rPr>
            <a:t> </a:t>
          </a:r>
          <a:r>
            <a:rPr lang="en-SG" sz="2200" b="0" i="0" u="none" strike="noStrike" kern="1200" dirty="0" err="1">
              <a:effectLst/>
              <a:latin typeface="+mn-lt"/>
            </a:rPr>
            <a:t>sebisanya</a:t>
          </a:r>
          <a:r>
            <a:rPr lang="en-SG" sz="2200" b="0" i="0" u="none" strike="noStrike" kern="1200" dirty="0">
              <a:effectLst/>
              <a:latin typeface="+mn-lt"/>
            </a:rPr>
            <a:t>. </a:t>
          </a:r>
          <a:r>
            <a:rPr lang="en-SG" sz="2200" b="0" i="0" u="none" strike="noStrike" kern="1200" dirty="0" err="1">
              <a:effectLst/>
              <a:latin typeface="+mn-lt"/>
            </a:rPr>
            <a:t>Untuk</a:t>
          </a:r>
          <a:r>
            <a:rPr lang="en-SG" sz="2200" b="0" i="0" u="none" strike="noStrike" kern="1200" dirty="0">
              <a:effectLst/>
              <a:latin typeface="+mn-lt"/>
            </a:rPr>
            <a:t> </a:t>
          </a:r>
          <a:r>
            <a:rPr lang="en-SG" sz="2200" b="0" i="0" u="none" strike="noStrike" kern="1200" dirty="0" err="1">
              <a:effectLst/>
              <a:latin typeface="+mn-lt"/>
            </a:rPr>
            <a:t>itu</a:t>
          </a:r>
          <a:r>
            <a:rPr lang="en-SG" sz="2200" b="0" i="0" u="none" strike="noStrike" kern="1200" dirty="0">
              <a:effectLst/>
              <a:latin typeface="+mn-lt"/>
            </a:rPr>
            <a:t> </a:t>
          </a:r>
          <a:r>
            <a:rPr lang="en-SG" sz="2200" b="0" i="0" u="none" strike="noStrike" kern="1200" dirty="0" err="1">
              <a:effectLst/>
              <a:latin typeface="+mn-lt"/>
            </a:rPr>
            <a:t>mereka</a:t>
          </a:r>
          <a:r>
            <a:rPr lang="en-SG" sz="2200" b="0" i="0" u="none" strike="noStrike" kern="1200" dirty="0">
              <a:effectLst/>
              <a:latin typeface="+mn-lt"/>
            </a:rPr>
            <a:t> </a:t>
          </a:r>
          <a:r>
            <a:rPr lang="en-SG" sz="2200" b="0" i="0" u="none" strike="noStrike" kern="1200" dirty="0" err="1">
              <a:effectLst/>
              <a:latin typeface="+mn-lt"/>
            </a:rPr>
            <a:t>selalu</a:t>
          </a:r>
          <a:r>
            <a:rPr lang="en-SG" sz="2200" b="0" i="0" u="none" strike="noStrike" kern="1200" dirty="0">
              <a:effectLst/>
              <a:latin typeface="+mn-lt"/>
            </a:rPr>
            <a:t> </a:t>
          </a:r>
          <a:r>
            <a:rPr lang="en-SG" sz="2200" b="0" i="0" u="none" strike="noStrike" kern="1200" dirty="0" err="1">
              <a:effectLst/>
              <a:latin typeface="+mn-lt"/>
            </a:rPr>
            <a:t>berusaha</a:t>
          </a:r>
          <a:r>
            <a:rPr lang="en-SG" sz="2200" b="0" i="0" u="none" strike="noStrike" kern="1200" dirty="0">
              <a:effectLst/>
              <a:latin typeface="+mn-lt"/>
            </a:rPr>
            <a:t> </a:t>
          </a:r>
          <a:r>
            <a:rPr lang="en-SG" sz="2200" b="0" i="0" u="none" strike="noStrike" kern="1200" dirty="0" err="1">
              <a:effectLst/>
              <a:latin typeface="+mn-lt"/>
            </a:rPr>
            <a:t>memahami</a:t>
          </a:r>
          <a:r>
            <a:rPr lang="en-SG" sz="2200" b="0" i="0" u="none" strike="noStrike" kern="1200" dirty="0">
              <a:effectLst/>
              <a:latin typeface="+mn-lt"/>
            </a:rPr>
            <a:t> dan </a:t>
          </a:r>
          <a:r>
            <a:rPr lang="en-SG" sz="2200" b="0" i="0" u="none" strike="noStrike" kern="1200" dirty="0" err="1">
              <a:effectLst/>
              <a:latin typeface="+mn-lt"/>
            </a:rPr>
            <a:t>menghayati</a:t>
          </a:r>
          <a:r>
            <a:rPr lang="en-SG" sz="2200" b="0" i="0" u="none" strike="noStrike" kern="1200" dirty="0">
              <a:effectLst/>
              <a:latin typeface="+mn-lt"/>
            </a:rPr>
            <a:t> </a:t>
          </a:r>
          <a:r>
            <a:rPr lang="en-SG" sz="2200" b="0" i="0" u="none" strike="noStrike" kern="1200" dirty="0" err="1">
              <a:effectLst/>
              <a:latin typeface="+mn-lt"/>
            </a:rPr>
            <a:t>ajaran</a:t>
          </a:r>
          <a:r>
            <a:rPr lang="en-SG" sz="2200" b="0" i="0" u="none" strike="noStrike" kern="1200" dirty="0">
              <a:effectLst/>
              <a:latin typeface="+mn-lt"/>
            </a:rPr>
            <a:t> </a:t>
          </a:r>
          <a:r>
            <a:rPr lang="en-SG" sz="2200" b="0" i="0" u="none" strike="noStrike" kern="1200" dirty="0" err="1">
              <a:effectLst/>
              <a:latin typeface="+mn-lt"/>
            </a:rPr>
            <a:t>agamanya</a:t>
          </a:r>
          <a:r>
            <a:rPr lang="en-SG" sz="2200" b="0" i="0" u="none" strike="noStrike" kern="1200" dirty="0">
              <a:effectLst/>
              <a:latin typeface="+mn-lt"/>
            </a:rPr>
            <a:t> </a:t>
          </a:r>
          <a:r>
            <a:rPr lang="en-SG" sz="2200" b="0" i="0" u="none" strike="noStrike" kern="1200" dirty="0" err="1">
              <a:effectLst/>
              <a:latin typeface="+mn-lt"/>
            </a:rPr>
            <a:t>dengan</a:t>
          </a:r>
          <a:r>
            <a:rPr lang="en-SG" sz="2200" b="0" i="0" u="none" strike="noStrike" kern="1200" dirty="0">
              <a:effectLst/>
              <a:latin typeface="+mn-lt"/>
            </a:rPr>
            <a:t> </a:t>
          </a:r>
          <a:r>
            <a:rPr lang="en-SG" sz="2200" b="0" i="0" u="none" strike="noStrike" kern="1200" dirty="0" err="1">
              <a:effectLst/>
              <a:latin typeface="+mn-lt"/>
            </a:rPr>
            <a:t>pengetahuan</a:t>
          </a:r>
          <a:r>
            <a:rPr lang="en-SG" sz="2200" b="0" i="0" u="none" strike="noStrike" kern="1200" dirty="0">
              <a:effectLst/>
              <a:latin typeface="+mn-lt"/>
            </a:rPr>
            <a:t>, </a:t>
          </a:r>
          <a:r>
            <a:rPr lang="en-SG" sz="2200" b="0" i="0" u="none" strike="noStrike" kern="1200" dirty="0" err="1">
              <a:effectLst/>
              <a:latin typeface="+mn-lt"/>
            </a:rPr>
            <a:t>ilmu</a:t>
          </a:r>
          <a:r>
            <a:rPr lang="en-SG" sz="2200" b="0" i="0" u="none" strike="noStrike" kern="1200" dirty="0">
              <a:effectLst/>
              <a:latin typeface="+mn-lt"/>
            </a:rPr>
            <a:t> dan </a:t>
          </a:r>
          <a:r>
            <a:rPr lang="en-SG" sz="2200" b="0" i="0" u="none" strike="noStrike" kern="1200" dirty="0" err="1">
              <a:effectLst/>
              <a:latin typeface="+mn-lt"/>
            </a:rPr>
            <a:t>pengamalannya</a:t>
          </a:r>
          <a:r>
            <a:rPr lang="en-SG" sz="2200" b="0" i="0" u="none" strike="noStrike" kern="1200" dirty="0">
              <a:effectLst/>
              <a:latin typeface="+mn-lt"/>
            </a:rPr>
            <a:t>. </a:t>
          </a:r>
          <a:r>
            <a:rPr lang="en-SG" sz="2200" b="0" i="0" u="none" strike="noStrike" kern="1200" dirty="0" err="1">
              <a:effectLst/>
              <a:latin typeface="+mn-lt"/>
            </a:rPr>
            <a:t>Mereka</a:t>
          </a:r>
          <a:r>
            <a:rPr lang="en-SG" sz="2200" b="0" i="0" u="none" strike="noStrike" kern="1200" dirty="0">
              <a:effectLst/>
              <a:latin typeface="+mn-lt"/>
            </a:rPr>
            <a:t> </a:t>
          </a:r>
          <a:r>
            <a:rPr lang="en-SG" sz="2200" b="0" i="0" u="none" strike="noStrike" kern="1200" dirty="0" err="1">
              <a:effectLst/>
              <a:latin typeface="+mn-lt"/>
            </a:rPr>
            <a:t>bisa</a:t>
          </a:r>
          <a:r>
            <a:rPr lang="en-SG" sz="2200" b="0" i="0" u="none" strike="noStrike" kern="1200" dirty="0">
              <a:effectLst/>
              <a:latin typeface="+mn-lt"/>
            </a:rPr>
            <a:t> </a:t>
          </a:r>
          <a:r>
            <a:rPr lang="en-SG" sz="2200" b="0" i="0" u="none" strike="noStrike" kern="1200" dirty="0" err="1">
              <a:effectLst/>
              <a:latin typeface="+mn-lt"/>
            </a:rPr>
            <a:t>berasal</a:t>
          </a:r>
          <a:r>
            <a:rPr lang="en-SG" sz="2200" b="0" i="0" u="none" strike="noStrike" kern="1200" dirty="0">
              <a:effectLst/>
              <a:latin typeface="+mn-lt"/>
            </a:rPr>
            <a:t> </a:t>
          </a:r>
          <a:r>
            <a:rPr lang="en-SG" sz="2200" b="0" i="0" u="none" strike="noStrike" kern="1200" dirty="0" err="1">
              <a:effectLst/>
              <a:latin typeface="+mn-lt"/>
            </a:rPr>
            <a:t>dari</a:t>
          </a:r>
          <a:r>
            <a:rPr lang="en-SG" sz="2200" b="0" i="0" u="none" strike="noStrike" kern="1200" dirty="0">
              <a:effectLst/>
              <a:latin typeface="+mn-lt"/>
            </a:rPr>
            <a:t> orang yang </a:t>
          </a:r>
          <a:r>
            <a:rPr lang="en-SG" sz="2200" b="0" i="0" u="none" strike="noStrike" kern="1200" dirty="0" err="1">
              <a:effectLst/>
              <a:latin typeface="+mn-lt"/>
            </a:rPr>
            <a:t>beragama</a:t>
          </a:r>
          <a:r>
            <a:rPr lang="en-SG" sz="2200" b="0" i="0" u="none" strike="noStrike" kern="1200" dirty="0">
              <a:effectLst/>
              <a:latin typeface="+mn-lt"/>
            </a:rPr>
            <a:t> </a:t>
          </a:r>
          <a:r>
            <a:rPr lang="en-SG" sz="2200" b="0" i="0" u="none" strike="noStrike" kern="1200" dirty="0" err="1">
              <a:effectLst/>
              <a:latin typeface="+mn-lt"/>
            </a:rPr>
            <a:t>secara</a:t>
          </a:r>
          <a:r>
            <a:rPr lang="en-SG" sz="2200" b="0" i="0" u="none" strike="noStrike" kern="1200" dirty="0">
              <a:effectLst/>
              <a:latin typeface="+mn-lt"/>
            </a:rPr>
            <a:t> </a:t>
          </a:r>
          <a:r>
            <a:rPr lang="en-SG" sz="2200" b="0" i="0" u="none" strike="noStrike" kern="1200" dirty="0" err="1">
              <a:effectLst/>
              <a:latin typeface="+mn-lt"/>
            </a:rPr>
            <a:t>tradisional</a:t>
          </a:r>
          <a:r>
            <a:rPr lang="en-SG" sz="2200" b="0" i="0" u="none" strike="noStrike" kern="1200" dirty="0">
              <a:effectLst/>
              <a:latin typeface="+mn-lt"/>
            </a:rPr>
            <a:t> </a:t>
          </a:r>
          <a:r>
            <a:rPr lang="en-SG" sz="2200" b="0" i="0" u="none" strike="noStrike" kern="1200" dirty="0" err="1">
              <a:effectLst/>
              <a:latin typeface="+mn-lt"/>
            </a:rPr>
            <a:t>atau</a:t>
          </a:r>
          <a:r>
            <a:rPr lang="en-SG" sz="2200" b="0" i="0" u="none" strike="noStrike" kern="1200" dirty="0">
              <a:effectLst/>
              <a:latin typeface="+mn-lt"/>
            </a:rPr>
            <a:t> formal, </a:t>
          </a:r>
          <a:r>
            <a:rPr lang="en-SG" sz="2200" b="0" i="0" u="none" strike="noStrike" kern="1200" dirty="0" err="1">
              <a:effectLst/>
              <a:latin typeface="+mn-lt"/>
            </a:rPr>
            <a:t>bahkan</a:t>
          </a:r>
          <a:r>
            <a:rPr lang="en-SG" sz="2200" b="0" i="0" u="none" strike="noStrike" kern="1200" dirty="0">
              <a:effectLst/>
              <a:latin typeface="+mn-lt"/>
            </a:rPr>
            <a:t> orang </a:t>
          </a:r>
          <a:r>
            <a:rPr lang="en-SG" sz="2200" b="0" i="0" u="none" strike="noStrike" kern="1200" dirty="0" err="1">
              <a:effectLst/>
              <a:latin typeface="+mn-lt"/>
            </a:rPr>
            <a:t>tidak</a:t>
          </a:r>
          <a:r>
            <a:rPr lang="en-SG" sz="2200" b="0" i="0" u="none" strike="noStrike" kern="1200" dirty="0">
              <a:effectLst/>
              <a:latin typeface="+mn-lt"/>
            </a:rPr>
            <a:t> </a:t>
          </a:r>
          <a:r>
            <a:rPr lang="en-SG" sz="2200" b="0" i="0" u="none" strike="noStrike" kern="1200" dirty="0" err="1">
              <a:effectLst/>
              <a:latin typeface="+mn-lt"/>
            </a:rPr>
            <a:t>beragama</a:t>
          </a:r>
          <a:r>
            <a:rPr lang="en-SG" sz="2200" b="0" i="0" u="none" strike="noStrike" kern="1200" dirty="0">
              <a:effectLst/>
              <a:latin typeface="+mn-lt"/>
            </a:rPr>
            <a:t> </a:t>
          </a:r>
          <a:r>
            <a:rPr lang="en-SG" sz="2200" b="0" i="0" u="none" strike="noStrike" kern="1200" dirty="0" err="1">
              <a:effectLst/>
              <a:latin typeface="+mn-lt"/>
            </a:rPr>
            <a:t>sekalipun</a:t>
          </a:r>
          <a:r>
            <a:rPr lang="en-SG" sz="2200" b="0" i="0" u="none" strike="noStrike" kern="1200" dirty="0">
              <a:effectLst/>
              <a:latin typeface="+mn-lt"/>
            </a:rPr>
            <a:t>.</a:t>
          </a:r>
          <a:endParaRPr lang="en-US" sz="2200" kern="1200" dirty="0">
            <a:latin typeface="+mn-lt"/>
          </a:endParaRPr>
        </a:p>
      </dsp:txBody>
      <dsp:txXfrm>
        <a:off x="0" y="414706"/>
        <a:ext cx="9511552" cy="2293200"/>
      </dsp:txXfrm>
    </dsp:sp>
    <dsp:sp modelId="{57FB279D-B0AB-4DCC-A796-3201919EC833}">
      <dsp:nvSpPr>
        <dsp:cNvPr id="0" name=""/>
        <dsp:cNvSpPr/>
      </dsp:nvSpPr>
      <dsp:spPr>
        <a:xfrm>
          <a:off x="475577" y="1426"/>
          <a:ext cx="6658086" cy="826560"/>
        </a:xfrm>
        <a:prstGeom prst="roundRect">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1660" tIns="0" rIns="251660" bIns="0" numCol="1" spcCol="1270" anchor="ctr" anchorCtr="0">
          <a:noAutofit/>
        </a:bodyPr>
        <a:lstStyle/>
        <a:p>
          <a:pPr marL="0" lvl="0" indent="0" algn="l" defTabSz="977900">
            <a:lnSpc>
              <a:spcPct val="90000"/>
            </a:lnSpc>
            <a:spcBef>
              <a:spcPct val="0"/>
            </a:spcBef>
            <a:spcAft>
              <a:spcPct val="35000"/>
            </a:spcAft>
            <a:buNone/>
          </a:pPr>
          <a:r>
            <a:rPr lang="en-SG" sz="2200" b="1" i="0" u="none" strike="noStrike" kern="1200">
              <a:effectLst/>
              <a:latin typeface="+mn-lt"/>
            </a:rPr>
            <a:t>Rasional</a:t>
          </a:r>
          <a:endParaRPr lang="en-US" sz="2200" kern="1200" dirty="0">
            <a:latin typeface="+mn-lt"/>
          </a:endParaRPr>
        </a:p>
      </dsp:txBody>
      <dsp:txXfrm>
        <a:off x="515926" y="41775"/>
        <a:ext cx="6577388" cy="74586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A16E8C-16D3-46E6-A46A-7146A84B8B57}">
      <dsp:nvSpPr>
        <dsp:cNvPr id="0" name=""/>
        <dsp:cNvSpPr/>
      </dsp:nvSpPr>
      <dsp:spPr>
        <a:xfrm>
          <a:off x="0" y="413700"/>
          <a:ext cx="9914964" cy="3263400"/>
        </a:xfrm>
        <a:prstGeom prst="rect">
          <a:avLst/>
        </a:prstGeom>
        <a:solidFill>
          <a:schemeClr val="lt1">
            <a:alpha val="90000"/>
            <a:hueOff val="0"/>
            <a:satOff val="0"/>
            <a:lumOff val="0"/>
            <a:alphaOff val="0"/>
          </a:schemeClr>
        </a:solidFill>
        <a:ln w="12700" cap="flat" cmpd="sng" algn="ctr">
          <a:solidFill>
            <a:schemeClr val="accent2">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511" tIns="583184" rIns="769511" bIns="156464" numCol="1" spcCol="1270" anchor="t" anchorCtr="0">
          <a:noAutofit/>
        </a:bodyPr>
        <a:lstStyle/>
        <a:p>
          <a:pPr marL="228600" lvl="1" indent="-228600" algn="just" defTabSz="977900">
            <a:lnSpc>
              <a:spcPct val="90000"/>
            </a:lnSpc>
            <a:spcBef>
              <a:spcPct val="0"/>
            </a:spcBef>
            <a:spcAft>
              <a:spcPct val="15000"/>
            </a:spcAft>
            <a:buFont typeface="Wingdings" panose="05000000000000000000" pitchFamily="2" charset="2"/>
            <a:buChar char="v"/>
          </a:pPr>
          <a:r>
            <a:rPr lang="en-SG" sz="2200" b="0" i="0" u="none" strike="noStrike" kern="1200">
              <a:effectLst/>
              <a:latin typeface="+mn-lt"/>
            </a:rPr>
            <a:t>Yaitu cara beragama berdasarkan penggunaan akal dan hati (perasaan) di bawah wahyu. Untuk itu mereka selalu berusaha memahami dan menghayati ajaran agamanya dengan ilmu, pengamalan dan penyebaran (dakwah). Mereka selalu mencari ilmu dulu kepada orang yang dianggap ahlinya dalam ilmu agama yang memegang teguh ajaran asli yang dibawa oleh utusan dari Sesembahannya semisal Nabi atau Rasul sebelum mereka mengamalkan, mendakwahkan dan bersabar (berpegang teguh) dengan itu semua.</a:t>
          </a:r>
          <a:endParaRPr lang="en-US" sz="2200" kern="1200" dirty="0">
            <a:latin typeface="+mn-lt"/>
          </a:endParaRPr>
        </a:p>
      </dsp:txBody>
      <dsp:txXfrm>
        <a:off x="0" y="413700"/>
        <a:ext cx="9914964" cy="3263400"/>
      </dsp:txXfrm>
    </dsp:sp>
    <dsp:sp modelId="{D447A6EF-1794-4605-BC9F-1C5199B591B7}">
      <dsp:nvSpPr>
        <dsp:cNvPr id="0" name=""/>
        <dsp:cNvSpPr/>
      </dsp:nvSpPr>
      <dsp:spPr>
        <a:xfrm>
          <a:off x="495748" y="420"/>
          <a:ext cx="6940474" cy="826560"/>
        </a:xfrm>
        <a:prstGeom prst="roundRect">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333" tIns="0" rIns="262333" bIns="0" numCol="1" spcCol="1270" anchor="ctr" anchorCtr="0">
          <a:noAutofit/>
        </a:bodyPr>
        <a:lstStyle/>
        <a:p>
          <a:pPr marL="0" lvl="0" indent="0" algn="l" defTabSz="977900">
            <a:lnSpc>
              <a:spcPct val="90000"/>
            </a:lnSpc>
            <a:spcBef>
              <a:spcPct val="0"/>
            </a:spcBef>
            <a:spcAft>
              <a:spcPct val="35000"/>
            </a:spcAft>
            <a:buNone/>
          </a:pPr>
          <a:r>
            <a:rPr lang="en-SG" sz="2200" b="1" i="0" u="none" strike="noStrike" kern="1200">
              <a:effectLst/>
              <a:latin typeface="+mn-lt"/>
            </a:rPr>
            <a:t>Metode Pendahulu</a:t>
          </a:r>
          <a:endParaRPr lang="en-US" sz="2200" kern="1200" dirty="0">
            <a:latin typeface="+mn-lt"/>
          </a:endParaRPr>
        </a:p>
      </dsp:txBody>
      <dsp:txXfrm>
        <a:off x="536097" y="40769"/>
        <a:ext cx="6859776" cy="74586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6C0D2D-2EB2-49C1-BED7-F452AE259E13}" type="datetimeFigureOut">
              <a:rPr lang="id-ID" smtClean="0"/>
              <a:t>18/10/2023</a:t>
            </a:fld>
            <a:endParaRPr lang="id-ID"/>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BC18CE-5D54-4E89-913F-6A85CB451F64}" type="slidenum">
              <a:rPr lang="id-ID" smtClean="0"/>
              <a:t>‹#›</a:t>
            </a:fld>
            <a:endParaRPr lang="id-ID"/>
          </a:p>
        </p:txBody>
      </p:sp>
    </p:spTree>
    <p:extLst>
      <p:ext uri="{BB962C8B-B14F-4D97-AF65-F5344CB8AC3E}">
        <p14:creationId xmlns:p14="http://schemas.microsoft.com/office/powerpoint/2010/main" val="1452750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2EC0E-B54A-4757-90C4-7372932CCB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4BA9AD3A-6F1F-4452-A6D5-75775264F8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76B30A2F-CBEC-478C-BF3B-5C1C8E149927}"/>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5" name="Footer Placeholder 4">
            <a:extLst>
              <a:ext uri="{FF2B5EF4-FFF2-40B4-BE49-F238E27FC236}">
                <a16:creationId xmlns:a16="http://schemas.microsoft.com/office/drawing/2014/main" id="{AC576EAF-BE71-4C3B-8B51-D4E293C8F07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B49BB96-5449-4130-B96E-450F18C577FC}"/>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3182040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1D603-B48B-4D51-B53C-42277C035BF9}"/>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78CA1A1E-015F-4B43-8BC0-E5D3BD269B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EFC4540-1B76-4BCF-99BE-B2A4D87D60FA}"/>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5" name="Footer Placeholder 4">
            <a:extLst>
              <a:ext uri="{FF2B5EF4-FFF2-40B4-BE49-F238E27FC236}">
                <a16:creationId xmlns:a16="http://schemas.microsoft.com/office/drawing/2014/main" id="{1CEB4293-0CA6-49C4-86BE-CB98879BDBF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3714F8C-1643-4897-849C-842379110D62}"/>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836861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5662-4128-4CF6-B6BF-C7462F15B4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1DBFAA2A-5B12-4460-982E-C4A0DA85D7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E4750D-CD99-46F0-8516-CFA7E291ABF2}"/>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5" name="Footer Placeholder 4">
            <a:extLst>
              <a:ext uri="{FF2B5EF4-FFF2-40B4-BE49-F238E27FC236}">
                <a16:creationId xmlns:a16="http://schemas.microsoft.com/office/drawing/2014/main" id="{0B88FE43-FE13-479E-8DC8-9D0614BAB75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605134C-D41D-4C0E-BA40-D93FA771CAC4}"/>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2846977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774D-E817-423D-B6B9-A6CCD9F40695}"/>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7C13361-0CCF-4E75-ACBA-2DF897F7A3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84BEBA29-35AF-40BF-9A07-09051ACAC3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13A18D48-5215-4E34-BEA9-D54296715904}"/>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6" name="Footer Placeholder 5">
            <a:extLst>
              <a:ext uri="{FF2B5EF4-FFF2-40B4-BE49-F238E27FC236}">
                <a16:creationId xmlns:a16="http://schemas.microsoft.com/office/drawing/2014/main" id="{5538976C-76FA-4349-8FF0-EA7038C0EEDE}"/>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2B0E55C9-AF73-4795-A92A-7A75AFDB50E5}"/>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1495034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51469-E3CB-4E17-B117-2D5E32465CD8}"/>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0D31211-4F33-4AA0-9EB9-94F8189E50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12B0D1-4FEE-4F12-85CF-930D9A6744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2770B2A6-975D-4720-971D-3438C838DA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9C17BE-CD29-4269-9A5E-D263264E4F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4DFA7450-7AEA-4FD7-A19B-38EE6E6B56FD}"/>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8" name="Footer Placeholder 7">
            <a:extLst>
              <a:ext uri="{FF2B5EF4-FFF2-40B4-BE49-F238E27FC236}">
                <a16:creationId xmlns:a16="http://schemas.microsoft.com/office/drawing/2014/main" id="{01CAC590-6406-48B1-8044-9ADC28CCE9A4}"/>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4ABCCAC4-CBDB-4FF3-B8A0-41CFF7724007}"/>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2841380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8E9DF-EE32-4560-91CD-40FC0C771B89}"/>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D21E6B15-664E-470F-A5A9-FB7646521A0E}"/>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4" name="Footer Placeholder 3">
            <a:extLst>
              <a:ext uri="{FF2B5EF4-FFF2-40B4-BE49-F238E27FC236}">
                <a16:creationId xmlns:a16="http://schemas.microsoft.com/office/drawing/2014/main" id="{0B3F3F62-75A9-4B10-B937-E23323174CEE}"/>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9B1907F2-2F76-4855-A3DB-887452CDDE84}"/>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1018145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76255C-049F-4A73-96A8-33118209784D}"/>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3" name="Footer Placeholder 2">
            <a:extLst>
              <a:ext uri="{FF2B5EF4-FFF2-40B4-BE49-F238E27FC236}">
                <a16:creationId xmlns:a16="http://schemas.microsoft.com/office/drawing/2014/main" id="{A5A75076-AF27-4CDA-96E5-A84EBF112A91}"/>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91F9AFC5-D9B0-487B-AA9D-853C4C8D3D7D}"/>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2820748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4152B-0CA5-4CD5-8F0A-78246D7E72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C9994CF2-A46A-40C6-9834-594343A8B2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6CA4DB8F-EA01-418B-9D1B-4C29395D23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2A462-739E-4636-927F-803C5EF67684}"/>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6" name="Footer Placeholder 5">
            <a:extLst>
              <a:ext uri="{FF2B5EF4-FFF2-40B4-BE49-F238E27FC236}">
                <a16:creationId xmlns:a16="http://schemas.microsoft.com/office/drawing/2014/main" id="{2FE59B3E-03B6-4C7A-BD1D-DC3375516CC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53D13F6-0AA8-4B08-A97C-CD37608A69C1}"/>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1582031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0CCE7-904D-4B40-A7B5-B4C571AEC2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306BC17C-66AB-4464-8858-22EA3AE725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3066F997-37A1-4DC8-B752-3D9C17AEE1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92BAC1-E0FC-4BC7-8EB8-DEB5B532A991}"/>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6" name="Footer Placeholder 5">
            <a:extLst>
              <a:ext uri="{FF2B5EF4-FFF2-40B4-BE49-F238E27FC236}">
                <a16:creationId xmlns:a16="http://schemas.microsoft.com/office/drawing/2014/main" id="{32A43450-F49A-48DC-AC5D-1FFB17F13F38}"/>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B889349-023B-4471-BFEE-16073CB2477E}"/>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2749900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11BD-511A-4E25-B3DA-6451194FBE09}"/>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BF8A8543-2E01-4286-B144-CB03531EAE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A9DDC02-77FC-4320-95B6-C2191A25AAF9}"/>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5" name="Footer Placeholder 4">
            <a:extLst>
              <a:ext uri="{FF2B5EF4-FFF2-40B4-BE49-F238E27FC236}">
                <a16:creationId xmlns:a16="http://schemas.microsoft.com/office/drawing/2014/main" id="{64EAEF0B-DFCE-444E-BCE8-CA309D163CD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7031F82-749B-4E27-81E5-C104152CAF0B}"/>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4092987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1D189E-4AB7-4959-93BD-EB8425E8D2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EBB47F0F-9537-425D-AC1B-C748D18E91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EE30B35-6476-4895-B917-97E026CB8246}"/>
              </a:ext>
            </a:extLst>
          </p:cNvPr>
          <p:cNvSpPr>
            <a:spLocks noGrp="1"/>
          </p:cNvSpPr>
          <p:nvPr>
            <p:ph type="dt" sz="half" idx="10"/>
          </p:nvPr>
        </p:nvSpPr>
        <p:spPr/>
        <p:txBody>
          <a:bodyPr/>
          <a:lstStyle/>
          <a:p>
            <a:fld id="{034952B0-BC14-4D46-8DFA-CCD43AD5AF56}" type="datetimeFigureOut">
              <a:rPr lang="en-ID" smtClean="0"/>
              <a:t>18/10/2023</a:t>
            </a:fld>
            <a:endParaRPr lang="en-ID"/>
          </a:p>
        </p:txBody>
      </p:sp>
      <p:sp>
        <p:nvSpPr>
          <p:cNvPr id="5" name="Footer Placeholder 4">
            <a:extLst>
              <a:ext uri="{FF2B5EF4-FFF2-40B4-BE49-F238E27FC236}">
                <a16:creationId xmlns:a16="http://schemas.microsoft.com/office/drawing/2014/main" id="{375FDD39-0BB2-4CFD-B7A5-90C56FB728A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2612572-5C14-4625-A3EC-90B54DFEEAF1}"/>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1542839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C9E4F6-9E03-4C0A-9D3E-96394B4E9F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6533FEEA-59E3-4848-AB4F-481FAFA7CA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1CB40B19-C227-4017-9D8C-535BFA7D31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4952B0-BC14-4D46-8DFA-CCD43AD5AF56}" type="datetimeFigureOut">
              <a:rPr lang="en-ID" smtClean="0"/>
              <a:t>18/10/2023</a:t>
            </a:fld>
            <a:endParaRPr lang="en-ID"/>
          </a:p>
        </p:txBody>
      </p:sp>
      <p:sp>
        <p:nvSpPr>
          <p:cNvPr id="5" name="Footer Placeholder 4">
            <a:extLst>
              <a:ext uri="{FF2B5EF4-FFF2-40B4-BE49-F238E27FC236}">
                <a16:creationId xmlns:a16="http://schemas.microsoft.com/office/drawing/2014/main" id="{BB639005-3B4A-4274-820E-DC2B43CAB4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059879D8-F57B-4FCE-B137-91492800F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7BFEBF-9308-49D9-9E96-5E7A6CDA27E2}" type="slidenum">
              <a:rPr lang="en-ID" smtClean="0"/>
              <a:t>‹#›</a:t>
            </a:fld>
            <a:endParaRPr lang="en-ID"/>
          </a:p>
        </p:txBody>
      </p:sp>
    </p:spTree>
    <p:extLst>
      <p:ext uri="{BB962C8B-B14F-4D97-AF65-F5344CB8AC3E}">
        <p14:creationId xmlns:p14="http://schemas.microsoft.com/office/powerpoint/2010/main" val="16407113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3.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16A84-E56A-4C5D-986B-43B6981686F4}"/>
              </a:ext>
            </a:extLst>
          </p:cNvPr>
          <p:cNvSpPr>
            <a:spLocks noGrp="1"/>
          </p:cNvSpPr>
          <p:nvPr>
            <p:ph type="ctrTitle"/>
          </p:nvPr>
        </p:nvSpPr>
        <p:spPr>
          <a:xfrm>
            <a:off x="3690935" y="2235200"/>
            <a:ext cx="7745691" cy="2387600"/>
          </a:xfrm>
        </p:spPr>
        <p:txBody>
          <a:bodyPr>
            <a:noAutofit/>
          </a:bodyPr>
          <a:lstStyle/>
          <a:p>
            <a:pPr lvl="0" algn="r">
              <a:lnSpc>
                <a:spcPct val="100000"/>
              </a:lnSpc>
              <a:spcBef>
                <a:spcPts val="1000"/>
              </a:spcBef>
              <a:spcAft>
                <a:spcPts val="1200"/>
              </a:spcAft>
              <a:defRPr/>
            </a:pPr>
            <a:r>
              <a:rPr lang="en-US" sz="4400" b="1" dirty="0" err="1">
                <a:solidFill>
                  <a:prstClr val="black"/>
                </a:solidFill>
                <a:latin typeface="Montserrat" panose="02000505000000020004" pitchFamily="2" charset="0"/>
                <a:cs typeface="Arial" panose="020B0604020202020204" pitchFamily="34" charset="0"/>
              </a:rPr>
              <a:t>Prinsip</a:t>
            </a:r>
            <a:r>
              <a:rPr lang="en-US" sz="4400" b="1" dirty="0">
                <a:solidFill>
                  <a:prstClr val="black"/>
                </a:solidFill>
                <a:latin typeface="Montserrat" panose="02000505000000020004" pitchFamily="2" charset="0"/>
                <a:cs typeface="Arial" panose="020B0604020202020204" pitchFamily="34" charset="0"/>
              </a:rPr>
              <a:t> </a:t>
            </a:r>
            <a:r>
              <a:rPr lang="en-US" sz="4400" b="1" dirty="0" err="1">
                <a:solidFill>
                  <a:prstClr val="black"/>
                </a:solidFill>
                <a:latin typeface="Montserrat" panose="02000505000000020004" pitchFamily="2" charset="0"/>
                <a:cs typeface="Arial" panose="020B0604020202020204" pitchFamily="34" charset="0"/>
              </a:rPr>
              <a:t>Kaidah</a:t>
            </a:r>
            <a:r>
              <a:rPr lang="en-US" sz="4400" b="1" dirty="0">
                <a:solidFill>
                  <a:prstClr val="black"/>
                </a:solidFill>
                <a:latin typeface="Montserrat" panose="02000505000000020004" pitchFamily="2" charset="0"/>
                <a:cs typeface="Arial" panose="020B0604020202020204" pitchFamily="34" charset="0"/>
              </a:rPr>
              <a:t> agama</a:t>
            </a:r>
            <a:br>
              <a:rPr lang="id-ID" sz="4400" b="1" dirty="0">
                <a:solidFill>
                  <a:prstClr val="black"/>
                </a:solidFill>
                <a:latin typeface="Montserrat" panose="02000505000000020004" pitchFamily="2" charset="0"/>
                <a:cs typeface="Arial" panose="020B0604020202020204" pitchFamily="34" charset="0"/>
              </a:rPr>
            </a:br>
            <a:r>
              <a:rPr lang="en-US" sz="2800" b="1" dirty="0" err="1">
                <a:solidFill>
                  <a:prstClr val="black"/>
                </a:solidFill>
                <a:latin typeface="Montserrat" panose="02000505000000020004" pitchFamily="2" charset="0"/>
                <a:cs typeface="Arial" panose="020B0604020202020204" pitchFamily="34" charset="0"/>
              </a:rPr>
              <a:t>Pertemuan</a:t>
            </a:r>
            <a:r>
              <a:rPr lang="en-US" sz="2800" b="1" dirty="0">
                <a:solidFill>
                  <a:prstClr val="black"/>
                </a:solidFill>
                <a:latin typeface="Montserrat" panose="02000505000000020004" pitchFamily="2" charset="0"/>
                <a:cs typeface="Arial" panose="020B0604020202020204" pitchFamily="34" charset="0"/>
              </a:rPr>
              <a:t> #1</a:t>
            </a:r>
            <a:br>
              <a:rPr lang="id-ID" sz="4400" b="1" dirty="0">
                <a:solidFill>
                  <a:prstClr val="black"/>
                </a:solidFill>
                <a:latin typeface="Montserrat" panose="02000505000000020004" pitchFamily="2" charset="0"/>
                <a:cs typeface="Arial" panose="020B0604020202020204" pitchFamily="34" charset="0"/>
              </a:rPr>
            </a:br>
            <a:r>
              <a:rPr lang="id-ID" sz="3200" dirty="0">
                <a:solidFill>
                  <a:prstClr val="black"/>
                </a:solidFill>
                <a:latin typeface="Montserrat" panose="02000505000000020004" pitchFamily="2" charset="0"/>
                <a:cs typeface="Arial" panose="020B0604020202020204" pitchFamily="34" charset="0"/>
              </a:rPr>
              <a:t>TIM Dosen MKDU Agama</a:t>
            </a:r>
            <a:br>
              <a:rPr lang="id-ID" sz="4400" b="1" dirty="0">
                <a:solidFill>
                  <a:prstClr val="black"/>
                </a:solidFill>
                <a:latin typeface="Montserrat" panose="02000505000000020004" pitchFamily="2" charset="0"/>
                <a:cs typeface="Arial" panose="020B0604020202020204" pitchFamily="34" charset="0"/>
              </a:rPr>
            </a:br>
            <a:endParaRPr lang="en-ID" sz="3600" dirty="0">
              <a:latin typeface="Montserrat" panose="02000505000000020004" pitchFamily="2" charset="0"/>
            </a:endParaRPr>
          </a:p>
        </p:txBody>
      </p:sp>
    </p:spTree>
    <p:extLst>
      <p:ext uri="{BB962C8B-B14F-4D97-AF65-F5344CB8AC3E}">
        <p14:creationId xmlns:p14="http://schemas.microsoft.com/office/powerpoint/2010/main" val="3306976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060-AFE5-0B3A-CE36-F8B2C03EE572}"/>
              </a:ext>
            </a:extLst>
          </p:cNvPr>
          <p:cNvSpPr>
            <a:spLocks noGrp="1"/>
          </p:cNvSpPr>
          <p:nvPr>
            <p:ph type="title"/>
          </p:nvPr>
        </p:nvSpPr>
        <p:spPr>
          <a:xfrm>
            <a:off x="2805953" y="1877826"/>
            <a:ext cx="6580094" cy="693738"/>
          </a:xfrm>
          <a:solidFill>
            <a:srgbClr val="FFC000"/>
          </a:solidFill>
        </p:spPr>
        <p:style>
          <a:lnRef idx="2">
            <a:schemeClr val="dk1"/>
          </a:lnRef>
          <a:fillRef idx="1">
            <a:schemeClr val="lt1"/>
          </a:fillRef>
          <a:effectRef idx="0">
            <a:schemeClr val="dk1"/>
          </a:effectRef>
          <a:fontRef idx="minor">
            <a:schemeClr val="dk1"/>
          </a:fontRef>
        </p:style>
        <p:txBody>
          <a:bodyPr>
            <a:normAutofit/>
          </a:bodyPr>
          <a:lstStyle/>
          <a:p>
            <a:pPr algn="ctr"/>
            <a:r>
              <a:rPr lang="en-US" sz="3200" b="1" dirty="0" err="1">
                <a:latin typeface="+mn-lt"/>
              </a:rPr>
              <a:t>Kemampuan</a:t>
            </a:r>
            <a:r>
              <a:rPr lang="en-US" sz="3200" b="1" dirty="0">
                <a:latin typeface="+mn-lt"/>
              </a:rPr>
              <a:t> Akhir yang </a:t>
            </a:r>
            <a:r>
              <a:rPr lang="en-US" sz="3200" b="1" dirty="0" err="1">
                <a:latin typeface="+mn-lt"/>
              </a:rPr>
              <a:t>Diharapkan</a:t>
            </a:r>
            <a:endParaRPr lang="en-US" sz="3200" b="1" dirty="0">
              <a:latin typeface="+mn-lt"/>
            </a:endParaRPr>
          </a:p>
        </p:txBody>
      </p:sp>
      <p:sp>
        <p:nvSpPr>
          <p:cNvPr id="3" name="Content Placeholder 2">
            <a:extLst>
              <a:ext uri="{FF2B5EF4-FFF2-40B4-BE49-F238E27FC236}">
                <a16:creationId xmlns:a16="http://schemas.microsoft.com/office/drawing/2014/main" id="{A4F0C457-6FA3-B0A1-5297-B82A23AA8822}"/>
              </a:ext>
            </a:extLst>
          </p:cNvPr>
          <p:cNvSpPr>
            <a:spLocks noGrp="1"/>
          </p:cNvSpPr>
          <p:nvPr>
            <p:ph idx="1"/>
          </p:nvPr>
        </p:nvSpPr>
        <p:spPr>
          <a:xfrm>
            <a:off x="1766047" y="3183778"/>
            <a:ext cx="8884024" cy="1885763"/>
          </a:xfrm>
        </p:spPr>
        <p:style>
          <a:lnRef idx="2">
            <a:schemeClr val="dk1"/>
          </a:lnRef>
          <a:fillRef idx="1">
            <a:schemeClr val="lt1"/>
          </a:fillRef>
          <a:effectRef idx="0">
            <a:schemeClr val="dk1"/>
          </a:effectRef>
          <a:fontRef idx="minor">
            <a:schemeClr val="dk1"/>
          </a:fontRef>
        </p:style>
        <p:txBody>
          <a:bodyPr/>
          <a:lstStyle/>
          <a:p>
            <a:pPr marL="514350" indent="-514350" algn="just" rtl="0" fontAlgn="base">
              <a:lnSpc>
                <a:spcPct val="100000"/>
              </a:lnSpc>
              <a:spcBef>
                <a:spcPts val="180"/>
              </a:spcBef>
              <a:spcAft>
                <a:spcPts val="0"/>
              </a:spcAft>
              <a:buFont typeface="+mj-lt"/>
              <a:buAutoNum type="arabicPeriod"/>
            </a:pPr>
            <a:r>
              <a:rPr lang="en-US" sz="2400" dirty="0" err="1"/>
              <a:t>Mendefinisikan</a:t>
            </a:r>
            <a:r>
              <a:rPr lang="en-US" sz="2400" dirty="0"/>
              <a:t> </a:t>
            </a:r>
            <a:r>
              <a:rPr lang="en-SG" sz="2400" b="0" i="0" u="none" strike="noStrike" dirty="0" err="1">
                <a:solidFill>
                  <a:srgbClr val="000000"/>
                </a:solidFill>
                <a:effectLst/>
              </a:rPr>
              <a:t>konsep</a:t>
            </a:r>
            <a:r>
              <a:rPr lang="en-SG" sz="2400" b="0" i="0" u="none" strike="noStrike" dirty="0">
                <a:solidFill>
                  <a:srgbClr val="000000"/>
                </a:solidFill>
                <a:effectLst/>
              </a:rPr>
              <a:t> </a:t>
            </a:r>
            <a:r>
              <a:rPr lang="en-SG" sz="2400" b="0" i="0" u="none" strike="noStrike" dirty="0" err="1">
                <a:solidFill>
                  <a:srgbClr val="000000"/>
                </a:solidFill>
                <a:effectLst/>
              </a:rPr>
              <a:t>Tuhan</a:t>
            </a:r>
            <a:r>
              <a:rPr lang="en-SG" sz="2400" b="0" i="0" u="none" strike="noStrike" dirty="0">
                <a:solidFill>
                  <a:srgbClr val="000000"/>
                </a:solidFill>
                <a:effectLst/>
              </a:rPr>
              <a:t> dan </a:t>
            </a:r>
            <a:r>
              <a:rPr lang="en-SG" sz="2400" b="0" i="0" u="none" strike="noStrike" dirty="0" err="1">
                <a:solidFill>
                  <a:srgbClr val="000000"/>
                </a:solidFill>
                <a:effectLst/>
              </a:rPr>
              <a:t>Ketuhanan</a:t>
            </a:r>
            <a:endParaRPr lang="en-SG" sz="2400" dirty="0">
              <a:solidFill>
                <a:srgbClr val="000000"/>
              </a:solidFill>
            </a:endParaRPr>
          </a:p>
          <a:p>
            <a:pPr marL="514350" indent="-514350" algn="just" rtl="0" fontAlgn="base">
              <a:lnSpc>
                <a:spcPct val="100000"/>
              </a:lnSpc>
              <a:spcBef>
                <a:spcPts val="180"/>
              </a:spcBef>
              <a:spcAft>
                <a:spcPts val="0"/>
              </a:spcAft>
              <a:buFont typeface="+mj-lt"/>
              <a:buAutoNum type="arabicPeriod"/>
            </a:pPr>
            <a:r>
              <a:rPr lang="en-SG" sz="2400" b="0" i="0" u="none" strike="noStrike" dirty="0" err="1">
                <a:solidFill>
                  <a:srgbClr val="000000"/>
                </a:solidFill>
                <a:effectLst/>
              </a:rPr>
              <a:t>Menjelaskan</a:t>
            </a:r>
            <a:r>
              <a:rPr lang="en-SG" sz="2400" b="0" i="0" u="none" strike="noStrike" dirty="0">
                <a:solidFill>
                  <a:srgbClr val="000000"/>
                </a:solidFill>
                <a:effectLst/>
              </a:rPr>
              <a:t> </a:t>
            </a:r>
            <a:r>
              <a:rPr lang="en-SG" sz="2400" b="0" i="0" u="none" strike="noStrike" dirty="0" err="1">
                <a:solidFill>
                  <a:srgbClr val="000000"/>
                </a:solidFill>
                <a:effectLst/>
              </a:rPr>
              <a:t>pandangan</a:t>
            </a:r>
            <a:r>
              <a:rPr lang="en-SG" sz="2400" b="0" i="0" u="none" strike="noStrike" dirty="0">
                <a:solidFill>
                  <a:srgbClr val="000000"/>
                </a:solidFill>
                <a:effectLst/>
              </a:rPr>
              <a:t> para </a:t>
            </a:r>
            <a:r>
              <a:rPr lang="en-SG" sz="2400" b="0" i="0" u="none" strike="noStrike" dirty="0" err="1">
                <a:solidFill>
                  <a:srgbClr val="000000"/>
                </a:solidFill>
                <a:effectLst/>
              </a:rPr>
              <a:t>filosuf</a:t>
            </a:r>
            <a:r>
              <a:rPr lang="en-SG" sz="2400" b="0" i="0" u="none" strike="noStrike" dirty="0">
                <a:solidFill>
                  <a:srgbClr val="000000"/>
                </a:solidFill>
                <a:effectLst/>
              </a:rPr>
              <a:t> </a:t>
            </a:r>
            <a:r>
              <a:rPr lang="en-SG" sz="2400" b="0" i="0" u="none" strike="noStrike" dirty="0" err="1">
                <a:solidFill>
                  <a:srgbClr val="000000"/>
                </a:solidFill>
                <a:effectLst/>
              </a:rPr>
              <a:t>mengenai</a:t>
            </a:r>
            <a:r>
              <a:rPr lang="en-SG" sz="2400" b="0" i="0" u="none" strike="noStrike" dirty="0">
                <a:solidFill>
                  <a:srgbClr val="000000"/>
                </a:solidFill>
                <a:effectLst/>
              </a:rPr>
              <a:t> </a:t>
            </a:r>
            <a:r>
              <a:rPr lang="en-SG" sz="2400" b="0" i="0" u="none" strike="noStrike" dirty="0" err="1">
                <a:solidFill>
                  <a:srgbClr val="000000"/>
                </a:solidFill>
                <a:effectLst/>
              </a:rPr>
              <a:t>konsep</a:t>
            </a:r>
            <a:r>
              <a:rPr lang="en-SG" sz="2400" b="0" i="0" u="none" strike="noStrike" dirty="0">
                <a:solidFill>
                  <a:srgbClr val="000000"/>
                </a:solidFill>
                <a:effectLst/>
              </a:rPr>
              <a:t> </a:t>
            </a:r>
            <a:r>
              <a:rPr lang="en-SG" sz="2400" b="0" i="0" u="none" strike="noStrike" dirty="0" err="1">
                <a:solidFill>
                  <a:srgbClr val="000000"/>
                </a:solidFill>
                <a:effectLst/>
              </a:rPr>
              <a:t>ketuhanan</a:t>
            </a:r>
            <a:endParaRPr lang="en-SG" sz="2400" dirty="0">
              <a:solidFill>
                <a:srgbClr val="000000"/>
              </a:solidFill>
            </a:endParaRPr>
          </a:p>
          <a:p>
            <a:pPr marL="514350" indent="-514350" algn="just" rtl="0" fontAlgn="base">
              <a:lnSpc>
                <a:spcPct val="100000"/>
              </a:lnSpc>
              <a:spcBef>
                <a:spcPts val="180"/>
              </a:spcBef>
              <a:spcAft>
                <a:spcPts val="0"/>
              </a:spcAft>
              <a:buFont typeface="+mj-lt"/>
              <a:buAutoNum type="arabicPeriod"/>
            </a:pPr>
            <a:r>
              <a:rPr lang="en-SG" sz="2400" b="0" i="0" u="none" strike="noStrike" dirty="0" err="1">
                <a:solidFill>
                  <a:srgbClr val="000000"/>
                </a:solidFill>
                <a:effectLst/>
              </a:rPr>
              <a:t>Memberikan</a:t>
            </a:r>
            <a:r>
              <a:rPr lang="en-SG" sz="2400" b="0" i="0" u="none" strike="noStrike" dirty="0">
                <a:solidFill>
                  <a:srgbClr val="000000"/>
                </a:solidFill>
                <a:effectLst/>
              </a:rPr>
              <a:t> </a:t>
            </a:r>
            <a:r>
              <a:rPr lang="en-SG" sz="2400" b="0" i="0" u="none" strike="noStrike" dirty="0" err="1">
                <a:solidFill>
                  <a:srgbClr val="000000"/>
                </a:solidFill>
                <a:effectLst/>
              </a:rPr>
              <a:t>contoh</a:t>
            </a:r>
            <a:r>
              <a:rPr lang="en-SG" sz="2400" b="0" i="0" u="none" strike="noStrike" dirty="0">
                <a:solidFill>
                  <a:srgbClr val="000000"/>
                </a:solidFill>
                <a:effectLst/>
              </a:rPr>
              <a:t> </a:t>
            </a:r>
            <a:r>
              <a:rPr lang="en-SG" sz="2400" b="0" i="0" u="none" strike="noStrike" dirty="0" err="1">
                <a:solidFill>
                  <a:srgbClr val="000000"/>
                </a:solidFill>
                <a:effectLst/>
              </a:rPr>
              <a:t>pembuktian</a:t>
            </a:r>
            <a:r>
              <a:rPr lang="en-SG" sz="2400" b="0" i="0" u="none" strike="noStrike" dirty="0">
                <a:solidFill>
                  <a:srgbClr val="000000"/>
                </a:solidFill>
                <a:effectLst/>
              </a:rPr>
              <a:t> </a:t>
            </a:r>
            <a:r>
              <a:rPr lang="en-SG" sz="2400" b="0" i="0" u="none" strike="noStrike" dirty="0" err="1">
                <a:solidFill>
                  <a:srgbClr val="000000"/>
                </a:solidFill>
                <a:effectLst/>
              </a:rPr>
              <a:t>adanya</a:t>
            </a:r>
            <a:r>
              <a:rPr lang="en-SG" sz="2400" b="0" i="0" u="none" strike="noStrike" dirty="0">
                <a:solidFill>
                  <a:srgbClr val="000000"/>
                </a:solidFill>
                <a:effectLst/>
              </a:rPr>
              <a:t> </a:t>
            </a:r>
            <a:r>
              <a:rPr lang="en-SG" sz="2400" b="0" i="0" u="none" strike="noStrike" dirty="0" err="1">
                <a:solidFill>
                  <a:srgbClr val="000000"/>
                </a:solidFill>
                <a:effectLst/>
              </a:rPr>
              <a:t>Tuhan</a:t>
            </a:r>
            <a:endParaRPr lang="en-SG" sz="2400" dirty="0">
              <a:solidFill>
                <a:srgbClr val="000000"/>
              </a:solidFill>
            </a:endParaRPr>
          </a:p>
          <a:p>
            <a:pPr marL="514350" indent="-514350" algn="just" rtl="0" fontAlgn="base">
              <a:lnSpc>
                <a:spcPct val="100000"/>
              </a:lnSpc>
              <a:spcBef>
                <a:spcPts val="180"/>
              </a:spcBef>
              <a:spcAft>
                <a:spcPts val="0"/>
              </a:spcAft>
              <a:buFont typeface="+mj-lt"/>
              <a:buAutoNum type="arabicPeriod"/>
            </a:pPr>
            <a:r>
              <a:rPr lang="en-SG" sz="2400" b="0" i="0" u="none" strike="noStrike" dirty="0" err="1">
                <a:solidFill>
                  <a:srgbClr val="000000"/>
                </a:solidFill>
                <a:effectLst/>
              </a:rPr>
              <a:t>Menjelaskan</a:t>
            </a:r>
            <a:r>
              <a:rPr lang="en-SG" sz="2400" b="0" i="0" u="none" strike="noStrike" dirty="0">
                <a:solidFill>
                  <a:srgbClr val="000000"/>
                </a:solidFill>
                <a:effectLst/>
              </a:rPr>
              <a:t> </a:t>
            </a:r>
            <a:r>
              <a:rPr lang="en-SG" sz="2400" b="0" i="0" u="none" strike="noStrike" dirty="0" err="1">
                <a:solidFill>
                  <a:srgbClr val="000000"/>
                </a:solidFill>
                <a:effectLst/>
              </a:rPr>
              <a:t>falsafah</a:t>
            </a:r>
            <a:r>
              <a:rPr lang="en-SG" sz="2400" b="0" i="0" u="none" strike="noStrike" dirty="0">
                <a:solidFill>
                  <a:srgbClr val="000000"/>
                </a:solidFill>
                <a:effectLst/>
              </a:rPr>
              <a:t> agama</a:t>
            </a:r>
          </a:p>
          <a:p>
            <a:pPr>
              <a:lnSpc>
                <a:spcPct val="100000"/>
              </a:lnSpc>
            </a:pPr>
            <a:endParaRPr lang="en-US" dirty="0"/>
          </a:p>
        </p:txBody>
      </p:sp>
    </p:spTree>
    <p:extLst>
      <p:ext uri="{BB962C8B-B14F-4D97-AF65-F5344CB8AC3E}">
        <p14:creationId xmlns:p14="http://schemas.microsoft.com/office/powerpoint/2010/main" val="1758047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0FBA735-232D-9091-74E3-F637367EB8BE}"/>
              </a:ext>
            </a:extLst>
          </p:cNvPr>
          <p:cNvSpPr>
            <a:spLocks noGrp="1"/>
          </p:cNvSpPr>
          <p:nvPr>
            <p:ph type="title"/>
          </p:nvPr>
        </p:nvSpPr>
        <p:spPr>
          <a:xfrm>
            <a:off x="4021354" y="760007"/>
            <a:ext cx="4149291" cy="703046"/>
          </a:xfrm>
          <a:solidFill>
            <a:srgbClr val="FFC000"/>
          </a:solidFill>
        </p:spPr>
        <p:style>
          <a:lnRef idx="2">
            <a:schemeClr val="dk1"/>
          </a:lnRef>
          <a:fillRef idx="1">
            <a:schemeClr val="lt1"/>
          </a:fillRef>
          <a:effectRef idx="0">
            <a:schemeClr val="dk1"/>
          </a:effectRef>
          <a:fontRef idx="minor">
            <a:schemeClr val="dk1"/>
          </a:fontRef>
        </p:style>
        <p:txBody>
          <a:bodyPr>
            <a:normAutofit/>
          </a:bodyPr>
          <a:lstStyle/>
          <a:p>
            <a:pPr algn="ctr"/>
            <a:r>
              <a:rPr lang="en-US" sz="3200" b="1" dirty="0" err="1">
                <a:latin typeface="+mn-lt"/>
              </a:rPr>
              <a:t>Prinsip</a:t>
            </a:r>
            <a:r>
              <a:rPr lang="en-US" sz="3200" b="1" dirty="0">
                <a:latin typeface="+mn-lt"/>
              </a:rPr>
              <a:t> </a:t>
            </a:r>
            <a:r>
              <a:rPr lang="en-US" sz="3200" b="1" dirty="0" err="1">
                <a:latin typeface="+mn-lt"/>
              </a:rPr>
              <a:t>kaidah</a:t>
            </a:r>
            <a:r>
              <a:rPr lang="en-US" sz="3200" b="1" dirty="0">
                <a:latin typeface="+mn-lt"/>
              </a:rPr>
              <a:t> agama</a:t>
            </a:r>
          </a:p>
        </p:txBody>
      </p:sp>
      <p:graphicFrame>
        <p:nvGraphicFramePr>
          <p:cNvPr id="2" name="Diagram 1">
            <a:extLst>
              <a:ext uri="{FF2B5EF4-FFF2-40B4-BE49-F238E27FC236}">
                <a16:creationId xmlns:a16="http://schemas.microsoft.com/office/drawing/2014/main" id="{66C65EA3-50A1-6895-51EE-A3B65D70B06D}"/>
              </a:ext>
            </a:extLst>
          </p:cNvPr>
          <p:cNvGraphicFramePr/>
          <p:nvPr>
            <p:extLst>
              <p:ext uri="{D42A27DB-BD31-4B8C-83A1-F6EECF244321}">
                <p14:modId xmlns:p14="http://schemas.microsoft.com/office/powerpoint/2010/main" val="341288043"/>
              </p:ext>
            </p:extLst>
          </p:nvPr>
        </p:nvGraphicFramePr>
        <p:xfrm>
          <a:off x="735106" y="1721224"/>
          <a:ext cx="10721788" cy="44171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2892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9F00E1DD-C272-527E-CC12-49E5D4F29F86}"/>
              </a:ext>
            </a:extLst>
          </p:cNvPr>
          <p:cNvGraphicFramePr/>
          <p:nvPr>
            <p:extLst>
              <p:ext uri="{D42A27DB-BD31-4B8C-83A1-F6EECF244321}">
                <p14:modId xmlns:p14="http://schemas.microsoft.com/office/powerpoint/2010/main" val="3269028327"/>
              </p:ext>
            </p:extLst>
          </p:nvPr>
        </p:nvGraphicFramePr>
        <p:xfrm>
          <a:off x="660400" y="1237130"/>
          <a:ext cx="10917518" cy="4867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6140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71213-2BD8-238D-5BEC-05840FBE7B39}"/>
              </a:ext>
            </a:extLst>
          </p:cNvPr>
          <p:cNvSpPr>
            <a:spLocks noGrp="1"/>
          </p:cNvSpPr>
          <p:nvPr>
            <p:ph type="title"/>
          </p:nvPr>
        </p:nvSpPr>
        <p:spPr>
          <a:xfrm>
            <a:off x="4371712" y="1167649"/>
            <a:ext cx="3656182" cy="713255"/>
          </a:xfrm>
          <a:solidFill>
            <a:srgbClr val="FFC000"/>
          </a:solidFill>
        </p:spPr>
        <p:style>
          <a:lnRef idx="2">
            <a:schemeClr val="dk1"/>
          </a:lnRef>
          <a:fillRef idx="1">
            <a:schemeClr val="lt1"/>
          </a:fillRef>
          <a:effectRef idx="0">
            <a:schemeClr val="dk1"/>
          </a:effectRef>
          <a:fontRef idx="minor">
            <a:schemeClr val="dk1"/>
          </a:fontRef>
        </p:style>
        <p:txBody>
          <a:bodyPr>
            <a:normAutofit/>
          </a:bodyPr>
          <a:lstStyle/>
          <a:p>
            <a:pPr algn="ctr"/>
            <a:r>
              <a:rPr lang="en-US" sz="3200" b="1" dirty="0" err="1">
                <a:latin typeface="+mn-lt"/>
              </a:rPr>
              <a:t>Filsafat</a:t>
            </a:r>
            <a:r>
              <a:rPr lang="en-US" sz="3200" b="1" dirty="0">
                <a:latin typeface="+mn-lt"/>
              </a:rPr>
              <a:t> </a:t>
            </a:r>
            <a:r>
              <a:rPr lang="en-US" sz="3200" b="1" dirty="0" err="1">
                <a:latin typeface="+mn-lt"/>
              </a:rPr>
              <a:t>Beragama</a:t>
            </a:r>
            <a:endParaRPr lang="en-US" sz="3200" b="1" dirty="0">
              <a:latin typeface="+mn-lt"/>
            </a:endParaRPr>
          </a:p>
        </p:txBody>
      </p:sp>
      <p:sp>
        <p:nvSpPr>
          <p:cNvPr id="3" name="Content Placeholder 2">
            <a:extLst>
              <a:ext uri="{FF2B5EF4-FFF2-40B4-BE49-F238E27FC236}">
                <a16:creationId xmlns:a16="http://schemas.microsoft.com/office/drawing/2014/main" id="{F0A6E1A5-4432-3F14-2D5C-B007873E22B9}"/>
              </a:ext>
            </a:extLst>
          </p:cNvPr>
          <p:cNvSpPr>
            <a:spLocks noGrp="1"/>
          </p:cNvSpPr>
          <p:nvPr>
            <p:ph idx="1"/>
          </p:nvPr>
        </p:nvSpPr>
        <p:spPr>
          <a:xfrm>
            <a:off x="2519791" y="2057400"/>
            <a:ext cx="7386918" cy="482972"/>
          </a:xfrm>
        </p:spPr>
        <p:txBody>
          <a:bodyPr>
            <a:noAutofit/>
          </a:bodyPr>
          <a:lstStyle/>
          <a:p>
            <a:pPr marL="0" indent="0" algn="ctr">
              <a:lnSpc>
                <a:spcPct val="150000"/>
              </a:lnSpc>
              <a:buNone/>
            </a:pPr>
            <a:r>
              <a:rPr lang="en-SG" sz="2200" b="1" i="0" u="none" strike="noStrike" dirty="0">
                <a:solidFill>
                  <a:srgbClr val="000000"/>
                </a:solidFill>
                <a:effectLst/>
              </a:rPr>
              <a:t>Ada </a:t>
            </a:r>
            <a:r>
              <a:rPr lang="en-SG" sz="2200" b="1" i="0" u="none" strike="noStrike" dirty="0" err="1">
                <a:solidFill>
                  <a:srgbClr val="000000"/>
                </a:solidFill>
                <a:effectLst/>
              </a:rPr>
              <a:t>beberapa</a:t>
            </a:r>
            <a:r>
              <a:rPr lang="en-SG" sz="2200" b="1" i="0" u="none" strike="noStrike" dirty="0">
                <a:solidFill>
                  <a:srgbClr val="000000"/>
                </a:solidFill>
                <a:effectLst/>
              </a:rPr>
              <a:t> </a:t>
            </a:r>
            <a:r>
              <a:rPr lang="en-SG" sz="2200" b="1" i="0" u="none" strike="noStrike" dirty="0" err="1">
                <a:solidFill>
                  <a:srgbClr val="000000"/>
                </a:solidFill>
                <a:effectLst/>
              </a:rPr>
              <a:t>filsafat</a:t>
            </a:r>
            <a:r>
              <a:rPr lang="en-SG" sz="2200" b="1" i="0" u="none" strike="noStrike" dirty="0">
                <a:solidFill>
                  <a:srgbClr val="000000"/>
                </a:solidFill>
                <a:effectLst/>
              </a:rPr>
              <a:t> </a:t>
            </a:r>
            <a:r>
              <a:rPr lang="en-SG" sz="2200" b="1" i="0" u="none" strike="noStrike" dirty="0" err="1">
                <a:solidFill>
                  <a:srgbClr val="000000"/>
                </a:solidFill>
                <a:effectLst/>
              </a:rPr>
              <a:t>secara</a:t>
            </a:r>
            <a:r>
              <a:rPr lang="en-SG" sz="2200" b="1" i="0" u="none" strike="noStrike" dirty="0">
                <a:solidFill>
                  <a:srgbClr val="000000"/>
                </a:solidFill>
                <a:effectLst/>
              </a:rPr>
              <a:t> </a:t>
            </a:r>
            <a:r>
              <a:rPr lang="en-SG" sz="2200" b="1" i="0" u="none" strike="noStrike" dirty="0" err="1">
                <a:solidFill>
                  <a:srgbClr val="000000"/>
                </a:solidFill>
                <a:effectLst/>
              </a:rPr>
              <a:t>khusus</a:t>
            </a:r>
            <a:r>
              <a:rPr lang="en-SG" sz="2200" b="1" i="0" u="none" strike="noStrike" dirty="0">
                <a:solidFill>
                  <a:srgbClr val="000000"/>
                </a:solidFill>
                <a:effectLst/>
              </a:rPr>
              <a:t> </a:t>
            </a:r>
            <a:r>
              <a:rPr lang="en-SG" sz="2200" b="1" i="0" u="none" strike="noStrike" dirty="0" err="1">
                <a:solidFill>
                  <a:srgbClr val="000000"/>
                </a:solidFill>
                <a:effectLst/>
              </a:rPr>
              <a:t>dibangsa</a:t>
            </a:r>
            <a:r>
              <a:rPr lang="en-SG" sz="2200" b="1" i="0" u="none" strike="noStrike" dirty="0">
                <a:solidFill>
                  <a:srgbClr val="000000"/>
                </a:solidFill>
                <a:effectLst/>
              </a:rPr>
              <a:t> </a:t>
            </a:r>
            <a:r>
              <a:rPr lang="en-SG" sz="2200" b="1" i="0" u="none" strike="noStrike" dirty="0" err="1">
                <a:solidFill>
                  <a:srgbClr val="000000"/>
                </a:solidFill>
                <a:effectLst/>
              </a:rPr>
              <a:t>ini</a:t>
            </a:r>
            <a:r>
              <a:rPr lang="en-SG" sz="2200" b="1" i="0" u="none" strike="noStrike" dirty="0">
                <a:solidFill>
                  <a:srgbClr val="000000"/>
                </a:solidFill>
                <a:effectLst/>
              </a:rPr>
              <a:t> </a:t>
            </a:r>
            <a:r>
              <a:rPr lang="en-SG" sz="2200" b="1" i="0" u="none" strike="noStrike" dirty="0" err="1">
                <a:solidFill>
                  <a:srgbClr val="000000"/>
                </a:solidFill>
                <a:effectLst/>
              </a:rPr>
              <a:t>antara</a:t>
            </a:r>
            <a:r>
              <a:rPr lang="en-SG" sz="2200" b="1" i="0" u="none" strike="noStrike" dirty="0">
                <a:solidFill>
                  <a:srgbClr val="000000"/>
                </a:solidFill>
                <a:effectLst/>
              </a:rPr>
              <a:t> lain:</a:t>
            </a:r>
          </a:p>
          <a:p>
            <a:pPr marL="0" indent="0" algn="just">
              <a:lnSpc>
                <a:spcPct val="150000"/>
              </a:lnSpc>
              <a:buNone/>
            </a:pPr>
            <a:endParaRPr lang="en-US" sz="1800" dirty="0">
              <a:latin typeface="Rockwell" panose="02060603020205020403" pitchFamily="18" charset="77"/>
            </a:endParaRPr>
          </a:p>
        </p:txBody>
      </p:sp>
      <p:graphicFrame>
        <p:nvGraphicFramePr>
          <p:cNvPr id="4" name="Diagram 3">
            <a:extLst>
              <a:ext uri="{FF2B5EF4-FFF2-40B4-BE49-F238E27FC236}">
                <a16:creationId xmlns:a16="http://schemas.microsoft.com/office/drawing/2014/main" id="{52E98D0C-4507-B370-ED60-C47E1375B976}"/>
              </a:ext>
            </a:extLst>
          </p:cNvPr>
          <p:cNvGraphicFramePr/>
          <p:nvPr>
            <p:extLst>
              <p:ext uri="{D42A27DB-BD31-4B8C-83A1-F6EECF244321}">
                <p14:modId xmlns:p14="http://schemas.microsoft.com/office/powerpoint/2010/main" val="3061880352"/>
              </p:ext>
            </p:extLst>
          </p:nvPr>
        </p:nvGraphicFramePr>
        <p:xfrm>
          <a:off x="430305" y="2958353"/>
          <a:ext cx="10959353" cy="29986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2810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E514A880-7333-521A-9B44-A3D27BB79AAE}"/>
              </a:ext>
            </a:extLst>
          </p:cNvPr>
          <p:cNvGraphicFramePr/>
          <p:nvPr>
            <p:extLst>
              <p:ext uri="{D42A27DB-BD31-4B8C-83A1-F6EECF244321}">
                <p14:modId xmlns:p14="http://schemas.microsoft.com/office/powerpoint/2010/main" val="651259142"/>
              </p:ext>
            </p:extLst>
          </p:nvPr>
        </p:nvGraphicFramePr>
        <p:xfrm>
          <a:off x="902447" y="927847"/>
          <a:ext cx="10662023" cy="53922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7717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D085E670-7F1D-2F29-A977-877FEF72ABAA}"/>
              </a:ext>
            </a:extLst>
          </p:cNvPr>
          <p:cNvGraphicFramePr/>
          <p:nvPr>
            <p:extLst>
              <p:ext uri="{D42A27DB-BD31-4B8C-83A1-F6EECF244321}">
                <p14:modId xmlns:p14="http://schemas.microsoft.com/office/powerpoint/2010/main" val="888121856"/>
              </p:ext>
            </p:extLst>
          </p:nvPr>
        </p:nvGraphicFramePr>
        <p:xfrm>
          <a:off x="228600" y="3832413"/>
          <a:ext cx="10959353" cy="33214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Korelasi Filsafat, Ilmu Pengetahuan, dan Agama bagi Manusia Halaman 1 -  Kompasiana.com">
            <a:extLst>
              <a:ext uri="{FF2B5EF4-FFF2-40B4-BE49-F238E27FC236}">
                <a16:creationId xmlns:a16="http://schemas.microsoft.com/office/drawing/2014/main" id="{E22AE915-6287-A89F-956B-B453853568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76700" y="772952"/>
            <a:ext cx="4038600" cy="3914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953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219D04-B15D-B888-B07D-CFF6DB26331A}"/>
              </a:ext>
            </a:extLst>
          </p:cNvPr>
          <p:cNvGraphicFramePr/>
          <p:nvPr>
            <p:extLst>
              <p:ext uri="{D42A27DB-BD31-4B8C-83A1-F6EECF244321}">
                <p14:modId xmlns:p14="http://schemas.microsoft.com/office/powerpoint/2010/main" val="3998997404"/>
              </p:ext>
            </p:extLst>
          </p:nvPr>
        </p:nvGraphicFramePr>
        <p:xfrm>
          <a:off x="896471" y="1653988"/>
          <a:ext cx="10399058" cy="39668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8796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5D575-3607-4DD6-E8A6-85D8F17D0378}"/>
              </a:ext>
            </a:extLst>
          </p:cNvPr>
          <p:cNvSpPr>
            <a:spLocks noGrp="1"/>
          </p:cNvSpPr>
          <p:nvPr>
            <p:ph type="title"/>
          </p:nvPr>
        </p:nvSpPr>
        <p:spPr>
          <a:xfrm>
            <a:off x="4639624" y="1453611"/>
            <a:ext cx="2912752" cy="675615"/>
          </a:xfrm>
          <a:solidFill>
            <a:srgbClr val="FFC000"/>
          </a:solidFill>
        </p:spPr>
        <p:style>
          <a:lnRef idx="2">
            <a:schemeClr val="dk1"/>
          </a:lnRef>
          <a:fillRef idx="1">
            <a:schemeClr val="lt1"/>
          </a:fillRef>
          <a:effectRef idx="0">
            <a:schemeClr val="dk1"/>
          </a:effectRef>
          <a:fontRef idx="minor">
            <a:schemeClr val="dk1"/>
          </a:fontRef>
        </p:style>
        <p:txBody>
          <a:bodyPr>
            <a:normAutofit/>
          </a:bodyPr>
          <a:lstStyle/>
          <a:p>
            <a:pPr algn="ctr"/>
            <a:r>
              <a:rPr lang="en-US" sz="3200" b="1" dirty="0" err="1">
                <a:latin typeface="+mn-lt"/>
              </a:rPr>
              <a:t>Fungsi</a:t>
            </a:r>
            <a:r>
              <a:rPr lang="en-US" sz="3200" b="1" dirty="0">
                <a:latin typeface="+mn-lt"/>
              </a:rPr>
              <a:t> </a:t>
            </a:r>
            <a:r>
              <a:rPr lang="en-US" sz="3200" b="1" dirty="0" err="1"/>
              <a:t>F</a:t>
            </a:r>
            <a:r>
              <a:rPr lang="en-US" sz="3200" b="1" dirty="0" err="1">
                <a:latin typeface="+mn-lt"/>
              </a:rPr>
              <a:t>ilsafat</a:t>
            </a:r>
            <a:endParaRPr lang="en-US" sz="3200" b="1" dirty="0">
              <a:latin typeface="+mn-lt"/>
            </a:endParaRPr>
          </a:p>
        </p:txBody>
      </p:sp>
      <p:graphicFrame>
        <p:nvGraphicFramePr>
          <p:cNvPr id="4" name="Diagram 3">
            <a:extLst>
              <a:ext uri="{FF2B5EF4-FFF2-40B4-BE49-F238E27FC236}">
                <a16:creationId xmlns:a16="http://schemas.microsoft.com/office/drawing/2014/main" id="{8E429C37-A4F6-5F19-C95B-1A99559CF971}"/>
              </a:ext>
            </a:extLst>
          </p:cNvPr>
          <p:cNvGraphicFramePr/>
          <p:nvPr>
            <p:extLst>
              <p:ext uri="{D42A27DB-BD31-4B8C-83A1-F6EECF244321}">
                <p14:modId xmlns:p14="http://schemas.microsoft.com/office/powerpoint/2010/main" val="3907763257"/>
              </p:ext>
            </p:extLst>
          </p:nvPr>
        </p:nvGraphicFramePr>
        <p:xfrm>
          <a:off x="888999" y="2668162"/>
          <a:ext cx="10177930" cy="3099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6019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C1621587-E7E8-C59A-AAE7-834A56E0532F}"/>
              </a:ext>
            </a:extLst>
          </p:cNvPr>
          <p:cNvGraphicFramePr/>
          <p:nvPr>
            <p:extLst>
              <p:ext uri="{D42A27DB-BD31-4B8C-83A1-F6EECF244321}">
                <p14:modId xmlns:p14="http://schemas.microsoft.com/office/powerpoint/2010/main" val="1332618405"/>
              </p:ext>
            </p:extLst>
          </p:nvPr>
        </p:nvGraphicFramePr>
        <p:xfrm>
          <a:off x="741083" y="1839009"/>
          <a:ext cx="10675470" cy="40642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1369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868F1-7739-1AFA-2A7B-956C1C6C79E2}"/>
              </a:ext>
            </a:extLst>
          </p:cNvPr>
          <p:cNvSpPr>
            <a:spLocks noGrp="1"/>
          </p:cNvSpPr>
          <p:nvPr>
            <p:ph type="title"/>
          </p:nvPr>
        </p:nvSpPr>
        <p:spPr>
          <a:xfrm>
            <a:off x="4573086" y="1305978"/>
            <a:ext cx="2857568" cy="677463"/>
          </a:xfrm>
          <a:solidFill>
            <a:srgbClr val="FFC000"/>
          </a:solidFill>
        </p:spPr>
        <p:style>
          <a:lnRef idx="2">
            <a:schemeClr val="dk1"/>
          </a:lnRef>
          <a:fillRef idx="1">
            <a:schemeClr val="lt1"/>
          </a:fillRef>
          <a:effectRef idx="0">
            <a:schemeClr val="dk1"/>
          </a:effectRef>
          <a:fontRef idx="minor">
            <a:schemeClr val="dk1"/>
          </a:fontRef>
        </p:style>
        <p:txBody>
          <a:bodyPr>
            <a:normAutofit/>
          </a:bodyPr>
          <a:lstStyle/>
          <a:p>
            <a:pPr algn="ctr"/>
            <a:r>
              <a:rPr lang="en-US" sz="3200" b="1" dirty="0">
                <a:latin typeface="+mn-lt"/>
              </a:rPr>
              <a:t>Cara </a:t>
            </a:r>
            <a:r>
              <a:rPr lang="en-US" sz="3200" b="1" dirty="0" err="1">
                <a:latin typeface="+mn-lt"/>
              </a:rPr>
              <a:t>Beragama</a:t>
            </a:r>
            <a:endParaRPr lang="en-US" sz="3200" b="1" dirty="0">
              <a:latin typeface="+mn-lt"/>
            </a:endParaRPr>
          </a:p>
        </p:txBody>
      </p:sp>
      <p:graphicFrame>
        <p:nvGraphicFramePr>
          <p:cNvPr id="4" name="Diagram 3">
            <a:extLst>
              <a:ext uri="{FF2B5EF4-FFF2-40B4-BE49-F238E27FC236}">
                <a16:creationId xmlns:a16="http://schemas.microsoft.com/office/drawing/2014/main" id="{4F332C6B-3235-2CA5-2830-707A27E227A3}"/>
              </a:ext>
            </a:extLst>
          </p:cNvPr>
          <p:cNvGraphicFramePr/>
          <p:nvPr>
            <p:extLst>
              <p:ext uri="{D42A27DB-BD31-4B8C-83A1-F6EECF244321}">
                <p14:modId xmlns:p14="http://schemas.microsoft.com/office/powerpoint/2010/main" val="3619697638"/>
              </p:ext>
            </p:extLst>
          </p:nvPr>
        </p:nvGraphicFramePr>
        <p:xfrm>
          <a:off x="674594" y="2660904"/>
          <a:ext cx="10842811" cy="28911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8706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4F332C6B-3235-2CA5-2830-707A27E227A3}"/>
              </a:ext>
            </a:extLst>
          </p:cNvPr>
          <p:cNvGraphicFramePr/>
          <p:nvPr>
            <p:extLst>
              <p:ext uri="{D42A27DB-BD31-4B8C-83A1-F6EECF244321}">
                <p14:modId xmlns:p14="http://schemas.microsoft.com/office/powerpoint/2010/main" val="3459333445"/>
              </p:ext>
            </p:extLst>
          </p:nvPr>
        </p:nvGraphicFramePr>
        <p:xfrm>
          <a:off x="815788" y="1606924"/>
          <a:ext cx="10842811" cy="3644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8553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A83B80A-E1AB-F65B-4BF1-D1C3C4CD0130}"/>
              </a:ext>
            </a:extLst>
          </p:cNvPr>
          <p:cNvGraphicFramePr/>
          <p:nvPr>
            <p:extLst>
              <p:ext uri="{D42A27DB-BD31-4B8C-83A1-F6EECF244321}">
                <p14:modId xmlns:p14="http://schemas.microsoft.com/office/powerpoint/2010/main" val="4199416871"/>
              </p:ext>
            </p:extLst>
          </p:nvPr>
        </p:nvGraphicFramePr>
        <p:xfrm>
          <a:off x="1205753" y="2312893"/>
          <a:ext cx="9511552" cy="2709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0384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2A33D1A-B06F-D3CC-9652-AD7F177B8FEE}"/>
              </a:ext>
            </a:extLst>
          </p:cNvPr>
          <p:cNvGraphicFramePr/>
          <p:nvPr>
            <p:extLst>
              <p:ext uri="{D42A27DB-BD31-4B8C-83A1-F6EECF244321}">
                <p14:modId xmlns:p14="http://schemas.microsoft.com/office/powerpoint/2010/main" val="2494758359"/>
              </p:ext>
            </p:extLst>
          </p:nvPr>
        </p:nvGraphicFramePr>
        <p:xfrm>
          <a:off x="1138518" y="1909481"/>
          <a:ext cx="9914964" cy="36775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0149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24053-D979-A40F-C7EE-638060EA0440}"/>
              </a:ext>
            </a:extLst>
          </p:cNvPr>
          <p:cNvSpPr>
            <a:spLocks noGrp="1"/>
          </p:cNvSpPr>
          <p:nvPr>
            <p:ph type="title"/>
          </p:nvPr>
        </p:nvSpPr>
        <p:spPr>
          <a:xfrm>
            <a:off x="3895164" y="1640541"/>
            <a:ext cx="4643718" cy="722500"/>
          </a:xfrm>
        </p:spPr>
        <p:style>
          <a:lnRef idx="2">
            <a:schemeClr val="dk1"/>
          </a:lnRef>
          <a:fillRef idx="1">
            <a:schemeClr val="lt1"/>
          </a:fillRef>
          <a:effectRef idx="0">
            <a:schemeClr val="dk1"/>
          </a:effectRef>
          <a:fontRef idx="minor">
            <a:schemeClr val="dk1"/>
          </a:fontRef>
        </p:style>
        <p:txBody>
          <a:bodyPr>
            <a:normAutofit/>
          </a:bodyPr>
          <a:lstStyle/>
          <a:p>
            <a:pPr algn="ctr"/>
            <a:r>
              <a:rPr lang="en-US" sz="3200" dirty="0">
                <a:latin typeface="+mn-lt"/>
              </a:rPr>
              <a:t>Daftar </a:t>
            </a:r>
            <a:r>
              <a:rPr lang="en-US" sz="3200" dirty="0" err="1">
                <a:latin typeface="+mn-lt"/>
              </a:rPr>
              <a:t>Bacaan</a:t>
            </a:r>
            <a:r>
              <a:rPr lang="en-US" sz="3200" dirty="0">
                <a:latin typeface="+mn-lt"/>
              </a:rPr>
              <a:t> </a:t>
            </a:r>
            <a:r>
              <a:rPr lang="en-US" sz="3200" dirty="0" err="1">
                <a:latin typeface="+mn-lt"/>
              </a:rPr>
              <a:t>Tambahan</a:t>
            </a:r>
            <a:endParaRPr lang="en-US" sz="3200" dirty="0">
              <a:latin typeface="+mn-lt"/>
            </a:endParaRPr>
          </a:p>
        </p:txBody>
      </p:sp>
      <p:sp>
        <p:nvSpPr>
          <p:cNvPr id="3" name="Content Placeholder 2">
            <a:extLst>
              <a:ext uri="{FF2B5EF4-FFF2-40B4-BE49-F238E27FC236}">
                <a16:creationId xmlns:a16="http://schemas.microsoft.com/office/drawing/2014/main" id="{3E01293E-667D-C6A1-5497-AE41C1BA194C}"/>
              </a:ext>
            </a:extLst>
          </p:cNvPr>
          <p:cNvSpPr>
            <a:spLocks noGrp="1"/>
          </p:cNvSpPr>
          <p:nvPr>
            <p:ph idx="1"/>
          </p:nvPr>
        </p:nvSpPr>
        <p:spPr>
          <a:xfrm>
            <a:off x="838200" y="3089649"/>
            <a:ext cx="10515600" cy="1482351"/>
          </a:xfrm>
        </p:spPr>
        <p:style>
          <a:lnRef idx="2">
            <a:schemeClr val="accent1"/>
          </a:lnRef>
          <a:fillRef idx="1">
            <a:schemeClr val="lt1"/>
          </a:fillRef>
          <a:effectRef idx="0">
            <a:schemeClr val="accent1"/>
          </a:effectRef>
          <a:fontRef idx="minor">
            <a:schemeClr val="dk1"/>
          </a:fontRef>
        </p:style>
        <p:txBody>
          <a:bodyPr>
            <a:normAutofit/>
          </a:bodyPr>
          <a:lstStyle/>
          <a:p>
            <a:pPr marL="661035" marR="160020" indent="-457200" algn="just" rtl="0">
              <a:spcBef>
                <a:spcPts val="5"/>
              </a:spcBef>
              <a:spcAft>
                <a:spcPts val="0"/>
              </a:spcAft>
              <a:buFont typeface="Wingdings" panose="05000000000000000000" pitchFamily="2" charset="2"/>
              <a:buChar char="v"/>
            </a:pPr>
            <a:r>
              <a:rPr lang="en-SG" b="0" i="0" u="none" strike="noStrike" dirty="0">
                <a:solidFill>
                  <a:srgbClr val="000000"/>
                </a:solidFill>
                <a:effectLst/>
              </a:rPr>
              <a:t>Joseph </a:t>
            </a:r>
            <a:r>
              <a:rPr lang="en-SG" b="0" i="0" u="none" strike="noStrike" dirty="0" err="1">
                <a:solidFill>
                  <a:srgbClr val="000000"/>
                </a:solidFill>
                <a:effectLst/>
              </a:rPr>
              <a:t>Bulbulia</a:t>
            </a:r>
            <a:r>
              <a:rPr lang="en-SG" b="0" i="0" u="none" strike="noStrike" dirty="0">
                <a:solidFill>
                  <a:srgbClr val="000000"/>
                </a:solidFill>
                <a:effectLst/>
              </a:rPr>
              <a:t>. "Are There Any Religions? An Evolutionary Explanation." Method &amp; Theory in the Study of Religion 17.2 (2005), pp.71-100</a:t>
            </a:r>
          </a:p>
        </p:txBody>
      </p:sp>
    </p:spTree>
    <p:extLst>
      <p:ext uri="{BB962C8B-B14F-4D97-AF65-F5344CB8AC3E}">
        <p14:creationId xmlns:p14="http://schemas.microsoft.com/office/powerpoint/2010/main" val="3965936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2347A-E854-2F89-FA55-075228279856}"/>
              </a:ext>
            </a:extLst>
          </p:cNvPr>
          <p:cNvSpPr>
            <a:spLocks noGrp="1"/>
          </p:cNvSpPr>
          <p:nvPr>
            <p:ph type="title"/>
          </p:nvPr>
        </p:nvSpPr>
        <p:spPr>
          <a:xfrm>
            <a:off x="3935506" y="2637678"/>
            <a:ext cx="4320988" cy="1325563"/>
          </a:xfrm>
        </p:spPr>
        <p:txBody>
          <a:bodyPr/>
          <a:lstStyle/>
          <a:p>
            <a:pPr algn="ctr"/>
            <a:r>
              <a:rPr lang="en-US" b="1" dirty="0">
                <a:latin typeface="+mn-lt"/>
              </a:rPr>
              <a:t>TERIMAKASIH</a:t>
            </a:r>
          </a:p>
        </p:txBody>
      </p:sp>
    </p:spTree>
    <p:extLst>
      <p:ext uri="{BB962C8B-B14F-4D97-AF65-F5344CB8AC3E}">
        <p14:creationId xmlns:p14="http://schemas.microsoft.com/office/powerpoint/2010/main" val="18103598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536</TotalTime>
  <Words>918</Words>
  <Application>Microsoft Office PowerPoint</Application>
  <PresentationFormat>Widescreen</PresentationFormat>
  <Paragraphs>50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Montserrat</vt:lpstr>
      <vt:lpstr>Rockwell</vt:lpstr>
      <vt:lpstr>Wingdings</vt:lpstr>
      <vt:lpstr>Office Theme</vt:lpstr>
      <vt:lpstr>Prinsip Kaidah agama Pertemuan #1 TIM Dosen MKDU Agama </vt:lpstr>
      <vt:lpstr>Kemampuan Akhir yang Diharapkan</vt:lpstr>
      <vt:lpstr>Prinsip kaidah agama</vt:lpstr>
      <vt:lpstr>PowerPoint Presentation</vt:lpstr>
      <vt:lpstr>Filsafat Beragama</vt:lpstr>
      <vt:lpstr>PowerPoint Presentation</vt:lpstr>
      <vt:lpstr>PowerPoint Presentation</vt:lpstr>
      <vt:lpstr>PowerPoint Presentation</vt:lpstr>
      <vt:lpstr>Fungsi Filsafat</vt:lpstr>
      <vt:lpstr>PowerPoint Presentation</vt:lpstr>
      <vt:lpstr>Cara Beragama</vt:lpstr>
      <vt:lpstr>PowerPoint Presentation</vt:lpstr>
      <vt:lpstr>PowerPoint Presentation</vt:lpstr>
      <vt:lpstr>PowerPoint Presentation</vt:lpstr>
      <vt:lpstr>Daftar Bacaan Tambahan</vt:lpstr>
      <vt:lpstr>TERIMAKASIH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Statistik Ekonomi &amp; Bisnis II Program Studi Manajemen  Sesi 1 – Ruang Lingkup Statistik Inferensial</dc:title>
  <dc:creator>rizky kinoy</dc:creator>
  <cp:lastModifiedBy>Muhammad Nur Ichsan</cp:lastModifiedBy>
  <cp:revision>18</cp:revision>
  <dcterms:created xsi:type="dcterms:W3CDTF">2021-09-06T16:17:13Z</dcterms:created>
  <dcterms:modified xsi:type="dcterms:W3CDTF">2023-10-18T04:22:21Z</dcterms:modified>
</cp:coreProperties>
</file>