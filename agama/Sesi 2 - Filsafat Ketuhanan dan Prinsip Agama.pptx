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83" r:id="rId5"/>
    <p:sldId id="286" r:id="rId6"/>
    <p:sldId id="259" r:id="rId7"/>
    <p:sldId id="285" r:id="rId8"/>
    <p:sldId id="287" r:id="rId9"/>
    <p:sldId id="288" r:id="rId10"/>
    <p:sldId id="261" r:id="rId11"/>
    <p:sldId id="28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696"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EB1310-FDF7-4C7C-9C96-F5C7F2B7D0D1}" type="doc">
      <dgm:prSet loTypeId="urn:diagrams.loki3.com/BracketList" loCatId="list" qsTypeId="urn:microsoft.com/office/officeart/2005/8/quickstyle/simple1" qsCatId="simple" csTypeId="urn:microsoft.com/office/officeart/2005/8/colors/accent0_1" csCatId="mainScheme" phldr="1"/>
      <dgm:spPr/>
      <dgm:t>
        <a:bodyPr/>
        <a:lstStyle/>
        <a:p>
          <a:endParaRPr lang="en-US"/>
        </a:p>
      </dgm:t>
    </dgm:pt>
    <dgm:pt modelId="{29D1F16F-03B4-4386-B89B-8B29846DCFB9}">
      <dgm:prSet phldrT="[Text]"/>
      <dgm:spPr/>
      <dgm:t>
        <a:bodyPr/>
        <a:lstStyle/>
        <a:p>
          <a:r>
            <a:rPr lang="en-US" dirty="0"/>
            <a:t>1</a:t>
          </a:r>
        </a:p>
      </dgm:t>
    </dgm:pt>
    <dgm:pt modelId="{9C92A4A6-54C4-4FA9-A1A7-F28C553C4DCB}" type="parTrans" cxnId="{4ABE29FE-C529-45CD-B425-63135ECE2C0D}">
      <dgm:prSet/>
      <dgm:spPr/>
      <dgm:t>
        <a:bodyPr/>
        <a:lstStyle/>
        <a:p>
          <a:endParaRPr lang="en-US"/>
        </a:p>
      </dgm:t>
    </dgm:pt>
    <dgm:pt modelId="{FEF538C1-E66D-4B13-8842-8DF09DE3AD84}" type="sibTrans" cxnId="{4ABE29FE-C529-45CD-B425-63135ECE2C0D}">
      <dgm:prSet/>
      <dgm:spPr/>
      <dgm:t>
        <a:bodyPr/>
        <a:lstStyle/>
        <a:p>
          <a:endParaRPr lang="en-US"/>
        </a:p>
      </dgm:t>
    </dgm:pt>
    <dgm:pt modelId="{585D391E-F3FE-4A66-8AC5-6C5CA4237BC5}">
      <dgm:prSet phldrT="[Text]"/>
      <dgm:spPr>
        <a:solidFill>
          <a:schemeClr val="accent2">
            <a:lumMod val="20000"/>
            <a:lumOff val="80000"/>
          </a:schemeClr>
        </a:solidFill>
      </dgm:spPr>
      <dgm:t>
        <a:bodyPr/>
        <a:lstStyle/>
        <a:p>
          <a:pPr algn="just">
            <a:buSzPts val="1200"/>
            <a:buFont typeface="Wingdings" panose="05000000000000000000" pitchFamily="2" charset="2"/>
            <a:buChar char="v"/>
          </a:pPr>
          <a:r>
            <a:rPr lang="en-US" spc="-5" dirty="0">
              <a:effectLst/>
              <a:latin typeface="+mn-lt"/>
              <a:ea typeface="Times New Roman" panose="02020603050405020304" pitchFamily="18" charset="0"/>
            </a:rPr>
            <a:t>Karena</a:t>
          </a:r>
          <a:r>
            <a:rPr lang="en-US" spc="115" dirty="0">
              <a:effectLst/>
              <a:latin typeface="+mn-lt"/>
              <a:ea typeface="Times New Roman" panose="02020603050405020304" pitchFamily="18" charset="0"/>
            </a:rPr>
            <a:t> </a:t>
          </a:r>
          <a:r>
            <a:rPr lang="en-US" spc="-5" dirty="0">
              <a:effectLst/>
              <a:latin typeface="+mn-lt"/>
              <a:ea typeface="Times New Roman" panose="02020603050405020304" pitchFamily="18" charset="0"/>
            </a:rPr>
            <a:t>agama</a:t>
          </a:r>
          <a:r>
            <a:rPr lang="en-US" spc="11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merupakan</a:t>
          </a:r>
          <a:r>
            <a:rPr lang="en-US" spc="12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sumber</a:t>
          </a:r>
          <a:r>
            <a:rPr lang="en-US" spc="115" dirty="0">
              <a:effectLst/>
              <a:latin typeface="+mn-lt"/>
              <a:ea typeface="Times New Roman" panose="02020603050405020304" pitchFamily="18" charset="0"/>
            </a:rPr>
            <a:t> </a:t>
          </a:r>
          <a:r>
            <a:rPr lang="en-US" spc="-5" dirty="0">
              <a:effectLst/>
              <a:latin typeface="+mn-lt"/>
              <a:ea typeface="Times New Roman" panose="02020603050405020304" pitchFamily="18" charset="0"/>
            </a:rPr>
            <a:t>moral</a:t>
          </a:r>
          <a:r>
            <a:rPr lang="id-ID" spc="-5" dirty="0">
              <a:effectLst/>
              <a:latin typeface="+mn-lt"/>
              <a:ea typeface="Times New Roman" panose="02020603050405020304" pitchFamily="18" charset="0"/>
            </a:rPr>
            <a:t>, </a:t>
          </a:r>
          <a:r>
            <a:rPr lang="en-US" spc="-5" dirty="0">
              <a:effectLst/>
              <a:latin typeface="+mn-lt"/>
              <a:ea typeface="Times New Roman" panose="02020603050405020304" pitchFamily="18" charset="0"/>
            </a:rPr>
            <a:t>Karena</a:t>
          </a:r>
          <a:r>
            <a:rPr lang="en-US" spc="125" dirty="0">
              <a:effectLst/>
              <a:latin typeface="+mn-lt"/>
              <a:ea typeface="Times New Roman" panose="02020603050405020304" pitchFamily="18" charset="0"/>
            </a:rPr>
            <a:t> </a:t>
          </a:r>
          <a:r>
            <a:rPr lang="en-US" spc="-5" dirty="0">
              <a:effectLst/>
              <a:latin typeface="+mn-lt"/>
              <a:ea typeface="Times New Roman" panose="02020603050405020304" pitchFamily="18" charset="0"/>
            </a:rPr>
            <a:t>agama</a:t>
          </a:r>
          <a:r>
            <a:rPr lang="en-US" spc="12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merupakan</a:t>
          </a:r>
          <a:r>
            <a:rPr lang="en-US" spc="12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petunjuk</a:t>
          </a:r>
          <a:r>
            <a:rPr lang="id-ID" spc="-5" dirty="0">
              <a:latin typeface="+mn-lt"/>
              <a:ea typeface="Times New Roman" panose="02020603050405020304" pitchFamily="18" charset="0"/>
            </a:rPr>
            <a:t> </a:t>
          </a:r>
          <a:r>
            <a:rPr lang="en-US" dirty="0" err="1">
              <a:effectLst/>
              <a:latin typeface="+mn-lt"/>
              <a:ea typeface="Times New Roman" panose="02020603050405020304" pitchFamily="18" charset="0"/>
            </a:rPr>
            <a:t>kebenaran</a:t>
          </a:r>
          <a:endParaRPr lang="en-US" dirty="0">
            <a:latin typeface="+mn-lt"/>
          </a:endParaRPr>
        </a:p>
      </dgm:t>
    </dgm:pt>
    <dgm:pt modelId="{A93A47FD-F036-45C2-9750-8BBD64A24A46}" type="parTrans" cxnId="{2750A737-9E46-4F7F-9186-DE126104BA70}">
      <dgm:prSet/>
      <dgm:spPr/>
      <dgm:t>
        <a:bodyPr/>
        <a:lstStyle/>
        <a:p>
          <a:endParaRPr lang="en-US"/>
        </a:p>
      </dgm:t>
    </dgm:pt>
    <dgm:pt modelId="{73C45A5E-A852-4855-ADAD-09739256C00B}" type="sibTrans" cxnId="{2750A737-9E46-4F7F-9186-DE126104BA70}">
      <dgm:prSet/>
      <dgm:spPr/>
      <dgm:t>
        <a:bodyPr/>
        <a:lstStyle/>
        <a:p>
          <a:endParaRPr lang="en-US"/>
        </a:p>
      </dgm:t>
    </dgm:pt>
    <dgm:pt modelId="{418AA90D-4650-46EB-82EB-00D7907927C9}">
      <dgm:prSet phldrT="[Text]"/>
      <dgm:spPr/>
      <dgm:t>
        <a:bodyPr/>
        <a:lstStyle/>
        <a:p>
          <a:r>
            <a:rPr lang="en-US" dirty="0"/>
            <a:t>2</a:t>
          </a:r>
        </a:p>
      </dgm:t>
    </dgm:pt>
    <dgm:pt modelId="{9C0C96EE-E7BE-41AA-8292-9900155FA261}" type="parTrans" cxnId="{25479626-BF4F-45A9-B9A5-7AEE482E0096}">
      <dgm:prSet/>
      <dgm:spPr/>
      <dgm:t>
        <a:bodyPr/>
        <a:lstStyle/>
        <a:p>
          <a:endParaRPr lang="en-US"/>
        </a:p>
      </dgm:t>
    </dgm:pt>
    <dgm:pt modelId="{B629BBB6-3E56-4139-81C8-B14AA1C4F0E1}" type="sibTrans" cxnId="{25479626-BF4F-45A9-B9A5-7AEE482E0096}">
      <dgm:prSet/>
      <dgm:spPr/>
      <dgm:t>
        <a:bodyPr/>
        <a:lstStyle/>
        <a:p>
          <a:endParaRPr lang="en-US"/>
        </a:p>
      </dgm:t>
    </dgm:pt>
    <dgm:pt modelId="{DCC2FDA4-D26B-4D55-9F06-3D69E6B57346}">
      <dgm:prSet phldrT="[Text]"/>
      <dgm:spPr>
        <a:solidFill>
          <a:schemeClr val="accent2">
            <a:lumMod val="20000"/>
            <a:lumOff val="80000"/>
          </a:schemeClr>
        </a:solidFill>
      </dgm:spPr>
      <dgm:t>
        <a:bodyPr/>
        <a:lstStyle/>
        <a:p>
          <a:pPr algn="just">
            <a:buSzPts val="1200"/>
            <a:buFont typeface="Wingdings" panose="05000000000000000000" pitchFamily="2" charset="2"/>
            <a:buChar char="v"/>
          </a:pPr>
          <a:r>
            <a:rPr lang="en-US" spc="-5" dirty="0">
              <a:effectLst/>
              <a:latin typeface="+mn-lt"/>
              <a:ea typeface="Times New Roman" panose="02020603050405020304" pitchFamily="18" charset="0"/>
            </a:rPr>
            <a:t>Karena</a:t>
          </a:r>
          <a:r>
            <a:rPr lang="en-US" spc="-15" dirty="0">
              <a:effectLst/>
              <a:latin typeface="+mn-lt"/>
              <a:ea typeface="Times New Roman" panose="02020603050405020304" pitchFamily="18" charset="0"/>
            </a:rPr>
            <a:t> </a:t>
          </a:r>
          <a:r>
            <a:rPr lang="en-US" spc="-5" dirty="0">
              <a:effectLst/>
              <a:latin typeface="+mn-lt"/>
              <a:ea typeface="Times New Roman" panose="02020603050405020304" pitchFamily="18" charset="0"/>
            </a:rPr>
            <a:t>agama</a:t>
          </a:r>
          <a:r>
            <a:rPr lang="en-US" spc="-1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merupakan</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sumber</a:t>
          </a:r>
          <a:r>
            <a:rPr lang="en-US" spc="-1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informasi</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tentang</a:t>
          </a:r>
          <a:r>
            <a:rPr lang="en-US" spc="-2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masalah</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metafisika</a:t>
          </a:r>
          <a:r>
            <a:rPr lang="en-US" spc="-5" dirty="0">
              <a:effectLst/>
              <a:latin typeface="+mn-lt"/>
              <a:ea typeface="Times New Roman" panose="02020603050405020304" pitchFamily="18" charset="0"/>
            </a:rPr>
            <a:t>.</a:t>
          </a:r>
          <a:endParaRPr lang="en-US" dirty="0">
            <a:latin typeface="+mn-lt"/>
          </a:endParaRPr>
        </a:p>
      </dgm:t>
    </dgm:pt>
    <dgm:pt modelId="{2DE2E50C-0ACE-450A-B925-DC345E069116}" type="parTrans" cxnId="{6422638C-64DC-4167-9B14-D0E57DFBC908}">
      <dgm:prSet/>
      <dgm:spPr/>
      <dgm:t>
        <a:bodyPr/>
        <a:lstStyle/>
        <a:p>
          <a:endParaRPr lang="en-US"/>
        </a:p>
      </dgm:t>
    </dgm:pt>
    <dgm:pt modelId="{AA4A01F2-87CD-44A3-ADD1-4675EC7E8B27}" type="sibTrans" cxnId="{6422638C-64DC-4167-9B14-D0E57DFBC908}">
      <dgm:prSet/>
      <dgm:spPr/>
      <dgm:t>
        <a:bodyPr/>
        <a:lstStyle/>
        <a:p>
          <a:endParaRPr lang="en-US"/>
        </a:p>
      </dgm:t>
    </dgm:pt>
    <dgm:pt modelId="{4F6EE1F9-D70A-4697-B86B-0CEE641D1644}">
      <dgm:prSet phldrT="[Text]"/>
      <dgm:spPr/>
      <dgm:t>
        <a:bodyPr/>
        <a:lstStyle/>
        <a:p>
          <a:r>
            <a:rPr lang="en-US" dirty="0"/>
            <a:t>3</a:t>
          </a:r>
        </a:p>
      </dgm:t>
    </dgm:pt>
    <dgm:pt modelId="{36FB6FD2-2ABA-46E7-B968-73790A53475F}" type="parTrans" cxnId="{FB28AFFA-D3F4-44FD-A5ED-9BB5A64F9399}">
      <dgm:prSet/>
      <dgm:spPr/>
      <dgm:t>
        <a:bodyPr/>
        <a:lstStyle/>
        <a:p>
          <a:endParaRPr lang="en-US"/>
        </a:p>
      </dgm:t>
    </dgm:pt>
    <dgm:pt modelId="{9DC1B63B-2B53-456D-96C6-A890C034B3FF}" type="sibTrans" cxnId="{FB28AFFA-D3F4-44FD-A5ED-9BB5A64F9399}">
      <dgm:prSet/>
      <dgm:spPr/>
      <dgm:t>
        <a:bodyPr/>
        <a:lstStyle/>
        <a:p>
          <a:endParaRPr lang="en-US"/>
        </a:p>
      </dgm:t>
    </dgm:pt>
    <dgm:pt modelId="{8BF74DD1-93EB-4128-9C0C-44F683ADA51C}">
      <dgm:prSet phldrT="[Text]"/>
      <dgm:spPr>
        <a:solidFill>
          <a:schemeClr val="accent2">
            <a:lumMod val="20000"/>
            <a:lumOff val="80000"/>
          </a:schemeClr>
        </a:solidFill>
      </dgm:spPr>
      <dgm:t>
        <a:bodyPr/>
        <a:lstStyle/>
        <a:p>
          <a:pPr algn="just">
            <a:buSzPts val="1200"/>
            <a:buFont typeface="Wingdings" panose="05000000000000000000" pitchFamily="2" charset="2"/>
            <a:buChar char="v"/>
          </a:pPr>
          <a:r>
            <a:rPr lang="en-US" spc="-5" dirty="0">
              <a:effectLst/>
              <a:latin typeface="+mn-lt"/>
              <a:ea typeface="Times New Roman" panose="02020603050405020304" pitchFamily="18" charset="0"/>
            </a:rPr>
            <a:t>Karena</a:t>
          </a:r>
          <a:r>
            <a:rPr lang="en-US" spc="80" dirty="0">
              <a:effectLst/>
              <a:latin typeface="+mn-lt"/>
              <a:ea typeface="Times New Roman" panose="02020603050405020304" pitchFamily="18" charset="0"/>
            </a:rPr>
            <a:t> </a:t>
          </a:r>
          <a:r>
            <a:rPr lang="en-US" spc="-5" dirty="0">
              <a:effectLst/>
              <a:latin typeface="+mn-lt"/>
              <a:ea typeface="Times New Roman" panose="02020603050405020304" pitchFamily="18" charset="0"/>
            </a:rPr>
            <a:t>agama</a:t>
          </a:r>
          <a:r>
            <a:rPr lang="en-US" spc="8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memberikan</a:t>
          </a:r>
          <a:r>
            <a:rPr lang="en-US" spc="8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bimbingan</a:t>
          </a:r>
          <a:r>
            <a:rPr lang="en-US" spc="8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rohani</a:t>
          </a:r>
          <a:r>
            <a:rPr lang="en-US" spc="8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bagi</a:t>
          </a:r>
          <a:r>
            <a:rPr lang="en-US" spc="9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manusia</a:t>
          </a:r>
          <a:r>
            <a:rPr lang="en-US" spc="8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baik</a:t>
          </a:r>
          <a:r>
            <a:rPr lang="en-US" spc="80" dirty="0">
              <a:effectLst/>
              <a:latin typeface="+mn-lt"/>
              <a:ea typeface="Times New Roman" panose="02020603050405020304" pitchFamily="18" charset="0"/>
            </a:rPr>
            <a:t> </a:t>
          </a:r>
          <a:r>
            <a:rPr lang="en-US" spc="-5" dirty="0">
              <a:effectLst/>
              <a:latin typeface="+mn-lt"/>
              <a:ea typeface="Times New Roman" panose="02020603050405020304" pitchFamily="18" charset="0"/>
            </a:rPr>
            <a:t>di</a:t>
          </a:r>
          <a:r>
            <a:rPr lang="en-US" spc="90" dirty="0">
              <a:effectLst/>
              <a:latin typeface="+mn-lt"/>
              <a:ea typeface="Times New Roman" panose="02020603050405020304" pitchFamily="18" charset="0"/>
            </a:rPr>
            <a:t> </a:t>
          </a:r>
          <a:r>
            <a:rPr lang="en-US" spc="-5" dirty="0">
              <a:effectLst/>
              <a:latin typeface="+mn-lt"/>
              <a:ea typeface="Times New Roman" panose="02020603050405020304" pitchFamily="18" charset="0"/>
            </a:rPr>
            <a:t>kala</a:t>
          </a:r>
          <a:r>
            <a:rPr lang="en-US" spc="8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suka</a:t>
          </a:r>
          <a:r>
            <a:rPr lang="en-US" spc="-5" dirty="0">
              <a:effectLst/>
              <a:latin typeface="+mn-lt"/>
              <a:ea typeface="Times New Roman" panose="02020603050405020304" pitchFamily="18" charset="0"/>
            </a:rPr>
            <a:t>,</a:t>
          </a:r>
          <a:r>
            <a:rPr lang="en-US" spc="-28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maupun</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dikala</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duka</a:t>
          </a:r>
          <a:endParaRPr lang="en-US" dirty="0">
            <a:latin typeface="+mn-lt"/>
          </a:endParaRPr>
        </a:p>
      </dgm:t>
    </dgm:pt>
    <dgm:pt modelId="{AD331704-9140-4BE8-88B0-E31E6361EED0}" type="parTrans" cxnId="{A273CB5B-0B99-45FD-9991-8835033A428C}">
      <dgm:prSet/>
      <dgm:spPr/>
      <dgm:t>
        <a:bodyPr/>
        <a:lstStyle/>
        <a:p>
          <a:endParaRPr lang="en-US"/>
        </a:p>
      </dgm:t>
    </dgm:pt>
    <dgm:pt modelId="{1A650FE3-E0FC-4036-A56D-9FA197B2C8C5}" type="sibTrans" cxnId="{A273CB5B-0B99-45FD-9991-8835033A428C}">
      <dgm:prSet/>
      <dgm:spPr/>
      <dgm:t>
        <a:bodyPr/>
        <a:lstStyle/>
        <a:p>
          <a:endParaRPr lang="en-US"/>
        </a:p>
      </dgm:t>
    </dgm:pt>
    <dgm:pt modelId="{EC47ADD5-A1C3-4AE3-B2EF-63379F870C81}">
      <dgm:prSet phldrT="[Text]"/>
      <dgm:spPr/>
      <dgm:t>
        <a:bodyPr/>
        <a:lstStyle/>
        <a:p>
          <a:r>
            <a:rPr lang="en-US" dirty="0"/>
            <a:t>4</a:t>
          </a:r>
        </a:p>
      </dgm:t>
    </dgm:pt>
    <dgm:pt modelId="{30EF8595-9010-4798-B89B-176A4B02D8CA}" type="parTrans" cxnId="{70F0397F-F406-472A-86EC-0FD71516A024}">
      <dgm:prSet/>
      <dgm:spPr/>
      <dgm:t>
        <a:bodyPr/>
        <a:lstStyle/>
        <a:p>
          <a:endParaRPr lang="en-US"/>
        </a:p>
      </dgm:t>
    </dgm:pt>
    <dgm:pt modelId="{4317F42F-0AC4-4E56-BD3A-E46995C2B1FD}" type="sibTrans" cxnId="{70F0397F-F406-472A-86EC-0FD71516A024}">
      <dgm:prSet/>
      <dgm:spPr/>
      <dgm:t>
        <a:bodyPr/>
        <a:lstStyle/>
        <a:p>
          <a:endParaRPr lang="en-US"/>
        </a:p>
      </dgm:t>
    </dgm:pt>
    <dgm:pt modelId="{94F4929F-E9B1-46EB-A41F-E9BE1E80B872}">
      <dgm:prSet phldrT="[Text]"/>
      <dgm:spPr/>
      <dgm:t>
        <a:bodyPr/>
        <a:lstStyle/>
        <a:p>
          <a:r>
            <a:rPr lang="en-US" dirty="0"/>
            <a:t>5</a:t>
          </a:r>
        </a:p>
      </dgm:t>
    </dgm:pt>
    <dgm:pt modelId="{A8C9330D-BE5F-4865-9B8B-9D32C8500D8E}" type="parTrans" cxnId="{B6663F51-593F-40E7-B6F1-E0A18E2CB209}">
      <dgm:prSet/>
      <dgm:spPr/>
      <dgm:t>
        <a:bodyPr/>
        <a:lstStyle/>
        <a:p>
          <a:endParaRPr lang="en-US"/>
        </a:p>
      </dgm:t>
    </dgm:pt>
    <dgm:pt modelId="{B921DA0E-85B1-4EA1-9CDF-7ACBF04B1165}" type="sibTrans" cxnId="{B6663F51-593F-40E7-B6F1-E0A18E2CB209}">
      <dgm:prSet/>
      <dgm:spPr/>
      <dgm:t>
        <a:bodyPr/>
        <a:lstStyle/>
        <a:p>
          <a:endParaRPr lang="en-US"/>
        </a:p>
      </dgm:t>
    </dgm:pt>
    <dgm:pt modelId="{FB674E93-5F35-4C8D-A5C6-B51C79C2328D}">
      <dgm:prSet/>
      <dgm:spPr>
        <a:solidFill>
          <a:schemeClr val="accent2">
            <a:lumMod val="20000"/>
            <a:lumOff val="80000"/>
          </a:schemeClr>
        </a:solidFill>
      </dgm:spPr>
      <dgm:t>
        <a:bodyPr/>
        <a:lstStyle/>
        <a:p>
          <a:pPr algn="just">
            <a:buSzPts val="1200"/>
            <a:buFont typeface="Wingdings" panose="05000000000000000000" pitchFamily="2" charset="2"/>
            <a:buChar char="v"/>
          </a:pPr>
          <a:r>
            <a:rPr lang="en-US" spc="-5" dirty="0" err="1">
              <a:effectLst/>
              <a:latin typeface="+mn-lt"/>
              <a:ea typeface="Times New Roman" panose="02020603050405020304" pitchFamily="18" charset="0"/>
            </a:rPr>
            <a:t>Sumber</a:t>
          </a:r>
          <a:r>
            <a:rPr lang="en-US" spc="-1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pedoman</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hidup</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bagi</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individu</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maupun</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kelompok</a:t>
          </a:r>
          <a:endParaRPr lang="en-US" dirty="0">
            <a:latin typeface="+mn-lt"/>
          </a:endParaRPr>
        </a:p>
      </dgm:t>
    </dgm:pt>
    <dgm:pt modelId="{239A3F9B-8593-42BC-8324-655BF3DD5C3F}" type="parTrans" cxnId="{83DB0914-5111-4353-AEF5-739E8AC07E90}">
      <dgm:prSet/>
      <dgm:spPr/>
      <dgm:t>
        <a:bodyPr/>
        <a:lstStyle/>
        <a:p>
          <a:endParaRPr lang="en-US"/>
        </a:p>
      </dgm:t>
    </dgm:pt>
    <dgm:pt modelId="{0F0B9265-314C-48C3-86F5-CC396E200474}" type="sibTrans" cxnId="{83DB0914-5111-4353-AEF5-739E8AC07E90}">
      <dgm:prSet/>
      <dgm:spPr/>
      <dgm:t>
        <a:bodyPr/>
        <a:lstStyle/>
        <a:p>
          <a:endParaRPr lang="en-US"/>
        </a:p>
      </dgm:t>
    </dgm:pt>
    <dgm:pt modelId="{A95598DB-C90F-420A-BD5C-F8EB2D0CF812}">
      <dgm:prSet/>
      <dgm:spPr>
        <a:solidFill>
          <a:schemeClr val="accent2">
            <a:lumMod val="20000"/>
            <a:lumOff val="80000"/>
          </a:schemeClr>
        </a:solidFill>
      </dgm:spPr>
      <dgm:t>
        <a:bodyPr/>
        <a:lstStyle/>
        <a:p>
          <a:pPr algn="just">
            <a:buSzPts val="1200"/>
            <a:buFont typeface="Wingdings" panose="05000000000000000000" pitchFamily="2" charset="2"/>
            <a:buChar char="v"/>
          </a:pPr>
          <a:r>
            <a:rPr lang="en-US" spc="-5" dirty="0" err="1">
              <a:effectLst/>
              <a:latin typeface="+mn-lt"/>
              <a:ea typeface="Times New Roman" panose="02020603050405020304" pitchFamily="18" charset="0"/>
            </a:rPr>
            <a:t>Mengatur</a:t>
          </a:r>
          <a:r>
            <a:rPr lang="en-US" spc="215" dirty="0">
              <a:effectLst/>
              <a:latin typeface="+mn-lt"/>
              <a:ea typeface="Times New Roman" panose="02020603050405020304" pitchFamily="18" charset="0"/>
            </a:rPr>
            <a:t> </a:t>
          </a:r>
          <a:r>
            <a:rPr lang="en-US" spc="-5" dirty="0">
              <a:effectLst/>
              <a:latin typeface="+mn-lt"/>
              <a:ea typeface="Times New Roman" panose="02020603050405020304" pitchFamily="18" charset="0"/>
            </a:rPr>
            <a:t>tata</a:t>
          </a:r>
          <a:r>
            <a:rPr lang="en-US" spc="23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cara</a:t>
          </a:r>
          <a:r>
            <a:rPr lang="en-US" spc="21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hubungan</a:t>
          </a:r>
          <a:r>
            <a:rPr lang="en-US" spc="22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manusia</a:t>
          </a:r>
          <a:r>
            <a:rPr lang="en-US" spc="22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dengan</a:t>
          </a:r>
          <a:r>
            <a:rPr lang="en-US" spc="23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Tuhan</a:t>
          </a:r>
          <a:r>
            <a:rPr lang="en-US" spc="-5" dirty="0">
              <a:effectLst/>
              <a:latin typeface="+mn-lt"/>
              <a:ea typeface="Times New Roman" panose="02020603050405020304" pitchFamily="18" charset="0"/>
            </a:rPr>
            <a:t>,</a:t>
          </a:r>
          <a:r>
            <a:rPr lang="en-US" spc="22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makhlukh</a:t>
          </a:r>
          <a:r>
            <a:rPr lang="en-US" spc="22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hidup</a:t>
          </a:r>
          <a:r>
            <a:rPr lang="en-US" spc="-5" dirty="0">
              <a:effectLst/>
              <a:latin typeface="+mn-lt"/>
              <a:ea typeface="Times New Roman" panose="02020603050405020304" pitchFamily="18" charset="0"/>
            </a:rPr>
            <a:t>,</a:t>
          </a:r>
          <a:r>
            <a:rPr lang="en-US" spc="225" dirty="0">
              <a:effectLst/>
              <a:latin typeface="+mn-lt"/>
              <a:ea typeface="Times New Roman" panose="02020603050405020304" pitchFamily="18" charset="0"/>
            </a:rPr>
            <a:t> </a:t>
          </a:r>
          <a:r>
            <a:rPr lang="en-US" spc="-5" dirty="0">
              <a:effectLst/>
              <a:latin typeface="+mn-lt"/>
              <a:ea typeface="Times New Roman" panose="02020603050405020304" pitchFamily="18" charset="0"/>
            </a:rPr>
            <a:t>dan</a:t>
          </a:r>
          <a:r>
            <a:rPr lang="en-US" spc="-28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serta</a:t>
          </a:r>
          <a:r>
            <a:rPr lang="en-US" spc="-10"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hubungan</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manusia</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dengan</a:t>
          </a:r>
          <a:r>
            <a:rPr lang="en-US" spc="-5" dirty="0">
              <a:effectLst/>
              <a:latin typeface="+mn-lt"/>
              <a:ea typeface="Times New Roman" panose="02020603050405020304" pitchFamily="18" charset="0"/>
            </a:rPr>
            <a:t> </a:t>
          </a:r>
          <a:r>
            <a:rPr lang="en-US" spc="-5" dirty="0" err="1">
              <a:effectLst/>
              <a:latin typeface="+mn-lt"/>
              <a:ea typeface="Times New Roman" panose="02020603050405020304" pitchFamily="18" charset="0"/>
            </a:rPr>
            <a:t>manusia</a:t>
          </a:r>
          <a:r>
            <a:rPr lang="en-US" spc="-5" dirty="0">
              <a:effectLst/>
              <a:latin typeface="+mn-lt"/>
              <a:ea typeface="Times New Roman" panose="02020603050405020304" pitchFamily="18" charset="0"/>
            </a:rPr>
            <a:t>.</a:t>
          </a:r>
          <a:endParaRPr lang="en-US" dirty="0">
            <a:latin typeface="+mn-lt"/>
          </a:endParaRPr>
        </a:p>
      </dgm:t>
    </dgm:pt>
    <dgm:pt modelId="{629FD843-AC0E-4326-9B3B-CCC0CC125A36}" type="parTrans" cxnId="{8F2E1EF7-0DD6-443F-95DF-D424B591D8B1}">
      <dgm:prSet/>
      <dgm:spPr/>
      <dgm:t>
        <a:bodyPr/>
        <a:lstStyle/>
        <a:p>
          <a:endParaRPr lang="en-US"/>
        </a:p>
      </dgm:t>
    </dgm:pt>
    <dgm:pt modelId="{D3782645-1C9A-49FE-8A46-87A4AB3FCBF7}" type="sibTrans" cxnId="{8F2E1EF7-0DD6-443F-95DF-D424B591D8B1}">
      <dgm:prSet/>
      <dgm:spPr/>
      <dgm:t>
        <a:bodyPr/>
        <a:lstStyle/>
        <a:p>
          <a:endParaRPr lang="en-US"/>
        </a:p>
      </dgm:t>
    </dgm:pt>
    <dgm:pt modelId="{B1800074-4E67-4D88-B940-F84D1274F681}" type="pres">
      <dgm:prSet presAssocID="{68EB1310-FDF7-4C7C-9C96-F5C7F2B7D0D1}" presName="Name0" presStyleCnt="0">
        <dgm:presLayoutVars>
          <dgm:dir/>
          <dgm:animLvl val="lvl"/>
          <dgm:resizeHandles val="exact"/>
        </dgm:presLayoutVars>
      </dgm:prSet>
      <dgm:spPr/>
    </dgm:pt>
    <dgm:pt modelId="{F0219840-7AF4-42FC-99B5-42315B6BF6A9}" type="pres">
      <dgm:prSet presAssocID="{29D1F16F-03B4-4386-B89B-8B29846DCFB9}" presName="linNode" presStyleCnt="0"/>
      <dgm:spPr/>
    </dgm:pt>
    <dgm:pt modelId="{24A11200-7240-4561-B7B1-51DE36EC852E}" type="pres">
      <dgm:prSet presAssocID="{29D1F16F-03B4-4386-B89B-8B29846DCFB9}" presName="parTx" presStyleLbl="revTx" presStyleIdx="0" presStyleCnt="5" custScaleX="19100">
        <dgm:presLayoutVars>
          <dgm:chMax val="1"/>
          <dgm:bulletEnabled val="1"/>
        </dgm:presLayoutVars>
      </dgm:prSet>
      <dgm:spPr/>
    </dgm:pt>
    <dgm:pt modelId="{D9ED71A1-324A-4BBE-9F11-CED65342D75F}" type="pres">
      <dgm:prSet presAssocID="{29D1F16F-03B4-4386-B89B-8B29846DCFB9}" presName="bracket" presStyleLbl="parChTrans1D1" presStyleIdx="0" presStyleCnt="5"/>
      <dgm:spPr/>
    </dgm:pt>
    <dgm:pt modelId="{7547EE16-7DBB-40F1-B38E-DF84AFAD1AC2}" type="pres">
      <dgm:prSet presAssocID="{29D1F16F-03B4-4386-B89B-8B29846DCFB9}" presName="spH" presStyleCnt="0"/>
      <dgm:spPr/>
    </dgm:pt>
    <dgm:pt modelId="{9A24711E-48D6-4D36-ADFE-5C0E0918F1D2}" type="pres">
      <dgm:prSet presAssocID="{29D1F16F-03B4-4386-B89B-8B29846DCFB9}" presName="desTx" presStyleLbl="node1" presStyleIdx="0" presStyleCnt="5">
        <dgm:presLayoutVars>
          <dgm:bulletEnabled val="1"/>
        </dgm:presLayoutVars>
      </dgm:prSet>
      <dgm:spPr/>
    </dgm:pt>
    <dgm:pt modelId="{11FF3377-3773-4460-9693-A9A57423DDF7}" type="pres">
      <dgm:prSet presAssocID="{FEF538C1-E66D-4B13-8842-8DF09DE3AD84}" presName="spV" presStyleCnt="0"/>
      <dgm:spPr/>
    </dgm:pt>
    <dgm:pt modelId="{59714D33-1382-43A0-8064-DEB93D0CD7A5}" type="pres">
      <dgm:prSet presAssocID="{418AA90D-4650-46EB-82EB-00D7907927C9}" presName="linNode" presStyleCnt="0"/>
      <dgm:spPr/>
    </dgm:pt>
    <dgm:pt modelId="{CEF6B2C7-E9F2-40FD-8894-B1FC206CE534}" type="pres">
      <dgm:prSet presAssocID="{418AA90D-4650-46EB-82EB-00D7907927C9}" presName="parTx" presStyleLbl="revTx" presStyleIdx="1" presStyleCnt="5" custScaleX="19100">
        <dgm:presLayoutVars>
          <dgm:chMax val="1"/>
          <dgm:bulletEnabled val="1"/>
        </dgm:presLayoutVars>
      </dgm:prSet>
      <dgm:spPr/>
    </dgm:pt>
    <dgm:pt modelId="{AE2B833D-E69B-43DB-B157-E0C4BD06526B}" type="pres">
      <dgm:prSet presAssocID="{418AA90D-4650-46EB-82EB-00D7907927C9}" presName="bracket" presStyleLbl="parChTrans1D1" presStyleIdx="1" presStyleCnt="5"/>
      <dgm:spPr/>
    </dgm:pt>
    <dgm:pt modelId="{C8CB2C30-6727-464B-8A65-B78FD3EE9E06}" type="pres">
      <dgm:prSet presAssocID="{418AA90D-4650-46EB-82EB-00D7907927C9}" presName="spH" presStyleCnt="0"/>
      <dgm:spPr/>
    </dgm:pt>
    <dgm:pt modelId="{82647CE4-2338-4DDE-BAFF-28D874EF6BDD}" type="pres">
      <dgm:prSet presAssocID="{418AA90D-4650-46EB-82EB-00D7907927C9}" presName="desTx" presStyleLbl="node1" presStyleIdx="1" presStyleCnt="5">
        <dgm:presLayoutVars>
          <dgm:bulletEnabled val="1"/>
        </dgm:presLayoutVars>
      </dgm:prSet>
      <dgm:spPr/>
    </dgm:pt>
    <dgm:pt modelId="{BC863494-490D-490E-BC83-44C8A2A2B9B1}" type="pres">
      <dgm:prSet presAssocID="{B629BBB6-3E56-4139-81C8-B14AA1C4F0E1}" presName="spV" presStyleCnt="0"/>
      <dgm:spPr/>
    </dgm:pt>
    <dgm:pt modelId="{D5F9AE80-2675-44DA-8C54-A48DDE8D83EE}" type="pres">
      <dgm:prSet presAssocID="{4F6EE1F9-D70A-4697-B86B-0CEE641D1644}" presName="linNode" presStyleCnt="0"/>
      <dgm:spPr/>
    </dgm:pt>
    <dgm:pt modelId="{DA022B3A-46D6-4F35-AC72-F52968980F02}" type="pres">
      <dgm:prSet presAssocID="{4F6EE1F9-D70A-4697-B86B-0CEE641D1644}" presName="parTx" presStyleLbl="revTx" presStyleIdx="2" presStyleCnt="5" custScaleX="19100">
        <dgm:presLayoutVars>
          <dgm:chMax val="1"/>
          <dgm:bulletEnabled val="1"/>
        </dgm:presLayoutVars>
      </dgm:prSet>
      <dgm:spPr/>
    </dgm:pt>
    <dgm:pt modelId="{41DE3A12-3B96-4E89-B9EC-1195DCC37889}" type="pres">
      <dgm:prSet presAssocID="{4F6EE1F9-D70A-4697-B86B-0CEE641D1644}" presName="bracket" presStyleLbl="parChTrans1D1" presStyleIdx="2" presStyleCnt="5"/>
      <dgm:spPr/>
    </dgm:pt>
    <dgm:pt modelId="{5A207BF4-0D73-4F3A-8544-55493A58C5A7}" type="pres">
      <dgm:prSet presAssocID="{4F6EE1F9-D70A-4697-B86B-0CEE641D1644}" presName="spH" presStyleCnt="0"/>
      <dgm:spPr/>
    </dgm:pt>
    <dgm:pt modelId="{7D6AD53D-CBBD-4B6E-958C-0B09BDEA1504}" type="pres">
      <dgm:prSet presAssocID="{4F6EE1F9-D70A-4697-B86B-0CEE641D1644}" presName="desTx" presStyleLbl="node1" presStyleIdx="2" presStyleCnt="5">
        <dgm:presLayoutVars>
          <dgm:bulletEnabled val="1"/>
        </dgm:presLayoutVars>
      </dgm:prSet>
      <dgm:spPr/>
    </dgm:pt>
    <dgm:pt modelId="{7141A79F-C14E-4174-90E6-CE6FE823F2AF}" type="pres">
      <dgm:prSet presAssocID="{9DC1B63B-2B53-456D-96C6-A890C034B3FF}" presName="spV" presStyleCnt="0"/>
      <dgm:spPr/>
    </dgm:pt>
    <dgm:pt modelId="{E6A254D3-B07C-4D46-9D5D-D6F387EBCCA7}" type="pres">
      <dgm:prSet presAssocID="{EC47ADD5-A1C3-4AE3-B2EF-63379F870C81}" presName="linNode" presStyleCnt="0"/>
      <dgm:spPr/>
    </dgm:pt>
    <dgm:pt modelId="{8431ED9A-F38F-4ADB-BDBC-FE08D3089D6E}" type="pres">
      <dgm:prSet presAssocID="{EC47ADD5-A1C3-4AE3-B2EF-63379F870C81}" presName="parTx" presStyleLbl="revTx" presStyleIdx="3" presStyleCnt="5" custScaleX="19100">
        <dgm:presLayoutVars>
          <dgm:chMax val="1"/>
          <dgm:bulletEnabled val="1"/>
        </dgm:presLayoutVars>
      </dgm:prSet>
      <dgm:spPr/>
    </dgm:pt>
    <dgm:pt modelId="{8286D5B5-C846-4742-B288-777BD9F53A0C}" type="pres">
      <dgm:prSet presAssocID="{EC47ADD5-A1C3-4AE3-B2EF-63379F870C81}" presName="bracket" presStyleLbl="parChTrans1D1" presStyleIdx="3" presStyleCnt="5"/>
      <dgm:spPr/>
    </dgm:pt>
    <dgm:pt modelId="{E24E1423-E990-44CD-AD57-07F0E465D070}" type="pres">
      <dgm:prSet presAssocID="{EC47ADD5-A1C3-4AE3-B2EF-63379F870C81}" presName="spH" presStyleCnt="0"/>
      <dgm:spPr/>
    </dgm:pt>
    <dgm:pt modelId="{760C97B6-BD43-4F89-B4B8-4133EC567F96}" type="pres">
      <dgm:prSet presAssocID="{EC47ADD5-A1C3-4AE3-B2EF-63379F870C81}" presName="desTx" presStyleLbl="node1" presStyleIdx="3" presStyleCnt="5">
        <dgm:presLayoutVars>
          <dgm:bulletEnabled val="1"/>
        </dgm:presLayoutVars>
      </dgm:prSet>
      <dgm:spPr/>
    </dgm:pt>
    <dgm:pt modelId="{39CCACA8-6FD4-46F7-8939-DB9E036AF1AF}" type="pres">
      <dgm:prSet presAssocID="{4317F42F-0AC4-4E56-BD3A-E46995C2B1FD}" presName="spV" presStyleCnt="0"/>
      <dgm:spPr/>
    </dgm:pt>
    <dgm:pt modelId="{7642E568-415E-4C14-8A99-A04F5E87B8BD}" type="pres">
      <dgm:prSet presAssocID="{94F4929F-E9B1-46EB-A41F-E9BE1E80B872}" presName="linNode" presStyleCnt="0"/>
      <dgm:spPr/>
    </dgm:pt>
    <dgm:pt modelId="{8EC76332-C9BB-48FA-A1C6-F97CAF2DF1DD}" type="pres">
      <dgm:prSet presAssocID="{94F4929F-E9B1-46EB-A41F-E9BE1E80B872}" presName="parTx" presStyleLbl="revTx" presStyleIdx="4" presStyleCnt="5" custScaleX="19100">
        <dgm:presLayoutVars>
          <dgm:chMax val="1"/>
          <dgm:bulletEnabled val="1"/>
        </dgm:presLayoutVars>
      </dgm:prSet>
      <dgm:spPr/>
    </dgm:pt>
    <dgm:pt modelId="{181B7273-7F91-4427-94A3-9C28442A9A5A}" type="pres">
      <dgm:prSet presAssocID="{94F4929F-E9B1-46EB-A41F-E9BE1E80B872}" presName="bracket" presStyleLbl="parChTrans1D1" presStyleIdx="4" presStyleCnt="5"/>
      <dgm:spPr/>
    </dgm:pt>
    <dgm:pt modelId="{2430ED46-A20A-428B-8341-45E2CD81C74B}" type="pres">
      <dgm:prSet presAssocID="{94F4929F-E9B1-46EB-A41F-E9BE1E80B872}" presName="spH" presStyleCnt="0"/>
      <dgm:spPr/>
    </dgm:pt>
    <dgm:pt modelId="{F3786BBB-E76E-4C9A-9191-2FC0D8C5FFCC}" type="pres">
      <dgm:prSet presAssocID="{94F4929F-E9B1-46EB-A41F-E9BE1E80B872}" presName="desTx" presStyleLbl="node1" presStyleIdx="4" presStyleCnt="5">
        <dgm:presLayoutVars>
          <dgm:bulletEnabled val="1"/>
        </dgm:presLayoutVars>
      </dgm:prSet>
      <dgm:spPr/>
    </dgm:pt>
  </dgm:ptLst>
  <dgm:cxnLst>
    <dgm:cxn modelId="{3650490F-D78E-4A4E-88CE-A67DF8A304E8}" type="presOf" srcId="{A95598DB-C90F-420A-BD5C-F8EB2D0CF812}" destId="{F3786BBB-E76E-4C9A-9191-2FC0D8C5FFCC}" srcOrd="0" destOrd="0" presId="urn:diagrams.loki3.com/BracketList"/>
    <dgm:cxn modelId="{83DB0914-5111-4353-AEF5-739E8AC07E90}" srcId="{EC47ADD5-A1C3-4AE3-B2EF-63379F870C81}" destId="{FB674E93-5F35-4C8D-A5C6-B51C79C2328D}" srcOrd="0" destOrd="0" parTransId="{239A3F9B-8593-42BC-8324-655BF3DD5C3F}" sibTransId="{0F0B9265-314C-48C3-86F5-CC396E200474}"/>
    <dgm:cxn modelId="{2CCE1E20-3A89-4A46-82AF-3056245E48E8}" type="presOf" srcId="{FB674E93-5F35-4C8D-A5C6-B51C79C2328D}" destId="{760C97B6-BD43-4F89-B4B8-4133EC567F96}" srcOrd="0" destOrd="0" presId="urn:diagrams.loki3.com/BracketList"/>
    <dgm:cxn modelId="{C9B6AA24-A58C-45E3-8A42-5295DDC9461C}" type="presOf" srcId="{4F6EE1F9-D70A-4697-B86B-0CEE641D1644}" destId="{DA022B3A-46D6-4F35-AC72-F52968980F02}" srcOrd="0" destOrd="0" presId="urn:diagrams.loki3.com/BracketList"/>
    <dgm:cxn modelId="{25479626-BF4F-45A9-B9A5-7AEE482E0096}" srcId="{68EB1310-FDF7-4C7C-9C96-F5C7F2B7D0D1}" destId="{418AA90D-4650-46EB-82EB-00D7907927C9}" srcOrd="1" destOrd="0" parTransId="{9C0C96EE-E7BE-41AA-8292-9900155FA261}" sibTransId="{B629BBB6-3E56-4139-81C8-B14AA1C4F0E1}"/>
    <dgm:cxn modelId="{CC8BCB36-85EE-431B-A175-338190B046C6}" type="presOf" srcId="{8BF74DD1-93EB-4128-9C0C-44F683ADA51C}" destId="{7D6AD53D-CBBD-4B6E-958C-0B09BDEA1504}" srcOrd="0" destOrd="0" presId="urn:diagrams.loki3.com/BracketList"/>
    <dgm:cxn modelId="{2750A737-9E46-4F7F-9186-DE126104BA70}" srcId="{29D1F16F-03B4-4386-B89B-8B29846DCFB9}" destId="{585D391E-F3FE-4A66-8AC5-6C5CA4237BC5}" srcOrd="0" destOrd="0" parTransId="{A93A47FD-F036-45C2-9750-8BBD64A24A46}" sibTransId="{73C45A5E-A852-4855-ADAD-09739256C00B}"/>
    <dgm:cxn modelId="{A273CB5B-0B99-45FD-9991-8835033A428C}" srcId="{4F6EE1F9-D70A-4697-B86B-0CEE641D1644}" destId="{8BF74DD1-93EB-4128-9C0C-44F683ADA51C}" srcOrd="0" destOrd="0" parTransId="{AD331704-9140-4BE8-88B0-E31E6361EED0}" sibTransId="{1A650FE3-E0FC-4036-A56D-9FA197B2C8C5}"/>
    <dgm:cxn modelId="{4E4CCE5D-E997-4FA7-8F20-2A5EDEB8BD9B}" type="presOf" srcId="{29D1F16F-03B4-4386-B89B-8B29846DCFB9}" destId="{24A11200-7240-4561-B7B1-51DE36EC852E}" srcOrd="0" destOrd="0" presId="urn:diagrams.loki3.com/BracketList"/>
    <dgm:cxn modelId="{B6663F51-593F-40E7-B6F1-E0A18E2CB209}" srcId="{68EB1310-FDF7-4C7C-9C96-F5C7F2B7D0D1}" destId="{94F4929F-E9B1-46EB-A41F-E9BE1E80B872}" srcOrd="4" destOrd="0" parTransId="{A8C9330D-BE5F-4865-9B8B-9D32C8500D8E}" sibTransId="{B921DA0E-85B1-4EA1-9CDF-7ACBF04B1165}"/>
    <dgm:cxn modelId="{8A3E0053-3D43-4A34-871E-2EA44664ADF8}" type="presOf" srcId="{68EB1310-FDF7-4C7C-9C96-F5C7F2B7D0D1}" destId="{B1800074-4E67-4D88-B940-F84D1274F681}" srcOrd="0" destOrd="0" presId="urn:diagrams.loki3.com/BracketList"/>
    <dgm:cxn modelId="{2B96A653-B877-48CD-A426-5639F2E74888}" type="presOf" srcId="{94F4929F-E9B1-46EB-A41F-E9BE1E80B872}" destId="{8EC76332-C9BB-48FA-A1C6-F97CAF2DF1DD}" srcOrd="0" destOrd="0" presId="urn:diagrams.loki3.com/BracketList"/>
    <dgm:cxn modelId="{70F0397F-F406-472A-86EC-0FD71516A024}" srcId="{68EB1310-FDF7-4C7C-9C96-F5C7F2B7D0D1}" destId="{EC47ADD5-A1C3-4AE3-B2EF-63379F870C81}" srcOrd="3" destOrd="0" parTransId="{30EF8595-9010-4798-B89B-176A4B02D8CA}" sibTransId="{4317F42F-0AC4-4E56-BD3A-E46995C2B1FD}"/>
    <dgm:cxn modelId="{407AF980-4F9D-4159-B8B1-FC29F14D8B4A}" type="presOf" srcId="{585D391E-F3FE-4A66-8AC5-6C5CA4237BC5}" destId="{9A24711E-48D6-4D36-ADFE-5C0E0918F1D2}" srcOrd="0" destOrd="0" presId="urn:diagrams.loki3.com/BracketList"/>
    <dgm:cxn modelId="{6422638C-64DC-4167-9B14-D0E57DFBC908}" srcId="{418AA90D-4650-46EB-82EB-00D7907927C9}" destId="{DCC2FDA4-D26B-4D55-9F06-3D69E6B57346}" srcOrd="0" destOrd="0" parTransId="{2DE2E50C-0ACE-450A-B925-DC345E069116}" sibTransId="{AA4A01F2-87CD-44A3-ADD1-4675EC7E8B27}"/>
    <dgm:cxn modelId="{84E36D8D-DB58-4E4B-B2F6-A77F2CAC4DE6}" type="presOf" srcId="{EC47ADD5-A1C3-4AE3-B2EF-63379F870C81}" destId="{8431ED9A-F38F-4ADB-BDBC-FE08D3089D6E}" srcOrd="0" destOrd="0" presId="urn:diagrams.loki3.com/BracketList"/>
    <dgm:cxn modelId="{977F1FA6-AAA3-4C82-B3DF-C29C99DBE296}" type="presOf" srcId="{418AA90D-4650-46EB-82EB-00D7907927C9}" destId="{CEF6B2C7-E9F2-40FD-8894-B1FC206CE534}" srcOrd="0" destOrd="0" presId="urn:diagrams.loki3.com/BracketList"/>
    <dgm:cxn modelId="{8A68D3F6-E59C-41C1-8FF9-61A7ED604DE8}" type="presOf" srcId="{DCC2FDA4-D26B-4D55-9F06-3D69E6B57346}" destId="{82647CE4-2338-4DDE-BAFF-28D874EF6BDD}" srcOrd="0" destOrd="0" presId="urn:diagrams.loki3.com/BracketList"/>
    <dgm:cxn modelId="{8F2E1EF7-0DD6-443F-95DF-D424B591D8B1}" srcId="{94F4929F-E9B1-46EB-A41F-E9BE1E80B872}" destId="{A95598DB-C90F-420A-BD5C-F8EB2D0CF812}" srcOrd="0" destOrd="0" parTransId="{629FD843-AC0E-4326-9B3B-CCC0CC125A36}" sibTransId="{D3782645-1C9A-49FE-8A46-87A4AB3FCBF7}"/>
    <dgm:cxn modelId="{FB28AFFA-D3F4-44FD-A5ED-9BB5A64F9399}" srcId="{68EB1310-FDF7-4C7C-9C96-F5C7F2B7D0D1}" destId="{4F6EE1F9-D70A-4697-B86B-0CEE641D1644}" srcOrd="2" destOrd="0" parTransId="{36FB6FD2-2ABA-46E7-B968-73790A53475F}" sibTransId="{9DC1B63B-2B53-456D-96C6-A890C034B3FF}"/>
    <dgm:cxn modelId="{4ABE29FE-C529-45CD-B425-63135ECE2C0D}" srcId="{68EB1310-FDF7-4C7C-9C96-F5C7F2B7D0D1}" destId="{29D1F16F-03B4-4386-B89B-8B29846DCFB9}" srcOrd="0" destOrd="0" parTransId="{9C92A4A6-54C4-4FA9-A1A7-F28C553C4DCB}" sibTransId="{FEF538C1-E66D-4B13-8842-8DF09DE3AD84}"/>
    <dgm:cxn modelId="{3DE7A4A8-3DF3-4428-A34A-B84B41E0994A}" type="presParOf" srcId="{B1800074-4E67-4D88-B940-F84D1274F681}" destId="{F0219840-7AF4-42FC-99B5-42315B6BF6A9}" srcOrd="0" destOrd="0" presId="urn:diagrams.loki3.com/BracketList"/>
    <dgm:cxn modelId="{4F4EA2E8-93AD-449E-B172-5D05B9F67D0A}" type="presParOf" srcId="{F0219840-7AF4-42FC-99B5-42315B6BF6A9}" destId="{24A11200-7240-4561-B7B1-51DE36EC852E}" srcOrd="0" destOrd="0" presId="urn:diagrams.loki3.com/BracketList"/>
    <dgm:cxn modelId="{1F179050-1F1E-45EE-B05E-6A7BE1454D7D}" type="presParOf" srcId="{F0219840-7AF4-42FC-99B5-42315B6BF6A9}" destId="{D9ED71A1-324A-4BBE-9F11-CED65342D75F}" srcOrd="1" destOrd="0" presId="urn:diagrams.loki3.com/BracketList"/>
    <dgm:cxn modelId="{06FD3D46-6AF2-43C8-8CD9-F3C776496A73}" type="presParOf" srcId="{F0219840-7AF4-42FC-99B5-42315B6BF6A9}" destId="{7547EE16-7DBB-40F1-B38E-DF84AFAD1AC2}" srcOrd="2" destOrd="0" presId="urn:diagrams.loki3.com/BracketList"/>
    <dgm:cxn modelId="{25779C5D-40DE-4831-809C-86EB5D444CC7}" type="presParOf" srcId="{F0219840-7AF4-42FC-99B5-42315B6BF6A9}" destId="{9A24711E-48D6-4D36-ADFE-5C0E0918F1D2}" srcOrd="3" destOrd="0" presId="urn:diagrams.loki3.com/BracketList"/>
    <dgm:cxn modelId="{AEE8909E-EC69-4181-AECC-72C8E0B1A919}" type="presParOf" srcId="{B1800074-4E67-4D88-B940-F84D1274F681}" destId="{11FF3377-3773-4460-9693-A9A57423DDF7}" srcOrd="1" destOrd="0" presId="urn:diagrams.loki3.com/BracketList"/>
    <dgm:cxn modelId="{3744D37F-DDB6-4D58-944F-80D65B13C67D}" type="presParOf" srcId="{B1800074-4E67-4D88-B940-F84D1274F681}" destId="{59714D33-1382-43A0-8064-DEB93D0CD7A5}" srcOrd="2" destOrd="0" presId="urn:diagrams.loki3.com/BracketList"/>
    <dgm:cxn modelId="{223963F6-B201-4E56-9CE8-B68918DF5AEC}" type="presParOf" srcId="{59714D33-1382-43A0-8064-DEB93D0CD7A5}" destId="{CEF6B2C7-E9F2-40FD-8894-B1FC206CE534}" srcOrd="0" destOrd="0" presId="urn:diagrams.loki3.com/BracketList"/>
    <dgm:cxn modelId="{4E9D9BEA-8917-4633-8081-E93B9544D8FF}" type="presParOf" srcId="{59714D33-1382-43A0-8064-DEB93D0CD7A5}" destId="{AE2B833D-E69B-43DB-B157-E0C4BD06526B}" srcOrd="1" destOrd="0" presId="urn:diagrams.loki3.com/BracketList"/>
    <dgm:cxn modelId="{A037218E-C65F-43D9-99CA-21C807DC1037}" type="presParOf" srcId="{59714D33-1382-43A0-8064-DEB93D0CD7A5}" destId="{C8CB2C30-6727-464B-8A65-B78FD3EE9E06}" srcOrd="2" destOrd="0" presId="urn:diagrams.loki3.com/BracketList"/>
    <dgm:cxn modelId="{0CEA8286-809B-4736-9318-08D54E756F3A}" type="presParOf" srcId="{59714D33-1382-43A0-8064-DEB93D0CD7A5}" destId="{82647CE4-2338-4DDE-BAFF-28D874EF6BDD}" srcOrd="3" destOrd="0" presId="urn:diagrams.loki3.com/BracketList"/>
    <dgm:cxn modelId="{D34E8B3F-3C86-49FC-8F97-01B7FC65CFD1}" type="presParOf" srcId="{B1800074-4E67-4D88-B940-F84D1274F681}" destId="{BC863494-490D-490E-BC83-44C8A2A2B9B1}" srcOrd="3" destOrd="0" presId="urn:diagrams.loki3.com/BracketList"/>
    <dgm:cxn modelId="{18CA5E57-86BD-43BB-855D-1F6ECFAD822C}" type="presParOf" srcId="{B1800074-4E67-4D88-B940-F84D1274F681}" destId="{D5F9AE80-2675-44DA-8C54-A48DDE8D83EE}" srcOrd="4" destOrd="0" presId="urn:diagrams.loki3.com/BracketList"/>
    <dgm:cxn modelId="{5DF3F921-3D70-4636-84B7-83209AF3F722}" type="presParOf" srcId="{D5F9AE80-2675-44DA-8C54-A48DDE8D83EE}" destId="{DA022B3A-46D6-4F35-AC72-F52968980F02}" srcOrd="0" destOrd="0" presId="urn:diagrams.loki3.com/BracketList"/>
    <dgm:cxn modelId="{C3030FAE-611F-4D6F-9188-6777EFC751CF}" type="presParOf" srcId="{D5F9AE80-2675-44DA-8C54-A48DDE8D83EE}" destId="{41DE3A12-3B96-4E89-B9EC-1195DCC37889}" srcOrd="1" destOrd="0" presId="urn:diagrams.loki3.com/BracketList"/>
    <dgm:cxn modelId="{D4C2B90A-0961-4ADC-869A-929A7B999A2F}" type="presParOf" srcId="{D5F9AE80-2675-44DA-8C54-A48DDE8D83EE}" destId="{5A207BF4-0D73-4F3A-8544-55493A58C5A7}" srcOrd="2" destOrd="0" presId="urn:diagrams.loki3.com/BracketList"/>
    <dgm:cxn modelId="{7717306E-D85A-483E-AB37-821D0DB5ACBA}" type="presParOf" srcId="{D5F9AE80-2675-44DA-8C54-A48DDE8D83EE}" destId="{7D6AD53D-CBBD-4B6E-958C-0B09BDEA1504}" srcOrd="3" destOrd="0" presId="urn:diagrams.loki3.com/BracketList"/>
    <dgm:cxn modelId="{419D898B-7945-4962-A0BD-7B9F522DD1DA}" type="presParOf" srcId="{B1800074-4E67-4D88-B940-F84D1274F681}" destId="{7141A79F-C14E-4174-90E6-CE6FE823F2AF}" srcOrd="5" destOrd="0" presId="urn:diagrams.loki3.com/BracketList"/>
    <dgm:cxn modelId="{F74EC8FE-2E8D-4657-B92E-8F06C0506667}" type="presParOf" srcId="{B1800074-4E67-4D88-B940-F84D1274F681}" destId="{E6A254D3-B07C-4D46-9D5D-D6F387EBCCA7}" srcOrd="6" destOrd="0" presId="urn:diagrams.loki3.com/BracketList"/>
    <dgm:cxn modelId="{F70E6204-BD7B-48A2-B9E9-C841BA1B025B}" type="presParOf" srcId="{E6A254D3-B07C-4D46-9D5D-D6F387EBCCA7}" destId="{8431ED9A-F38F-4ADB-BDBC-FE08D3089D6E}" srcOrd="0" destOrd="0" presId="urn:diagrams.loki3.com/BracketList"/>
    <dgm:cxn modelId="{824C7BA7-043C-4640-8530-E2DF82060985}" type="presParOf" srcId="{E6A254D3-B07C-4D46-9D5D-D6F387EBCCA7}" destId="{8286D5B5-C846-4742-B288-777BD9F53A0C}" srcOrd="1" destOrd="0" presId="urn:diagrams.loki3.com/BracketList"/>
    <dgm:cxn modelId="{66DC5AE3-E1BB-4429-9E05-C97DA9D00975}" type="presParOf" srcId="{E6A254D3-B07C-4D46-9D5D-D6F387EBCCA7}" destId="{E24E1423-E990-44CD-AD57-07F0E465D070}" srcOrd="2" destOrd="0" presId="urn:diagrams.loki3.com/BracketList"/>
    <dgm:cxn modelId="{80593356-5481-46AD-AD7D-FFD91FA79267}" type="presParOf" srcId="{E6A254D3-B07C-4D46-9D5D-D6F387EBCCA7}" destId="{760C97B6-BD43-4F89-B4B8-4133EC567F96}" srcOrd="3" destOrd="0" presId="urn:diagrams.loki3.com/BracketList"/>
    <dgm:cxn modelId="{8EC17C1B-A8EA-4813-9093-61BFF2CC0E40}" type="presParOf" srcId="{B1800074-4E67-4D88-B940-F84D1274F681}" destId="{39CCACA8-6FD4-46F7-8939-DB9E036AF1AF}" srcOrd="7" destOrd="0" presId="urn:diagrams.loki3.com/BracketList"/>
    <dgm:cxn modelId="{2B971B1E-A600-46E2-AAA3-1E306FB2A9EE}" type="presParOf" srcId="{B1800074-4E67-4D88-B940-F84D1274F681}" destId="{7642E568-415E-4C14-8A99-A04F5E87B8BD}" srcOrd="8" destOrd="0" presId="urn:diagrams.loki3.com/BracketList"/>
    <dgm:cxn modelId="{6ECB1F4F-BA18-4206-AF17-B1953FC6AFD4}" type="presParOf" srcId="{7642E568-415E-4C14-8A99-A04F5E87B8BD}" destId="{8EC76332-C9BB-48FA-A1C6-F97CAF2DF1DD}" srcOrd="0" destOrd="0" presId="urn:diagrams.loki3.com/BracketList"/>
    <dgm:cxn modelId="{B261DB0F-FD79-4305-A0B9-0DD40AECD381}" type="presParOf" srcId="{7642E568-415E-4C14-8A99-A04F5E87B8BD}" destId="{181B7273-7F91-4427-94A3-9C28442A9A5A}" srcOrd="1" destOrd="0" presId="urn:diagrams.loki3.com/BracketList"/>
    <dgm:cxn modelId="{4262B4A4-8BEF-4DEE-9BA1-158D6D0B2850}" type="presParOf" srcId="{7642E568-415E-4C14-8A99-A04F5E87B8BD}" destId="{2430ED46-A20A-428B-8341-45E2CD81C74B}" srcOrd="2" destOrd="0" presId="urn:diagrams.loki3.com/BracketList"/>
    <dgm:cxn modelId="{EE48861A-6A33-48FB-A7EB-B161DE65FD54}" type="presParOf" srcId="{7642E568-415E-4C14-8A99-A04F5E87B8BD}" destId="{F3786BBB-E76E-4C9A-9191-2FC0D8C5FFCC}"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6BD47F-3148-4595-A409-7A157CD718B3}"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6E1ED89-BA44-4691-81A3-32CC1CEEDDA6}">
      <dgm:prSet phldrT="[Text]"/>
      <dgm:spPr/>
      <dgm:t>
        <a:bodyPr/>
        <a:lstStyle/>
        <a:p>
          <a:r>
            <a:rPr lang="en-US" dirty="0"/>
            <a:t>6</a:t>
          </a:r>
        </a:p>
      </dgm:t>
    </dgm:pt>
    <dgm:pt modelId="{B27C3D9A-6179-4511-9188-0B0BB483A89B}" type="parTrans" cxnId="{5140CA29-C6AC-4D32-8E2D-739068329F12}">
      <dgm:prSet/>
      <dgm:spPr/>
      <dgm:t>
        <a:bodyPr/>
        <a:lstStyle/>
        <a:p>
          <a:endParaRPr lang="en-US"/>
        </a:p>
      </dgm:t>
    </dgm:pt>
    <dgm:pt modelId="{B1D2A3AF-7436-4C54-8B1A-58F8B5BAC260}" type="sibTrans" cxnId="{5140CA29-C6AC-4D32-8E2D-739068329F12}">
      <dgm:prSet/>
      <dgm:spPr/>
      <dgm:t>
        <a:bodyPr/>
        <a:lstStyle/>
        <a:p>
          <a:endParaRPr lang="en-US"/>
        </a:p>
      </dgm:t>
    </dgm:pt>
    <dgm:pt modelId="{508B48CA-FB44-410E-B108-DD420A02F385}">
      <dgm:prSet phldrT="[Text]" custT="1"/>
      <dgm:spPr/>
      <dgm:t>
        <a:bodyPr/>
        <a:lstStyle/>
        <a:p>
          <a:pPr>
            <a:buSzPts val="1200"/>
            <a:buFont typeface="Times New Roman" panose="02020603050405020304" pitchFamily="18" charset="0"/>
            <a:buAutoNum type="alphaLcPeriod"/>
          </a:pPr>
          <a:r>
            <a:rPr lang="en-US" sz="2200" spc="-5" dirty="0" err="1">
              <a:effectLst/>
              <a:latin typeface="+mn-lt"/>
              <a:ea typeface="Times New Roman" panose="02020603050405020304" pitchFamily="18" charset="0"/>
            </a:rPr>
            <a:t>Merupakan</a:t>
          </a:r>
          <a:r>
            <a:rPr lang="en-US" sz="2200" spc="-10"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tuntunan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tentang</a:t>
          </a:r>
          <a:r>
            <a:rPr lang="en-US" sz="2200" spc="-20"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prinsip</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benar</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atau</a:t>
          </a:r>
          <a:r>
            <a:rPr lang="en-US" sz="2200" spc="-5" dirty="0">
              <a:effectLst/>
              <a:latin typeface="+mn-lt"/>
              <a:ea typeface="Times New Roman" panose="02020603050405020304" pitchFamily="18" charset="0"/>
            </a:rPr>
            <a:t> salah</a:t>
          </a:r>
          <a:endParaRPr lang="en-US" sz="2200" dirty="0">
            <a:latin typeface="+mn-lt"/>
          </a:endParaRPr>
        </a:p>
      </dgm:t>
    </dgm:pt>
    <dgm:pt modelId="{D86AAAC4-48F3-4D3B-B3E0-6B4CAE1289EE}" type="parTrans" cxnId="{0C6C261E-4456-4094-AD9F-471A4A012353}">
      <dgm:prSet/>
      <dgm:spPr/>
      <dgm:t>
        <a:bodyPr/>
        <a:lstStyle/>
        <a:p>
          <a:endParaRPr lang="en-US"/>
        </a:p>
      </dgm:t>
    </dgm:pt>
    <dgm:pt modelId="{9D9FBEB0-6CD5-4EEF-9B00-D73F9254EEBE}" type="sibTrans" cxnId="{0C6C261E-4456-4094-AD9F-471A4A012353}">
      <dgm:prSet/>
      <dgm:spPr/>
      <dgm:t>
        <a:bodyPr/>
        <a:lstStyle/>
        <a:p>
          <a:endParaRPr lang="en-US"/>
        </a:p>
      </dgm:t>
    </dgm:pt>
    <dgm:pt modelId="{02B9A673-8426-43F6-BA80-60C983DE36BE}">
      <dgm:prSet phldrT="[Text]"/>
      <dgm:spPr/>
      <dgm:t>
        <a:bodyPr/>
        <a:lstStyle/>
        <a:p>
          <a:r>
            <a:rPr lang="en-US" dirty="0"/>
            <a:t>7</a:t>
          </a:r>
        </a:p>
      </dgm:t>
    </dgm:pt>
    <dgm:pt modelId="{424271A8-5E6C-4D72-8613-853B2D0F2123}" type="parTrans" cxnId="{753624EF-98FF-40E0-A574-D723891EA49A}">
      <dgm:prSet/>
      <dgm:spPr/>
      <dgm:t>
        <a:bodyPr/>
        <a:lstStyle/>
        <a:p>
          <a:endParaRPr lang="en-US"/>
        </a:p>
      </dgm:t>
    </dgm:pt>
    <dgm:pt modelId="{799D1BC7-7ABD-4B31-B94C-40593E16C665}" type="sibTrans" cxnId="{753624EF-98FF-40E0-A574-D723891EA49A}">
      <dgm:prSet/>
      <dgm:spPr/>
      <dgm:t>
        <a:bodyPr/>
        <a:lstStyle/>
        <a:p>
          <a:endParaRPr lang="en-US"/>
        </a:p>
      </dgm:t>
    </dgm:pt>
    <dgm:pt modelId="{ACB3AA72-AA11-427A-BA38-99D03938A399}">
      <dgm:prSet phldrT="[Text]" custT="1"/>
      <dgm:spPr/>
      <dgm:t>
        <a:bodyPr/>
        <a:lstStyle/>
        <a:p>
          <a:pPr>
            <a:buSzPts val="1200"/>
            <a:buFont typeface="Times New Roman" panose="02020603050405020304" pitchFamily="18" charset="0"/>
            <a:buAutoNum type="alphaLcPeriod"/>
          </a:pPr>
          <a:r>
            <a:rPr lang="en-US" sz="2200" spc="-5" dirty="0" err="1">
              <a:effectLst/>
              <a:latin typeface="+mn-lt"/>
              <a:ea typeface="Times New Roman" panose="02020603050405020304" pitchFamily="18" charset="0"/>
            </a:rPr>
            <a:t>Pedoman</a:t>
          </a:r>
          <a:r>
            <a:rPr lang="en-US" sz="2200" spc="-1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mengungkapkan</a:t>
          </a:r>
          <a:r>
            <a:rPr lang="en-US" sz="2200" spc="-10"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rasa</a:t>
          </a:r>
          <a:r>
            <a:rPr lang="en-US" sz="2200" spc="-1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kebersamaan</a:t>
          </a:r>
          <a:endParaRPr lang="en-US" sz="2200" dirty="0">
            <a:latin typeface="+mn-lt"/>
          </a:endParaRPr>
        </a:p>
      </dgm:t>
    </dgm:pt>
    <dgm:pt modelId="{F897BB82-53F2-4C32-BA2C-78AD3F961FE9}" type="parTrans" cxnId="{B41EFA94-4DBD-4423-B123-AF8B6C475966}">
      <dgm:prSet/>
      <dgm:spPr/>
      <dgm:t>
        <a:bodyPr/>
        <a:lstStyle/>
        <a:p>
          <a:endParaRPr lang="en-US"/>
        </a:p>
      </dgm:t>
    </dgm:pt>
    <dgm:pt modelId="{4A2C4E53-4DFE-4854-8939-9A33249B1F9B}" type="sibTrans" cxnId="{B41EFA94-4DBD-4423-B123-AF8B6C475966}">
      <dgm:prSet/>
      <dgm:spPr/>
      <dgm:t>
        <a:bodyPr/>
        <a:lstStyle/>
        <a:p>
          <a:endParaRPr lang="en-US"/>
        </a:p>
      </dgm:t>
    </dgm:pt>
    <dgm:pt modelId="{5C487A12-DFEE-4326-94D7-591C196DE434}">
      <dgm:prSet phldrT="[Text]"/>
      <dgm:spPr/>
      <dgm:t>
        <a:bodyPr/>
        <a:lstStyle/>
        <a:p>
          <a:r>
            <a:rPr lang="en-US" dirty="0"/>
            <a:t>8</a:t>
          </a:r>
        </a:p>
      </dgm:t>
    </dgm:pt>
    <dgm:pt modelId="{C9A5D5EE-3224-4EAB-B670-79838B7ADA6A}" type="parTrans" cxnId="{1A181BCE-CD16-4BFC-ACA3-7A537F4A63C9}">
      <dgm:prSet/>
      <dgm:spPr/>
      <dgm:t>
        <a:bodyPr/>
        <a:lstStyle/>
        <a:p>
          <a:endParaRPr lang="en-US"/>
        </a:p>
      </dgm:t>
    </dgm:pt>
    <dgm:pt modelId="{992866F0-94D2-4843-9225-328ECC22E42C}" type="sibTrans" cxnId="{1A181BCE-CD16-4BFC-ACA3-7A537F4A63C9}">
      <dgm:prSet/>
      <dgm:spPr/>
      <dgm:t>
        <a:bodyPr/>
        <a:lstStyle/>
        <a:p>
          <a:endParaRPr lang="en-US"/>
        </a:p>
      </dgm:t>
    </dgm:pt>
    <dgm:pt modelId="{43DB9693-300F-4D29-90A9-C2BEFD55E91A}">
      <dgm:prSet phldrT="[Text]" custT="1"/>
      <dgm:spPr/>
      <dgm:t>
        <a:bodyPr/>
        <a:lstStyle/>
        <a:p>
          <a:pPr>
            <a:buSzPts val="1200"/>
            <a:buFont typeface="Times New Roman" panose="02020603050405020304" pitchFamily="18" charset="0"/>
            <a:buAutoNum type="alphaLcPeriod"/>
          </a:pPr>
          <a:r>
            <a:rPr lang="en-US" sz="2200" spc="-5" dirty="0" err="1">
              <a:effectLst/>
              <a:latin typeface="+mn-lt"/>
              <a:ea typeface="Times New Roman" panose="02020603050405020304" pitchFamily="18" charset="0"/>
            </a:rPr>
            <a:t>Pedoman</a:t>
          </a:r>
          <a:r>
            <a:rPr lang="en-US" sz="2200" spc="-10"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perasaan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keyakinan</a:t>
          </a:r>
          <a:endParaRPr lang="en-US" sz="2200" dirty="0">
            <a:latin typeface="+mn-lt"/>
          </a:endParaRPr>
        </a:p>
      </dgm:t>
    </dgm:pt>
    <dgm:pt modelId="{742B49B1-94C9-464C-807C-602AC205D6F2}" type="parTrans" cxnId="{3DE658DB-04AF-4B4B-93C9-1BA14DCBDBB8}">
      <dgm:prSet/>
      <dgm:spPr/>
      <dgm:t>
        <a:bodyPr/>
        <a:lstStyle/>
        <a:p>
          <a:endParaRPr lang="en-US"/>
        </a:p>
      </dgm:t>
    </dgm:pt>
    <dgm:pt modelId="{19143127-A033-4F70-BB86-C62D3B363815}" type="sibTrans" cxnId="{3DE658DB-04AF-4B4B-93C9-1BA14DCBDBB8}">
      <dgm:prSet/>
      <dgm:spPr/>
      <dgm:t>
        <a:bodyPr/>
        <a:lstStyle/>
        <a:p>
          <a:endParaRPr lang="en-US"/>
        </a:p>
      </dgm:t>
    </dgm:pt>
    <dgm:pt modelId="{A724F7CE-8B8E-4F94-94B4-5FA80BE30EA5}">
      <dgm:prSet phldrT="[Text]"/>
      <dgm:spPr/>
      <dgm:t>
        <a:bodyPr/>
        <a:lstStyle/>
        <a:p>
          <a:r>
            <a:rPr lang="en-US" dirty="0"/>
            <a:t>9</a:t>
          </a:r>
        </a:p>
      </dgm:t>
    </dgm:pt>
    <dgm:pt modelId="{4CD5E9D8-D7D9-4CB0-AE44-D3D18C2D3B0F}" type="parTrans" cxnId="{B9877449-7423-4EF4-9D04-9199CA6F0439}">
      <dgm:prSet/>
      <dgm:spPr/>
      <dgm:t>
        <a:bodyPr/>
        <a:lstStyle/>
        <a:p>
          <a:endParaRPr lang="en-US"/>
        </a:p>
      </dgm:t>
    </dgm:pt>
    <dgm:pt modelId="{E7CFF22E-55FB-42F5-8A5A-8FCF75171A5E}" type="sibTrans" cxnId="{B9877449-7423-4EF4-9D04-9199CA6F0439}">
      <dgm:prSet/>
      <dgm:spPr/>
      <dgm:t>
        <a:bodyPr/>
        <a:lstStyle/>
        <a:p>
          <a:endParaRPr lang="en-US"/>
        </a:p>
      </dgm:t>
    </dgm:pt>
    <dgm:pt modelId="{CC0D6C44-6358-4958-AA43-4822E5AD2B76}">
      <dgm:prSet phldrT="[Text]"/>
      <dgm:spPr/>
      <dgm:t>
        <a:bodyPr/>
        <a:lstStyle/>
        <a:p>
          <a:r>
            <a:rPr lang="en-US" dirty="0"/>
            <a:t>10</a:t>
          </a:r>
        </a:p>
      </dgm:t>
    </dgm:pt>
    <dgm:pt modelId="{44F8D091-11BF-4899-8868-7C3DE4909913}" type="parTrans" cxnId="{445EF4FF-4364-4142-9777-9F2CE137A7AD}">
      <dgm:prSet/>
      <dgm:spPr/>
      <dgm:t>
        <a:bodyPr/>
        <a:lstStyle/>
        <a:p>
          <a:endParaRPr lang="en-US"/>
        </a:p>
      </dgm:t>
    </dgm:pt>
    <dgm:pt modelId="{C85A50EE-9CF7-4ACD-B9DA-746C20480A9E}" type="sibTrans" cxnId="{445EF4FF-4364-4142-9777-9F2CE137A7AD}">
      <dgm:prSet/>
      <dgm:spPr/>
      <dgm:t>
        <a:bodyPr/>
        <a:lstStyle/>
        <a:p>
          <a:endParaRPr lang="en-US"/>
        </a:p>
      </dgm:t>
    </dgm:pt>
    <dgm:pt modelId="{6054F56A-338E-4E41-90FE-EDE0D29DC2F8}">
      <dgm:prSet phldrT="[Text]"/>
      <dgm:spPr/>
      <dgm:t>
        <a:bodyPr/>
        <a:lstStyle/>
        <a:p>
          <a:r>
            <a:rPr lang="en-US" dirty="0"/>
            <a:t>11</a:t>
          </a:r>
        </a:p>
      </dgm:t>
    </dgm:pt>
    <dgm:pt modelId="{AAE0EFEA-711B-4847-A2A0-0A28F253867B}" type="parTrans" cxnId="{7AAF7E1F-68DF-4BAF-8589-D4CEDC6B864C}">
      <dgm:prSet/>
      <dgm:spPr/>
      <dgm:t>
        <a:bodyPr/>
        <a:lstStyle/>
        <a:p>
          <a:endParaRPr lang="en-US"/>
        </a:p>
      </dgm:t>
    </dgm:pt>
    <dgm:pt modelId="{DE79B751-EC3C-4EEF-BC45-95C3A3E9A4EE}" type="sibTrans" cxnId="{7AAF7E1F-68DF-4BAF-8589-D4CEDC6B864C}">
      <dgm:prSet/>
      <dgm:spPr/>
      <dgm:t>
        <a:bodyPr/>
        <a:lstStyle/>
        <a:p>
          <a:endParaRPr lang="en-US"/>
        </a:p>
      </dgm:t>
    </dgm:pt>
    <dgm:pt modelId="{3766FE4F-EED0-4B82-A7E3-C07FBA3DADCD}">
      <dgm:prSet phldrT="[Text]"/>
      <dgm:spPr/>
      <dgm:t>
        <a:bodyPr/>
        <a:lstStyle/>
        <a:p>
          <a:r>
            <a:rPr lang="en-US" dirty="0"/>
            <a:t>12</a:t>
          </a:r>
        </a:p>
      </dgm:t>
    </dgm:pt>
    <dgm:pt modelId="{423ED70E-0268-443B-9CBB-8BB154C9752E}" type="parTrans" cxnId="{42BF29B3-7D2A-48EF-959E-03625C7C71F3}">
      <dgm:prSet/>
      <dgm:spPr/>
      <dgm:t>
        <a:bodyPr/>
        <a:lstStyle/>
        <a:p>
          <a:endParaRPr lang="en-US"/>
        </a:p>
      </dgm:t>
    </dgm:pt>
    <dgm:pt modelId="{7C9508E4-B686-4D47-B459-B09F4902BAA1}" type="sibTrans" cxnId="{42BF29B3-7D2A-48EF-959E-03625C7C71F3}">
      <dgm:prSet/>
      <dgm:spPr/>
      <dgm:t>
        <a:bodyPr/>
        <a:lstStyle/>
        <a:p>
          <a:endParaRPr lang="en-US"/>
        </a:p>
      </dgm:t>
    </dgm:pt>
    <dgm:pt modelId="{133062B5-2484-4865-9870-E2D3E577E4D5}">
      <dgm:prSet custT="1"/>
      <dgm:spPr/>
      <dgm:t>
        <a:bodyPr/>
        <a:lstStyle/>
        <a:p>
          <a:pPr>
            <a:buSzPts val="1200"/>
            <a:buFont typeface="Times New Roman" panose="02020603050405020304" pitchFamily="18" charset="0"/>
            <a:buAutoNum type="alphaLcPeriod"/>
          </a:pPr>
          <a:r>
            <a:rPr lang="en-US" sz="2200" spc="-5" dirty="0" err="1">
              <a:effectLst/>
              <a:latin typeface="+mn-lt"/>
              <a:ea typeface="Times New Roman" panose="02020603050405020304" pitchFamily="18" charset="0"/>
            </a:rPr>
            <a:t>Pedoman</a:t>
          </a:r>
          <a:r>
            <a:rPr lang="en-US" sz="2200" spc="-10"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dalam</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membentuk</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nilai-nilai</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kehidupan</a:t>
          </a:r>
          <a:endParaRPr lang="en-US" sz="2200" dirty="0">
            <a:latin typeface="+mn-lt"/>
          </a:endParaRPr>
        </a:p>
      </dgm:t>
    </dgm:pt>
    <dgm:pt modelId="{4FD93E40-A13D-408B-AEE9-F06D3B315B8B}" type="parTrans" cxnId="{3B62B77F-2C12-425A-8432-53A43D2D207A}">
      <dgm:prSet/>
      <dgm:spPr/>
      <dgm:t>
        <a:bodyPr/>
        <a:lstStyle/>
        <a:p>
          <a:endParaRPr lang="en-US"/>
        </a:p>
      </dgm:t>
    </dgm:pt>
    <dgm:pt modelId="{8B60A53F-80E0-42AF-AC50-030D2177E91B}" type="sibTrans" cxnId="{3B62B77F-2C12-425A-8432-53A43D2D207A}">
      <dgm:prSet/>
      <dgm:spPr/>
      <dgm:t>
        <a:bodyPr/>
        <a:lstStyle/>
        <a:p>
          <a:endParaRPr lang="en-US"/>
        </a:p>
      </dgm:t>
    </dgm:pt>
    <dgm:pt modelId="{4990A668-DE5D-4657-B5AE-1C837B6F6068}">
      <dgm:prSet custT="1"/>
      <dgm:spPr/>
      <dgm:t>
        <a:bodyPr/>
        <a:lstStyle/>
        <a:p>
          <a:pPr>
            <a:buSzPts val="1200"/>
            <a:buFont typeface="Times New Roman" panose="02020603050405020304" pitchFamily="18" charset="0"/>
            <a:buAutoNum type="alphaLcPeriod"/>
          </a:pPr>
          <a:r>
            <a:rPr lang="en-US" sz="2200" spc="-5" dirty="0" err="1">
              <a:effectLst/>
              <a:latin typeface="+mn-lt"/>
              <a:ea typeface="Times New Roman" panose="02020603050405020304" pitchFamily="18" charset="0"/>
            </a:rPr>
            <a:t>Pengungkapan</a:t>
          </a:r>
          <a:r>
            <a:rPr lang="en-US" sz="2200" spc="-1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estetika</a:t>
          </a:r>
          <a:r>
            <a:rPr lang="en-US" sz="2200" spc="-10"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a:t>
          </a:r>
          <a:r>
            <a:rPr lang="en-US" sz="2200" spc="-5" dirty="0" err="1">
              <a:effectLst/>
              <a:latin typeface="+mn-lt"/>
              <a:ea typeface="Times New Roman" panose="02020603050405020304" pitchFamily="18" charset="0"/>
            </a:rPr>
            <a:t>keindahan</a:t>
          </a:r>
          <a:r>
            <a:rPr lang="en-US" sz="2200" spc="-5" dirty="0">
              <a:effectLst/>
              <a:latin typeface="+mn-lt"/>
              <a:ea typeface="Times New Roman" panose="02020603050405020304" pitchFamily="18" charset="0"/>
            </a:rPr>
            <a:t>)</a:t>
          </a:r>
          <a:endParaRPr lang="en-US" sz="2200" dirty="0">
            <a:latin typeface="+mn-lt"/>
          </a:endParaRPr>
        </a:p>
      </dgm:t>
    </dgm:pt>
    <dgm:pt modelId="{077C79EC-E703-4C64-A14A-690CEF91AFC0}" type="parTrans" cxnId="{BE48A83A-FA41-42F6-8D04-24B03269CF71}">
      <dgm:prSet/>
      <dgm:spPr/>
      <dgm:t>
        <a:bodyPr/>
        <a:lstStyle/>
        <a:p>
          <a:endParaRPr lang="en-US"/>
        </a:p>
      </dgm:t>
    </dgm:pt>
    <dgm:pt modelId="{20D957E0-7254-4040-AE7C-731E88A423D4}" type="sibTrans" cxnId="{BE48A83A-FA41-42F6-8D04-24B03269CF71}">
      <dgm:prSet/>
      <dgm:spPr/>
      <dgm:t>
        <a:bodyPr/>
        <a:lstStyle/>
        <a:p>
          <a:endParaRPr lang="en-US"/>
        </a:p>
      </dgm:t>
    </dgm:pt>
    <dgm:pt modelId="{061CA932-AE5F-486C-8BED-813016D40C40}">
      <dgm:prSet custT="1"/>
      <dgm:spPr/>
      <dgm:t>
        <a:bodyPr/>
        <a:lstStyle/>
        <a:p>
          <a:pPr>
            <a:buSzPts val="1200"/>
            <a:buFont typeface="Times New Roman" panose="02020603050405020304" pitchFamily="18" charset="0"/>
            <a:buAutoNum type="alphaLcPeriod"/>
          </a:pPr>
          <a:r>
            <a:rPr lang="en-US" sz="2200" spc="-5" dirty="0" err="1">
              <a:effectLst/>
              <a:latin typeface="+mn-lt"/>
              <a:ea typeface="Times New Roman" panose="02020603050405020304" pitchFamily="18" charset="0"/>
            </a:rPr>
            <a:t>Pedoman</a:t>
          </a:r>
          <a:r>
            <a:rPr lang="en-US" sz="2200" spc="-10"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rekreasi</a:t>
          </a:r>
          <a:r>
            <a:rPr lang="en-US" sz="2200" spc="-5" dirty="0">
              <a:effectLst/>
              <a:latin typeface="+mn-lt"/>
              <a:ea typeface="Times New Roman" panose="02020603050405020304" pitchFamily="18" charset="0"/>
            </a:rPr>
            <a:t> dan</a:t>
          </a:r>
          <a:r>
            <a:rPr lang="en-US" sz="2200" spc="-10"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hiburan</a:t>
          </a:r>
          <a:endParaRPr lang="en-US" sz="2200" dirty="0">
            <a:latin typeface="+mn-lt"/>
          </a:endParaRPr>
        </a:p>
      </dgm:t>
    </dgm:pt>
    <dgm:pt modelId="{31397E61-718E-4DBA-A444-4E286B2639C6}" type="parTrans" cxnId="{EBC5AD2E-30B2-4043-B5FC-7B4D30DE3922}">
      <dgm:prSet/>
      <dgm:spPr/>
      <dgm:t>
        <a:bodyPr/>
        <a:lstStyle/>
        <a:p>
          <a:endParaRPr lang="en-US"/>
        </a:p>
      </dgm:t>
    </dgm:pt>
    <dgm:pt modelId="{F5C4672C-325F-496F-9969-4DE8281EC784}" type="sibTrans" cxnId="{EBC5AD2E-30B2-4043-B5FC-7B4D30DE3922}">
      <dgm:prSet/>
      <dgm:spPr/>
      <dgm:t>
        <a:bodyPr/>
        <a:lstStyle/>
        <a:p>
          <a:endParaRPr lang="en-US"/>
        </a:p>
      </dgm:t>
    </dgm:pt>
    <dgm:pt modelId="{46F24FA0-5A07-43E3-A3AF-7C9AC19A570B}">
      <dgm:prSet custT="1"/>
      <dgm:spPr/>
      <dgm:t>
        <a:bodyPr/>
        <a:lstStyle/>
        <a:p>
          <a:pPr>
            <a:buSzPts val="1200"/>
            <a:buFont typeface="Times New Roman" panose="02020603050405020304" pitchFamily="18" charset="0"/>
            <a:buAutoNum type="alphaLcPeriod"/>
          </a:pPr>
          <a:r>
            <a:rPr lang="en-US" sz="2200" dirty="0" err="1">
              <a:effectLst/>
              <a:latin typeface="+mn-lt"/>
              <a:ea typeface="Times New Roman" panose="02020603050405020304" pitchFamily="18" charset="0"/>
            </a:rPr>
            <a:t>Memberikan</a:t>
          </a:r>
          <a:r>
            <a:rPr lang="en-US" sz="2200" spc="-1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identitas</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kepada</a:t>
          </a:r>
          <a:r>
            <a:rPr lang="en-US" sz="2200" spc="-1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manusia</a:t>
          </a:r>
          <a:r>
            <a:rPr lang="en-US" sz="2200" spc="-1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sebagai</a:t>
          </a:r>
          <a:r>
            <a:rPr lang="en-US" sz="2200" spc="-1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umat</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dari</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suatu</a:t>
          </a:r>
          <a:r>
            <a:rPr lang="en-US" sz="2200" spc="-10" dirty="0">
              <a:effectLst/>
              <a:latin typeface="+mn-lt"/>
              <a:ea typeface="Times New Roman" panose="02020603050405020304" pitchFamily="18" charset="0"/>
            </a:rPr>
            <a:t> </a:t>
          </a:r>
          <a:r>
            <a:rPr lang="en-US" sz="2200" dirty="0">
              <a:effectLst/>
              <a:latin typeface="+mn-lt"/>
              <a:ea typeface="Times New Roman" panose="02020603050405020304" pitchFamily="18" charset="0"/>
            </a:rPr>
            <a:t>agama</a:t>
          </a:r>
          <a:endParaRPr lang="en-US" sz="2200" dirty="0">
            <a:latin typeface="+mn-lt"/>
          </a:endParaRPr>
        </a:p>
      </dgm:t>
    </dgm:pt>
    <dgm:pt modelId="{889EB958-AA6C-491D-AA40-9B25598B85D4}" type="parTrans" cxnId="{D3C5BEF6-8EBD-45D6-8EFB-F1327A918417}">
      <dgm:prSet/>
      <dgm:spPr/>
      <dgm:t>
        <a:bodyPr/>
        <a:lstStyle/>
        <a:p>
          <a:endParaRPr lang="en-US"/>
        </a:p>
      </dgm:t>
    </dgm:pt>
    <dgm:pt modelId="{169C05E5-148F-4793-80CC-08AED5F181AB}" type="sibTrans" cxnId="{D3C5BEF6-8EBD-45D6-8EFB-F1327A918417}">
      <dgm:prSet/>
      <dgm:spPr/>
      <dgm:t>
        <a:bodyPr/>
        <a:lstStyle/>
        <a:p>
          <a:endParaRPr lang="en-US"/>
        </a:p>
      </dgm:t>
    </dgm:pt>
    <dgm:pt modelId="{CD8E78C2-C402-42D6-8505-63E0591DB4B0}" type="pres">
      <dgm:prSet presAssocID="{746BD47F-3148-4595-A409-7A157CD718B3}" presName="vert0" presStyleCnt="0">
        <dgm:presLayoutVars>
          <dgm:dir/>
          <dgm:animOne val="branch"/>
          <dgm:animLvl val="lvl"/>
        </dgm:presLayoutVars>
      </dgm:prSet>
      <dgm:spPr/>
    </dgm:pt>
    <dgm:pt modelId="{735D4BD5-035A-43EA-B333-5A585C1CF94E}" type="pres">
      <dgm:prSet presAssocID="{46E1ED89-BA44-4691-81A3-32CC1CEEDDA6}" presName="thickLine" presStyleLbl="alignNode1" presStyleIdx="0" presStyleCnt="7"/>
      <dgm:spPr/>
    </dgm:pt>
    <dgm:pt modelId="{7928F7A6-8ED9-4A38-B2FE-5BBA9212805A}" type="pres">
      <dgm:prSet presAssocID="{46E1ED89-BA44-4691-81A3-32CC1CEEDDA6}" presName="horz1" presStyleCnt="0"/>
      <dgm:spPr/>
    </dgm:pt>
    <dgm:pt modelId="{91F5FFB2-D48E-40A4-8029-475E08450D1A}" type="pres">
      <dgm:prSet presAssocID="{46E1ED89-BA44-4691-81A3-32CC1CEEDDA6}" presName="tx1" presStyleLbl="revTx" presStyleIdx="0" presStyleCnt="14" custScaleX="32178"/>
      <dgm:spPr/>
    </dgm:pt>
    <dgm:pt modelId="{34AE06CE-2460-4048-9164-DE256958DDFD}" type="pres">
      <dgm:prSet presAssocID="{46E1ED89-BA44-4691-81A3-32CC1CEEDDA6}" presName="vert1" presStyleCnt="0"/>
      <dgm:spPr/>
    </dgm:pt>
    <dgm:pt modelId="{EBBF3C73-412C-4B32-A676-243BDE12A7FC}" type="pres">
      <dgm:prSet presAssocID="{508B48CA-FB44-410E-B108-DD420A02F385}" presName="vertSpace2a" presStyleCnt="0"/>
      <dgm:spPr/>
    </dgm:pt>
    <dgm:pt modelId="{6EA6303E-BC9A-4586-9D0D-446982B9E667}" type="pres">
      <dgm:prSet presAssocID="{508B48CA-FB44-410E-B108-DD420A02F385}" presName="horz2" presStyleCnt="0"/>
      <dgm:spPr/>
    </dgm:pt>
    <dgm:pt modelId="{C7FD325F-F6A2-4E51-9813-20FD45BBD699}" type="pres">
      <dgm:prSet presAssocID="{508B48CA-FB44-410E-B108-DD420A02F385}" presName="horzSpace2" presStyleCnt="0"/>
      <dgm:spPr/>
    </dgm:pt>
    <dgm:pt modelId="{8E790AA1-5E8D-4407-A312-23A7CD281801}" type="pres">
      <dgm:prSet presAssocID="{508B48CA-FB44-410E-B108-DD420A02F385}" presName="tx2" presStyleLbl="revTx" presStyleIdx="1" presStyleCnt="14" custScaleX="115749"/>
      <dgm:spPr/>
    </dgm:pt>
    <dgm:pt modelId="{C064F9B0-DB57-48A7-9DB5-A376B5E270EF}" type="pres">
      <dgm:prSet presAssocID="{508B48CA-FB44-410E-B108-DD420A02F385}" presName="vert2" presStyleCnt="0"/>
      <dgm:spPr/>
    </dgm:pt>
    <dgm:pt modelId="{E064B513-9630-4794-908A-EAA634D6273C}" type="pres">
      <dgm:prSet presAssocID="{508B48CA-FB44-410E-B108-DD420A02F385}" presName="thinLine2b" presStyleLbl="callout" presStyleIdx="0" presStyleCnt="7"/>
      <dgm:spPr/>
    </dgm:pt>
    <dgm:pt modelId="{FA0D5187-7396-4F43-8BB1-F5FCB00C9147}" type="pres">
      <dgm:prSet presAssocID="{508B48CA-FB44-410E-B108-DD420A02F385}" presName="vertSpace2b" presStyleCnt="0"/>
      <dgm:spPr/>
    </dgm:pt>
    <dgm:pt modelId="{1FB9ABB1-9C8B-46A7-A5EE-AB10B3536483}" type="pres">
      <dgm:prSet presAssocID="{02B9A673-8426-43F6-BA80-60C983DE36BE}" presName="thickLine" presStyleLbl="alignNode1" presStyleIdx="1" presStyleCnt="7"/>
      <dgm:spPr/>
    </dgm:pt>
    <dgm:pt modelId="{E8E3D390-D5B9-4393-9EBB-06800AF3A73F}" type="pres">
      <dgm:prSet presAssocID="{02B9A673-8426-43F6-BA80-60C983DE36BE}" presName="horz1" presStyleCnt="0"/>
      <dgm:spPr/>
    </dgm:pt>
    <dgm:pt modelId="{F35E2313-7B5F-432D-9F74-2EB3D615EF3F}" type="pres">
      <dgm:prSet presAssocID="{02B9A673-8426-43F6-BA80-60C983DE36BE}" presName="tx1" presStyleLbl="revTx" presStyleIdx="2" presStyleCnt="14" custScaleX="32178"/>
      <dgm:spPr/>
    </dgm:pt>
    <dgm:pt modelId="{7CE43198-84D0-4B2F-AE59-919126719C5D}" type="pres">
      <dgm:prSet presAssocID="{02B9A673-8426-43F6-BA80-60C983DE36BE}" presName="vert1" presStyleCnt="0"/>
      <dgm:spPr/>
    </dgm:pt>
    <dgm:pt modelId="{98F387D7-3AC5-4C5C-9D91-686706C79465}" type="pres">
      <dgm:prSet presAssocID="{ACB3AA72-AA11-427A-BA38-99D03938A399}" presName="vertSpace2a" presStyleCnt="0"/>
      <dgm:spPr/>
    </dgm:pt>
    <dgm:pt modelId="{61027F27-9A92-4542-B846-771C3435B45B}" type="pres">
      <dgm:prSet presAssocID="{ACB3AA72-AA11-427A-BA38-99D03938A399}" presName="horz2" presStyleCnt="0"/>
      <dgm:spPr/>
    </dgm:pt>
    <dgm:pt modelId="{5907887B-C3E6-47A4-BAAC-D0AAAA80A582}" type="pres">
      <dgm:prSet presAssocID="{ACB3AA72-AA11-427A-BA38-99D03938A399}" presName="horzSpace2" presStyleCnt="0"/>
      <dgm:spPr/>
    </dgm:pt>
    <dgm:pt modelId="{7DC1E1E9-E7F2-4EBE-AEE4-ED041CA7BF5F}" type="pres">
      <dgm:prSet presAssocID="{ACB3AA72-AA11-427A-BA38-99D03938A399}" presName="tx2" presStyleLbl="revTx" presStyleIdx="3" presStyleCnt="14" custScaleX="115749"/>
      <dgm:spPr/>
    </dgm:pt>
    <dgm:pt modelId="{EBDDB3CD-22AF-44B8-958A-5227D46E8A88}" type="pres">
      <dgm:prSet presAssocID="{ACB3AA72-AA11-427A-BA38-99D03938A399}" presName="vert2" presStyleCnt="0"/>
      <dgm:spPr/>
    </dgm:pt>
    <dgm:pt modelId="{E53F28D0-2ABA-4A1C-A883-964CD8A57924}" type="pres">
      <dgm:prSet presAssocID="{ACB3AA72-AA11-427A-BA38-99D03938A399}" presName="thinLine2b" presStyleLbl="callout" presStyleIdx="1" presStyleCnt="7"/>
      <dgm:spPr/>
    </dgm:pt>
    <dgm:pt modelId="{EBA183B9-6339-4BED-9CB7-80E195F37E33}" type="pres">
      <dgm:prSet presAssocID="{ACB3AA72-AA11-427A-BA38-99D03938A399}" presName="vertSpace2b" presStyleCnt="0"/>
      <dgm:spPr/>
    </dgm:pt>
    <dgm:pt modelId="{FE7956E3-750C-4AFF-A84F-F81D25A73B46}" type="pres">
      <dgm:prSet presAssocID="{5C487A12-DFEE-4326-94D7-591C196DE434}" presName="thickLine" presStyleLbl="alignNode1" presStyleIdx="2" presStyleCnt="7"/>
      <dgm:spPr/>
    </dgm:pt>
    <dgm:pt modelId="{A641ABB6-34BD-4887-8415-6393B6F779CB}" type="pres">
      <dgm:prSet presAssocID="{5C487A12-DFEE-4326-94D7-591C196DE434}" presName="horz1" presStyleCnt="0"/>
      <dgm:spPr/>
    </dgm:pt>
    <dgm:pt modelId="{80E74A50-E4C5-4527-A816-31297F44CA41}" type="pres">
      <dgm:prSet presAssocID="{5C487A12-DFEE-4326-94D7-591C196DE434}" presName="tx1" presStyleLbl="revTx" presStyleIdx="4" presStyleCnt="14" custScaleX="32178"/>
      <dgm:spPr/>
    </dgm:pt>
    <dgm:pt modelId="{C860FC34-0149-488B-9389-BA1501B98EF2}" type="pres">
      <dgm:prSet presAssocID="{5C487A12-DFEE-4326-94D7-591C196DE434}" presName="vert1" presStyleCnt="0"/>
      <dgm:spPr/>
    </dgm:pt>
    <dgm:pt modelId="{13D7E917-83E1-4002-853E-5ABDB09BC4F6}" type="pres">
      <dgm:prSet presAssocID="{43DB9693-300F-4D29-90A9-C2BEFD55E91A}" presName="vertSpace2a" presStyleCnt="0"/>
      <dgm:spPr/>
    </dgm:pt>
    <dgm:pt modelId="{EFA00653-3E2C-427A-9231-1AF6E7F7E20D}" type="pres">
      <dgm:prSet presAssocID="{43DB9693-300F-4D29-90A9-C2BEFD55E91A}" presName="horz2" presStyleCnt="0"/>
      <dgm:spPr/>
    </dgm:pt>
    <dgm:pt modelId="{9E12FC77-5C72-40F6-91DD-C35A7945BB9B}" type="pres">
      <dgm:prSet presAssocID="{43DB9693-300F-4D29-90A9-C2BEFD55E91A}" presName="horzSpace2" presStyleCnt="0"/>
      <dgm:spPr/>
    </dgm:pt>
    <dgm:pt modelId="{A577C298-0328-406D-A2ED-CCC7A63A7321}" type="pres">
      <dgm:prSet presAssocID="{43DB9693-300F-4D29-90A9-C2BEFD55E91A}" presName="tx2" presStyleLbl="revTx" presStyleIdx="5" presStyleCnt="14" custScaleX="115749"/>
      <dgm:spPr/>
    </dgm:pt>
    <dgm:pt modelId="{15519F5E-1580-4977-A9FC-05971373C31E}" type="pres">
      <dgm:prSet presAssocID="{43DB9693-300F-4D29-90A9-C2BEFD55E91A}" presName="vert2" presStyleCnt="0"/>
      <dgm:spPr/>
    </dgm:pt>
    <dgm:pt modelId="{A9D6CCB5-0B0B-40AE-B4DE-CA3FE8F096D2}" type="pres">
      <dgm:prSet presAssocID="{43DB9693-300F-4D29-90A9-C2BEFD55E91A}" presName="thinLine2b" presStyleLbl="callout" presStyleIdx="2" presStyleCnt="7"/>
      <dgm:spPr/>
    </dgm:pt>
    <dgm:pt modelId="{31090F33-313F-42A2-9297-F8FCDB068756}" type="pres">
      <dgm:prSet presAssocID="{43DB9693-300F-4D29-90A9-C2BEFD55E91A}" presName="vertSpace2b" presStyleCnt="0"/>
      <dgm:spPr/>
    </dgm:pt>
    <dgm:pt modelId="{0477EB90-2C20-4516-B58D-21E995AD86C3}" type="pres">
      <dgm:prSet presAssocID="{A724F7CE-8B8E-4F94-94B4-5FA80BE30EA5}" presName="thickLine" presStyleLbl="alignNode1" presStyleIdx="3" presStyleCnt="7"/>
      <dgm:spPr/>
    </dgm:pt>
    <dgm:pt modelId="{CB06D50E-C74D-4354-87E2-DA99617A3A02}" type="pres">
      <dgm:prSet presAssocID="{A724F7CE-8B8E-4F94-94B4-5FA80BE30EA5}" presName="horz1" presStyleCnt="0"/>
      <dgm:spPr/>
    </dgm:pt>
    <dgm:pt modelId="{45991C0B-7552-4E4F-BA88-D3470AE8D9EA}" type="pres">
      <dgm:prSet presAssocID="{A724F7CE-8B8E-4F94-94B4-5FA80BE30EA5}" presName="tx1" presStyleLbl="revTx" presStyleIdx="6" presStyleCnt="14" custScaleX="32178"/>
      <dgm:spPr/>
    </dgm:pt>
    <dgm:pt modelId="{41DD1501-D70C-4241-ACF5-B2274A2CEE0E}" type="pres">
      <dgm:prSet presAssocID="{A724F7CE-8B8E-4F94-94B4-5FA80BE30EA5}" presName="vert1" presStyleCnt="0"/>
      <dgm:spPr/>
    </dgm:pt>
    <dgm:pt modelId="{F4DABA77-3A72-46DC-9565-C424FB2F7C06}" type="pres">
      <dgm:prSet presAssocID="{133062B5-2484-4865-9870-E2D3E577E4D5}" presName="vertSpace2a" presStyleCnt="0"/>
      <dgm:spPr/>
    </dgm:pt>
    <dgm:pt modelId="{73A7F102-DECF-4546-8800-48DB4ADEFE1C}" type="pres">
      <dgm:prSet presAssocID="{133062B5-2484-4865-9870-E2D3E577E4D5}" presName="horz2" presStyleCnt="0"/>
      <dgm:spPr/>
    </dgm:pt>
    <dgm:pt modelId="{6C85428C-3D40-4307-8424-156235CC6D62}" type="pres">
      <dgm:prSet presAssocID="{133062B5-2484-4865-9870-E2D3E577E4D5}" presName="horzSpace2" presStyleCnt="0"/>
      <dgm:spPr/>
    </dgm:pt>
    <dgm:pt modelId="{1416F767-794C-4DA5-987A-FDF9F936898D}" type="pres">
      <dgm:prSet presAssocID="{133062B5-2484-4865-9870-E2D3E577E4D5}" presName="tx2" presStyleLbl="revTx" presStyleIdx="7" presStyleCnt="14" custScaleX="115749"/>
      <dgm:spPr/>
    </dgm:pt>
    <dgm:pt modelId="{BAB6C011-09A8-4628-BB3B-696BBFE9B622}" type="pres">
      <dgm:prSet presAssocID="{133062B5-2484-4865-9870-E2D3E577E4D5}" presName="vert2" presStyleCnt="0"/>
      <dgm:spPr/>
    </dgm:pt>
    <dgm:pt modelId="{0D1A0744-848B-452A-8083-44FC83331454}" type="pres">
      <dgm:prSet presAssocID="{133062B5-2484-4865-9870-E2D3E577E4D5}" presName="thinLine2b" presStyleLbl="callout" presStyleIdx="3" presStyleCnt="7"/>
      <dgm:spPr/>
    </dgm:pt>
    <dgm:pt modelId="{03D7A5E0-D8C9-42B9-B616-870668BEB5CE}" type="pres">
      <dgm:prSet presAssocID="{133062B5-2484-4865-9870-E2D3E577E4D5}" presName="vertSpace2b" presStyleCnt="0"/>
      <dgm:spPr/>
    </dgm:pt>
    <dgm:pt modelId="{1EEE85C8-BA3B-40C3-BB92-3751F5E5DBC0}" type="pres">
      <dgm:prSet presAssocID="{CC0D6C44-6358-4958-AA43-4822E5AD2B76}" presName="thickLine" presStyleLbl="alignNode1" presStyleIdx="4" presStyleCnt="7"/>
      <dgm:spPr/>
    </dgm:pt>
    <dgm:pt modelId="{2FBFFCD7-7F43-45F6-BB23-BD77E3E5B4A7}" type="pres">
      <dgm:prSet presAssocID="{CC0D6C44-6358-4958-AA43-4822E5AD2B76}" presName="horz1" presStyleCnt="0"/>
      <dgm:spPr/>
    </dgm:pt>
    <dgm:pt modelId="{A6DA057F-4C27-4C49-88CD-8EB6B219DBBD}" type="pres">
      <dgm:prSet presAssocID="{CC0D6C44-6358-4958-AA43-4822E5AD2B76}" presName="tx1" presStyleLbl="revTx" presStyleIdx="8" presStyleCnt="14" custScaleX="32178"/>
      <dgm:spPr/>
    </dgm:pt>
    <dgm:pt modelId="{B42B797D-99CF-4472-8783-408F6A09D19C}" type="pres">
      <dgm:prSet presAssocID="{CC0D6C44-6358-4958-AA43-4822E5AD2B76}" presName="vert1" presStyleCnt="0"/>
      <dgm:spPr/>
    </dgm:pt>
    <dgm:pt modelId="{449AC28E-BAF5-43C0-A8F7-822B92F49ECD}" type="pres">
      <dgm:prSet presAssocID="{4990A668-DE5D-4657-B5AE-1C837B6F6068}" presName="vertSpace2a" presStyleCnt="0"/>
      <dgm:spPr/>
    </dgm:pt>
    <dgm:pt modelId="{6745F97D-9A42-4B0F-8020-AAB2A1202869}" type="pres">
      <dgm:prSet presAssocID="{4990A668-DE5D-4657-B5AE-1C837B6F6068}" presName="horz2" presStyleCnt="0"/>
      <dgm:spPr/>
    </dgm:pt>
    <dgm:pt modelId="{7DD94EAC-38EF-4FB4-962D-C67EB46D2D26}" type="pres">
      <dgm:prSet presAssocID="{4990A668-DE5D-4657-B5AE-1C837B6F6068}" presName="horzSpace2" presStyleCnt="0"/>
      <dgm:spPr/>
    </dgm:pt>
    <dgm:pt modelId="{0D43E466-E4BD-4B7F-A901-84DE00FDD4DE}" type="pres">
      <dgm:prSet presAssocID="{4990A668-DE5D-4657-B5AE-1C837B6F6068}" presName="tx2" presStyleLbl="revTx" presStyleIdx="9" presStyleCnt="14" custScaleX="115749"/>
      <dgm:spPr/>
    </dgm:pt>
    <dgm:pt modelId="{505850D1-77D5-4820-B2B4-EB013788000B}" type="pres">
      <dgm:prSet presAssocID="{4990A668-DE5D-4657-B5AE-1C837B6F6068}" presName="vert2" presStyleCnt="0"/>
      <dgm:spPr/>
    </dgm:pt>
    <dgm:pt modelId="{C5E5EA5D-A4DC-4A18-96F0-477B5A776401}" type="pres">
      <dgm:prSet presAssocID="{4990A668-DE5D-4657-B5AE-1C837B6F6068}" presName="thinLine2b" presStyleLbl="callout" presStyleIdx="4" presStyleCnt="7"/>
      <dgm:spPr/>
    </dgm:pt>
    <dgm:pt modelId="{759DBD78-BFE5-4BC0-902E-99DE50A7A1A3}" type="pres">
      <dgm:prSet presAssocID="{4990A668-DE5D-4657-B5AE-1C837B6F6068}" presName="vertSpace2b" presStyleCnt="0"/>
      <dgm:spPr/>
    </dgm:pt>
    <dgm:pt modelId="{BEC092F1-0364-4FB9-A748-1EF4FB44BE23}" type="pres">
      <dgm:prSet presAssocID="{6054F56A-338E-4E41-90FE-EDE0D29DC2F8}" presName="thickLine" presStyleLbl="alignNode1" presStyleIdx="5" presStyleCnt="7"/>
      <dgm:spPr/>
    </dgm:pt>
    <dgm:pt modelId="{C82064F2-824B-4403-A7D9-D3CD704E4A79}" type="pres">
      <dgm:prSet presAssocID="{6054F56A-338E-4E41-90FE-EDE0D29DC2F8}" presName="horz1" presStyleCnt="0"/>
      <dgm:spPr/>
    </dgm:pt>
    <dgm:pt modelId="{750301A5-B969-4E37-A27B-937DBF547C93}" type="pres">
      <dgm:prSet presAssocID="{6054F56A-338E-4E41-90FE-EDE0D29DC2F8}" presName="tx1" presStyleLbl="revTx" presStyleIdx="10" presStyleCnt="14" custScaleX="32178"/>
      <dgm:spPr/>
    </dgm:pt>
    <dgm:pt modelId="{504002D4-BD4A-4643-95C5-A783334E00A9}" type="pres">
      <dgm:prSet presAssocID="{6054F56A-338E-4E41-90FE-EDE0D29DC2F8}" presName="vert1" presStyleCnt="0"/>
      <dgm:spPr/>
    </dgm:pt>
    <dgm:pt modelId="{911FAE82-8148-4A93-8694-D84D959BFB71}" type="pres">
      <dgm:prSet presAssocID="{061CA932-AE5F-486C-8BED-813016D40C40}" presName="vertSpace2a" presStyleCnt="0"/>
      <dgm:spPr/>
    </dgm:pt>
    <dgm:pt modelId="{A64DDF78-B60A-4DD1-ABC3-EDDD8B21F47F}" type="pres">
      <dgm:prSet presAssocID="{061CA932-AE5F-486C-8BED-813016D40C40}" presName="horz2" presStyleCnt="0"/>
      <dgm:spPr/>
    </dgm:pt>
    <dgm:pt modelId="{56CF70F0-BF4C-4271-83AD-3E5CD1C6B6C7}" type="pres">
      <dgm:prSet presAssocID="{061CA932-AE5F-486C-8BED-813016D40C40}" presName="horzSpace2" presStyleCnt="0"/>
      <dgm:spPr/>
    </dgm:pt>
    <dgm:pt modelId="{4866B7F9-43F5-4110-A0AA-BAB527E22B18}" type="pres">
      <dgm:prSet presAssocID="{061CA932-AE5F-486C-8BED-813016D40C40}" presName="tx2" presStyleLbl="revTx" presStyleIdx="11" presStyleCnt="14" custScaleX="115749"/>
      <dgm:spPr/>
    </dgm:pt>
    <dgm:pt modelId="{7DE011DC-8874-40CE-8AEC-58C51FF0FD2A}" type="pres">
      <dgm:prSet presAssocID="{061CA932-AE5F-486C-8BED-813016D40C40}" presName="vert2" presStyleCnt="0"/>
      <dgm:spPr/>
    </dgm:pt>
    <dgm:pt modelId="{C90D93CB-BDD8-4D8F-BFD7-8555692B5DF3}" type="pres">
      <dgm:prSet presAssocID="{061CA932-AE5F-486C-8BED-813016D40C40}" presName="thinLine2b" presStyleLbl="callout" presStyleIdx="5" presStyleCnt="7"/>
      <dgm:spPr/>
    </dgm:pt>
    <dgm:pt modelId="{DF936542-5F95-4731-BE01-C32C0D97597D}" type="pres">
      <dgm:prSet presAssocID="{061CA932-AE5F-486C-8BED-813016D40C40}" presName="vertSpace2b" presStyleCnt="0"/>
      <dgm:spPr/>
    </dgm:pt>
    <dgm:pt modelId="{5D7D504D-5E0E-4457-828C-79592066951D}" type="pres">
      <dgm:prSet presAssocID="{3766FE4F-EED0-4B82-A7E3-C07FBA3DADCD}" presName="thickLine" presStyleLbl="alignNode1" presStyleIdx="6" presStyleCnt="7"/>
      <dgm:spPr/>
    </dgm:pt>
    <dgm:pt modelId="{087D8F79-6986-47FD-BA4C-3B960C419B04}" type="pres">
      <dgm:prSet presAssocID="{3766FE4F-EED0-4B82-A7E3-C07FBA3DADCD}" presName="horz1" presStyleCnt="0"/>
      <dgm:spPr/>
    </dgm:pt>
    <dgm:pt modelId="{011C4E2A-807D-4CBF-A304-5DFF3B87BEC9}" type="pres">
      <dgm:prSet presAssocID="{3766FE4F-EED0-4B82-A7E3-C07FBA3DADCD}" presName="tx1" presStyleLbl="revTx" presStyleIdx="12" presStyleCnt="14" custScaleX="32178"/>
      <dgm:spPr/>
    </dgm:pt>
    <dgm:pt modelId="{B9D963AD-FECE-474C-8778-8A1BDB7C5359}" type="pres">
      <dgm:prSet presAssocID="{3766FE4F-EED0-4B82-A7E3-C07FBA3DADCD}" presName="vert1" presStyleCnt="0"/>
      <dgm:spPr/>
    </dgm:pt>
    <dgm:pt modelId="{A84443CF-FAC6-485A-B811-038B460B74E4}" type="pres">
      <dgm:prSet presAssocID="{46F24FA0-5A07-43E3-A3AF-7C9AC19A570B}" presName="vertSpace2a" presStyleCnt="0"/>
      <dgm:spPr/>
    </dgm:pt>
    <dgm:pt modelId="{93768BB7-8294-4DD6-A687-46F2BB67C055}" type="pres">
      <dgm:prSet presAssocID="{46F24FA0-5A07-43E3-A3AF-7C9AC19A570B}" presName="horz2" presStyleCnt="0"/>
      <dgm:spPr/>
    </dgm:pt>
    <dgm:pt modelId="{9EE18A19-5439-477E-BDC9-D60753B9D8F1}" type="pres">
      <dgm:prSet presAssocID="{46F24FA0-5A07-43E3-A3AF-7C9AC19A570B}" presName="horzSpace2" presStyleCnt="0"/>
      <dgm:spPr/>
    </dgm:pt>
    <dgm:pt modelId="{5D7A17DF-6D7E-4D96-9123-8276243E9ACB}" type="pres">
      <dgm:prSet presAssocID="{46F24FA0-5A07-43E3-A3AF-7C9AC19A570B}" presName="tx2" presStyleLbl="revTx" presStyleIdx="13" presStyleCnt="14" custScaleX="115749"/>
      <dgm:spPr/>
    </dgm:pt>
    <dgm:pt modelId="{055F6FD0-FC7B-4196-A01C-94E206C4C182}" type="pres">
      <dgm:prSet presAssocID="{46F24FA0-5A07-43E3-A3AF-7C9AC19A570B}" presName="vert2" presStyleCnt="0"/>
      <dgm:spPr/>
    </dgm:pt>
    <dgm:pt modelId="{69034867-09FB-4864-8C00-235D13CC57D1}" type="pres">
      <dgm:prSet presAssocID="{46F24FA0-5A07-43E3-A3AF-7C9AC19A570B}" presName="thinLine2b" presStyleLbl="callout" presStyleIdx="6" presStyleCnt="7"/>
      <dgm:spPr/>
    </dgm:pt>
    <dgm:pt modelId="{3191EA59-C501-46D5-A0FF-75E960F02E18}" type="pres">
      <dgm:prSet presAssocID="{46F24FA0-5A07-43E3-A3AF-7C9AC19A570B}" presName="vertSpace2b" presStyleCnt="0"/>
      <dgm:spPr/>
    </dgm:pt>
  </dgm:ptLst>
  <dgm:cxnLst>
    <dgm:cxn modelId="{0C6C261E-4456-4094-AD9F-471A4A012353}" srcId="{46E1ED89-BA44-4691-81A3-32CC1CEEDDA6}" destId="{508B48CA-FB44-410E-B108-DD420A02F385}" srcOrd="0" destOrd="0" parTransId="{D86AAAC4-48F3-4D3B-B3E0-6B4CAE1289EE}" sibTransId="{9D9FBEB0-6CD5-4EEF-9B00-D73F9254EEBE}"/>
    <dgm:cxn modelId="{7AAF7E1F-68DF-4BAF-8589-D4CEDC6B864C}" srcId="{746BD47F-3148-4595-A409-7A157CD718B3}" destId="{6054F56A-338E-4E41-90FE-EDE0D29DC2F8}" srcOrd="5" destOrd="0" parTransId="{AAE0EFEA-711B-4847-A2A0-0A28F253867B}" sibTransId="{DE79B751-EC3C-4EEF-BC45-95C3A3E9A4EE}"/>
    <dgm:cxn modelId="{5140CA29-C6AC-4D32-8E2D-739068329F12}" srcId="{746BD47F-3148-4595-A409-7A157CD718B3}" destId="{46E1ED89-BA44-4691-81A3-32CC1CEEDDA6}" srcOrd="0" destOrd="0" parTransId="{B27C3D9A-6179-4511-9188-0B0BB483A89B}" sibTransId="{B1D2A3AF-7436-4C54-8B1A-58F8B5BAC260}"/>
    <dgm:cxn modelId="{EBC5AD2E-30B2-4043-B5FC-7B4D30DE3922}" srcId="{6054F56A-338E-4E41-90FE-EDE0D29DC2F8}" destId="{061CA932-AE5F-486C-8BED-813016D40C40}" srcOrd="0" destOrd="0" parTransId="{31397E61-718E-4DBA-A444-4E286B2639C6}" sibTransId="{F5C4672C-325F-496F-9969-4DE8281EC784}"/>
    <dgm:cxn modelId="{3BDCFB32-FB6A-42DF-A4C4-6EFF2676A27D}" type="presOf" srcId="{4990A668-DE5D-4657-B5AE-1C837B6F6068}" destId="{0D43E466-E4BD-4B7F-A901-84DE00FDD4DE}" srcOrd="0" destOrd="0" presId="urn:microsoft.com/office/officeart/2008/layout/LinedList"/>
    <dgm:cxn modelId="{3D9ED235-79A8-4865-AB10-F43FEA33D50E}" type="presOf" srcId="{CC0D6C44-6358-4958-AA43-4822E5AD2B76}" destId="{A6DA057F-4C27-4C49-88CD-8EB6B219DBBD}" srcOrd="0" destOrd="0" presId="urn:microsoft.com/office/officeart/2008/layout/LinedList"/>
    <dgm:cxn modelId="{BE48A83A-FA41-42F6-8D04-24B03269CF71}" srcId="{CC0D6C44-6358-4958-AA43-4822E5AD2B76}" destId="{4990A668-DE5D-4657-B5AE-1C837B6F6068}" srcOrd="0" destOrd="0" parTransId="{077C79EC-E703-4C64-A14A-690CEF91AFC0}" sibTransId="{20D957E0-7254-4040-AE7C-731E88A423D4}"/>
    <dgm:cxn modelId="{B9877449-7423-4EF4-9D04-9199CA6F0439}" srcId="{746BD47F-3148-4595-A409-7A157CD718B3}" destId="{A724F7CE-8B8E-4F94-94B4-5FA80BE30EA5}" srcOrd="3" destOrd="0" parTransId="{4CD5E9D8-D7D9-4CB0-AE44-D3D18C2D3B0F}" sibTransId="{E7CFF22E-55FB-42F5-8A5A-8FCF75171A5E}"/>
    <dgm:cxn modelId="{0BEF5F4D-F1E7-4AF7-A4CB-D051CC47D4A3}" type="presOf" srcId="{46F24FA0-5A07-43E3-A3AF-7C9AC19A570B}" destId="{5D7A17DF-6D7E-4D96-9123-8276243E9ACB}" srcOrd="0" destOrd="0" presId="urn:microsoft.com/office/officeart/2008/layout/LinedList"/>
    <dgm:cxn modelId="{ED3EF27D-B138-4B67-8903-11D6B5951884}" type="presOf" srcId="{43DB9693-300F-4D29-90A9-C2BEFD55E91A}" destId="{A577C298-0328-406D-A2ED-CCC7A63A7321}" srcOrd="0" destOrd="0" presId="urn:microsoft.com/office/officeart/2008/layout/LinedList"/>
    <dgm:cxn modelId="{3B62B77F-2C12-425A-8432-53A43D2D207A}" srcId="{A724F7CE-8B8E-4F94-94B4-5FA80BE30EA5}" destId="{133062B5-2484-4865-9870-E2D3E577E4D5}" srcOrd="0" destOrd="0" parTransId="{4FD93E40-A13D-408B-AEE9-F06D3B315B8B}" sibTransId="{8B60A53F-80E0-42AF-AC50-030D2177E91B}"/>
    <dgm:cxn modelId="{452D328B-24C3-43BA-8B17-A7E84BA73302}" type="presOf" srcId="{ACB3AA72-AA11-427A-BA38-99D03938A399}" destId="{7DC1E1E9-E7F2-4EBE-AEE4-ED041CA7BF5F}" srcOrd="0" destOrd="0" presId="urn:microsoft.com/office/officeart/2008/layout/LinedList"/>
    <dgm:cxn modelId="{7C17CE90-EE0D-402A-88E8-474F3BF3B650}" type="presOf" srcId="{508B48CA-FB44-410E-B108-DD420A02F385}" destId="{8E790AA1-5E8D-4407-A312-23A7CD281801}" srcOrd="0" destOrd="0" presId="urn:microsoft.com/office/officeart/2008/layout/LinedList"/>
    <dgm:cxn modelId="{B41EFA94-4DBD-4423-B123-AF8B6C475966}" srcId="{02B9A673-8426-43F6-BA80-60C983DE36BE}" destId="{ACB3AA72-AA11-427A-BA38-99D03938A399}" srcOrd="0" destOrd="0" parTransId="{F897BB82-53F2-4C32-BA2C-78AD3F961FE9}" sibTransId="{4A2C4E53-4DFE-4854-8939-9A33249B1F9B}"/>
    <dgm:cxn modelId="{8841A199-C8E7-4E0B-8968-4E7C74FF108A}" type="presOf" srcId="{061CA932-AE5F-486C-8BED-813016D40C40}" destId="{4866B7F9-43F5-4110-A0AA-BAB527E22B18}" srcOrd="0" destOrd="0" presId="urn:microsoft.com/office/officeart/2008/layout/LinedList"/>
    <dgm:cxn modelId="{7E4953A3-2E94-4013-B105-980C4FF0FBE8}" type="presOf" srcId="{5C487A12-DFEE-4326-94D7-591C196DE434}" destId="{80E74A50-E4C5-4527-A816-31297F44CA41}" srcOrd="0" destOrd="0" presId="urn:microsoft.com/office/officeart/2008/layout/LinedList"/>
    <dgm:cxn modelId="{08AA55AD-D325-4563-9155-22DF1CDECBFB}" type="presOf" srcId="{3766FE4F-EED0-4B82-A7E3-C07FBA3DADCD}" destId="{011C4E2A-807D-4CBF-A304-5DFF3B87BEC9}" srcOrd="0" destOrd="0" presId="urn:microsoft.com/office/officeart/2008/layout/LinedList"/>
    <dgm:cxn modelId="{42BF29B3-7D2A-48EF-959E-03625C7C71F3}" srcId="{746BD47F-3148-4595-A409-7A157CD718B3}" destId="{3766FE4F-EED0-4B82-A7E3-C07FBA3DADCD}" srcOrd="6" destOrd="0" parTransId="{423ED70E-0268-443B-9CBB-8BB154C9752E}" sibTransId="{7C9508E4-B686-4D47-B459-B09F4902BAA1}"/>
    <dgm:cxn modelId="{1A181BCE-CD16-4BFC-ACA3-7A537F4A63C9}" srcId="{746BD47F-3148-4595-A409-7A157CD718B3}" destId="{5C487A12-DFEE-4326-94D7-591C196DE434}" srcOrd="2" destOrd="0" parTransId="{C9A5D5EE-3224-4EAB-B670-79838B7ADA6A}" sibTransId="{992866F0-94D2-4843-9225-328ECC22E42C}"/>
    <dgm:cxn modelId="{0D871BD4-728B-4A6E-94E5-715CC58534B6}" type="presOf" srcId="{6054F56A-338E-4E41-90FE-EDE0D29DC2F8}" destId="{750301A5-B969-4E37-A27B-937DBF547C93}" srcOrd="0" destOrd="0" presId="urn:microsoft.com/office/officeart/2008/layout/LinedList"/>
    <dgm:cxn modelId="{3DE658DB-04AF-4B4B-93C9-1BA14DCBDBB8}" srcId="{5C487A12-DFEE-4326-94D7-591C196DE434}" destId="{43DB9693-300F-4D29-90A9-C2BEFD55E91A}" srcOrd="0" destOrd="0" parTransId="{742B49B1-94C9-464C-807C-602AC205D6F2}" sibTransId="{19143127-A033-4F70-BB86-C62D3B363815}"/>
    <dgm:cxn modelId="{E62D53DD-2DD0-4DA2-8F24-397506461F6C}" type="presOf" srcId="{133062B5-2484-4865-9870-E2D3E577E4D5}" destId="{1416F767-794C-4DA5-987A-FDF9F936898D}" srcOrd="0" destOrd="0" presId="urn:microsoft.com/office/officeart/2008/layout/LinedList"/>
    <dgm:cxn modelId="{753624EF-98FF-40E0-A574-D723891EA49A}" srcId="{746BD47F-3148-4595-A409-7A157CD718B3}" destId="{02B9A673-8426-43F6-BA80-60C983DE36BE}" srcOrd="1" destOrd="0" parTransId="{424271A8-5E6C-4D72-8613-853B2D0F2123}" sibTransId="{799D1BC7-7ABD-4B31-B94C-40593E16C665}"/>
    <dgm:cxn modelId="{12718EF1-04A0-432C-ADC7-89CB7A3CEF97}" type="presOf" srcId="{46E1ED89-BA44-4691-81A3-32CC1CEEDDA6}" destId="{91F5FFB2-D48E-40A4-8029-475E08450D1A}" srcOrd="0" destOrd="0" presId="urn:microsoft.com/office/officeart/2008/layout/LinedList"/>
    <dgm:cxn modelId="{7D91ABF3-F8C5-4B07-A69A-F978C6F8F07D}" type="presOf" srcId="{A724F7CE-8B8E-4F94-94B4-5FA80BE30EA5}" destId="{45991C0B-7552-4E4F-BA88-D3470AE8D9EA}" srcOrd="0" destOrd="0" presId="urn:microsoft.com/office/officeart/2008/layout/LinedList"/>
    <dgm:cxn modelId="{D3C5BEF6-8EBD-45D6-8EFB-F1327A918417}" srcId="{3766FE4F-EED0-4B82-A7E3-C07FBA3DADCD}" destId="{46F24FA0-5A07-43E3-A3AF-7C9AC19A570B}" srcOrd="0" destOrd="0" parTransId="{889EB958-AA6C-491D-AA40-9B25598B85D4}" sibTransId="{169C05E5-148F-4793-80CC-08AED5F181AB}"/>
    <dgm:cxn modelId="{B79F1EF9-F0DF-423D-A1C7-B782800B481A}" type="presOf" srcId="{746BD47F-3148-4595-A409-7A157CD718B3}" destId="{CD8E78C2-C402-42D6-8505-63E0591DB4B0}" srcOrd="0" destOrd="0" presId="urn:microsoft.com/office/officeart/2008/layout/LinedList"/>
    <dgm:cxn modelId="{BA5B2EFF-0477-46C6-B261-3EE5572C928B}" type="presOf" srcId="{02B9A673-8426-43F6-BA80-60C983DE36BE}" destId="{F35E2313-7B5F-432D-9F74-2EB3D615EF3F}" srcOrd="0" destOrd="0" presId="urn:microsoft.com/office/officeart/2008/layout/LinedList"/>
    <dgm:cxn modelId="{445EF4FF-4364-4142-9777-9F2CE137A7AD}" srcId="{746BD47F-3148-4595-A409-7A157CD718B3}" destId="{CC0D6C44-6358-4958-AA43-4822E5AD2B76}" srcOrd="4" destOrd="0" parTransId="{44F8D091-11BF-4899-8868-7C3DE4909913}" sibTransId="{C85A50EE-9CF7-4ACD-B9DA-746C20480A9E}"/>
    <dgm:cxn modelId="{C73E5CA3-9997-4F3B-970C-64663D71B9A8}" type="presParOf" srcId="{CD8E78C2-C402-42D6-8505-63E0591DB4B0}" destId="{735D4BD5-035A-43EA-B333-5A585C1CF94E}" srcOrd="0" destOrd="0" presId="urn:microsoft.com/office/officeart/2008/layout/LinedList"/>
    <dgm:cxn modelId="{F88EBAA1-4B29-431D-9D28-47CC1B96E8B2}" type="presParOf" srcId="{CD8E78C2-C402-42D6-8505-63E0591DB4B0}" destId="{7928F7A6-8ED9-4A38-B2FE-5BBA9212805A}" srcOrd="1" destOrd="0" presId="urn:microsoft.com/office/officeart/2008/layout/LinedList"/>
    <dgm:cxn modelId="{09461C60-9B5B-4BCE-9F4D-CD02B7836D6C}" type="presParOf" srcId="{7928F7A6-8ED9-4A38-B2FE-5BBA9212805A}" destId="{91F5FFB2-D48E-40A4-8029-475E08450D1A}" srcOrd="0" destOrd="0" presId="urn:microsoft.com/office/officeart/2008/layout/LinedList"/>
    <dgm:cxn modelId="{8D6880F4-AAFD-423B-8C4E-C949FB46052A}" type="presParOf" srcId="{7928F7A6-8ED9-4A38-B2FE-5BBA9212805A}" destId="{34AE06CE-2460-4048-9164-DE256958DDFD}" srcOrd="1" destOrd="0" presId="urn:microsoft.com/office/officeart/2008/layout/LinedList"/>
    <dgm:cxn modelId="{B9100544-656D-4239-9DB5-4E71BFD48710}" type="presParOf" srcId="{34AE06CE-2460-4048-9164-DE256958DDFD}" destId="{EBBF3C73-412C-4B32-A676-243BDE12A7FC}" srcOrd="0" destOrd="0" presId="urn:microsoft.com/office/officeart/2008/layout/LinedList"/>
    <dgm:cxn modelId="{C932AD54-219E-4596-84AF-E7D121CD598F}" type="presParOf" srcId="{34AE06CE-2460-4048-9164-DE256958DDFD}" destId="{6EA6303E-BC9A-4586-9D0D-446982B9E667}" srcOrd="1" destOrd="0" presId="urn:microsoft.com/office/officeart/2008/layout/LinedList"/>
    <dgm:cxn modelId="{66F031A2-E082-444E-88DA-90B9A4FD7361}" type="presParOf" srcId="{6EA6303E-BC9A-4586-9D0D-446982B9E667}" destId="{C7FD325F-F6A2-4E51-9813-20FD45BBD699}" srcOrd="0" destOrd="0" presId="urn:microsoft.com/office/officeart/2008/layout/LinedList"/>
    <dgm:cxn modelId="{E9F1620A-DF83-410D-B35A-FE5F6FA54064}" type="presParOf" srcId="{6EA6303E-BC9A-4586-9D0D-446982B9E667}" destId="{8E790AA1-5E8D-4407-A312-23A7CD281801}" srcOrd="1" destOrd="0" presId="urn:microsoft.com/office/officeart/2008/layout/LinedList"/>
    <dgm:cxn modelId="{0AB5F01A-D65D-42CF-9A9B-A4CF8F061641}" type="presParOf" srcId="{6EA6303E-BC9A-4586-9D0D-446982B9E667}" destId="{C064F9B0-DB57-48A7-9DB5-A376B5E270EF}" srcOrd="2" destOrd="0" presId="urn:microsoft.com/office/officeart/2008/layout/LinedList"/>
    <dgm:cxn modelId="{745AF1A9-2559-43BE-8B6E-7F5159024258}" type="presParOf" srcId="{34AE06CE-2460-4048-9164-DE256958DDFD}" destId="{E064B513-9630-4794-908A-EAA634D6273C}" srcOrd="2" destOrd="0" presId="urn:microsoft.com/office/officeart/2008/layout/LinedList"/>
    <dgm:cxn modelId="{871F41C8-D4FF-4EE5-BF5D-E1D7824BDBAD}" type="presParOf" srcId="{34AE06CE-2460-4048-9164-DE256958DDFD}" destId="{FA0D5187-7396-4F43-8BB1-F5FCB00C9147}" srcOrd="3" destOrd="0" presId="urn:microsoft.com/office/officeart/2008/layout/LinedList"/>
    <dgm:cxn modelId="{B62C378C-9437-447F-B5E4-3EC15B72476D}" type="presParOf" srcId="{CD8E78C2-C402-42D6-8505-63E0591DB4B0}" destId="{1FB9ABB1-9C8B-46A7-A5EE-AB10B3536483}" srcOrd="2" destOrd="0" presId="urn:microsoft.com/office/officeart/2008/layout/LinedList"/>
    <dgm:cxn modelId="{2A590D34-4F70-41DB-8CCB-CEC923D9D7BD}" type="presParOf" srcId="{CD8E78C2-C402-42D6-8505-63E0591DB4B0}" destId="{E8E3D390-D5B9-4393-9EBB-06800AF3A73F}" srcOrd="3" destOrd="0" presId="urn:microsoft.com/office/officeart/2008/layout/LinedList"/>
    <dgm:cxn modelId="{A82C036D-D1EB-47D8-911D-6768B4C1BB9D}" type="presParOf" srcId="{E8E3D390-D5B9-4393-9EBB-06800AF3A73F}" destId="{F35E2313-7B5F-432D-9F74-2EB3D615EF3F}" srcOrd="0" destOrd="0" presId="urn:microsoft.com/office/officeart/2008/layout/LinedList"/>
    <dgm:cxn modelId="{ECD532B7-8BAE-4685-ADC3-E8EDD92DF1D0}" type="presParOf" srcId="{E8E3D390-D5B9-4393-9EBB-06800AF3A73F}" destId="{7CE43198-84D0-4B2F-AE59-919126719C5D}" srcOrd="1" destOrd="0" presId="urn:microsoft.com/office/officeart/2008/layout/LinedList"/>
    <dgm:cxn modelId="{21D64298-21B3-4DF4-A012-0B2568D114FF}" type="presParOf" srcId="{7CE43198-84D0-4B2F-AE59-919126719C5D}" destId="{98F387D7-3AC5-4C5C-9D91-686706C79465}" srcOrd="0" destOrd="0" presId="urn:microsoft.com/office/officeart/2008/layout/LinedList"/>
    <dgm:cxn modelId="{99084B75-A964-4640-BA00-CA583F06E6DA}" type="presParOf" srcId="{7CE43198-84D0-4B2F-AE59-919126719C5D}" destId="{61027F27-9A92-4542-B846-771C3435B45B}" srcOrd="1" destOrd="0" presId="urn:microsoft.com/office/officeart/2008/layout/LinedList"/>
    <dgm:cxn modelId="{754D7F0D-3694-4DF4-B788-C36E6973E8EE}" type="presParOf" srcId="{61027F27-9A92-4542-B846-771C3435B45B}" destId="{5907887B-C3E6-47A4-BAAC-D0AAAA80A582}" srcOrd="0" destOrd="0" presId="urn:microsoft.com/office/officeart/2008/layout/LinedList"/>
    <dgm:cxn modelId="{7A7CF575-388B-44FC-85C4-97927E2AF5EB}" type="presParOf" srcId="{61027F27-9A92-4542-B846-771C3435B45B}" destId="{7DC1E1E9-E7F2-4EBE-AEE4-ED041CA7BF5F}" srcOrd="1" destOrd="0" presId="urn:microsoft.com/office/officeart/2008/layout/LinedList"/>
    <dgm:cxn modelId="{8C3248BF-D22F-47CB-A7F8-8C99385595FF}" type="presParOf" srcId="{61027F27-9A92-4542-B846-771C3435B45B}" destId="{EBDDB3CD-22AF-44B8-958A-5227D46E8A88}" srcOrd="2" destOrd="0" presId="urn:microsoft.com/office/officeart/2008/layout/LinedList"/>
    <dgm:cxn modelId="{FCE0C834-C414-47E2-AA9E-8F55E80854A3}" type="presParOf" srcId="{7CE43198-84D0-4B2F-AE59-919126719C5D}" destId="{E53F28D0-2ABA-4A1C-A883-964CD8A57924}" srcOrd="2" destOrd="0" presId="urn:microsoft.com/office/officeart/2008/layout/LinedList"/>
    <dgm:cxn modelId="{1FD1D136-5E63-4BD1-BB1E-52DFD94CEE4D}" type="presParOf" srcId="{7CE43198-84D0-4B2F-AE59-919126719C5D}" destId="{EBA183B9-6339-4BED-9CB7-80E195F37E33}" srcOrd="3" destOrd="0" presId="urn:microsoft.com/office/officeart/2008/layout/LinedList"/>
    <dgm:cxn modelId="{5607C444-63C3-448D-9267-94F3B01B87F8}" type="presParOf" srcId="{CD8E78C2-C402-42D6-8505-63E0591DB4B0}" destId="{FE7956E3-750C-4AFF-A84F-F81D25A73B46}" srcOrd="4" destOrd="0" presId="urn:microsoft.com/office/officeart/2008/layout/LinedList"/>
    <dgm:cxn modelId="{F54C4CB2-1DD0-4365-83F9-24D383824CE8}" type="presParOf" srcId="{CD8E78C2-C402-42D6-8505-63E0591DB4B0}" destId="{A641ABB6-34BD-4887-8415-6393B6F779CB}" srcOrd="5" destOrd="0" presId="urn:microsoft.com/office/officeart/2008/layout/LinedList"/>
    <dgm:cxn modelId="{DA50B0B3-6BF3-4599-B7D8-0602094F1F86}" type="presParOf" srcId="{A641ABB6-34BD-4887-8415-6393B6F779CB}" destId="{80E74A50-E4C5-4527-A816-31297F44CA41}" srcOrd="0" destOrd="0" presId="urn:microsoft.com/office/officeart/2008/layout/LinedList"/>
    <dgm:cxn modelId="{C2F3EC55-E106-4F4F-AD40-290E757BD3E2}" type="presParOf" srcId="{A641ABB6-34BD-4887-8415-6393B6F779CB}" destId="{C860FC34-0149-488B-9389-BA1501B98EF2}" srcOrd="1" destOrd="0" presId="urn:microsoft.com/office/officeart/2008/layout/LinedList"/>
    <dgm:cxn modelId="{E8926044-54A3-48B1-8A4C-28D7779A8132}" type="presParOf" srcId="{C860FC34-0149-488B-9389-BA1501B98EF2}" destId="{13D7E917-83E1-4002-853E-5ABDB09BC4F6}" srcOrd="0" destOrd="0" presId="urn:microsoft.com/office/officeart/2008/layout/LinedList"/>
    <dgm:cxn modelId="{B623523C-59B1-480F-AEBE-BA3392CBB7B6}" type="presParOf" srcId="{C860FC34-0149-488B-9389-BA1501B98EF2}" destId="{EFA00653-3E2C-427A-9231-1AF6E7F7E20D}" srcOrd="1" destOrd="0" presId="urn:microsoft.com/office/officeart/2008/layout/LinedList"/>
    <dgm:cxn modelId="{E7A01C7E-1DAB-41D3-91A8-52A13B7BA65B}" type="presParOf" srcId="{EFA00653-3E2C-427A-9231-1AF6E7F7E20D}" destId="{9E12FC77-5C72-40F6-91DD-C35A7945BB9B}" srcOrd="0" destOrd="0" presId="urn:microsoft.com/office/officeart/2008/layout/LinedList"/>
    <dgm:cxn modelId="{1D0F0F32-A2FC-43EB-8B9A-D80A8E489B45}" type="presParOf" srcId="{EFA00653-3E2C-427A-9231-1AF6E7F7E20D}" destId="{A577C298-0328-406D-A2ED-CCC7A63A7321}" srcOrd="1" destOrd="0" presId="urn:microsoft.com/office/officeart/2008/layout/LinedList"/>
    <dgm:cxn modelId="{50BAB71C-9F9D-46B5-9585-9700C67F9BAE}" type="presParOf" srcId="{EFA00653-3E2C-427A-9231-1AF6E7F7E20D}" destId="{15519F5E-1580-4977-A9FC-05971373C31E}" srcOrd="2" destOrd="0" presId="urn:microsoft.com/office/officeart/2008/layout/LinedList"/>
    <dgm:cxn modelId="{2CF5215F-D7BB-4A88-B101-5736DF1CCE3C}" type="presParOf" srcId="{C860FC34-0149-488B-9389-BA1501B98EF2}" destId="{A9D6CCB5-0B0B-40AE-B4DE-CA3FE8F096D2}" srcOrd="2" destOrd="0" presId="urn:microsoft.com/office/officeart/2008/layout/LinedList"/>
    <dgm:cxn modelId="{F3EEF0E8-37F3-4868-8E77-EDF5115C8631}" type="presParOf" srcId="{C860FC34-0149-488B-9389-BA1501B98EF2}" destId="{31090F33-313F-42A2-9297-F8FCDB068756}" srcOrd="3" destOrd="0" presId="urn:microsoft.com/office/officeart/2008/layout/LinedList"/>
    <dgm:cxn modelId="{94817D97-9A1C-4911-A38E-B2C70E7AD7BE}" type="presParOf" srcId="{CD8E78C2-C402-42D6-8505-63E0591DB4B0}" destId="{0477EB90-2C20-4516-B58D-21E995AD86C3}" srcOrd="6" destOrd="0" presId="urn:microsoft.com/office/officeart/2008/layout/LinedList"/>
    <dgm:cxn modelId="{160727F3-FB4C-492E-A80E-604E457EBD93}" type="presParOf" srcId="{CD8E78C2-C402-42D6-8505-63E0591DB4B0}" destId="{CB06D50E-C74D-4354-87E2-DA99617A3A02}" srcOrd="7" destOrd="0" presId="urn:microsoft.com/office/officeart/2008/layout/LinedList"/>
    <dgm:cxn modelId="{3D78B52D-10B0-4BD4-9679-D4D4B5E4E9CD}" type="presParOf" srcId="{CB06D50E-C74D-4354-87E2-DA99617A3A02}" destId="{45991C0B-7552-4E4F-BA88-D3470AE8D9EA}" srcOrd="0" destOrd="0" presId="urn:microsoft.com/office/officeart/2008/layout/LinedList"/>
    <dgm:cxn modelId="{E9D7F4AA-D314-4837-A0DE-A37D0ADFE8AA}" type="presParOf" srcId="{CB06D50E-C74D-4354-87E2-DA99617A3A02}" destId="{41DD1501-D70C-4241-ACF5-B2274A2CEE0E}" srcOrd="1" destOrd="0" presId="urn:microsoft.com/office/officeart/2008/layout/LinedList"/>
    <dgm:cxn modelId="{114789FE-C3DF-46EB-AD58-87481BACD18E}" type="presParOf" srcId="{41DD1501-D70C-4241-ACF5-B2274A2CEE0E}" destId="{F4DABA77-3A72-46DC-9565-C424FB2F7C06}" srcOrd="0" destOrd="0" presId="urn:microsoft.com/office/officeart/2008/layout/LinedList"/>
    <dgm:cxn modelId="{930E7A13-1348-431D-92C8-066017880E94}" type="presParOf" srcId="{41DD1501-D70C-4241-ACF5-B2274A2CEE0E}" destId="{73A7F102-DECF-4546-8800-48DB4ADEFE1C}" srcOrd="1" destOrd="0" presId="urn:microsoft.com/office/officeart/2008/layout/LinedList"/>
    <dgm:cxn modelId="{D8D071EB-A4E0-447F-B0DB-375CE00D0B14}" type="presParOf" srcId="{73A7F102-DECF-4546-8800-48DB4ADEFE1C}" destId="{6C85428C-3D40-4307-8424-156235CC6D62}" srcOrd="0" destOrd="0" presId="urn:microsoft.com/office/officeart/2008/layout/LinedList"/>
    <dgm:cxn modelId="{3B3DFB45-DF60-4F67-9811-8DDF0A7963CE}" type="presParOf" srcId="{73A7F102-DECF-4546-8800-48DB4ADEFE1C}" destId="{1416F767-794C-4DA5-987A-FDF9F936898D}" srcOrd="1" destOrd="0" presId="urn:microsoft.com/office/officeart/2008/layout/LinedList"/>
    <dgm:cxn modelId="{D7DB0DAC-E209-485C-9AB8-ECCF33358549}" type="presParOf" srcId="{73A7F102-DECF-4546-8800-48DB4ADEFE1C}" destId="{BAB6C011-09A8-4628-BB3B-696BBFE9B622}" srcOrd="2" destOrd="0" presId="urn:microsoft.com/office/officeart/2008/layout/LinedList"/>
    <dgm:cxn modelId="{85C10927-2D15-4173-9C74-02522A27C902}" type="presParOf" srcId="{41DD1501-D70C-4241-ACF5-B2274A2CEE0E}" destId="{0D1A0744-848B-452A-8083-44FC83331454}" srcOrd="2" destOrd="0" presId="urn:microsoft.com/office/officeart/2008/layout/LinedList"/>
    <dgm:cxn modelId="{5290E952-4569-40F2-AB2C-94002BE0EF12}" type="presParOf" srcId="{41DD1501-D70C-4241-ACF5-B2274A2CEE0E}" destId="{03D7A5E0-D8C9-42B9-B616-870668BEB5CE}" srcOrd="3" destOrd="0" presId="urn:microsoft.com/office/officeart/2008/layout/LinedList"/>
    <dgm:cxn modelId="{C275F85C-DC1E-4E15-AE37-9544C181F207}" type="presParOf" srcId="{CD8E78C2-C402-42D6-8505-63E0591DB4B0}" destId="{1EEE85C8-BA3B-40C3-BB92-3751F5E5DBC0}" srcOrd="8" destOrd="0" presId="urn:microsoft.com/office/officeart/2008/layout/LinedList"/>
    <dgm:cxn modelId="{B1918178-9DBD-4CBF-B477-F797DD3EDF14}" type="presParOf" srcId="{CD8E78C2-C402-42D6-8505-63E0591DB4B0}" destId="{2FBFFCD7-7F43-45F6-BB23-BD77E3E5B4A7}" srcOrd="9" destOrd="0" presId="urn:microsoft.com/office/officeart/2008/layout/LinedList"/>
    <dgm:cxn modelId="{BDFED313-B3D1-4471-9440-825EAB148C77}" type="presParOf" srcId="{2FBFFCD7-7F43-45F6-BB23-BD77E3E5B4A7}" destId="{A6DA057F-4C27-4C49-88CD-8EB6B219DBBD}" srcOrd="0" destOrd="0" presId="urn:microsoft.com/office/officeart/2008/layout/LinedList"/>
    <dgm:cxn modelId="{8E20329E-77E6-4273-A933-7C62DFD19655}" type="presParOf" srcId="{2FBFFCD7-7F43-45F6-BB23-BD77E3E5B4A7}" destId="{B42B797D-99CF-4472-8783-408F6A09D19C}" srcOrd="1" destOrd="0" presId="urn:microsoft.com/office/officeart/2008/layout/LinedList"/>
    <dgm:cxn modelId="{E5C7B00A-05B7-4DF9-BAAB-3E34B5628C10}" type="presParOf" srcId="{B42B797D-99CF-4472-8783-408F6A09D19C}" destId="{449AC28E-BAF5-43C0-A8F7-822B92F49ECD}" srcOrd="0" destOrd="0" presId="urn:microsoft.com/office/officeart/2008/layout/LinedList"/>
    <dgm:cxn modelId="{F0A67A9B-7216-4772-80FA-2DFF0B45298F}" type="presParOf" srcId="{B42B797D-99CF-4472-8783-408F6A09D19C}" destId="{6745F97D-9A42-4B0F-8020-AAB2A1202869}" srcOrd="1" destOrd="0" presId="urn:microsoft.com/office/officeart/2008/layout/LinedList"/>
    <dgm:cxn modelId="{52126D15-FAEF-4122-A67A-CB24E0473988}" type="presParOf" srcId="{6745F97D-9A42-4B0F-8020-AAB2A1202869}" destId="{7DD94EAC-38EF-4FB4-962D-C67EB46D2D26}" srcOrd="0" destOrd="0" presId="urn:microsoft.com/office/officeart/2008/layout/LinedList"/>
    <dgm:cxn modelId="{ECE86868-9540-4B43-B695-BFB3B6F8E0B5}" type="presParOf" srcId="{6745F97D-9A42-4B0F-8020-AAB2A1202869}" destId="{0D43E466-E4BD-4B7F-A901-84DE00FDD4DE}" srcOrd="1" destOrd="0" presId="urn:microsoft.com/office/officeart/2008/layout/LinedList"/>
    <dgm:cxn modelId="{352095DE-81D3-44C2-92B2-281B87C4AB54}" type="presParOf" srcId="{6745F97D-9A42-4B0F-8020-AAB2A1202869}" destId="{505850D1-77D5-4820-B2B4-EB013788000B}" srcOrd="2" destOrd="0" presId="urn:microsoft.com/office/officeart/2008/layout/LinedList"/>
    <dgm:cxn modelId="{08A9913C-4B3C-4F7A-AC1E-D918206562DA}" type="presParOf" srcId="{B42B797D-99CF-4472-8783-408F6A09D19C}" destId="{C5E5EA5D-A4DC-4A18-96F0-477B5A776401}" srcOrd="2" destOrd="0" presId="urn:microsoft.com/office/officeart/2008/layout/LinedList"/>
    <dgm:cxn modelId="{4DDEE352-3B99-4BD1-8659-BB86FE04560E}" type="presParOf" srcId="{B42B797D-99CF-4472-8783-408F6A09D19C}" destId="{759DBD78-BFE5-4BC0-902E-99DE50A7A1A3}" srcOrd="3" destOrd="0" presId="urn:microsoft.com/office/officeart/2008/layout/LinedList"/>
    <dgm:cxn modelId="{C1C3D28D-9769-4416-922B-72058D39AB81}" type="presParOf" srcId="{CD8E78C2-C402-42D6-8505-63E0591DB4B0}" destId="{BEC092F1-0364-4FB9-A748-1EF4FB44BE23}" srcOrd="10" destOrd="0" presId="urn:microsoft.com/office/officeart/2008/layout/LinedList"/>
    <dgm:cxn modelId="{FEE5055E-D56F-4973-8381-9AB19E985871}" type="presParOf" srcId="{CD8E78C2-C402-42D6-8505-63E0591DB4B0}" destId="{C82064F2-824B-4403-A7D9-D3CD704E4A79}" srcOrd="11" destOrd="0" presId="urn:microsoft.com/office/officeart/2008/layout/LinedList"/>
    <dgm:cxn modelId="{CED4BFD0-1360-4F7E-8379-ACB14D6E49F3}" type="presParOf" srcId="{C82064F2-824B-4403-A7D9-D3CD704E4A79}" destId="{750301A5-B969-4E37-A27B-937DBF547C93}" srcOrd="0" destOrd="0" presId="urn:microsoft.com/office/officeart/2008/layout/LinedList"/>
    <dgm:cxn modelId="{919D1874-E4C1-4168-A3CD-2FBA12AF7024}" type="presParOf" srcId="{C82064F2-824B-4403-A7D9-D3CD704E4A79}" destId="{504002D4-BD4A-4643-95C5-A783334E00A9}" srcOrd="1" destOrd="0" presId="urn:microsoft.com/office/officeart/2008/layout/LinedList"/>
    <dgm:cxn modelId="{4ACDCA03-AE29-474E-8447-B977A5AA9B58}" type="presParOf" srcId="{504002D4-BD4A-4643-95C5-A783334E00A9}" destId="{911FAE82-8148-4A93-8694-D84D959BFB71}" srcOrd="0" destOrd="0" presId="urn:microsoft.com/office/officeart/2008/layout/LinedList"/>
    <dgm:cxn modelId="{0D139C73-F14E-4954-849A-012A58B75A62}" type="presParOf" srcId="{504002D4-BD4A-4643-95C5-A783334E00A9}" destId="{A64DDF78-B60A-4DD1-ABC3-EDDD8B21F47F}" srcOrd="1" destOrd="0" presId="urn:microsoft.com/office/officeart/2008/layout/LinedList"/>
    <dgm:cxn modelId="{D425E4E5-25DD-4E0D-AB2B-00264FD3A6CC}" type="presParOf" srcId="{A64DDF78-B60A-4DD1-ABC3-EDDD8B21F47F}" destId="{56CF70F0-BF4C-4271-83AD-3E5CD1C6B6C7}" srcOrd="0" destOrd="0" presId="urn:microsoft.com/office/officeart/2008/layout/LinedList"/>
    <dgm:cxn modelId="{D6C43B39-D48B-40F0-B609-334064491657}" type="presParOf" srcId="{A64DDF78-B60A-4DD1-ABC3-EDDD8B21F47F}" destId="{4866B7F9-43F5-4110-A0AA-BAB527E22B18}" srcOrd="1" destOrd="0" presId="urn:microsoft.com/office/officeart/2008/layout/LinedList"/>
    <dgm:cxn modelId="{D2E27CCB-441E-414E-BECD-247971F70918}" type="presParOf" srcId="{A64DDF78-B60A-4DD1-ABC3-EDDD8B21F47F}" destId="{7DE011DC-8874-40CE-8AEC-58C51FF0FD2A}" srcOrd="2" destOrd="0" presId="urn:microsoft.com/office/officeart/2008/layout/LinedList"/>
    <dgm:cxn modelId="{05C5AE50-C230-401D-BD61-B2501C2D8DB7}" type="presParOf" srcId="{504002D4-BD4A-4643-95C5-A783334E00A9}" destId="{C90D93CB-BDD8-4D8F-BFD7-8555692B5DF3}" srcOrd="2" destOrd="0" presId="urn:microsoft.com/office/officeart/2008/layout/LinedList"/>
    <dgm:cxn modelId="{FB053B11-408C-4DF9-B67A-786B1BC4A073}" type="presParOf" srcId="{504002D4-BD4A-4643-95C5-A783334E00A9}" destId="{DF936542-5F95-4731-BE01-C32C0D97597D}" srcOrd="3" destOrd="0" presId="urn:microsoft.com/office/officeart/2008/layout/LinedList"/>
    <dgm:cxn modelId="{96D6C72E-4E5E-43A6-BADF-28E104DF4875}" type="presParOf" srcId="{CD8E78C2-C402-42D6-8505-63E0591DB4B0}" destId="{5D7D504D-5E0E-4457-828C-79592066951D}" srcOrd="12" destOrd="0" presId="urn:microsoft.com/office/officeart/2008/layout/LinedList"/>
    <dgm:cxn modelId="{75378C0A-6FC9-4845-B9DE-7021FF8C755C}" type="presParOf" srcId="{CD8E78C2-C402-42D6-8505-63E0591DB4B0}" destId="{087D8F79-6986-47FD-BA4C-3B960C419B04}" srcOrd="13" destOrd="0" presId="urn:microsoft.com/office/officeart/2008/layout/LinedList"/>
    <dgm:cxn modelId="{E3F14258-17EB-45B6-8D43-2FD6D4E47723}" type="presParOf" srcId="{087D8F79-6986-47FD-BA4C-3B960C419B04}" destId="{011C4E2A-807D-4CBF-A304-5DFF3B87BEC9}" srcOrd="0" destOrd="0" presId="urn:microsoft.com/office/officeart/2008/layout/LinedList"/>
    <dgm:cxn modelId="{8CFDB23B-1ED4-46C0-929B-BC3EEA8840E2}" type="presParOf" srcId="{087D8F79-6986-47FD-BA4C-3B960C419B04}" destId="{B9D963AD-FECE-474C-8778-8A1BDB7C5359}" srcOrd="1" destOrd="0" presId="urn:microsoft.com/office/officeart/2008/layout/LinedList"/>
    <dgm:cxn modelId="{AB46DFC3-7388-476F-87AE-72F6BD6B4104}" type="presParOf" srcId="{B9D963AD-FECE-474C-8778-8A1BDB7C5359}" destId="{A84443CF-FAC6-485A-B811-038B460B74E4}" srcOrd="0" destOrd="0" presId="urn:microsoft.com/office/officeart/2008/layout/LinedList"/>
    <dgm:cxn modelId="{D35C6CA7-5E68-4417-83C6-22BF758B9BA1}" type="presParOf" srcId="{B9D963AD-FECE-474C-8778-8A1BDB7C5359}" destId="{93768BB7-8294-4DD6-A687-46F2BB67C055}" srcOrd="1" destOrd="0" presId="urn:microsoft.com/office/officeart/2008/layout/LinedList"/>
    <dgm:cxn modelId="{CC5108C4-15F3-479D-BFCD-0489AA0465DC}" type="presParOf" srcId="{93768BB7-8294-4DD6-A687-46F2BB67C055}" destId="{9EE18A19-5439-477E-BDC9-D60753B9D8F1}" srcOrd="0" destOrd="0" presId="urn:microsoft.com/office/officeart/2008/layout/LinedList"/>
    <dgm:cxn modelId="{63B7F194-5DCF-4652-8E1B-EF30C2E42C0E}" type="presParOf" srcId="{93768BB7-8294-4DD6-A687-46F2BB67C055}" destId="{5D7A17DF-6D7E-4D96-9123-8276243E9ACB}" srcOrd="1" destOrd="0" presId="urn:microsoft.com/office/officeart/2008/layout/LinedList"/>
    <dgm:cxn modelId="{E013C528-88CC-476D-8F2D-7BCB17B4FE84}" type="presParOf" srcId="{93768BB7-8294-4DD6-A687-46F2BB67C055}" destId="{055F6FD0-FC7B-4196-A01C-94E206C4C182}" srcOrd="2" destOrd="0" presId="urn:microsoft.com/office/officeart/2008/layout/LinedList"/>
    <dgm:cxn modelId="{416FEA68-917A-48A3-A9D8-05DA6983D93F}" type="presParOf" srcId="{B9D963AD-FECE-474C-8778-8A1BDB7C5359}" destId="{69034867-09FB-4864-8C00-235D13CC57D1}" srcOrd="2" destOrd="0" presId="urn:microsoft.com/office/officeart/2008/layout/LinedList"/>
    <dgm:cxn modelId="{2E8F26AB-18FA-4838-92E7-5FCB0837AF78}" type="presParOf" srcId="{B9D963AD-FECE-474C-8778-8A1BDB7C5359}" destId="{3191EA59-C501-46D5-A0FF-75E960F02E18}"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E37D201-D2D5-4A04-95A0-85557EA0C57B}"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n-US"/>
        </a:p>
      </dgm:t>
    </dgm:pt>
    <dgm:pt modelId="{ACF6DF99-E30F-412D-AB9F-AD9E70F62AD6}">
      <dgm:prSet phldrT="[Text]" custT="1"/>
      <dgm:spPr/>
      <dgm:t>
        <a:bodyPr/>
        <a:lstStyle/>
        <a:p>
          <a:pPr algn="ctr"/>
          <a:r>
            <a:rPr lang="en-US" sz="2000" dirty="0"/>
            <a:t>A</a:t>
          </a:r>
        </a:p>
      </dgm:t>
    </dgm:pt>
    <dgm:pt modelId="{5B224FE4-36D6-4AEF-BB8D-C838A84626E7}" type="parTrans" cxnId="{26C8FCBB-38CF-4F8E-B550-BB0A22CFA2B0}">
      <dgm:prSet/>
      <dgm:spPr/>
      <dgm:t>
        <a:bodyPr/>
        <a:lstStyle/>
        <a:p>
          <a:endParaRPr lang="en-US"/>
        </a:p>
      </dgm:t>
    </dgm:pt>
    <dgm:pt modelId="{7C7D2894-886C-46C4-A94E-1555751988E8}" type="sibTrans" cxnId="{26C8FCBB-38CF-4F8E-B550-BB0A22CFA2B0}">
      <dgm:prSet/>
      <dgm:spPr/>
      <dgm:t>
        <a:bodyPr/>
        <a:lstStyle/>
        <a:p>
          <a:endParaRPr lang="en-US"/>
        </a:p>
      </dgm:t>
    </dgm:pt>
    <dgm:pt modelId="{218E6C24-9107-4CF8-BF58-F99E65A28165}">
      <dgm:prSet phldrT="[Text]" custT="1"/>
      <dgm:spPr/>
      <dgm:t>
        <a:bodyPr/>
        <a:lstStyle/>
        <a:p>
          <a:pPr algn="just">
            <a:buFont typeface="Wingdings" panose="05000000000000000000" pitchFamily="2" charset="2"/>
            <a:buChar char="v"/>
          </a:pPr>
          <a:r>
            <a:rPr lang="en-ID" sz="2000" b="0" i="0" dirty="0" err="1">
              <a:effectLst/>
              <a:latin typeface="+mn-lt"/>
            </a:rPr>
            <a:t>Prinsip</a:t>
          </a:r>
          <a:r>
            <a:rPr lang="en-ID" sz="2000" b="0" i="0" dirty="0">
              <a:effectLst/>
              <a:latin typeface="+mn-lt"/>
            </a:rPr>
            <a:t> </a:t>
          </a:r>
          <a:r>
            <a:rPr lang="en-ID" sz="2000" b="0" i="0" dirty="0" err="1">
              <a:effectLst/>
              <a:latin typeface="+mn-lt"/>
            </a:rPr>
            <a:t>kebebasan</a:t>
          </a:r>
          <a:r>
            <a:rPr lang="en-ID" sz="2000" b="0" i="0" dirty="0">
              <a:effectLst/>
              <a:latin typeface="+mn-lt"/>
            </a:rPr>
            <a:t> </a:t>
          </a:r>
          <a:r>
            <a:rPr lang="en-ID" sz="2000" b="0" i="0" dirty="0" err="1">
              <a:effectLst/>
              <a:latin typeface="+mn-lt"/>
            </a:rPr>
            <a:t>beragama</a:t>
          </a:r>
          <a:r>
            <a:rPr lang="en-ID" sz="2000" b="0" i="0" dirty="0">
              <a:effectLst/>
              <a:latin typeface="+mn-lt"/>
            </a:rPr>
            <a:t> </a:t>
          </a:r>
          <a:r>
            <a:rPr lang="en-ID" sz="2000" b="0" i="0" dirty="0" err="1">
              <a:effectLst/>
              <a:latin typeface="+mn-lt"/>
            </a:rPr>
            <a:t>atau</a:t>
          </a:r>
          <a:r>
            <a:rPr lang="en-ID" sz="2000" b="0" i="0" dirty="0">
              <a:effectLst/>
              <a:latin typeface="+mn-lt"/>
            </a:rPr>
            <a:t> </a:t>
          </a:r>
          <a:r>
            <a:rPr lang="en-ID" sz="2000" b="0" i="0" dirty="0" err="1">
              <a:effectLst/>
              <a:latin typeface="+mn-lt"/>
            </a:rPr>
            <a:t>berkeyakinan</a:t>
          </a:r>
          <a:r>
            <a:rPr lang="en-ID" sz="2000" b="0" i="0" dirty="0">
              <a:effectLst/>
              <a:latin typeface="+mn-lt"/>
            </a:rPr>
            <a:t> </a:t>
          </a:r>
          <a:r>
            <a:rPr lang="en-ID" sz="2000" b="0" i="0" dirty="0" err="1">
              <a:effectLst/>
              <a:latin typeface="+mn-lt"/>
            </a:rPr>
            <a:t>memberikan</a:t>
          </a:r>
          <a:r>
            <a:rPr lang="en-ID" sz="2000" b="0" i="0" dirty="0">
              <a:effectLst/>
              <a:latin typeface="+mn-lt"/>
            </a:rPr>
            <a:t> </a:t>
          </a:r>
          <a:r>
            <a:rPr lang="en-ID" sz="2000" b="0" i="0" dirty="0" err="1">
              <a:effectLst/>
              <a:latin typeface="+mn-lt"/>
            </a:rPr>
            <a:t>jaminan</a:t>
          </a:r>
          <a:r>
            <a:rPr lang="en-ID" sz="2000" b="0" i="0" dirty="0">
              <a:effectLst/>
              <a:latin typeface="+mn-lt"/>
            </a:rPr>
            <a:t> </a:t>
          </a:r>
          <a:r>
            <a:rPr lang="en-ID" sz="2000" b="0" i="0" dirty="0" err="1">
              <a:effectLst/>
              <a:latin typeface="+mn-lt"/>
            </a:rPr>
            <a:t>perlindungan</a:t>
          </a:r>
          <a:r>
            <a:rPr lang="en-ID" sz="2000" b="0" i="0" dirty="0">
              <a:effectLst/>
              <a:latin typeface="+mn-lt"/>
            </a:rPr>
            <a:t> </a:t>
          </a:r>
          <a:r>
            <a:rPr lang="en-ID" sz="2000" b="0" i="0" dirty="0" err="1">
              <a:effectLst/>
              <a:latin typeface="+mn-lt"/>
            </a:rPr>
            <a:t>bagi</a:t>
          </a:r>
          <a:r>
            <a:rPr lang="en-ID" sz="2000" b="0" i="0" dirty="0">
              <a:effectLst/>
              <a:latin typeface="+mn-lt"/>
            </a:rPr>
            <a:t> </a:t>
          </a:r>
          <a:r>
            <a:rPr lang="en-ID" sz="2000" b="0" i="0" dirty="0" err="1">
              <a:effectLst/>
              <a:latin typeface="+mn-lt"/>
            </a:rPr>
            <a:t>semua</a:t>
          </a:r>
          <a:r>
            <a:rPr lang="en-ID" sz="2000" b="0" i="0" dirty="0">
              <a:effectLst/>
              <a:latin typeface="+mn-lt"/>
            </a:rPr>
            <a:t> </a:t>
          </a:r>
          <a:r>
            <a:rPr lang="en-ID" sz="2000" b="0" i="0" dirty="0" err="1">
              <a:effectLst/>
              <a:latin typeface="+mn-lt"/>
            </a:rPr>
            <a:t>manusia</a:t>
          </a:r>
          <a:r>
            <a:rPr lang="en-ID" sz="2000" b="0" i="0" dirty="0">
              <a:effectLst/>
              <a:latin typeface="+mn-lt"/>
            </a:rPr>
            <a:t> </a:t>
          </a:r>
          <a:r>
            <a:rPr lang="en-ID" sz="2000" b="0" i="0" dirty="0" err="1">
              <a:effectLst/>
              <a:latin typeface="+mn-lt"/>
            </a:rPr>
            <a:t>untuk</a:t>
          </a:r>
          <a:r>
            <a:rPr lang="en-ID" sz="2000" b="0" i="0" dirty="0">
              <a:effectLst/>
              <a:latin typeface="+mn-lt"/>
            </a:rPr>
            <a:t> </a:t>
          </a:r>
          <a:r>
            <a:rPr lang="en-ID" sz="2000" b="0" i="0" dirty="0" err="1">
              <a:effectLst/>
              <a:latin typeface="+mn-lt"/>
            </a:rPr>
            <a:t>memeluk</a:t>
          </a:r>
          <a:r>
            <a:rPr lang="en-ID" sz="2000" b="0" i="0" dirty="0">
              <a:effectLst/>
              <a:latin typeface="+mn-lt"/>
            </a:rPr>
            <a:t> agama </a:t>
          </a:r>
          <a:r>
            <a:rPr lang="en-ID" sz="2000" b="0" i="0" dirty="0" err="1">
              <a:effectLst/>
              <a:latin typeface="+mn-lt"/>
            </a:rPr>
            <a:t>atau</a:t>
          </a:r>
          <a:r>
            <a:rPr lang="en-ID" sz="2000" b="0" i="0" dirty="0">
              <a:effectLst/>
              <a:latin typeface="+mn-lt"/>
            </a:rPr>
            <a:t> </a:t>
          </a:r>
          <a:r>
            <a:rPr lang="en-ID" sz="2000" b="0" i="0" dirty="0" err="1">
              <a:effectLst/>
              <a:latin typeface="+mn-lt"/>
            </a:rPr>
            <a:t>keyakinan</a:t>
          </a:r>
          <a:r>
            <a:rPr lang="en-ID" sz="2000" b="0" i="0" dirty="0">
              <a:effectLst/>
              <a:latin typeface="+mn-lt"/>
            </a:rPr>
            <a:t> </a:t>
          </a:r>
          <a:r>
            <a:rPr lang="en-ID" sz="2000" b="0" i="0" dirty="0" err="1">
              <a:effectLst/>
              <a:latin typeface="+mn-lt"/>
            </a:rPr>
            <a:t>tertentu</a:t>
          </a:r>
          <a:r>
            <a:rPr lang="en-ID" sz="2000" b="0" i="0" dirty="0">
              <a:effectLst/>
              <a:latin typeface="+mn-lt"/>
            </a:rPr>
            <a:t>. </a:t>
          </a:r>
          <a:endParaRPr lang="en-US" sz="2000" dirty="0">
            <a:latin typeface="+mn-lt"/>
          </a:endParaRPr>
        </a:p>
      </dgm:t>
    </dgm:pt>
    <dgm:pt modelId="{45C55848-1F0D-4D2B-94E0-08D51F9D198E}" type="parTrans" cxnId="{0C9E366F-64E1-44BA-B255-87FC07121781}">
      <dgm:prSet/>
      <dgm:spPr/>
      <dgm:t>
        <a:bodyPr/>
        <a:lstStyle/>
        <a:p>
          <a:endParaRPr lang="en-US"/>
        </a:p>
      </dgm:t>
    </dgm:pt>
    <dgm:pt modelId="{506FC7C6-A068-4279-B22F-541A857475B6}" type="sibTrans" cxnId="{0C9E366F-64E1-44BA-B255-87FC07121781}">
      <dgm:prSet/>
      <dgm:spPr/>
      <dgm:t>
        <a:bodyPr/>
        <a:lstStyle/>
        <a:p>
          <a:endParaRPr lang="en-US"/>
        </a:p>
      </dgm:t>
    </dgm:pt>
    <dgm:pt modelId="{BDC50956-9E66-4A70-A285-74A29BDDC554}">
      <dgm:prSet phldrT="[Text]" custT="1"/>
      <dgm:spPr/>
      <dgm:t>
        <a:bodyPr/>
        <a:lstStyle/>
        <a:p>
          <a:pPr algn="ctr"/>
          <a:r>
            <a:rPr lang="en-US" sz="2000" dirty="0"/>
            <a:t>B</a:t>
          </a:r>
        </a:p>
      </dgm:t>
    </dgm:pt>
    <dgm:pt modelId="{0BBC9D5D-5324-4A20-97A0-515CAFE50DD7}" type="parTrans" cxnId="{501EF6DA-16BC-490A-8003-70AC01ECF284}">
      <dgm:prSet/>
      <dgm:spPr/>
      <dgm:t>
        <a:bodyPr/>
        <a:lstStyle/>
        <a:p>
          <a:endParaRPr lang="en-US"/>
        </a:p>
      </dgm:t>
    </dgm:pt>
    <dgm:pt modelId="{8F4B520C-7CE6-4897-9B75-132312D26928}" type="sibTrans" cxnId="{501EF6DA-16BC-490A-8003-70AC01ECF284}">
      <dgm:prSet/>
      <dgm:spPr/>
      <dgm:t>
        <a:bodyPr/>
        <a:lstStyle/>
        <a:p>
          <a:endParaRPr lang="en-US"/>
        </a:p>
      </dgm:t>
    </dgm:pt>
    <dgm:pt modelId="{FCD333E8-2EDF-4BF6-995F-5D83AB4A63B1}">
      <dgm:prSet phldrT="[Text]" custT="1"/>
      <dgm:spPr/>
      <dgm:t>
        <a:bodyPr/>
        <a:lstStyle/>
        <a:p>
          <a:pPr algn="just">
            <a:buFont typeface="Wingdings" panose="05000000000000000000" pitchFamily="2" charset="2"/>
            <a:buChar char="v"/>
          </a:pPr>
          <a:r>
            <a:rPr lang="en-ID" sz="2000" b="0" i="0">
              <a:effectLst/>
              <a:latin typeface="+mn-lt"/>
            </a:rPr>
            <a:t>Sebagai hak asasi manusia, kebebasan beragama atau berkeyakinan dapat dipandang sebagai hak negatif dan positif sekaligus. </a:t>
          </a:r>
          <a:endParaRPr lang="en-US" sz="2000" dirty="0">
            <a:latin typeface="+mn-lt"/>
          </a:endParaRPr>
        </a:p>
      </dgm:t>
    </dgm:pt>
    <dgm:pt modelId="{FE28C5C8-B4A3-41B3-8197-F5D952850BB9}" type="parTrans" cxnId="{08F9242C-CCD0-404E-8F6E-85FEEBA8EAAB}">
      <dgm:prSet/>
      <dgm:spPr/>
      <dgm:t>
        <a:bodyPr/>
        <a:lstStyle/>
        <a:p>
          <a:endParaRPr lang="en-US"/>
        </a:p>
      </dgm:t>
    </dgm:pt>
    <dgm:pt modelId="{2FEBD6BD-C41C-4170-835C-7F9C6EB6EB20}" type="sibTrans" cxnId="{08F9242C-CCD0-404E-8F6E-85FEEBA8EAAB}">
      <dgm:prSet/>
      <dgm:spPr/>
      <dgm:t>
        <a:bodyPr/>
        <a:lstStyle/>
        <a:p>
          <a:endParaRPr lang="en-US"/>
        </a:p>
      </dgm:t>
    </dgm:pt>
    <dgm:pt modelId="{5F0406E6-16C9-4940-B489-E8FC5F1467EE}">
      <dgm:prSet phldrT="[Text]" custT="1"/>
      <dgm:spPr/>
      <dgm:t>
        <a:bodyPr/>
        <a:lstStyle/>
        <a:p>
          <a:pPr algn="ctr"/>
          <a:r>
            <a:rPr lang="en-US" sz="2000" dirty="0"/>
            <a:t>C</a:t>
          </a:r>
        </a:p>
      </dgm:t>
    </dgm:pt>
    <dgm:pt modelId="{D5EBDA5B-86D9-44B4-9C20-188C1785E688}" type="parTrans" cxnId="{C8827FB6-0809-4BC3-8281-1E5704B2282B}">
      <dgm:prSet/>
      <dgm:spPr/>
      <dgm:t>
        <a:bodyPr/>
        <a:lstStyle/>
        <a:p>
          <a:endParaRPr lang="en-US"/>
        </a:p>
      </dgm:t>
    </dgm:pt>
    <dgm:pt modelId="{B9D8C5F2-ABE0-45B2-BE04-FB1429D66833}" type="sibTrans" cxnId="{C8827FB6-0809-4BC3-8281-1E5704B2282B}">
      <dgm:prSet/>
      <dgm:spPr/>
      <dgm:t>
        <a:bodyPr/>
        <a:lstStyle/>
        <a:p>
          <a:endParaRPr lang="en-US"/>
        </a:p>
      </dgm:t>
    </dgm:pt>
    <dgm:pt modelId="{F59B374F-B6BB-4AC8-84E0-3EB88D4A8829}">
      <dgm:prSet phldrT="[Text]" custT="1"/>
      <dgm:spPr/>
      <dgm:t>
        <a:bodyPr/>
        <a:lstStyle/>
        <a:p>
          <a:pPr algn="just">
            <a:buFont typeface="Wingdings" panose="05000000000000000000" pitchFamily="2" charset="2"/>
            <a:buChar char="v"/>
          </a:pPr>
          <a:r>
            <a:rPr lang="en-ID" sz="2000" b="0" i="0">
              <a:effectLst/>
              <a:latin typeface="+mn-lt"/>
            </a:rPr>
            <a:t>Sebagai hak negatif, kebebasan beragama atau berkeyakinan berarti seseorang tidak pernah boleh dipaksa negara atau pihak mana pun untuk menjalankan praktik keyakinan atau agama tertentu, bergabung dalam komunitas agama tertentu, berpindah agama, atau dipaksa tinggal dalam sebuah agama dengan cara melawan kehendak bebasnya.</a:t>
          </a:r>
          <a:endParaRPr lang="en-US" sz="2000" dirty="0">
            <a:latin typeface="+mn-lt"/>
          </a:endParaRPr>
        </a:p>
      </dgm:t>
    </dgm:pt>
    <dgm:pt modelId="{7AF1E180-CA93-46F7-A536-071CA32B7B99}" type="parTrans" cxnId="{213DAD3C-806C-4366-A02B-E8A11A29412C}">
      <dgm:prSet/>
      <dgm:spPr/>
      <dgm:t>
        <a:bodyPr/>
        <a:lstStyle/>
        <a:p>
          <a:endParaRPr lang="en-US"/>
        </a:p>
      </dgm:t>
    </dgm:pt>
    <dgm:pt modelId="{B0599F10-10FA-4927-AA1A-AA05A900F672}" type="sibTrans" cxnId="{213DAD3C-806C-4366-A02B-E8A11A29412C}">
      <dgm:prSet/>
      <dgm:spPr/>
      <dgm:t>
        <a:bodyPr/>
        <a:lstStyle/>
        <a:p>
          <a:endParaRPr lang="en-US"/>
        </a:p>
      </dgm:t>
    </dgm:pt>
    <dgm:pt modelId="{32C5AB6A-D1FC-40E0-8229-00C6E5EE62A8}" type="pres">
      <dgm:prSet presAssocID="{EE37D201-D2D5-4A04-95A0-85557EA0C57B}" presName="linear" presStyleCnt="0">
        <dgm:presLayoutVars>
          <dgm:dir/>
          <dgm:animLvl val="lvl"/>
          <dgm:resizeHandles val="exact"/>
        </dgm:presLayoutVars>
      </dgm:prSet>
      <dgm:spPr/>
    </dgm:pt>
    <dgm:pt modelId="{7C48CBE9-0859-4670-B3C3-6510998F1C6C}" type="pres">
      <dgm:prSet presAssocID="{ACF6DF99-E30F-412D-AB9F-AD9E70F62AD6}" presName="parentLin" presStyleCnt="0"/>
      <dgm:spPr/>
    </dgm:pt>
    <dgm:pt modelId="{B8B98BE9-D769-49A3-8C0B-C5884F859E5D}" type="pres">
      <dgm:prSet presAssocID="{ACF6DF99-E30F-412D-AB9F-AD9E70F62AD6}" presName="parentLeftMargin" presStyleLbl="node1" presStyleIdx="0" presStyleCnt="3"/>
      <dgm:spPr/>
    </dgm:pt>
    <dgm:pt modelId="{6C01AFC1-FD2F-4494-906D-1EBE22759F1A}" type="pres">
      <dgm:prSet presAssocID="{ACF6DF99-E30F-412D-AB9F-AD9E70F62AD6}" presName="parentText" presStyleLbl="node1" presStyleIdx="0" presStyleCnt="3" custScaleX="10051">
        <dgm:presLayoutVars>
          <dgm:chMax val="0"/>
          <dgm:bulletEnabled val="1"/>
        </dgm:presLayoutVars>
      </dgm:prSet>
      <dgm:spPr/>
    </dgm:pt>
    <dgm:pt modelId="{F204C1B2-0C9C-47E8-86F9-3EA4887B64C6}" type="pres">
      <dgm:prSet presAssocID="{ACF6DF99-E30F-412D-AB9F-AD9E70F62AD6}" presName="negativeSpace" presStyleCnt="0"/>
      <dgm:spPr/>
    </dgm:pt>
    <dgm:pt modelId="{6EE7D294-2CE3-4191-8081-8094F8718745}" type="pres">
      <dgm:prSet presAssocID="{ACF6DF99-E30F-412D-AB9F-AD9E70F62AD6}" presName="childText" presStyleLbl="conFgAcc1" presStyleIdx="0" presStyleCnt="3">
        <dgm:presLayoutVars>
          <dgm:bulletEnabled val="1"/>
        </dgm:presLayoutVars>
      </dgm:prSet>
      <dgm:spPr/>
    </dgm:pt>
    <dgm:pt modelId="{0784E784-FF7C-4C5B-900A-A293DA479B6E}" type="pres">
      <dgm:prSet presAssocID="{7C7D2894-886C-46C4-A94E-1555751988E8}" presName="spaceBetweenRectangles" presStyleCnt="0"/>
      <dgm:spPr/>
    </dgm:pt>
    <dgm:pt modelId="{9EDC9304-264B-45CB-BE7A-51B40A8C4836}" type="pres">
      <dgm:prSet presAssocID="{BDC50956-9E66-4A70-A285-74A29BDDC554}" presName="parentLin" presStyleCnt="0"/>
      <dgm:spPr/>
    </dgm:pt>
    <dgm:pt modelId="{18ABF21A-7BD8-43C5-9B07-86E144B4FCCD}" type="pres">
      <dgm:prSet presAssocID="{BDC50956-9E66-4A70-A285-74A29BDDC554}" presName="parentLeftMargin" presStyleLbl="node1" presStyleIdx="0" presStyleCnt="3"/>
      <dgm:spPr/>
    </dgm:pt>
    <dgm:pt modelId="{5E6B0923-6A50-41B0-8EB8-B3D88C2AE300}" type="pres">
      <dgm:prSet presAssocID="{BDC50956-9E66-4A70-A285-74A29BDDC554}" presName="parentText" presStyleLbl="node1" presStyleIdx="1" presStyleCnt="3" custScaleX="10051">
        <dgm:presLayoutVars>
          <dgm:chMax val="0"/>
          <dgm:bulletEnabled val="1"/>
        </dgm:presLayoutVars>
      </dgm:prSet>
      <dgm:spPr/>
    </dgm:pt>
    <dgm:pt modelId="{7F6DEBB3-E24D-4D8E-839B-FA3ABEE285D6}" type="pres">
      <dgm:prSet presAssocID="{BDC50956-9E66-4A70-A285-74A29BDDC554}" presName="negativeSpace" presStyleCnt="0"/>
      <dgm:spPr/>
    </dgm:pt>
    <dgm:pt modelId="{54D3EB29-E8FD-49E9-B568-994996379ED6}" type="pres">
      <dgm:prSet presAssocID="{BDC50956-9E66-4A70-A285-74A29BDDC554}" presName="childText" presStyleLbl="conFgAcc1" presStyleIdx="1" presStyleCnt="3">
        <dgm:presLayoutVars>
          <dgm:bulletEnabled val="1"/>
        </dgm:presLayoutVars>
      </dgm:prSet>
      <dgm:spPr/>
    </dgm:pt>
    <dgm:pt modelId="{B6FBAF72-420F-4B93-8C6E-6E00ED837F30}" type="pres">
      <dgm:prSet presAssocID="{8F4B520C-7CE6-4897-9B75-132312D26928}" presName="spaceBetweenRectangles" presStyleCnt="0"/>
      <dgm:spPr/>
    </dgm:pt>
    <dgm:pt modelId="{FE05F9FC-2B71-48BD-B6A4-8DE3A4A04805}" type="pres">
      <dgm:prSet presAssocID="{5F0406E6-16C9-4940-B489-E8FC5F1467EE}" presName="parentLin" presStyleCnt="0"/>
      <dgm:spPr/>
    </dgm:pt>
    <dgm:pt modelId="{85550265-9DF7-4392-934F-076820728B59}" type="pres">
      <dgm:prSet presAssocID="{5F0406E6-16C9-4940-B489-E8FC5F1467EE}" presName="parentLeftMargin" presStyleLbl="node1" presStyleIdx="1" presStyleCnt="3"/>
      <dgm:spPr/>
    </dgm:pt>
    <dgm:pt modelId="{AF749E83-9E10-43E7-A014-6B75A918CCF9}" type="pres">
      <dgm:prSet presAssocID="{5F0406E6-16C9-4940-B489-E8FC5F1467EE}" presName="parentText" presStyleLbl="node1" presStyleIdx="2" presStyleCnt="3" custScaleX="10051">
        <dgm:presLayoutVars>
          <dgm:chMax val="0"/>
          <dgm:bulletEnabled val="1"/>
        </dgm:presLayoutVars>
      </dgm:prSet>
      <dgm:spPr/>
    </dgm:pt>
    <dgm:pt modelId="{C669EA17-A744-46D1-A1AA-1CE704E45556}" type="pres">
      <dgm:prSet presAssocID="{5F0406E6-16C9-4940-B489-E8FC5F1467EE}" presName="negativeSpace" presStyleCnt="0"/>
      <dgm:spPr/>
    </dgm:pt>
    <dgm:pt modelId="{B8E62DCA-ACAC-4F68-9236-BFE6A2E6E63C}" type="pres">
      <dgm:prSet presAssocID="{5F0406E6-16C9-4940-B489-E8FC5F1467EE}" presName="childText" presStyleLbl="conFgAcc1" presStyleIdx="2" presStyleCnt="3">
        <dgm:presLayoutVars>
          <dgm:bulletEnabled val="1"/>
        </dgm:presLayoutVars>
      </dgm:prSet>
      <dgm:spPr/>
    </dgm:pt>
  </dgm:ptLst>
  <dgm:cxnLst>
    <dgm:cxn modelId="{C0F06B06-314F-4AD9-8D18-F734C968082D}" type="presOf" srcId="{5F0406E6-16C9-4940-B489-E8FC5F1467EE}" destId="{85550265-9DF7-4392-934F-076820728B59}" srcOrd="0" destOrd="0" presId="urn:microsoft.com/office/officeart/2005/8/layout/list1"/>
    <dgm:cxn modelId="{08F9242C-CCD0-404E-8F6E-85FEEBA8EAAB}" srcId="{BDC50956-9E66-4A70-A285-74A29BDDC554}" destId="{FCD333E8-2EDF-4BF6-995F-5D83AB4A63B1}" srcOrd="0" destOrd="0" parTransId="{FE28C5C8-B4A3-41B3-8197-F5D952850BB9}" sibTransId="{2FEBD6BD-C41C-4170-835C-7F9C6EB6EB20}"/>
    <dgm:cxn modelId="{213DAD3C-806C-4366-A02B-E8A11A29412C}" srcId="{5F0406E6-16C9-4940-B489-E8FC5F1467EE}" destId="{F59B374F-B6BB-4AC8-84E0-3EB88D4A8829}" srcOrd="0" destOrd="0" parTransId="{7AF1E180-CA93-46F7-A536-071CA32B7B99}" sibTransId="{B0599F10-10FA-4927-AA1A-AA05A900F672}"/>
    <dgm:cxn modelId="{05E17F6B-A2AF-4BFD-81B8-03869E187849}" type="presOf" srcId="{BDC50956-9E66-4A70-A285-74A29BDDC554}" destId="{5E6B0923-6A50-41B0-8EB8-B3D88C2AE300}" srcOrd="1" destOrd="0" presId="urn:microsoft.com/office/officeart/2005/8/layout/list1"/>
    <dgm:cxn modelId="{0C9E366F-64E1-44BA-B255-87FC07121781}" srcId="{ACF6DF99-E30F-412D-AB9F-AD9E70F62AD6}" destId="{218E6C24-9107-4CF8-BF58-F99E65A28165}" srcOrd="0" destOrd="0" parTransId="{45C55848-1F0D-4D2B-94E0-08D51F9D198E}" sibTransId="{506FC7C6-A068-4279-B22F-541A857475B6}"/>
    <dgm:cxn modelId="{7FDC3391-D5A5-454E-8244-A7832856F888}" type="presOf" srcId="{EE37D201-D2D5-4A04-95A0-85557EA0C57B}" destId="{32C5AB6A-D1FC-40E0-8229-00C6E5EE62A8}" srcOrd="0" destOrd="0" presId="urn:microsoft.com/office/officeart/2005/8/layout/list1"/>
    <dgm:cxn modelId="{B14E5495-0674-4302-A867-325160732CA8}" type="presOf" srcId="{218E6C24-9107-4CF8-BF58-F99E65A28165}" destId="{6EE7D294-2CE3-4191-8081-8094F8718745}" srcOrd="0" destOrd="0" presId="urn:microsoft.com/office/officeart/2005/8/layout/list1"/>
    <dgm:cxn modelId="{19466C96-1CDC-40C7-BA39-4856A9D6C324}" type="presOf" srcId="{5F0406E6-16C9-4940-B489-E8FC5F1467EE}" destId="{AF749E83-9E10-43E7-A014-6B75A918CCF9}" srcOrd="1" destOrd="0" presId="urn:microsoft.com/office/officeart/2005/8/layout/list1"/>
    <dgm:cxn modelId="{A8E2339D-C701-4FCF-8356-F93CACEBE968}" type="presOf" srcId="{FCD333E8-2EDF-4BF6-995F-5D83AB4A63B1}" destId="{54D3EB29-E8FD-49E9-B568-994996379ED6}" srcOrd="0" destOrd="0" presId="urn:microsoft.com/office/officeart/2005/8/layout/list1"/>
    <dgm:cxn modelId="{C1D435A3-DEDD-4E41-896C-D8791FDFE6BF}" type="presOf" srcId="{BDC50956-9E66-4A70-A285-74A29BDDC554}" destId="{18ABF21A-7BD8-43C5-9B07-86E144B4FCCD}" srcOrd="0" destOrd="0" presId="urn:microsoft.com/office/officeart/2005/8/layout/list1"/>
    <dgm:cxn modelId="{C8827FB6-0809-4BC3-8281-1E5704B2282B}" srcId="{EE37D201-D2D5-4A04-95A0-85557EA0C57B}" destId="{5F0406E6-16C9-4940-B489-E8FC5F1467EE}" srcOrd="2" destOrd="0" parTransId="{D5EBDA5B-86D9-44B4-9C20-188C1785E688}" sibTransId="{B9D8C5F2-ABE0-45B2-BE04-FB1429D66833}"/>
    <dgm:cxn modelId="{26C8FCBB-38CF-4F8E-B550-BB0A22CFA2B0}" srcId="{EE37D201-D2D5-4A04-95A0-85557EA0C57B}" destId="{ACF6DF99-E30F-412D-AB9F-AD9E70F62AD6}" srcOrd="0" destOrd="0" parTransId="{5B224FE4-36D6-4AEF-BB8D-C838A84626E7}" sibTransId="{7C7D2894-886C-46C4-A94E-1555751988E8}"/>
    <dgm:cxn modelId="{501EF6DA-16BC-490A-8003-70AC01ECF284}" srcId="{EE37D201-D2D5-4A04-95A0-85557EA0C57B}" destId="{BDC50956-9E66-4A70-A285-74A29BDDC554}" srcOrd="1" destOrd="0" parTransId="{0BBC9D5D-5324-4A20-97A0-515CAFE50DD7}" sibTransId="{8F4B520C-7CE6-4897-9B75-132312D26928}"/>
    <dgm:cxn modelId="{68FC43DF-FD9D-4F00-9195-4A6C7CD4B79B}" type="presOf" srcId="{ACF6DF99-E30F-412D-AB9F-AD9E70F62AD6}" destId="{B8B98BE9-D769-49A3-8C0B-C5884F859E5D}" srcOrd="0" destOrd="0" presId="urn:microsoft.com/office/officeart/2005/8/layout/list1"/>
    <dgm:cxn modelId="{7A1ED7F2-D1C8-4432-935B-1323AA5132A2}" type="presOf" srcId="{ACF6DF99-E30F-412D-AB9F-AD9E70F62AD6}" destId="{6C01AFC1-FD2F-4494-906D-1EBE22759F1A}" srcOrd="1" destOrd="0" presId="urn:microsoft.com/office/officeart/2005/8/layout/list1"/>
    <dgm:cxn modelId="{8D0F23FD-0C38-4629-8B73-A5CFFA6EB535}" type="presOf" srcId="{F59B374F-B6BB-4AC8-84E0-3EB88D4A8829}" destId="{B8E62DCA-ACAC-4F68-9236-BFE6A2E6E63C}" srcOrd="0" destOrd="0" presId="urn:microsoft.com/office/officeart/2005/8/layout/list1"/>
    <dgm:cxn modelId="{8902A8FB-22CB-4624-9504-2E4A2956D6BE}" type="presParOf" srcId="{32C5AB6A-D1FC-40E0-8229-00C6E5EE62A8}" destId="{7C48CBE9-0859-4670-B3C3-6510998F1C6C}" srcOrd="0" destOrd="0" presId="urn:microsoft.com/office/officeart/2005/8/layout/list1"/>
    <dgm:cxn modelId="{5066100A-6543-4FAA-9A39-1D3A6DF47CE8}" type="presParOf" srcId="{7C48CBE9-0859-4670-B3C3-6510998F1C6C}" destId="{B8B98BE9-D769-49A3-8C0B-C5884F859E5D}" srcOrd="0" destOrd="0" presId="urn:microsoft.com/office/officeart/2005/8/layout/list1"/>
    <dgm:cxn modelId="{CDA79084-5C09-4113-8A98-5EF957E7FDD0}" type="presParOf" srcId="{7C48CBE9-0859-4670-B3C3-6510998F1C6C}" destId="{6C01AFC1-FD2F-4494-906D-1EBE22759F1A}" srcOrd="1" destOrd="0" presId="urn:microsoft.com/office/officeart/2005/8/layout/list1"/>
    <dgm:cxn modelId="{9AD295DB-8616-4289-BAAB-C834A808254C}" type="presParOf" srcId="{32C5AB6A-D1FC-40E0-8229-00C6E5EE62A8}" destId="{F204C1B2-0C9C-47E8-86F9-3EA4887B64C6}" srcOrd="1" destOrd="0" presId="urn:microsoft.com/office/officeart/2005/8/layout/list1"/>
    <dgm:cxn modelId="{AE7C2538-4801-4C73-92C1-B2506A2A5C43}" type="presParOf" srcId="{32C5AB6A-D1FC-40E0-8229-00C6E5EE62A8}" destId="{6EE7D294-2CE3-4191-8081-8094F8718745}" srcOrd="2" destOrd="0" presId="urn:microsoft.com/office/officeart/2005/8/layout/list1"/>
    <dgm:cxn modelId="{B0B04941-B6B0-4739-889F-365780B19E19}" type="presParOf" srcId="{32C5AB6A-D1FC-40E0-8229-00C6E5EE62A8}" destId="{0784E784-FF7C-4C5B-900A-A293DA479B6E}" srcOrd="3" destOrd="0" presId="urn:microsoft.com/office/officeart/2005/8/layout/list1"/>
    <dgm:cxn modelId="{4344CA63-F7BB-4D62-957A-8028848E3317}" type="presParOf" srcId="{32C5AB6A-D1FC-40E0-8229-00C6E5EE62A8}" destId="{9EDC9304-264B-45CB-BE7A-51B40A8C4836}" srcOrd="4" destOrd="0" presId="urn:microsoft.com/office/officeart/2005/8/layout/list1"/>
    <dgm:cxn modelId="{958CD876-281E-4EC9-AF9D-78D758D72ED9}" type="presParOf" srcId="{9EDC9304-264B-45CB-BE7A-51B40A8C4836}" destId="{18ABF21A-7BD8-43C5-9B07-86E144B4FCCD}" srcOrd="0" destOrd="0" presId="urn:microsoft.com/office/officeart/2005/8/layout/list1"/>
    <dgm:cxn modelId="{B9A0C8C0-C160-4199-8229-448CE71A04F7}" type="presParOf" srcId="{9EDC9304-264B-45CB-BE7A-51B40A8C4836}" destId="{5E6B0923-6A50-41B0-8EB8-B3D88C2AE300}" srcOrd="1" destOrd="0" presId="urn:microsoft.com/office/officeart/2005/8/layout/list1"/>
    <dgm:cxn modelId="{9A0A6BE5-3E39-4AA2-8D14-30C23AEE704D}" type="presParOf" srcId="{32C5AB6A-D1FC-40E0-8229-00C6E5EE62A8}" destId="{7F6DEBB3-E24D-4D8E-839B-FA3ABEE285D6}" srcOrd="5" destOrd="0" presId="urn:microsoft.com/office/officeart/2005/8/layout/list1"/>
    <dgm:cxn modelId="{935D22CC-CE71-4D11-BEA6-16D6B1D67605}" type="presParOf" srcId="{32C5AB6A-D1FC-40E0-8229-00C6E5EE62A8}" destId="{54D3EB29-E8FD-49E9-B568-994996379ED6}" srcOrd="6" destOrd="0" presId="urn:microsoft.com/office/officeart/2005/8/layout/list1"/>
    <dgm:cxn modelId="{0728EDDE-EC17-4183-A8BE-8F0526CD9309}" type="presParOf" srcId="{32C5AB6A-D1FC-40E0-8229-00C6E5EE62A8}" destId="{B6FBAF72-420F-4B93-8C6E-6E00ED837F30}" srcOrd="7" destOrd="0" presId="urn:microsoft.com/office/officeart/2005/8/layout/list1"/>
    <dgm:cxn modelId="{C87464AF-DC2A-4A1D-B683-2A8A1AA5C260}" type="presParOf" srcId="{32C5AB6A-D1FC-40E0-8229-00C6E5EE62A8}" destId="{FE05F9FC-2B71-48BD-B6A4-8DE3A4A04805}" srcOrd="8" destOrd="0" presId="urn:microsoft.com/office/officeart/2005/8/layout/list1"/>
    <dgm:cxn modelId="{9C03E0B8-D894-49AD-81C9-DC8A195EAA3D}" type="presParOf" srcId="{FE05F9FC-2B71-48BD-B6A4-8DE3A4A04805}" destId="{85550265-9DF7-4392-934F-076820728B59}" srcOrd="0" destOrd="0" presId="urn:microsoft.com/office/officeart/2005/8/layout/list1"/>
    <dgm:cxn modelId="{253D5B57-E895-425E-A44C-59D9604986EB}" type="presParOf" srcId="{FE05F9FC-2B71-48BD-B6A4-8DE3A4A04805}" destId="{AF749E83-9E10-43E7-A014-6B75A918CCF9}" srcOrd="1" destOrd="0" presId="urn:microsoft.com/office/officeart/2005/8/layout/list1"/>
    <dgm:cxn modelId="{B6C9BD5C-3AE7-4935-B0A5-0BD76AF1E804}" type="presParOf" srcId="{32C5AB6A-D1FC-40E0-8229-00C6E5EE62A8}" destId="{C669EA17-A744-46D1-A1AA-1CE704E45556}" srcOrd="9" destOrd="0" presId="urn:microsoft.com/office/officeart/2005/8/layout/list1"/>
    <dgm:cxn modelId="{61D9EB55-5833-4C48-B109-99B2DE1E4F44}" type="presParOf" srcId="{32C5AB6A-D1FC-40E0-8229-00C6E5EE62A8}" destId="{B8E62DCA-ACAC-4F68-9236-BFE6A2E6E63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44992C5-EE83-4039-BBCB-37EE3EC4D0B1}"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US"/>
        </a:p>
      </dgm:t>
    </dgm:pt>
    <dgm:pt modelId="{9F121547-FD1A-4D85-8313-1A0BCAA4F0DA}">
      <dgm:prSet phldrT="[Text]"/>
      <dgm:spPr/>
      <dgm:t>
        <a:bodyPr/>
        <a:lstStyle/>
        <a:p>
          <a:r>
            <a:rPr lang="en-US" dirty="0"/>
            <a:t>A</a:t>
          </a:r>
        </a:p>
      </dgm:t>
    </dgm:pt>
    <dgm:pt modelId="{8F627693-9FC7-4AEA-AAD9-BF63C49144C9}" type="parTrans" cxnId="{0D635B41-FAEE-4CA3-AA6F-EE8DB38E47A1}">
      <dgm:prSet/>
      <dgm:spPr/>
      <dgm:t>
        <a:bodyPr/>
        <a:lstStyle/>
        <a:p>
          <a:endParaRPr lang="en-US"/>
        </a:p>
      </dgm:t>
    </dgm:pt>
    <dgm:pt modelId="{7742AF18-4093-43F4-9280-E44D5FC228E9}" type="sibTrans" cxnId="{0D635B41-FAEE-4CA3-AA6F-EE8DB38E47A1}">
      <dgm:prSet/>
      <dgm:spPr/>
      <dgm:t>
        <a:bodyPr/>
        <a:lstStyle/>
        <a:p>
          <a:endParaRPr lang="en-US"/>
        </a:p>
      </dgm:t>
    </dgm:pt>
    <dgm:pt modelId="{F2562C7B-4844-4D7D-8706-5640E7D42CDD}">
      <dgm:prSet phldrT="[Text]" custT="1"/>
      <dgm:spPr/>
      <dgm:t>
        <a:bodyPr/>
        <a:lstStyle/>
        <a:p>
          <a:pPr algn="just">
            <a:buSzPts val="1200"/>
            <a:buFont typeface="Wingdings" panose="05000000000000000000" pitchFamily="2" charset="2"/>
            <a:buChar char="v"/>
          </a:pPr>
          <a:r>
            <a:rPr lang="en-US" sz="2200" b="1" spc="-5" dirty="0" err="1">
              <a:effectLst/>
              <a:latin typeface="+mn-lt"/>
              <a:ea typeface="Times New Roman" panose="02020603050405020304" pitchFamily="18" charset="0"/>
            </a:rPr>
            <a:t>Prinsip</a:t>
          </a:r>
          <a:r>
            <a:rPr lang="en-US" sz="2200" b="1" spc="5" dirty="0">
              <a:effectLst/>
              <a:latin typeface="+mn-lt"/>
              <a:ea typeface="Times New Roman" panose="02020603050405020304" pitchFamily="18" charset="0"/>
            </a:rPr>
            <a:t> </a:t>
          </a:r>
          <a:r>
            <a:rPr lang="en-US" sz="2200" b="1" spc="-5" dirty="0" err="1">
              <a:effectLst/>
              <a:latin typeface="+mn-lt"/>
              <a:ea typeface="Times New Roman" panose="02020603050405020304" pitchFamily="18" charset="0"/>
            </a:rPr>
            <a:t>keadilan</a:t>
          </a:r>
          <a:r>
            <a:rPr lang="en-US" sz="2200" b="1"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menjadi</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prinsip</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pertama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dalam</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membentuk</a:t>
          </a:r>
          <a:r>
            <a:rPr lang="en-US" sz="2200" spc="30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tatanan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masyarakat</a:t>
          </a:r>
          <a:r>
            <a:rPr lang="en-US" sz="2200" spc="5"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yang</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baik</a:t>
          </a:r>
          <a:r>
            <a:rPr lang="en-US" sz="2200" spc="-5" dirty="0">
              <a:effectLst/>
              <a:latin typeface="+mn-lt"/>
              <a:ea typeface="Times New Roman" panose="02020603050405020304" pitchFamily="18" charset="0"/>
            </a:rPr>
            <a:t>.</a:t>
          </a:r>
          <a:r>
            <a:rPr lang="en-US" sz="2200" spc="5"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Islam</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mengajarkan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bahwa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kita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mesti</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berlaku</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adil</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terhadap</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siapa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saja</a:t>
          </a:r>
          <a:r>
            <a:rPr lang="en-US" sz="2200" spc="5"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dan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kapan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saja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tanpa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membeda-bedakan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sesorang</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berdasarkan</a:t>
          </a:r>
          <a:r>
            <a:rPr lang="en-US" sz="2200" spc="5"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agama,</a:t>
          </a:r>
          <a:r>
            <a:rPr lang="en-US" sz="2200" spc="5"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status</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sosial</a:t>
          </a:r>
          <a:r>
            <a:rPr lang="en-US" sz="2200" spc="-5" dirty="0">
              <a:effectLst/>
              <a:latin typeface="+mn-lt"/>
              <a:ea typeface="Times New Roman" panose="02020603050405020304" pitchFamily="18" charset="0"/>
            </a:rPr>
            <a:t>,</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suku</a:t>
          </a:r>
          <a:r>
            <a:rPr lang="en-US" sz="2200" spc="5"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dan</a:t>
          </a:r>
          <a:r>
            <a:rPr lang="en-US" sz="2200" spc="5"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lain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sebagainya</a:t>
          </a:r>
          <a:r>
            <a:rPr lang="en-US" sz="2200" spc="-5" dirty="0">
              <a:effectLst/>
              <a:latin typeface="+mn-lt"/>
              <a:ea typeface="Times New Roman" panose="02020603050405020304" pitchFamily="18" charset="0"/>
            </a:rPr>
            <a:t>.</a:t>
          </a:r>
          <a:r>
            <a:rPr lang="en-US" sz="2200" spc="5"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Adil</a:t>
          </a:r>
          <a:r>
            <a:rPr lang="en-US" sz="2200" spc="300"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juga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bermakna</a:t>
          </a:r>
          <a:r>
            <a:rPr lang="en-US" sz="2200" spc="-10"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seimbang</a:t>
          </a:r>
          <a:r>
            <a:rPr lang="en-US" sz="2200" spc="-1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dalam</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seluruh</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aspek</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kehidupan</a:t>
          </a:r>
          <a:r>
            <a:rPr lang="en-US" sz="2200" spc="-5" dirty="0">
              <a:effectLst/>
              <a:latin typeface="+mn-lt"/>
              <a:ea typeface="Times New Roman" panose="02020603050405020304" pitchFamily="18" charset="0"/>
            </a:rPr>
            <a:t>.</a:t>
          </a:r>
          <a:endParaRPr lang="en-US" sz="2200" dirty="0">
            <a:latin typeface="+mn-lt"/>
          </a:endParaRPr>
        </a:p>
      </dgm:t>
    </dgm:pt>
    <dgm:pt modelId="{90565ADE-F572-4C35-A397-F773387CF224}" type="parTrans" cxnId="{7EA844AA-8B39-4E05-B159-EA52969BF0D0}">
      <dgm:prSet/>
      <dgm:spPr/>
      <dgm:t>
        <a:bodyPr/>
        <a:lstStyle/>
        <a:p>
          <a:endParaRPr lang="en-US"/>
        </a:p>
      </dgm:t>
    </dgm:pt>
    <dgm:pt modelId="{A93A2497-BC54-4639-AB9B-6DFD6899B729}" type="sibTrans" cxnId="{7EA844AA-8B39-4E05-B159-EA52969BF0D0}">
      <dgm:prSet/>
      <dgm:spPr/>
      <dgm:t>
        <a:bodyPr/>
        <a:lstStyle/>
        <a:p>
          <a:endParaRPr lang="en-US"/>
        </a:p>
      </dgm:t>
    </dgm:pt>
    <dgm:pt modelId="{468CCEAB-0369-4E7E-91EB-90CBE3DC552B}" type="pres">
      <dgm:prSet presAssocID="{044992C5-EE83-4039-BBCB-37EE3EC4D0B1}" presName="linear" presStyleCnt="0">
        <dgm:presLayoutVars>
          <dgm:dir/>
          <dgm:animLvl val="lvl"/>
          <dgm:resizeHandles val="exact"/>
        </dgm:presLayoutVars>
      </dgm:prSet>
      <dgm:spPr/>
    </dgm:pt>
    <dgm:pt modelId="{99B8EEFA-0424-421D-A148-A62A1D89A02D}" type="pres">
      <dgm:prSet presAssocID="{9F121547-FD1A-4D85-8313-1A0BCAA4F0DA}" presName="parentLin" presStyleCnt="0"/>
      <dgm:spPr/>
    </dgm:pt>
    <dgm:pt modelId="{993CEDE5-7884-4C46-8242-DC121DFC857A}" type="pres">
      <dgm:prSet presAssocID="{9F121547-FD1A-4D85-8313-1A0BCAA4F0DA}" presName="parentLeftMargin" presStyleLbl="node1" presStyleIdx="0" presStyleCnt="1"/>
      <dgm:spPr/>
    </dgm:pt>
    <dgm:pt modelId="{D9A7131B-77F1-4E65-97D8-92009756C619}" type="pres">
      <dgm:prSet presAssocID="{9F121547-FD1A-4D85-8313-1A0BCAA4F0DA}" presName="parentText" presStyleLbl="node1" presStyleIdx="0" presStyleCnt="1" custScaleX="11461">
        <dgm:presLayoutVars>
          <dgm:chMax val="0"/>
          <dgm:bulletEnabled val="1"/>
        </dgm:presLayoutVars>
      </dgm:prSet>
      <dgm:spPr/>
    </dgm:pt>
    <dgm:pt modelId="{F258A84C-1503-4591-ADC0-C447B122962A}" type="pres">
      <dgm:prSet presAssocID="{9F121547-FD1A-4D85-8313-1A0BCAA4F0DA}" presName="negativeSpace" presStyleCnt="0"/>
      <dgm:spPr/>
    </dgm:pt>
    <dgm:pt modelId="{3C3FC215-8F4E-44E2-947D-6110F3B4360A}" type="pres">
      <dgm:prSet presAssocID="{9F121547-FD1A-4D85-8313-1A0BCAA4F0DA}" presName="childText" presStyleLbl="conFgAcc1" presStyleIdx="0" presStyleCnt="1">
        <dgm:presLayoutVars>
          <dgm:bulletEnabled val="1"/>
        </dgm:presLayoutVars>
      </dgm:prSet>
      <dgm:spPr/>
    </dgm:pt>
  </dgm:ptLst>
  <dgm:cxnLst>
    <dgm:cxn modelId="{0D635B41-FAEE-4CA3-AA6F-EE8DB38E47A1}" srcId="{044992C5-EE83-4039-BBCB-37EE3EC4D0B1}" destId="{9F121547-FD1A-4D85-8313-1A0BCAA4F0DA}" srcOrd="0" destOrd="0" parTransId="{8F627693-9FC7-4AEA-AAD9-BF63C49144C9}" sibTransId="{7742AF18-4093-43F4-9280-E44D5FC228E9}"/>
    <dgm:cxn modelId="{DDC8044B-982C-419A-A946-3AA5092073D6}" type="presOf" srcId="{F2562C7B-4844-4D7D-8706-5640E7D42CDD}" destId="{3C3FC215-8F4E-44E2-947D-6110F3B4360A}" srcOrd="0" destOrd="0" presId="urn:microsoft.com/office/officeart/2005/8/layout/list1"/>
    <dgm:cxn modelId="{06C3E450-B02A-4CC3-9060-840BB6E6B7DD}" type="presOf" srcId="{044992C5-EE83-4039-BBCB-37EE3EC4D0B1}" destId="{468CCEAB-0369-4E7E-91EB-90CBE3DC552B}" srcOrd="0" destOrd="0" presId="urn:microsoft.com/office/officeart/2005/8/layout/list1"/>
    <dgm:cxn modelId="{32C7F857-B5B2-4629-B281-B47B4E3EEFD3}" type="presOf" srcId="{9F121547-FD1A-4D85-8313-1A0BCAA4F0DA}" destId="{D9A7131B-77F1-4E65-97D8-92009756C619}" srcOrd="1" destOrd="0" presId="urn:microsoft.com/office/officeart/2005/8/layout/list1"/>
    <dgm:cxn modelId="{5F11B594-D375-4588-98B2-5AEBC8599C23}" type="presOf" srcId="{9F121547-FD1A-4D85-8313-1A0BCAA4F0DA}" destId="{993CEDE5-7884-4C46-8242-DC121DFC857A}" srcOrd="0" destOrd="0" presId="urn:microsoft.com/office/officeart/2005/8/layout/list1"/>
    <dgm:cxn modelId="{7EA844AA-8B39-4E05-B159-EA52969BF0D0}" srcId="{9F121547-FD1A-4D85-8313-1A0BCAA4F0DA}" destId="{F2562C7B-4844-4D7D-8706-5640E7D42CDD}" srcOrd="0" destOrd="0" parTransId="{90565ADE-F572-4C35-A397-F773387CF224}" sibTransId="{A93A2497-BC54-4639-AB9B-6DFD6899B729}"/>
    <dgm:cxn modelId="{0E372BFA-DF01-4976-B663-ED11F1D34532}" type="presParOf" srcId="{468CCEAB-0369-4E7E-91EB-90CBE3DC552B}" destId="{99B8EEFA-0424-421D-A148-A62A1D89A02D}" srcOrd="0" destOrd="0" presId="urn:microsoft.com/office/officeart/2005/8/layout/list1"/>
    <dgm:cxn modelId="{C859F0C8-581C-4342-ACEB-8A5E741A38C1}" type="presParOf" srcId="{99B8EEFA-0424-421D-A148-A62A1D89A02D}" destId="{993CEDE5-7884-4C46-8242-DC121DFC857A}" srcOrd="0" destOrd="0" presId="urn:microsoft.com/office/officeart/2005/8/layout/list1"/>
    <dgm:cxn modelId="{211B9480-B735-44C0-81E9-E9EBC651756D}" type="presParOf" srcId="{99B8EEFA-0424-421D-A148-A62A1D89A02D}" destId="{D9A7131B-77F1-4E65-97D8-92009756C619}" srcOrd="1" destOrd="0" presId="urn:microsoft.com/office/officeart/2005/8/layout/list1"/>
    <dgm:cxn modelId="{14B865B8-F26F-4C5E-A6C1-FB53DA32D0CF}" type="presParOf" srcId="{468CCEAB-0369-4E7E-91EB-90CBE3DC552B}" destId="{F258A84C-1503-4591-ADC0-C447B122962A}" srcOrd="1" destOrd="0" presId="urn:microsoft.com/office/officeart/2005/8/layout/list1"/>
    <dgm:cxn modelId="{0246DC8D-159F-4CA0-BD13-23E420486841}" type="presParOf" srcId="{468CCEAB-0369-4E7E-91EB-90CBE3DC552B}" destId="{3C3FC215-8F4E-44E2-947D-6110F3B4360A}"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64A4CBB-6CF7-4C14-9F41-8C87A60017EA}" type="doc">
      <dgm:prSet loTypeId="urn:microsoft.com/office/officeart/2005/8/layout/list1" loCatId="list" qsTypeId="urn:microsoft.com/office/officeart/2005/8/quickstyle/simple1" qsCatId="simple" csTypeId="urn:microsoft.com/office/officeart/2005/8/colors/accent4_1" csCatId="accent4" phldr="1"/>
      <dgm:spPr/>
      <dgm:t>
        <a:bodyPr/>
        <a:lstStyle/>
        <a:p>
          <a:endParaRPr lang="en-US"/>
        </a:p>
      </dgm:t>
    </dgm:pt>
    <dgm:pt modelId="{7B974612-C7B7-49DE-BBBF-E417A5640D5D}">
      <dgm:prSet phldrT="[Text]"/>
      <dgm:spPr/>
      <dgm:t>
        <a:bodyPr/>
        <a:lstStyle/>
        <a:p>
          <a:r>
            <a:rPr lang="en-US" dirty="0"/>
            <a:t>B</a:t>
          </a:r>
        </a:p>
      </dgm:t>
    </dgm:pt>
    <dgm:pt modelId="{A7F2D652-6C5D-426C-914A-AC46F7D27E67}" type="parTrans" cxnId="{31FA55F3-15C7-4F9E-8D45-A035920E7596}">
      <dgm:prSet/>
      <dgm:spPr/>
      <dgm:t>
        <a:bodyPr/>
        <a:lstStyle/>
        <a:p>
          <a:endParaRPr lang="en-US"/>
        </a:p>
      </dgm:t>
    </dgm:pt>
    <dgm:pt modelId="{E0A18B5E-00D6-42DB-BE96-039AFC17078D}" type="sibTrans" cxnId="{31FA55F3-15C7-4F9E-8D45-A035920E7596}">
      <dgm:prSet/>
      <dgm:spPr/>
      <dgm:t>
        <a:bodyPr/>
        <a:lstStyle/>
        <a:p>
          <a:endParaRPr lang="en-US"/>
        </a:p>
      </dgm:t>
    </dgm:pt>
    <dgm:pt modelId="{E8588221-8AB6-4010-A58D-4C906F57F17C}">
      <dgm:prSet phldrT="[Text]" custT="1"/>
      <dgm:spPr/>
      <dgm:t>
        <a:bodyPr/>
        <a:lstStyle/>
        <a:p>
          <a:pPr algn="just">
            <a:buSzPts val="1200"/>
            <a:buFont typeface="Wingdings" panose="05000000000000000000" pitchFamily="2" charset="2"/>
            <a:buChar char="v"/>
          </a:pPr>
          <a:r>
            <a:rPr lang="en-US" sz="2200" spc="-5" dirty="0" err="1">
              <a:effectLst/>
              <a:latin typeface="+mn-lt"/>
              <a:ea typeface="Times New Roman" panose="02020603050405020304" pitchFamily="18" charset="0"/>
            </a:rPr>
            <a:t>Prinsip</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kedua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adalah</a:t>
          </a:r>
          <a:r>
            <a:rPr lang="en-US" sz="2200" spc="-5" dirty="0">
              <a:effectLst/>
              <a:latin typeface="+mn-lt"/>
              <a:ea typeface="Times New Roman" panose="02020603050405020304" pitchFamily="18" charset="0"/>
            </a:rPr>
            <a:t> </a:t>
          </a:r>
          <a:r>
            <a:rPr lang="en-US" sz="2200" b="1" spc="-5" dirty="0" err="1">
              <a:effectLst/>
              <a:latin typeface="+mn-lt"/>
              <a:ea typeface="Times New Roman" panose="02020603050405020304" pitchFamily="18" charset="0"/>
            </a:rPr>
            <a:t>ihsan</a:t>
          </a:r>
          <a:r>
            <a:rPr lang="en-US" sz="2200" b="1" spc="-5" dirty="0">
              <a:effectLst/>
              <a:latin typeface="+mn-lt"/>
              <a:ea typeface="Times New Roman" panose="02020603050405020304" pitchFamily="18" charset="0"/>
            </a:rPr>
            <a:t>.</a:t>
          </a:r>
          <a:r>
            <a:rPr lang="en-US" sz="2200" spc="-5" dirty="0">
              <a:effectLst/>
              <a:latin typeface="+mn-lt"/>
              <a:ea typeface="Times New Roman" panose="02020603050405020304" pitchFamily="18" charset="0"/>
            </a:rPr>
            <a:t> Ihsan </a:t>
          </a:r>
          <a:r>
            <a:rPr lang="en-US" sz="2200" spc="-5" dirty="0" err="1">
              <a:effectLst/>
              <a:latin typeface="+mn-lt"/>
              <a:ea typeface="Times New Roman" panose="02020603050405020304" pitchFamily="18" charset="0"/>
            </a:rPr>
            <a:t>bermakna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melakukan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sesuatu</a:t>
          </a:r>
          <a:r>
            <a:rPr lang="en-US" sz="2200" spc="-5" dirty="0">
              <a:effectLst/>
              <a:latin typeface="+mn-lt"/>
              <a:ea typeface="Times New Roman" panose="02020603050405020304" pitchFamily="18" charset="0"/>
            </a:rPr>
            <a:t> yang paling</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baik</a:t>
          </a:r>
          <a:r>
            <a:rPr lang="en-US" sz="2200" spc="-5" dirty="0">
              <a:effectLst/>
              <a:latin typeface="+mn-lt"/>
              <a:ea typeface="Times New Roman" panose="02020603050405020304" pitchFamily="18" charset="0"/>
            </a:rPr>
            <a:t> dan </a:t>
          </a:r>
          <a:r>
            <a:rPr lang="en-US" sz="2200" spc="-5" dirty="0" err="1">
              <a:effectLst/>
              <a:latin typeface="+mn-lt"/>
              <a:ea typeface="Times New Roman" panose="02020603050405020304" pitchFamily="18" charset="0"/>
            </a:rPr>
            <a:t>memiliki</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makna</a:t>
          </a:r>
          <a:r>
            <a:rPr lang="en-US" sz="2200" spc="-5" dirty="0">
              <a:effectLst/>
              <a:latin typeface="+mn-lt"/>
              <a:ea typeface="Times New Roman" panose="02020603050405020304" pitchFamily="18" charset="0"/>
            </a:rPr>
            <a:t> yang </a:t>
          </a:r>
          <a:r>
            <a:rPr lang="en-US" sz="2200" spc="-5" dirty="0" err="1">
              <a:effectLst/>
              <a:latin typeface="+mn-lt"/>
              <a:ea typeface="Times New Roman" panose="02020603050405020304" pitchFamily="18" charset="0"/>
            </a:rPr>
            <a:t>lebih</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tinggi</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daripada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keadilan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Misalnya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ketika</a:t>
          </a:r>
          <a:r>
            <a:rPr lang="en-US" sz="2200" spc="-28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kita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ditampar</a:t>
          </a:r>
          <a:r>
            <a:rPr lang="en-US" sz="2200" spc="-5" dirty="0">
              <a:effectLst/>
              <a:latin typeface="+mn-lt"/>
              <a:ea typeface="Times New Roman" panose="02020603050405020304" pitchFamily="18" charset="0"/>
            </a:rPr>
            <a:t> oleh </a:t>
          </a:r>
          <a:r>
            <a:rPr lang="en-US" sz="2200" spc="-5" dirty="0" err="1">
              <a:effectLst/>
              <a:latin typeface="+mn-lt"/>
              <a:ea typeface="Times New Roman" panose="02020603050405020304" pitchFamily="18" charset="0"/>
            </a:rPr>
            <a:t>seseorang</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sebanyak</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satu</a:t>
          </a:r>
          <a:r>
            <a:rPr lang="en-US" sz="2200" spc="-5" dirty="0">
              <a:effectLst/>
              <a:latin typeface="+mn-lt"/>
              <a:ea typeface="Times New Roman" panose="02020603050405020304" pitchFamily="18" charset="0"/>
            </a:rPr>
            <a:t> kali, </a:t>
          </a:r>
          <a:r>
            <a:rPr lang="en-US" sz="2200" spc="-5" dirty="0" err="1">
              <a:effectLst/>
              <a:latin typeface="+mn-lt"/>
              <a:ea typeface="Times New Roman" panose="02020603050405020304" pitchFamily="18" charset="0"/>
            </a:rPr>
            <a:t>maka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kita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diizinkan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untuk</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membalas</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tamparan</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tersebut</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sebanyak</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satu</a:t>
          </a:r>
          <a:r>
            <a:rPr lang="en-US" sz="2200" spc="-5" dirty="0">
              <a:effectLst/>
              <a:latin typeface="+mn-lt"/>
              <a:ea typeface="Times New Roman" panose="02020603050405020304" pitchFamily="18" charset="0"/>
            </a:rPr>
            <a:t> kali juga dan </a:t>
          </a:r>
          <a:r>
            <a:rPr lang="en-US" sz="2200" spc="-5" dirty="0" err="1">
              <a:effectLst/>
              <a:latin typeface="+mn-lt"/>
              <a:ea typeface="Times New Roman" panose="02020603050405020304" pitchFamily="18" charset="0"/>
            </a:rPr>
            <a:t>itu</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bermakna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adil</a:t>
          </a:r>
          <a:r>
            <a:rPr lang="en-US" sz="2200" spc="-5" dirty="0">
              <a:effectLst/>
              <a:latin typeface="+mn-lt"/>
              <a:ea typeface="Times New Roman" panose="02020603050405020304" pitchFamily="18" charset="0"/>
            </a:rPr>
            <a:t>.</a:t>
          </a:r>
          <a:r>
            <a:rPr lang="en-US" sz="2200" spc="5" dirty="0">
              <a:effectLst/>
              <a:latin typeface="+mn-lt"/>
              <a:ea typeface="Times New Roman" panose="02020603050405020304" pitchFamily="18" charset="0"/>
            </a:rPr>
            <a:t> </a:t>
          </a:r>
          <a:r>
            <a:rPr lang="en-US" sz="2200" spc="-5" dirty="0">
              <a:effectLst/>
              <a:latin typeface="+mn-lt"/>
              <a:ea typeface="Times New Roman" panose="02020603050405020304" pitchFamily="18" charset="0"/>
            </a:rPr>
            <a:t>Akan </a:t>
          </a:r>
          <a:r>
            <a:rPr lang="en-US" sz="2200" spc="-5" dirty="0" err="1">
              <a:effectLst/>
              <a:latin typeface="+mn-lt"/>
              <a:ea typeface="Times New Roman" panose="02020603050405020304" pitchFamily="18" charset="0"/>
            </a:rPr>
            <a:t>tetapi</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jika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kita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tidak</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membalas</a:t>
          </a:r>
          <a:r>
            <a:rPr lang="en-US" sz="2200" spc="-5" dirty="0">
              <a:effectLst/>
              <a:latin typeface="+mn-lt"/>
              <a:ea typeface="Times New Roman" panose="02020603050405020304" pitchFamily="18" charset="0"/>
            </a:rPr>
            <a:t> dan </a:t>
          </a:r>
          <a:r>
            <a:rPr lang="en-US" sz="2200" spc="-5" dirty="0" err="1">
              <a:effectLst/>
              <a:latin typeface="+mn-lt"/>
              <a:ea typeface="Times New Roman" panose="02020603050405020304" pitchFamily="18" charset="0"/>
            </a:rPr>
            <a:t>memberi</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maaf</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maka</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itulah</a:t>
          </a:r>
          <a:r>
            <a:rPr lang="en-US" sz="2200" spc="-5" dirty="0">
              <a:effectLst/>
              <a:latin typeface="+mn-lt"/>
              <a:ea typeface="Times New Roman" panose="02020603050405020304" pitchFamily="18" charset="0"/>
            </a:rPr>
            <a:t> yang</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disebut</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sebagai</a:t>
          </a:r>
          <a:r>
            <a:rPr lang="en-US" sz="2200" spc="-5" dirty="0">
              <a:effectLst/>
              <a:latin typeface="+mn-lt"/>
              <a:ea typeface="Times New Roman" panose="02020603050405020304" pitchFamily="18" charset="0"/>
            </a:rPr>
            <a:t> </a:t>
          </a:r>
          <a:r>
            <a:rPr lang="en-US" sz="2200" spc="-5" dirty="0" err="1">
              <a:effectLst/>
              <a:latin typeface="+mn-lt"/>
              <a:ea typeface="Times New Roman" panose="02020603050405020304" pitchFamily="18" charset="0"/>
            </a:rPr>
            <a:t>ihsan</a:t>
          </a:r>
          <a:r>
            <a:rPr lang="en-US" sz="2200" spc="-5" dirty="0">
              <a:effectLst/>
              <a:latin typeface="+mn-lt"/>
              <a:ea typeface="Times New Roman" panose="02020603050405020304" pitchFamily="18" charset="0"/>
            </a:rPr>
            <a:t>.</a:t>
          </a:r>
          <a:endParaRPr lang="en-US" sz="2200" dirty="0">
            <a:latin typeface="+mn-lt"/>
          </a:endParaRPr>
        </a:p>
      </dgm:t>
    </dgm:pt>
    <dgm:pt modelId="{34449818-05AB-4A5F-87CD-F92FADABB406}" type="parTrans" cxnId="{5EA5F31E-C1ED-4FCA-9ACD-4AB491C7C592}">
      <dgm:prSet/>
      <dgm:spPr/>
      <dgm:t>
        <a:bodyPr/>
        <a:lstStyle/>
        <a:p>
          <a:endParaRPr lang="en-US"/>
        </a:p>
      </dgm:t>
    </dgm:pt>
    <dgm:pt modelId="{7DBB5E44-13FF-4147-BDE7-77B8E574B9DA}" type="sibTrans" cxnId="{5EA5F31E-C1ED-4FCA-9ACD-4AB491C7C592}">
      <dgm:prSet/>
      <dgm:spPr/>
      <dgm:t>
        <a:bodyPr/>
        <a:lstStyle/>
        <a:p>
          <a:endParaRPr lang="en-US"/>
        </a:p>
      </dgm:t>
    </dgm:pt>
    <dgm:pt modelId="{34448DD2-CAD8-4FF8-9D0D-9AE183E20948}" type="pres">
      <dgm:prSet presAssocID="{A64A4CBB-6CF7-4C14-9F41-8C87A60017EA}" presName="linear" presStyleCnt="0">
        <dgm:presLayoutVars>
          <dgm:dir/>
          <dgm:animLvl val="lvl"/>
          <dgm:resizeHandles val="exact"/>
        </dgm:presLayoutVars>
      </dgm:prSet>
      <dgm:spPr/>
    </dgm:pt>
    <dgm:pt modelId="{D8D5357A-87BA-401E-ACE9-18CF79DABDE5}" type="pres">
      <dgm:prSet presAssocID="{7B974612-C7B7-49DE-BBBF-E417A5640D5D}" presName="parentLin" presStyleCnt="0"/>
      <dgm:spPr/>
    </dgm:pt>
    <dgm:pt modelId="{C1841E45-F690-4BE6-8CC5-4843D79E1F50}" type="pres">
      <dgm:prSet presAssocID="{7B974612-C7B7-49DE-BBBF-E417A5640D5D}" presName="parentLeftMargin" presStyleLbl="node1" presStyleIdx="0" presStyleCnt="1"/>
      <dgm:spPr/>
    </dgm:pt>
    <dgm:pt modelId="{D26EAC71-BE1F-4AB7-A41B-581AE8453331}" type="pres">
      <dgm:prSet presAssocID="{7B974612-C7B7-49DE-BBBF-E417A5640D5D}" presName="parentText" presStyleLbl="node1" presStyleIdx="0" presStyleCnt="1" custScaleX="11742">
        <dgm:presLayoutVars>
          <dgm:chMax val="0"/>
          <dgm:bulletEnabled val="1"/>
        </dgm:presLayoutVars>
      </dgm:prSet>
      <dgm:spPr/>
    </dgm:pt>
    <dgm:pt modelId="{57714B20-031F-4DCC-8A2E-77BD3B111D63}" type="pres">
      <dgm:prSet presAssocID="{7B974612-C7B7-49DE-BBBF-E417A5640D5D}" presName="negativeSpace" presStyleCnt="0"/>
      <dgm:spPr/>
    </dgm:pt>
    <dgm:pt modelId="{D43CA1EB-F293-4BE4-8063-33942D1959FF}" type="pres">
      <dgm:prSet presAssocID="{7B974612-C7B7-49DE-BBBF-E417A5640D5D}" presName="childText" presStyleLbl="conFgAcc1" presStyleIdx="0" presStyleCnt="1">
        <dgm:presLayoutVars>
          <dgm:bulletEnabled val="1"/>
        </dgm:presLayoutVars>
      </dgm:prSet>
      <dgm:spPr/>
    </dgm:pt>
  </dgm:ptLst>
  <dgm:cxnLst>
    <dgm:cxn modelId="{ACE34E13-0BFB-4A39-A294-C0432887F1DB}" type="presOf" srcId="{E8588221-8AB6-4010-A58D-4C906F57F17C}" destId="{D43CA1EB-F293-4BE4-8063-33942D1959FF}" srcOrd="0" destOrd="0" presId="urn:microsoft.com/office/officeart/2005/8/layout/list1"/>
    <dgm:cxn modelId="{5EA5F31E-C1ED-4FCA-9ACD-4AB491C7C592}" srcId="{7B974612-C7B7-49DE-BBBF-E417A5640D5D}" destId="{E8588221-8AB6-4010-A58D-4C906F57F17C}" srcOrd="0" destOrd="0" parTransId="{34449818-05AB-4A5F-87CD-F92FADABB406}" sibTransId="{7DBB5E44-13FF-4147-BDE7-77B8E574B9DA}"/>
    <dgm:cxn modelId="{0CE4FC63-CD05-4668-BD03-101F3D79B276}" type="presOf" srcId="{7B974612-C7B7-49DE-BBBF-E417A5640D5D}" destId="{C1841E45-F690-4BE6-8CC5-4843D79E1F50}" srcOrd="0" destOrd="0" presId="urn:microsoft.com/office/officeart/2005/8/layout/list1"/>
    <dgm:cxn modelId="{86025092-7BEE-4201-877C-5B00A0BBB661}" type="presOf" srcId="{7B974612-C7B7-49DE-BBBF-E417A5640D5D}" destId="{D26EAC71-BE1F-4AB7-A41B-581AE8453331}" srcOrd="1" destOrd="0" presId="urn:microsoft.com/office/officeart/2005/8/layout/list1"/>
    <dgm:cxn modelId="{A72F9CD5-61C4-403D-BB20-47CB8A913499}" type="presOf" srcId="{A64A4CBB-6CF7-4C14-9F41-8C87A60017EA}" destId="{34448DD2-CAD8-4FF8-9D0D-9AE183E20948}" srcOrd="0" destOrd="0" presId="urn:microsoft.com/office/officeart/2005/8/layout/list1"/>
    <dgm:cxn modelId="{31FA55F3-15C7-4F9E-8D45-A035920E7596}" srcId="{A64A4CBB-6CF7-4C14-9F41-8C87A60017EA}" destId="{7B974612-C7B7-49DE-BBBF-E417A5640D5D}" srcOrd="0" destOrd="0" parTransId="{A7F2D652-6C5D-426C-914A-AC46F7D27E67}" sibTransId="{E0A18B5E-00D6-42DB-BE96-039AFC17078D}"/>
    <dgm:cxn modelId="{CE751E1E-C1F9-4064-98CD-A2A2372EDFA6}" type="presParOf" srcId="{34448DD2-CAD8-4FF8-9D0D-9AE183E20948}" destId="{D8D5357A-87BA-401E-ACE9-18CF79DABDE5}" srcOrd="0" destOrd="0" presId="urn:microsoft.com/office/officeart/2005/8/layout/list1"/>
    <dgm:cxn modelId="{B6FDC6B9-2EFA-4A4D-98B9-D416D17DCD9A}" type="presParOf" srcId="{D8D5357A-87BA-401E-ACE9-18CF79DABDE5}" destId="{C1841E45-F690-4BE6-8CC5-4843D79E1F50}" srcOrd="0" destOrd="0" presId="urn:microsoft.com/office/officeart/2005/8/layout/list1"/>
    <dgm:cxn modelId="{64A35093-0F9E-4E44-B1CC-1193A349AF7A}" type="presParOf" srcId="{D8D5357A-87BA-401E-ACE9-18CF79DABDE5}" destId="{D26EAC71-BE1F-4AB7-A41B-581AE8453331}" srcOrd="1" destOrd="0" presId="urn:microsoft.com/office/officeart/2005/8/layout/list1"/>
    <dgm:cxn modelId="{31B851AD-014C-4D39-AD14-C851A8476C5B}" type="presParOf" srcId="{34448DD2-CAD8-4FF8-9D0D-9AE183E20948}" destId="{57714B20-031F-4DCC-8A2E-77BD3B111D63}" srcOrd="1" destOrd="0" presId="urn:microsoft.com/office/officeart/2005/8/layout/list1"/>
    <dgm:cxn modelId="{67340FE0-4D27-41ED-9B22-F7CB77B2C82E}" type="presParOf" srcId="{34448DD2-CAD8-4FF8-9D0D-9AE183E20948}" destId="{D43CA1EB-F293-4BE4-8063-33942D1959F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E79BEB2-97A2-4533-A27F-CC34BB1A59E8}"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6C4E6C90-2CFF-4159-AE4F-AF98EB5741E0}">
      <dgm:prSet phldrT="[Text]"/>
      <dgm:spPr/>
      <dgm:t>
        <a:bodyPr/>
        <a:lstStyle/>
        <a:p>
          <a:r>
            <a:rPr lang="en-US" dirty="0"/>
            <a:t>C</a:t>
          </a:r>
        </a:p>
      </dgm:t>
    </dgm:pt>
    <dgm:pt modelId="{3D70FAAB-C086-4786-B7E0-ECFB8DFA2FE4}" type="parTrans" cxnId="{2C701709-E1A9-4236-9223-245B0BCA1843}">
      <dgm:prSet/>
      <dgm:spPr/>
      <dgm:t>
        <a:bodyPr/>
        <a:lstStyle/>
        <a:p>
          <a:endParaRPr lang="en-US"/>
        </a:p>
      </dgm:t>
    </dgm:pt>
    <dgm:pt modelId="{0132C4C4-7644-46ED-927F-2A706F758F7F}" type="sibTrans" cxnId="{2C701709-E1A9-4236-9223-245B0BCA1843}">
      <dgm:prSet/>
      <dgm:spPr/>
      <dgm:t>
        <a:bodyPr/>
        <a:lstStyle/>
        <a:p>
          <a:endParaRPr lang="en-US"/>
        </a:p>
      </dgm:t>
    </dgm:pt>
    <dgm:pt modelId="{966C4433-EABB-4EAA-883F-CA3435E79508}">
      <dgm:prSet phldrT="[Text]" custT="1"/>
      <dgm:spPr/>
      <dgm:t>
        <a:bodyPr/>
        <a:lstStyle/>
        <a:p>
          <a:pPr algn="just">
            <a:buSzPts val="1200"/>
            <a:buFont typeface="Wingdings" panose="05000000000000000000" pitchFamily="2" charset="2"/>
            <a:buChar char="v"/>
          </a:pPr>
          <a:r>
            <a:rPr lang="en-US" sz="2200" dirty="0" err="1">
              <a:effectLst/>
              <a:latin typeface="+mn-lt"/>
              <a:ea typeface="Times New Roman" panose="02020603050405020304" pitchFamily="18" charset="0"/>
            </a:rPr>
            <a:t>Prinsip</a:t>
          </a:r>
          <a:r>
            <a:rPr lang="en-US" sz="2200" dirty="0">
              <a:effectLst/>
              <a:latin typeface="+mn-lt"/>
              <a:ea typeface="Times New Roman" panose="02020603050405020304" pitchFamily="18" charset="0"/>
            </a:rPr>
            <a:t> </a:t>
          </a:r>
          <a:r>
            <a:rPr lang="en-US" sz="2200" i="1" dirty="0" err="1">
              <a:effectLst/>
              <a:latin typeface="+mn-lt"/>
              <a:ea typeface="Times New Roman" panose="02020603050405020304" pitchFamily="18" charset="0"/>
            </a:rPr>
            <a:t>ketiga</a:t>
          </a:r>
          <a:r>
            <a:rPr lang="en-US" sz="2200" i="1"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adalah</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berbuat</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baik</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kepada</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kaum</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kerabat</a:t>
          </a:r>
          <a:r>
            <a:rPr lang="en-US" sz="2200" dirty="0">
              <a:effectLst/>
              <a:latin typeface="+mn-lt"/>
              <a:ea typeface="Times New Roman" panose="02020603050405020304" pitchFamily="18" charset="0"/>
            </a:rPr>
            <a:t>.</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Tujuan</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terdekat</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manusia</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diciptakan</a:t>
          </a:r>
          <a:r>
            <a:rPr lang="en-US" sz="2200" dirty="0">
              <a:effectLst/>
              <a:latin typeface="+mn-lt"/>
              <a:ea typeface="Times New Roman" panose="02020603050405020304" pitchFamily="18" charset="0"/>
            </a:rPr>
            <a:t> di </a:t>
          </a:r>
          <a:r>
            <a:rPr lang="en-US" sz="2200" dirty="0" err="1">
              <a:effectLst/>
              <a:latin typeface="+mn-lt"/>
              <a:ea typeface="Times New Roman" panose="02020603050405020304" pitchFamily="18" charset="0"/>
            </a:rPr>
            <a:t>muka</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bumi</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adalah</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untuk</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berbuat</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baik</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kepada</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manusia</a:t>
          </a:r>
          <a:r>
            <a:rPr lang="en-US" sz="2200" spc="5" dirty="0">
              <a:effectLst/>
              <a:latin typeface="+mn-lt"/>
              <a:ea typeface="Times New Roman" panose="02020603050405020304" pitchFamily="18" charset="0"/>
            </a:rPr>
            <a:t> </a:t>
          </a:r>
          <a:r>
            <a:rPr lang="en-US" sz="2200" dirty="0">
              <a:effectLst/>
              <a:latin typeface="+mn-lt"/>
              <a:ea typeface="Times New Roman" panose="02020603050405020304" pitchFamily="18" charset="0"/>
            </a:rPr>
            <a:t>yang</a:t>
          </a:r>
          <a:r>
            <a:rPr lang="en-US" sz="2200" spc="-20" dirty="0">
              <a:effectLst/>
              <a:latin typeface="+mn-lt"/>
              <a:ea typeface="Times New Roman" panose="02020603050405020304" pitchFamily="18" charset="0"/>
            </a:rPr>
            <a:t> </a:t>
          </a:r>
          <a:r>
            <a:rPr lang="en-US" sz="2200" dirty="0">
              <a:effectLst/>
              <a:latin typeface="+mn-lt"/>
              <a:ea typeface="Times New Roman" panose="02020603050405020304" pitchFamily="18" charset="0"/>
            </a:rPr>
            <a:t>lain dan </a:t>
          </a:r>
          <a:r>
            <a:rPr lang="en-US" sz="2200" dirty="0" err="1">
              <a:effectLst/>
              <a:latin typeface="+mn-lt"/>
              <a:ea typeface="Times New Roman" panose="02020603050405020304" pitchFamily="18" charset="0"/>
            </a:rPr>
            <a:t>dengan</a:t>
          </a:r>
          <a:r>
            <a:rPr lang="en-US" sz="2200" spc="-5"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itu</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tatanan</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masyarakat</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akan</a:t>
          </a:r>
          <a:r>
            <a:rPr lang="en-US" sz="2200" spc="1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menjadi</a:t>
          </a:r>
          <a:r>
            <a:rPr lang="en-US" sz="2200" dirty="0">
              <a:effectLst/>
              <a:latin typeface="+mn-lt"/>
              <a:ea typeface="Times New Roman" panose="02020603050405020304" pitchFamily="18" charset="0"/>
            </a:rPr>
            <a:t> </a:t>
          </a:r>
          <a:r>
            <a:rPr lang="en-US" sz="2200" dirty="0" err="1">
              <a:effectLst/>
              <a:latin typeface="+mn-lt"/>
              <a:ea typeface="Times New Roman" panose="02020603050405020304" pitchFamily="18" charset="0"/>
            </a:rPr>
            <a:t>baik</a:t>
          </a:r>
          <a:endParaRPr lang="en-US" sz="2200" dirty="0">
            <a:latin typeface="+mn-lt"/>
          </a:endParaRPr>
        </a:p>
      </dgm:t>
    </dgm:pt>
    <dgm:pt modelId="{D9B5182C-96C7-4BDA-94A1-B8A8DDA3724D}" type="parTrans" cxnId="{FBE904A8-847B-4642-B63D-06929982F68B}">
      <dgm:prSet/>
      <dgm:spPr/>
      <dgm:t>
        <a:bodyPr/>
        <a:lstStyle/>
        <a:p>
          <a:endParaRPr lang="en-US"/>
        </a:p>
      </dgm:t>
    </dgm:pt>
    <dgm:pt modelId="{8A025607-C601-4714-ABDB-85ECC48EC675}" type="sibTrans" cxnId="{FBE904A8-847B-4642-B63D-06929982F68B}">
      <dgm:prSet/>
      <dgm:spPr/>
      <dgm:t>
        <a:bodyPr/>
        <a:lstStyle/>
        <a:p>
          <a:endParaRPr lang="en-US"/>
        </a:p>
      </dgm:t>
    </dgm:pt>
    <dgm:pt modelId="{5158D1D9-B4E8-498A-BB53-6725A5828AFA}" type="pres">
      <dgm:prSet presAssocID="{4E79BEB2-97A2-4533-A27F-CC34BB1A59E8}" presName="linear" presStyleCnt="0">
        <dgm:presLayoutVars>
          <dgm:dir/>
          <dgm:animLvl val="lvl"/>
          <dgm:resizeHandles val="exact"/>
        </dgm:presLayoutVars>
      </dgm:prSet>
      <dgm:spPr/>
    </dgm:pt>
    <dgm:pt modelId="{1142D672-E05F-459A-8256-CACDE34DC46D}" type="pres">
      <dgm:prSet presAssocID="{6C4E6C90-2CFF-4159-AE4F-AF98EB5741E0}" presName="parentLin" presStyleCnt="0"/>
      <dgm:spPr/>
    </dgm:pt>
    <dgm:pt modelId="{92FBBF21-9BC0-46C2-9903-6D2379D64DB7}" type="pres">
      <dgm:prSet presAssocID="{6C4E6C90-2CFF-4159-AE4F-AF98EB5741E0}" presName="parentLeftMargin" presStyleLbl="node1" presStyleIdx="0" presStyleCnt="1"/>
      <dgm:spPr/>
    </dgm:pt>
    <dgm:pt modelId="{0407F8B2-2413-42B4-851E-B17C5D2661E6}" type="pres">
      <dgm:prSet presAssocID="{6C4E6C90-2CFF-4159-AE4F-AF98EB5741E0}" presName="parentText" presStyleLbl="node1" presStyleIdx="0" presStyleCnt="1" custScaleX="12266">
        <dgm:presLayoutVars>
          <dgm:chMax val="0"/>
          <dgm:bulletEnabled val="1"/>
        </dgm:presLayoutVars>
      </dgm:prSet>
      <dgm:spPr/>
    </dgm:pt>
    <dgm:pt modelId="{774DF487-A2C5-4644-A89C-1183602122D1}" type="pres">
      <dgm:prSet presAssocID="{6C4E6C90-2CFF-4159-AE4F-AF98EB5741E0}" presName="negativeSpace" presStyleCnt="0"/>
      <dgm:spPr/>
    </dgm:pt>
    <dgm:pt modelId="{B44166BB-1077-4A7E-BDCF-273F759048E2}" type="pres">
      <dgm:prSet presAssocID="{6C4E6C90-2CFF-4159-AE4F-AF98EB5741E0}" presName="childText" presStyleLbl="conFgAcc1" presStyleIdx="0" presStyleCnt="1">
        <dgm:presLayoutVars>
          <dgm:bulletEnabled val="1"/>
        </dgm:presLayoutVars>
      </dgm:prSet>
      <dgm:spPr/>
    </dgm:pt>
  </dgm:ptLst>
  <dgm:cxnLst>
    <dgm:cxn modelId="{2C701709-E1A9-4236-9223-245B0BCA1843}" srcId="{4E79BEB2-97A2-4533-A27F-CC34BB1A59E8}" destId="{6C4E6C90-2CFF-4159-AE4F-AF98EB5741E0}" srcOrd="0" destOrd="0" parTransId="{3D70FAAB-C086-4786-B7E0-ECFB8DFA2FE4}" sibTransId="{0132C4C4-7644-46ED-927F-2A706F758F7F}"/>
    <dgm:cxn modelId="{F1584F10-03DB-45E6-9E39-359FB2B61FD2}" type="presOf" srcId="{4E79BEB2-97A2-4533-A27F-CC34BB1A59E8}" destId="{5158D1D9-B4E8-498A-BB53-6725A5828AFA}" srcOrd="0" destOrd="0" presId="urn:microsoft.com/office/officeart/2005/8/layout/list1"/>
    <dgm:cxn modelId="{09672FA0-F6C8-4F01-9287-74E52E8EE109}" type="presOf" srcId="{966C4433-EABB-4EAA-883F-CA3435E79508}" destId="{B44166BB-1077-4A7E-BDCF-273F759048E2}" srcOrd="0" destOrd="0" presId="urn:microsoft.com/office/officeart/2005/8/layout/list1"/>
    <dgm:cxn modelId="{FBE904A8-847B-4642-B63D-06929982F68B}" srcId="{6C4E6C90-2CFF-4159-AE4F-AF98EB5741E0}" destId="{966C4433-EABB-4EAA-883F-CA3435E79508}" srcOrd="0" destOrd="0" parTransId="{D9B5182C-96C7-4BDA-94A1-B8A8DDA3724D}" sibTransId="{8A025607-C601-4714-ABDB-85ECC48EC675}"/>
    <dgm:cxn modelId="{3C8CC6AD-A44C-4D5D-ACB0-F3D30E876CEF}" type="presOf" srcId="{6C4E6C90-2CFF-4159-AE4F-AF98EB5741E0}" destId="{0407F8B2-2413-42B4-851E-B17C5D2661E6}" srcOrd="1" destOrd="0" presId="urn:microsoft.com/office/officeart/2005/8/layout/list1"/>
    <dgm:cxn modelId="{0216E3F4-CE27-40A6-9129-06DB79EBFFA4}" type="presOf" srcId="{6C4E6C90-2CFF-4159-AE4F-AF98EB5741E0}" destId="{92FBBF21-9BC0-46C2-9903-6D2379D64DB7}" srcOrd="0" destOrd="0" presId="urn:microsoft.com/office/officeart/2005/8/layout/list1"/>
    <dgm:cxn modelId="{5AD1D3F0-D1C2-489F-9E79-109B3A2105C7}" type="presParOf" srcId="{5158D1D9-B4E8-498A-BB53-6725A5828AFA}" destId="{1142D672-E05F-459A-8256-CACDE34DC46D}" srcOrd="0" destOrd="0" presId="urn:microsoft.com/office/officeart/2005/8/layout/list1"/>
    <dgm:cxn modelId="{E9507002-AF70-4B77-BBB0-F602AFE324C6}" type="presParOf" srcId="{1142D672-E05F-459A-8256-CACDE34DC46D}" destId="{92FBBF21-9BC0-46C2-9903-6D2379D64DB7}" srcOrd="0" destOrd="0" presId="urn:microsoft.com/office/officeart/2005/8/layout/list1"/>
    <dgm:cxn modelId="{34AAFCF0-A811-410F-94BD-C3099544BDC1}" type="presParOf" srcId="{1142D672-E05F-459A-8256-CACDE34DC46D}" destId="{0407F8B2-2413-42B4-851E-B17C5D2661E6}" srcOrd="1" destOrd="0" presId="urn:microsoft.com/office/officeart/2005/8/layout/list1"/>
    <dgm:cxn modelId="{36360A8D-FED9-4E7F-B052-2AFFF0581BA9}" type="presParOf" srcId="{5158D1D9-B4E8-498A-BB53-6725A5828AFA}" destId="{774DF487-A2C5-4644-A89C-1183602122D1}" srcOrd="1" destOrd="0" presId="urn:microsoft.com/office/officeart/2005/8/layout/list1"/>
    <dgm:cxn modelId="{CCFE7A0E-DED7-40F6-9DB7-B6A723FC3E3E}" type="presParOf" srcId="{5158D1D9-B4E8-498A-BB53-6725A5828AFA}" destId="{B44166BB-1077-4A7E-BDCF-273F759048E2}"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A11200-7240-4561-B7B1-51DE36EC852E}">
      <dsp:nvSpPr>
        <dsp:cNvPr id="0" name=""/>
        <dsp:cNvSpPr/>
      </dsp:nvSpPr>
      <dsp:spPr>
        <a:xfrm>
          <a:off x="1104579" y="236703"/>
          <a:ext cx="521059"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US" sz="2200" kern="1200" dirty="0"/>
            <a:t>1</a:t>
          </a:r>
        </a:p>
      </dsp:txBody>
      <dsp:txXfrm>
        <a:off x="1104579" y="236703"/>
        <a:ext cx="521059" cy="435600"/>
      </dsp:txXfrm>
    </dsp:sp>
    <dsp:sp modelId="{D9ED71A1-324A-4BBE-9F11-CED65342D75F}">
      <dsp:nvSpPr>
        <dsp:cNvPr id="0" name=""/>
        <dsp:cNvSpPr/>
      </dsp:nvSpPr>
      <dsp:spPr>
        <a:xfrm>
          <a:off x="1625638" y="59740"/>
          <a:ext cx="545612" cy="789525"/>
        </a:xfrm>
        <a:prstGeom prst="leftBrace">
          <a:avLst>
            <a:gd name="adj1" fmla="val 35000"/>
            <a:gd name="adj2" fmla="val 50000"/>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24711E-48D6-4D36-ADFE-5C0E0918F1D2}">
      <dsp:nvSpPr>
        <dsp:cNvPr id="0" name=""/>
        <dsp:cNvSpPr/>
      </dsp:nvSpPr>
      <dsp:spPr>
        <a:xfrm>
          <a:off x="2389495" y="59740"/>
          <a:ext cx="7420325" cy="789525"/>
        </a:xfrm>
        <a:prstGeom prst="rect">
          <a:avLst/>
        </a:prstGeom>
        <a:solidFill>
          <a:schemeClr val="accent2">
            <a:lumMod val="20000"/>
            <a:lumOff val="8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just" defTabSz="977900">
            <a:lnSpc>
              <a:spcPct val="90000"/>
            </a:lnSpc>
            <a:spcBef>
              <a:spcPct val="0"/>
            </a:spcBef>
            <a:spcAft>
              <a:spcPct val="15000"/>
            </a:spcAft>
            <a:buSzPts val="1200"/>
            <a:buFont typeface="Wingdings" panose="05000000000000000000" pitchFamily="2" charset="2"/>
            <a:buChar char="v"/>
          </a:pPr>
          <a:r>
            <a:rPr lang="en-US" sz="2200" kern="1200" spc="-5" dirty="0">
              <a:effectLst/>
              <a:latin typeface="+mn-lt"/>
              <a:ea typeface="Times New Roman" panose="02020603050405020304" pitchFamily="18" charset="0"/>
            </a:rPr>
            <a:t>Karena</a:t>
          </a:r>
          <a:r>
            <a:rPr lang="en-US" sz="2200" kern="1200" spc="11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agama</a:t>
          </a:r>
          <a:r>
            <a:rPr lang="en-US" sz="2200" kern="1200" spc="11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merupakan</a:t>
          </a:r>
          <a:r>
            <a:rPr lang="en-US" sz="2200" kern="1200" spc="12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sumber</a:t>
          </a:r>
          <a:r>
            <a:rPr lang="en-US" sz="2200" kern="1200" spc="11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moral</a:t>
          </a:r>
          <a:r>
            <a:rPr lang="id-ID" sz="2200" kern="1200" spc="-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Karena</a:t>
          </a:r>
          <a:r>
            <a:rPr lang="en-US" sz="2200" kern="1200" spc="12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agama</a:t>
          </a:r>
          <a:r>
            <a:rPr lang="en-US" sz="2200" kern="1200" spc="12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merupakan</a:t>
          </a:r>
          <a:r>
            <a:rPr lang="en-US" sz="2200" kern="1200" spc="12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petunjuk</a:t>
          </a:r>
          <a:r>
            <a:rPr lang="id-ID" sz="2200" kern="1200" spc="-5" dirty="0">
              <a:latin typeface="+mn-lt"/>
              <a:ea typeface="Times New Roman" panose="02020603050405020304" pitchFamily="18" charset="0"/>
            </a:rPr>
            <a:t> </a:t>
          </a:r>
          <a:r>
            <a:rPr lang="en-US" sz="2200" kern="1200" dirty="0" err="1">
              <a:effectLst/>
              <a:latin typeface="+mn-lt"/>
              <a:ea typeface="Times New Roman" panose="02020603050405020304" pitchFamily="18" charset="0"/>
            </a:rPr>
            <a:t>kebenaran</a:t>
          </a:r>
          <a:endParaRPr lang="en-US" sz="2200" kern="1200" dirty="0">
            <a:latin typeface="+mn-lt"/>
          </a:endParaRPr>
        </a:p>
      </dsp:txBody>
      <dsp:txXfrm>
        <a:off x="2389495" y="59740"/>
        <a:ext cx="7420325" cy="789525"/>
      </dsp:txXfrm>
    </dsp:sp>
    <dsp:sp modelId="{CEF6B2C7-E9F2-40FD-8894-B1FC206CE534}">
      <dsp:nvSpPr>
        <dsp:cNvPr id="0" name=""/>
        <dsp:cNvSpPr/>
      </dsp:nvSpPr>
      <dsp:spPr>
        <a:xfrm>
          <a:off x="1104579" y="1105428"/>
          <a:ext cx="521568"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US" sz="2200" kern="1200" dirty="0"/>
            <a:t>2</a:t>
          </a:r>
        </a:p>
      </dsp:txBody>
      <dsp:txXfrm>
        <a:off x="1104579" y="1105428"/>
        <a:ext cx="521568" cy="435600"/>
      </dsp:txXfrm>
    </dsp:sp>
    <dsp:sp modelId="{AE2B833D-E69B-43DB-B157-E0C4BD06526B}">
      <dsp:nvSpPr>
        <dsp:cNvPr id="0" name=""/>
        <dsp:cNvSpPr/>
      </dsp:nvSpPr>
      <dsp:spPr>
        <a:xfrm>
          <a:off x="1626148" y="928465"/>
          <a:ext cx="546145" cy="789525"/>
        </a:xfrm>
        <a:prstGeom prst="leftBrace">
          <a:avLst>
            <a:gd name="adj1" fmla="val 35000"/>
            <a:gd name="adj2" fmla="val 50000"/>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647CE4-2338-4DDE-BAFF-28D874EF6BDD}">
      <dsp:nvSpPr>
        <dsp:cNvPr id="0" name=""/>
        <dsp:cNvSpPr/>
      </dsp:nvSpPr>
      <dsp:spPr>
        <a:xfrm>
          <a:off x="2390751" y="928465"/>
          <a:ext cx="7427578" cy="789525"/>
        </a:xfrm>
        <a:prstGeom prst="rect">
          <a:avLst/>
        </a:prstGeom>
        <a:solidFill>
          <a:schemeClr val="accent2">
            <a:lumMod val="20000"/>
            <a:lumOff val="8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just" defTabSz="977900">
            <a:lnSpc>
              <a:spcPct val="90000"/>
            </a:lnSpc>
            <a:spcBef>
              <a:spcPct val="0"/>
            </a:spcBef>
            <a:spcAft>
              <a:spcPct val="15000"/>
            </a:spcAft>
            <a:buSzPts val="1200"/>
            <a:buFont typeface="Wingdings" panose="05000000000000000000" pitchFamily="2" charset="2"/>
            <a:buChar char="v"/>
          </a:pPr>
          <a:r>
            <a:rPr lang="en-US" sz="2200" kern="1200" spc="-5" dirty="0">
              <a:effectLst/>
              <a:latin typeface="+mn-lt"/>
              <a:ea typeface="Times New Roman" panose="02020603050405020304" pitchFamily="18" charset="0"/>
            </a:rPr>
            <a:t>Karena</a:t>
          </a:r>
          <a:r>
            <a:rPr lang="en-US" sz="2200" kern="1200" spc="-1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agama</a:t>
          </a:r>
          <a:r>
            <a:rPr lang="en-US" sz="2200" kern="1200" spc="-1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merupakan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sumber</a:t>
          </a:r>
          <a:r>
            <a:rPr lang="en-US" sz="2200" kern="1200" spc="-1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informasi</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tentang</a:t>
          </a:r>
          <a:r>
            <a:rPr lang="en-US" sz="2200" kern="1200" spc="-2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masalah</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metafisika</a:t>
          </a:r>
          <a:r>
            <a:rPr lang="en-US" sz="2200" kern="1200" spc="-5" dirty="0">
              <a:effectLst/>
              <a:latin typeface="+mn-lt"/>
              <a:ea typeface="Times New Roman" panose="02020603050405020304" pitchFamily="18" charset="0"/>
            </a:rPr>
            <a:t>.</a:t>
          </a:r>
          <a:endParaRPr lang="en-US" sz="2200" kern="1200" dirty="0">
            <a:latin typeface="+mn-lt"/>
          </a:endParaRPr>
        </a:p>
      </dsp:txBody>
      <dsp:txXfrm>
        <a:off x="2390751" y="928465"/>
        <a:ext cx="7427578" cy="789525"/>
      </dsp:txXfrm>
    </dsp:sp>
    <dsp:sp modelId="{DA022B3A-46D6-4F35-AC72-F52968980F02}">
      <dsp:nvSpPr>
        <dsp:cNvPr id="0" name=""/>
        <dsp:cNvSpPr/>
      </dsp:nvSpPr>
      <dsp:spPr>
        <a:xfrm>
          <a:off x="1104579" y="1974153"/>
          <a:ext cx="521059"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US" sz="2200" kern="1200" dirty="0"/>
            <a:t>3</a:t>
          </a:r>
        </a:p>
      </dsp:txBody>
      <dsp:txXfrm>
        <a:off x="1104579" y="1974153"/>
        <a:ext cx="521059" cy="435600"/>
      </dsp:txXfrm>
    </dsp:sp>
    <dsp:sp modelId="{41DE3A12-3B96-4E89-B9EC-1195DCC37889}">
      <dsp:nvSpPr>
        <dsp:cNvPr id="0" name=""/>
        <dsp:cNvSpPr/>
      </dsp:nvSpPr>
      <dsp:spPr>
        <a:xfrm>
          <a:off x="1625638" y="1797190"/>
          <a:ext cx="545612" cy="789525"/>
        </a:xfrm>
        <a:prstGeom prst="leftBrace">
          <a:avLst>
            <a:gd name="adj1" fmla="val 35000"/>
            <a:gd name="adj2" fmla="val 50000"/>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6AD53D-CBBD-4B6E-958C-0B09BDEA1504}">
      <dsp:nvSpPr>
        <dsp:cNvPr id="0" name=""/>
        <dsp:cNvSpPr/>
      </dsp:nvSpPr>
      <dsp:spPr>
        <a:xfrm>
          <a:off x="2389495" y="1797190"/>
          <a:ext cx="7420325" cy="789525"/>
        </a:xfrm>
        <a:prstGeom prst="rect">
          <a:avLst/>
        </a:prstGeom>
        <a:solidFill>
          <a:schemeClr val="accent2">
            <a:lumMod val="20000"/>
            <a:lumOff val="8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just" defTabSz="977900">
            <a:lnSpc>
              <a:spcPct val="90000"/>
            </a:lnSpc>
            <a:spcBef>
              <a:spcPct val="0"/>
            </a:spcBef>
            <a:spcAft>
              <a:spcPct val="15000"/>
            </a:spcAft>
            <a:buSzPts val="1200"/>
            <a:buFont typeface="Wingdings" panose="05000000000000000000" pitchFamily="2" charset="2"/>
            <a:buChar char="v"/>
          </a:pPr>
          <a:r>
            <a:rPr lang="en-US" sz="2200" kern="1200" spc="-5" dirty="0">
              <a:effectLst/>
              <a:latin typeface="+mn-lt"/>
              <a:ea typeface="Times New Roman" panose="02020603050405020304" pitchFamily="18" charset="0"/>
            </a:rPr>
            <a:t>Karena</a:t>
          </a:r>
          <a:r>
            <a:rPr lang="en-US" sz="2200" kern="1200" spc="80"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agama</a:t>
          </a:r>
          <a:r>
            <a:rPr lang="en-US" sz="2200" kern="1200" spc="8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memberikan</a:t>
          </a:r>
          <a:r>
            <a:rPr lang="en-US" sz="2200" kern="1200" spc="8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bimbingan</a:t>
          </a:r>
          <a:r>
            <a:rPr lang="en-US" sz="2200" kern="1200" spc="8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rohani</a:t>
          </a:r>
          <a:r>
            <a:rPr lang="en-US" sz="2200" kern="1200" spc="8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bagi</a:t>
          </a:r>
          <a:r>
            <a:rPr lang="en-US" sz="2200" kern="1200" spc="9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manusia</a:t>
          </a:r>
          <a:r>
            <a:rPr lang="en-US" sz="2200" kern="1200" spc="8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baik</a:t>
          </a:r>
          <a:r>
            <a:rPr lang="en-US" sz="2200" kern="1200" spc="80"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di</a:t>
          </a:r>
          <a:r>
            <a:rPr lang="en-US" sz="2200" kern="1200" spc="90"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kala</a:t>
          </a:r>
          <a:r>
            <a:rPr lang="en-US" sz="2200" kern="1200" spc="8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suka</a:t>
          </a:r>
          <a:r>
            <a:rPr lang="en-US" sz="2200" kern="1200" spc="-5" dirty="0">
              <a:effectLst/>
              <a:latin typeface="+mn-lt"/>
              <a:ea typeface="Times New Roman" panose="02020603050405020304" pitchFamily="18" charset="0"/>
            </a:rPr>
            <a:t>,</a:t>
          </a:r>
          <a:r>
            <a:rPr lang="en-US" sz="2200" kern="1200" spc="-28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maupun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dikala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duka</a:t>
          </a:r>
          <a:endParaRPr lang="en-US" sz="2200" kern="1200" dirty="0">
            <a:latin typeface="+mn-lt"/>
          </a:endParaRPr>
        </a:p>
      </dsp:txBody>
      <dsp:txXfrm>
        <a:off x="2389495" y="1797190"/>
        <a:ext cx="7420325" cy="789525"/>
      </dsp:txXfrm>
    </dsp:sp>
    <dsp:sp modelId="{8431ED9A-F38F-4ADB-BDBC-FE08D3089D6E}">
      <dsp:nvSpPr>
        <dsp:cNvPr id="0" name=""/>
        <dsp:cNvSpPr/>
      </dsp:nvSpPr>
      <dsp:spPr>
        <a:xfrm>
          <a:off x="1104579" y="2686334"/>
          <a:ext cx="521568"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US" sz="2200" kern="1200" dirty="0"/>
            <a:t>4</a:t>
          </a:r>
        </a:p>
      </dsp:txBody>
      <dsp:txXfrm>
        <a:off x="1104579" y="2686334"/>
        <a:ext cx="521568" cy="435600"/>
      </dsp:txXfrm>
    </dsp:sp>
    <dsp:sp modelId="{8286D5B5-C846-4742-B288-777BD9F53A0C}">
      <dsp:nvSpPr>
        <dsp:cNvPr id="0" name=""/>
        <dsp:cNvSpPr/>
      </dsp:nvSpPr>
      <dsp:spPr>
        <a:xfrm>
          <a:off x="1626148" y="2665915"/>
          <a:ext cx="546145" cy="476437"/>
        </a:xfrm>
        <a:prstGeom prst="leftBrace">
          <a:avLst>
            <a:gd name="adj1" fmla="val 35000"/>
            <a:gd name="adj2" fmla="val 50000"/>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0C97B6-BD43-4F89-B4B8-4133EC567F96}">
      <dsp:nvSpPr>
        <dsp:cNvPr id="0" name=""/>
        <dsp:cNvSpPr/>
      </dsp:nvSpPr>
      <dsp:spPr>
        <a:xfrm>
          <a:off x="2390751" y="2665915"/>
          <a:ext cx="7427578" cy="476437"/>
        </a:xfrm>
        <a:prstGeom prst="rect">
          <a:avLst/>
        </a:prstGeom>
        <a:solidFill>
          <a:schemeClr val="accent2">
            <a:lumMod val="20000"/>
            <a:lumOff val="8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just" defTabSz="977900">
            <a:lnSpc>
              <a:spcPct val="90000"/>
            </a:lnSpc>
            <a:spcBef>
              <a:spcPct val="0"/>
            </a:spcBef>
            <a:spcAft>
              <a:spcPct val="15000"/>
            </a:spcAft>
            <a:buSzPts val="1200"/>
            <a:buFont typeface="Wingdings" panose="05000000000000000000" pitchFamily="2" charset="2"/>
            <a:buChar char="v"/>
          </a:pPr>
          <a:r>
            <a:rPr lang="en-US" sz="2200" kern="1200" spc="-5" dirty="0" err="1">
              <a:effectLst/>
              <a:latin typeface="+mn-lt"/>
              <a:ea typeface="Times New Roman" panose="02020603050405020304" pitchFamily="18" charset="0"/>
            </a:rPr>
            <a:t>Sumber</a:t>
          </a:r>
          <a:r>
            <a:rPr lang="en-US" sz="2200" kern="1200" spc="-1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pedoman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hidup</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bagi</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individu</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maupun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kelompok</a:t>
          </a:r>
          <a:endParaRPr lang="en-US" sz="2200" kern="1200" dirty="0">
            <a:latin typeface="+mn-lt"/>
          </a:endParaRPr>
        </a:p>
      </dsp:txBody>
      <dsp:txXfrm>
        <a:off x="2390751" y="2665915"/>
        <a:ext cx="7427578" cy="476437"/>
      </dsp:txXfrm>
    </dsp:sp>
    <dsp:sp modelId="{8EC76332-C9BB-48FA-A1C6-F97CAF2DF1DD}">
      <dsp:nvSpPr>
        <dsp:cNvPr id="0" name=""/>
        <dsp:cNvSpPr/>
      </dsp:nvSpPr>
      <dsp:spPr>
        <a:xfrm>
          <a:off x="1104579" y="3548253"/>
          <a:ext cx="521059"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en-US" sz="2200" kern="1200" dirty="0"/>
            <a:t>5</a:t>
          </a:r>
        </a:p>
      </dsp:txBody>
      <dsp:txXfrm>
        <a:off x="1104579" y="3548253"/>
        <a:ext cx="521059" cy="435600"/>
      </dsp:txXfrm>
    </dsp:sp>
    <dsp:sp modelId="{181B7273-7F91-4427-94A3-9C28442A9A5A}">
      <dsp:nvSpPr>
        <dsp:cNvPr id="0" name=""/>
        <dsp:cNvSpPr/>
      </dsp:nvSpPr>
      <dsp:spPr>
        <a:xfrm>
          <a:off x="1625638" y="3221553"/>
          <a:ext cx="545612" cy="1089000"/>
        </a:xfrm>
        <a:prstGeom prst="leftBrace">
          <a:avLst>
            <a:gd name="adj1" fmla="val 35000"/>
            <a:gd name="adj2" fmla="val 50000"/>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786BBB-E76E-4C9A-9191-2FC0D8C5FFCC}">
      <dsp:nvSpPr>
        <dsp:cNvPr id="0" name=""/>
        <dsp:cNvSpPr/>
      </dsp:nvSpPr>
      <dsp:spPr>
        <a:xfrm>
          <a:off x="2389495" y="3221553"/>
          <a:ext cx="7420325" cy="1089000"/>
        </a:xfrm>
        <a:prstGeom prst="rect">
          <a:avLst/>
        </a:prstGeom>
        <a:solidFill>
          <a:schemeClr val="accent2">
            <a:lumMod val="20000"/>
            <a:lumOff val="8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just" defTabSz="977900">
            <a:lnSpc>
              <a:spcPct val="90000"/>
            </a:lnSpc>
            <a:spcBef>
              <a:spcPct val="0"/>
            </a:spcBef>
            <a:spcAft>
              <a:spcPct val="15000"/>
            </a:spcAft>
            <a:buSzPts val="1200"/>
            <a:buFont typeface="Wingdings" panose="05000000000000000000" pitchFamily="2" charset="2"/>
            <a:buChar char="v"/>
          </a:pPr>
          <a:r>
            <a:rPr lang="en-US" sz="2200" kern="1200" spc="-5" dirty="0" err="1">
              <a:effectLst/>
              <a:latin typeface="+mn-lt"/>
              <a:ea typeface="Times New Roman" panose="02020603050405020304" pitchFamily="18" charset="0"/>
            </a:rPr>
            <a:t>Mengatur</a:t>
          </a:r>
          <a:r>
            <a:rPr lang="en-US" sz="2200" kern="1200" spc="21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tata</a:t>
          </a:r>
          <a:r>
            <a:rPr lang="en-US" sz="2200" kern="1200" spc="23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cara</a:t>
          </a:r>
          <a:r>
            <a:rPr lang="en-US" sz="2200" kern="1200" spc="21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hubungan</a:t>
          </a:r>
          <a:r>
            <a:rPr lang="en-US" sz="2200" kern="1200" spc="22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manusia</a:t>
          </a:r>
          <a:r>
            <a:rPr lang="en-US" sz="2200" kern="1200" spc="22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dengan</a:t>
          </a:r>
          <a:r>
            <a:rPr lang="en-US" sz="2200" kern="1200" spc="23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Tuhan</a:t>
          </a:r>
          <a:r>
            <a:rPr lang="en-US" sz="2200" kern="1200" spc="-5" dirty="0">
              <a:effectLst/>
              <a:latin typeface="+mn-lt"/>
              <a:ea typeface="Times New Roman" panose="02020603050405020304" pitchFamily="18" charset="0"/>
            </a:rPr>
            <a:t>,</a:t>
          </a:r>
          <a:r>
            <a:rPr lang="en-US" sz="2200" kern="1200" spc="22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makhlukh</a:t>
          </a:r>
          <a:r>
            <a:rPr lang="en-US" sz="2200" kern="1200" spc="22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hidup</a:t>
          </a:r>
          <a:r>
            <a:rPr lang="en-US" sz="2200" kern="1200" spc="-5" dirty="0">
              <a:effectLst/>
              <a:latin typeface="+mn-lt"/>
              <a:ea typeface="Times New Roman" panose="02020603050405020304" pitchFamily="18" charset="0"/>
            </a:rPr>
            <a:t>,</a:t>
          </a:r>
          <a:r>
            <a:rPr lang="en-US" sz="2200" kern="1200" spc="22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dan</a:t>
          </a:r>
          <a:r>
            <a:rPr lang="en-US" sz="2200" kern="1200" spc="-28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serta</a:t>
          </a:r>
          <a:r>
            <a:rPr lang="en-US" sz="2200" kern="1200" spc="-1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hubungan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manusia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dengan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manusia</a:t>
          </a:r>
          <a:r>
            <a:rPr lang="en-US" sz="2200" kern="1200" spc="-5" dirty="0">
              <a:effectLst/>
              <a:latin typeface="+mn-lt"/>
              <a:ea typeface="Times New Roman" panose="02020603050405020304" pitchFamily="18" charset="0"/>
            </a:rPr>
            <a:t>.</a:t>
          </a:r>
          <a:endParaRPr lang="en-US" sz="2200" kern="1200" dirty="0">
            <a:latin typeface="+mn-lt"/>
          </a:endParaRPr>
        </a:p>
      </dsp:txBody>
      <dsp:txXfrm>
        <a:off x="2389495" y="3221553"/>
        <a:ext cx="7420325" cy="1089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D4BD5-035A-43EA-B333-5A585C1CF94E}">
      <dsp:nvSpPr>
        <dsp:cNvPr id="0" name=""/>
        <dsp:cNvSpPr/>
      </dsp:nvSpPr>
      <dsp:spPr>
        <a:xfrm>
          <a:off x="0" y="574"/>
          <a:ext cx="965349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F5FFB2-D48E-40A4-8029-475E08450D1A}">
      <dsp:nvSpPr>
        <dsp:cNvPr id="0" name=""/>
        <dsp:cNvSpPr/>
      </dsp:nvSpPr>
      <dsp:spPr>
        <a:xfrm>
          <a:off x="0" y="574"/>
          <a:ext cx="621260" cy="672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6</a:t>
          </a:r>
        </a:p>
      </dsp:txBody>
      <dsp:txXfrm>
        <a:off x="0" y="574"/>
        <a:ext cx="621260" cy="672651"/>
      </dsp:txXfrm>
    </dsp:sp>
    <dsp:sp modelId="{8E790AA1-5E8D-4407-A312-23A7CD281801}">
      <dsp:nvSpPr>
        <dsp:cNvPr id="0" name=""/>
        <dsp:cNvSpPr/>
      </dsp:nvSpPr>
      <dsp:spPr>
        <a:xfrm>
          <a:off x="766062" y="31120"/>
          <a:ext cx="8771450" cy="610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200"/>
            <a:buFont typeface="Times New Roman" panose="02020603050405020304" pitchFamily="18" charset="0"/>
            <a:buNone/>
          </a:pPr>
          <a:r>
            <a:rPr lang="en-US" sz="2200" kern="1200" spc="-5" dirty="0" err="1">
              <a:effectLst/>
              <a:latin typeface="+mn-lt"/>
              <a:ea typeface="Times New Roman" panose="02020603050405020304" pitchFamily="18" charset="0"/>
            </a:rPr>
            <a:t>Merupakan</a:t>
          </a:r>
          <a:r>
            <a:rPr lang="en-US" sz="2200" kern="1200" spc="-1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tuntunan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tentang</a:t>
          </a:r>
          <a:r>
            <a:rPr lang="en-US" sz="2200" kern="1200" spc="-2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prinsip</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benar</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atau</a:t>
          </a:r>
          <a:r>
            <a:rPr lang="en-US" sz="2200" kern="1200" spc="-5" dirty="0">
              <a:effectLst/>
              <a:latin typeface="+mn-lt"/>
              <a:ea typeface="Times New Roman" panose="02020603050405020304" pitchFamily="18" charset="0"/>
            </a:rPr>
            <a:t> salah</a:t>
          </a:r>
          <a:endParaRPr lang="en-US" sz="2200" kern="1200" dirty="0">
            <a:latin typeface="+mn-lt"/>
          </a:endParaRPr>
        </a:p>
      </dsp:txBody>
      <dsp:txXfrm>
        <a:off x="766062" y="31120"/>
        <a:ext cx="8771450" cy="610903"/>
      </dsp:txXfrm>
    </dsp:sp>
    <dsp:sp modelId="{E064B513-9630-4794-908A-EAA634D6273C}">
      <dsp:nvSpPr>
        <dsp:cNvPr id="0" name=""/>
        <dsp:cNvSpPr/>
      </dsp:nvSpPr>
      <dsp:spPr>
        <a:xfrm>
          <a:off x="621260" y="642024"/>
          <a:ext cx="772279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B9ABB1-9C8B-46A7-A5EE-AB10B3536483}">
      <dsp:nvSpPr>
        <dsp:cNvPr id="0" name=""/>
        <dsp:cNvSpPr/>
      </dsp:nvSpPr>
      <dsp:spPr>
        <a:xfrm>
          <a:off x="0" y="673226"/>
          <a:ext cx="965349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5E2313-7B5F-432D-9F74-2EB3D615EF3F}">
      <dsp:nvSpPr>
        <dsp:cNvPr id="0" name=""/>
        <dsp:cNvSpPr/>
      </dsp:nvSpPr>
      <dsp:spPr>
        <a:xfrm>
          <a:off x="0" y="673226"/>
          <a:ext cx="621260" cy="672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7</a:t>
          </a:r>
        </a:p>
      </dsp:txBody>
      <dsp:txXfrm>
        <a:off x="0" y="673226"/>
        <a:ext cx="621260" cy="672651"/>
      </dsp:txXfrm>
    </dsp:sp>
    <dsp:sp modelId="{7DC1E1E9-E7F2-4EBE-AEE4-ED041CA7BF5F}">
      <dsp:nvSpPr>
        <dsp:cNvPr id="0" name=""/>
        <dsp:cNvSpPr/>
      </dsp:nvSpPr>
      <dsp:spPr>
        <a:xfrm>
          <a:off x="766062" y="703771"/>
          <a:ext cx="8771450" cy="610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200"/>
            <a:buFont typeface="Times New Roman" panose="02020603050405020304" pitchFamily="18" charset="0"/>
            <a:buNone/>
          </a:pPr>
          <a:r>
            <a:rPr lang="en-US" sz="2200" kern="1200" spc="-5" dirty="0" err="1">
              <a:effectLst/>
              <a:latin typeface="+mn-lt"/>
              <a:ea typeface="Times New Roman" panose="02020603050405020304" pitchFamily="18" charset="0"/>
            </a:rPr>
            <a:t>Pedoman</a:t>
          </a:r>
          <a:r>
            <a:rPr lang="en-US" sz="2200" kern="1200" spc="-1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mengungkapkan</a:t>
          </a:r>
          <a:r>
            <a:rPr lang="en-US" sz="2200" kern="1200" spc="-10"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rasa</a:t>
          </a:r>
          <a:r>
            <a:rPr lang="en-US" sz="2200" kern="1200" spc="-1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kebersamaan</a:t>
          </a:r>
          <a:endParaRPr lang="en-US" sz="2200" kern="1200" dirty="0">
            <a:latin typeface="+mn-lt"/>
          </a:endParaRPr>
        </a:p>
      </dsp:txBody>
      <dsp:txXfrm>
        <a:off x="766062" y="703771"/>
        <a:ext cx="8771450" cy="610903"/>
      </dsp:txXfrm>
    </dsp:sp>
    <dsp:sp modelId="{E53F28D0-2ABA-4A1C-A883-964CD8A57924}">
      <dsp:nvSpPr>
        <dsp:cNvPr id="0" name=""/>
        <dsp:cNvSpPr/>
      </dsp:nvSpPr>
      <dsp:spPr>
        <a:xfrm>
          <a:off x="621260" y="1314675"/>
          <a:ext cx="772279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E7956E3-750C-4AFF-A84F-F81D25A73B46}">
      <dsp:nvSpPr>
        <dsp:cNvPr id="0" name=""/>
        <dsp:cNvSpPr/>
      </dsp:nvSpPr>
      <dsp:spPr>
        <a:xfrm>
          <a:off x="0" y="1345877"/>
          <a:ext cx="965349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E74A50-E4C5-4527-A816-31297F44CA41}">
      <dsp:nvSpPr>
        <dsp:cNvPr id="0" name=""/>
        <dsp:cNvSpPr/>
      </dsp:nvSpPr>
      <dsp:spPr>
        <a:xfrm>
          <a:off x="0" y="1345877"/>
          <a:ext cx="621260" cy="672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8</a:t>
          </a:r>
        </a:p>
      </dsp:txBody>
      <dsp:txXfrm>
        <a:off x="0" y="1345877"/>
        <a:ext cx="621260" cy="672651"/>
      </dsp:txXfrm>
    </dsp:sp>
    <dsp:sp modelId="{A577C298-0328-406D-A2ED-CCC7A63A7321}">
      <dsp:nvSpPr>
        <dsp:cNvPr id="0" name=""/>
        <dsp:cNvSpPr/>
      </dsp:nvSpPr>
      <dsp:spPr>
        <a:xfrm>
          <a:off x="766062" y="1376422"/>
          <a:ext cx="8771450" cy="610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200"/>
            <a:buFont typeface="Times New Roman" panose="02020603050405020304" pitchFamily="18" charset="0"/>
            <a:buNone/>
          </a:pPr>
          <a:r>
            <a:rPr lang="en-US" sz="2200" kern="1200" spc="-5" dirty="0" err="1">
              <a:effectLst/>
              <a:latin typeface="+mn-lt"/>
              <a:ea typeface="Times New Roman" panose="02020603050405020304" pitchFamily="18" charset="0"/>
            </a:rPr>
            <a:t>Pedoman</a:t>
          </a:r>
          <a:r>
            <a:rPr lang="en-US" sz="2200" kern="1200" spc="-1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perasaan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keyakinan</a:t>
          </a:r>
          <a:endParaRPr lang="en-US" sz="2200" kern="1200" dirty="0">
            <a:latin typeface="+mn-lt"/>
          </a:endParaRPr>
        </a:p>
      </dsp:txBody>
      <dsp:txXfrm>
        <a:off x="766062" y="1376422"/>
        <a:ext cx="8771450" cy="610903"/>
      </dsp:txXfrm>
    </dsp:sp>
    <dsp:sp modelId="{A9D6CCB5-0B0B-40AE-B4DE-CA3FE8F096D2}">
      <dsp:nvSpPr>
        <dsp:cNvPr id="0" name=""/>
        <dsp:cNvSpPr/>
      </dsp:nvSpPr>
      <dsp:spPr>
        <a:xfrm>
          <a:off x="621260" y="1987326"/>
          <a:ext cx="772279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77EB90-2C20-4516-B58D-21E995AD86C3}">
      <dsp:nvSpPr>
        <dsp:cNvPr id="0" name=""/>
        <dsp:cNvSpPr/>
      </dsp:nvSpPr>
      <dsp:spPr>
        <a:xfrm>
          <a:off x="0" y="2018528"/>
          <a:ext cx="965349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991C0B-7552-4E4F-BA88-D3470AE8D9EA}">
      <dsp:nvSpPr>
        <dsp:cNvPr id="0" name=""/>
        <dsp:cNvSpPr/>
      </dsp:nvSpPr>
      <dsp:spPr>
        <a:xfrm>
          <a:off x="0" y="2018528"/>
          <a:ext cx="621260" cy="672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9</a:t>
          </a:r>
        </a:p>
      </dsp:txBody>
      <dsp:txXfrm>
        <a:off x="0" y="2018528"/>
        <a:ext cx="621260" cy="672651"/>
      </dsp:txXfrm>
    </dsp:sp>
    <dsp:sp modelId="{1416F767-794C-4DA5-987A-FDF9F936898D}">
      <dsp:nvSpPr>
        <dsp:cNvPr id="0" name=""/>
        <dsp:cNvSpPr/>
      </dsp:nvSpPr>
      <dsp:spPr>
        <a:xfrm>
          <a:off x="766062" y="2049073"/>
          <a:ext cx="8771450" cy="610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200"/>
            <a:buFont typeface="Times New Roman" panose="02020603050405020304" pitchFamily="18" charset="0"/>
            <a:buNone/>
          </a:pPr>
          <a:r>
            <a:rPr lang="en-US" sz="2200" kern="1200" spc="-5" dirty="0" err="1">
              <a:effectLst/>
              <a:latin typeface="+mn-lt"/>
              <a:ea typeface="Times New Roman" panose="02020603050405020304" pitchFamily="18" charset="0"/>
            </a:rPr>
            <a:t>Pedoman</a:t>
          </a:r>
          <a:r>
            <a:rPr lang="en-US" sz="2200" kern="1200" spc="-1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dalam</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membentuk</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nilai-nilai</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kehidupan</a:t>
          </a:r>
          <a:endParaRPr lang="en-US" sz="2200" kern="1200" dirty="0">
            <a:latin typeface="+mn-lt"/>
          </a:endParaRPr>
        </a:p>
      </dsp:txBody>
      <dsp:txXfrm>
        <a:off x="766062" y="2049073"/>
        <a:ext cx="8771450" cy="610903"/>
      </dsp:txXfrm>
    </dsp:sp>
    <dsp:sp modelId="{0D1A0744-848B-452A-8083-44FC83331454}">
      <dsp:nvSpPr>
        <dsp:cNvPr id="0" name=""/>
        <dsp:cNvSpPr/>
      </dsp:nvSpPr>
      <dsp:spPr>
        <a:xfrm>
          <a:off x="621260" y="2659977"/>
          <a:ext cx="772279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EE85C8-BA3B-40C3-BB92-3751F5E5DBC0}">
      <dsp:nvSpPr>
        <dsp:cNvPr id="0" name=""/>
        <dsp:cNvSpPr/>
      </dsp:nvSpPr>
      <dsp:spPr>
        <a:xfrm>
          <a:off x="0" y="2691179"/>
          <a:ext cx="965349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DA057F-4C27-4C49-88CD-8EB6B219DBBD}">
      <dsp:nvSpPr>
        <dsp:cNvPr id="0" name=""/>
        <dsp:cNvSpPr/>
      </dsp:nvSpPr>
      <dsp:spPr>
        <a:xfrm>
          <a:off x="0" y="2691179"/>
          <a:ext cx="621260" cy="672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10</a:t>
          </a:r>
        </a:p>
      </dsp:txBody>
      <dsp:txXfrm>
        <a:off x="0" y="2691179"/>
        <a:ext cx="621260" cy="672651"/>
      </dsp:txXfrm>
    </dsp:sp>
    <dsp:sp modelId="{0D43E466-E4BD-4B7F-A901-84DE00FDD4DE}">
      <dsp:nvSpPr>
        <dsp:cNvPr id="0" name=""/>
        <dsp:cNvSpPr/>
      </dsp:nvSpPr>
      <dsp:spPr>
        <a:xfrm>
          <a:off x="766062" y="2721724"/>
          <a:ext cx="8771450" cy="610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200"/>
            <a:buFont typeface="Times New Roman" panose="02020603050405020304" pitchFamily="18" charset="0"/>
            <a:buNone/>
          </a:pPr>
          <a:r>
            <a:rPr lang="en-US" sz="2200" kern="1200" spc="-5" dirty="0" err="1">
              <a:effectLst/>
              <a:latin typeface="+mn-lt"/>
              <a:ea typeface="Times New Roman" panose="02020603050405020304" pitchFamily="18" charset="0"/>
            </a:rPr>
            <a:t>Pengungkapan</a:t>
          </a:r>
          <a:r>
            <a:rPr lang="en-US" sz="2200" kern="1200" spc="-1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estetika</a:t>
          </a:r>
          <a:r>
            <a:rPr lang="en-US" sz="2200" kern="1200" spc="-10"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a:t>
          </a:r>
          <a:r>
            <a:rPr lang="en-US" sz="2200" kern="1200" spc="-5" dirty="0" err="1">
              <a:effectLst/>
              <a:latin typeface="+mn-lt"/>
              <a:ea typeface="Times New Roman" panose="02020603050405020304" pitchFamily="18" charset="0"/>
            </a:rPr>
            <a:t>keindahan</a:t>
          </a:r>
          <a:r>
            <a:rPr lang="en-US" sz="2200" kern="1200" spc="-5" dirty="0">
              <a:effectLst/>
              <a:latin typeface="+mn-lt"/>
              <a:ea typeface="Times New Roman" panose="02020603050405020304" pitchFamily="18" charset="0"/>
            </a:rPr>
            <a:t>)</a:t>
          </a:r>
          <a:endParaRPr lang="en-US" sz="2200" kern="1200" dirty="0">
            <a:latin typeface="+mn-lt"/>
          </a:endParaRPr>
        </a:p>
      </dsp:txBody>
      <dsp:txXfrm>
        <a:off x="766062" y="2721724"/>
        <a:ext cx="8771450" cy="610903"/>
      </dsp:txXfrm>
    </dsp:sp>
    <dsp:sp modelId="{C5E5EA5D-A4DC-4A18-96F0-477B5A776401}">
      <dsp:nvSpPr>
        <dsp:cNvPr id="0" name=""/>
        <dsp:cNvSpPr/>
      </dsp:nvSpPr>
      <dsp:spPr>
        <a:xfrm>
          <a:off x="621260" y="3332628"/>
          <a:ext cx="772279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EC092F1-0364-4FB9-A748-1EF4FB44BE23}">
      <dsp:nvSpPr>
        <dsp:cNvPr id="0" name=""/>
        <dsp:cNvSpPr/>
      </dsp:nvSpPr>
      <dsp:spPr>
        <a:xfrm>
          <a:off x="0" y="3363830"/>
          <a:ext cx="965349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0301A5-B969-4E37-A27B-937DBF547C93}">
      <dsp:nvSpPr>
        <dsp:cNvPr id="0" name=""/>
        <dsp:cNvSpPr/>
      </dsp:nvSpPr>
      <dsp:spPr>
        <a:xfrm>
          <a:off x="0" y="3363830"/>
          <a:ext cx="621260" cy="672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11</a:t>
          </a:r>
        </a:p>
      </dsp:txBody>
      <dsp:txXfrm>
        <a:off x="0" y="3363830"/>
        <a:ext cx="621260" cy="672651"/>
      </dsp:txXfrm>
    </dsp:sp>
    <dsp:sp modelId="{4866B7F9-43F5-4110-A0AA-BAB527E22B18}">
      <dsp:nvSpPr>
        <dsp:cNvPr id="0" name=""/>
        <dsp:cNvSpPr/>
      </dsp:nvSpPr>
      <dsp:spPr>
        <a:xfrm>
          <a:off x="766062" y="3394375"/>
          <a:ext cx="8771450" cy="610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200"/>
            <a:buFont typeface="Times New Roman" panose="02020603050405020304" pitchFamily="18" charset="0"/>
            <a:buNone/>
          </a:pPr>
          <a:r>
            <a:rPr lang="en-US" sz="2200" kern="1200" spc="-5" dirty="0" err="1">
              <a:effectLst/>
              <a:latin typeface="+mn-lt"/>
              <a:ea typeface="Times New Roman" panose="02020603050405020304" pitchFamily="18" charset="0"/>
            </a:rPr>
            <a:t>Pedoman</a:t>
          </a:r>
          <a:r>
            <a:rPr lang="en-US" sz="2200" kern="1200" spc="-1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rekreasi</a:t>
          </a:r>
          <a:r>
            <a:rPr lang="en-US" sz="2200" kern="1200" spc="-5" dirty="0">
              <a:effectLst/>
              <a:latin typeface="+mn-lt"/>
              <a:ea typeface="Times New Roman" panose="02020603050405020304" pitchFamily="18" charset="0"/>
            </a:rPr>
            <a:t> dan</a:t>
          </a:r>
          <a:r>
            <a:rPr lang="en-US" sz="2200" kern="1200" spc="-1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hiburan</a:t>
          </a:r>
          <a:endParaRPr lang="en-US" sz="2200" kern="1200" dirty="0">
            <a:latin typeface="+mn-lt"/>
          </a:endParaRPr>
        </a:p>
      </dsp:txBody>
      <dsp:txXfrm>
        <a:off x="766062" y="3394375"/>
        <a:ext cx="8771450" cy="610903"/>
      </dsp:txXfrm>
    </dsp:sp>
    <dsp:sp modelId="{C90D93CB-BDD8-4D8F-BFD7-8555692B5DF3}">
      <dsp:nvSpPr>
        <dsp:cNvPr id="0" name=""/>
        <dsp:cNvSpPr/>
      </dsp:nvSpPr>
      <dsp:spPr>
        <a:xfrm>
          <a:off x="621260" y="4005279"/>
          <a:ext cx="772279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D7D504D-5E0E-4457-828C-79592066951D}">
      <dsp:nvSpPr>
        <dsp:cNvPr id="0" name=""/>
        <dsp:cNvSpPr/>
      </dsp:nvSpPr>
      <dsp:spPr>
        <a:xfrm>
          <a:off x="0" y="4036481"/>
          <a:ext cx="965349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1C4E2A-807D-4CBF-A304-5DFF3B87BEC9}">
      <dsp:nvSpPr>
        <dsp:cNvPr id="0" name=""/>
        <dsp:cNvSpPr/>
      </dsp:nvSpPr>
      <dsp:spPr>
        <a:xfrm>
          <a:off x="0" y="4036481"/>
          <a:ext cx="621260" cy="672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dirty="0"/>
            <a:t>12</a:t>
          </a:r>
        </a:p>
      </dsp:txBody>
      <dsp:txXfrm>
        <a:off x="0" y="4036481"/>
        <a:ext cx="621260" cy="672651"/>
      </dsp:txXfrm>
    </dsp:sp>
    <dsp:sp modelId="{5D7A17DF-6D7E-4D96-9123-8276243E9ACB}">
      <dsp:nvSpPr>
        <dsp:cNvPr id="0" name=""/>
        <dsp:cNvSpPr/>
      </dsp:nvSpPr>
      <dsp:spPr>
        <a:xfrm>
          <a:off x="766062" y="4067027"/>
          <a:ext cx="8771450" cy="610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SzPts val="1200"/>
            <a:buFont typeface="Times New Roman" panose="02020603050405020304" pitchFamily="18" charset="0"/>
            <a:buNone/>
          </a:pPr>
          <a:r>
            <a:rPr lang="en-US" sz="2200" kern="1200" dirty="0" err="1">
              <a:effectLst/>
              <a:latin typeface="+mn-lt"/>
              <a:ea typeface="Times New Roman" panose="02020603050405020304" pitchFamily="18" charset="0"/>
            </a:rPr>
            <a:t>Memberikan</a:t>
          </a:r>
          <a:r>
            <a:rPr lang="en-US" sz="2200" kern="1200" spc="-1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identitas</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kepada</a:t>
          </a:r>
          <a:r>
            <a:rPr lang="en-US" sz="2200" kern="1200" spc="-1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manusia</a:t>
          </a:r>
          <a:r>
            <a:rPr lang="en-US" sz="2200" kern="1200" spc="-1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sebagai</a:t>
          </a:r>
          <a:r>
            <a:rPr lang="en-US" sz="2200" kern="1200" spc="-1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umat</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dari</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suatu</a:t>
          </a:r>
          <a:r>
            <a:rPr lang="en-US" sz="2200" kern="1200" spc="-10" dirty="0">
              <a:effectLst/>
              <a:latin typeface="+mn-lt"/>
              <a:ea typeface="Times New Roman" panose="02020603050405020304" pitchFamily="18" charset="0"/>
            </a:rPr>
            <a:t> </a:t>
          </a:r>
          <a:r>
            <a:rPr lang="en-US" sz="2200" kern="1200" dirty="0">
              <a:effectLst/>
              <a:latin typeface="+mn-lt"/>
              <a:ea typeface="Times New Roman" panose="02020603050405020304" pitchFamily="18" charset="0"/>
            </a:rPr>
            <a:t>agama</a:t>
          </a:r>
          <a:endParaRPr lang="en-US" sz="2200" kern="1200" dirty="0">
            <a:latin typeface="+mn-lt"/>
          </a:endParaRPr>
        </a:p>
      </dsp:txBody>
      <dsp:txXfrm>
        <a:off x="766062" y="4067027"/>
        <a:ext cx="8771450" cy="610903"/>
      </dsp:txXfrm>
    </dsp:sp>
    <dsp:sp modelId="{69034867-09FB-4864-8C00-235D13CC57D1}">
      <dsp:nvSpPr>
        <dsp:cNvPr id="0" name=""/>
        <dsp:cNvSpPr/>
      </dsp:nvSpPr>
      <dsp:spPr>
        <a:xfrm>
          <a:off x="621260" y="4677931"/>
          <a:ext cx="7722795"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E7D294-2CE3-4191-8081-8094F8718745}">
      <dsp:nvSpPr>
        <dsp:cNvPr id="0" name=""/>
        <dsp:cNvSpPr/>
      </dsp:nvSpPr>
      <dsp:spPr>
        <a:xfrm>
          <a:off x="0" y="195514"/>
          <a:ext cx="10856258" cy="9828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2566" tIns="270764" rIns="842566"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ID" sz="2000" b="0" i="0" kern="1200" dirty="0" err="1">
              <a:effectLst/>
              <a:latin typeface="+mn-lt"/>
            </a:rPr>
            <a:t>Prinsip</a:t>
          </a:r>
          <a:r>
            <a:rPr lang="en-ID" sz="2000" b="0" i="0" kern="1200" dirty="0">
              <a:effectLst/>
              <a:latin typeface="+mn-lt"/>
            </a:rPr>
            <a:t> </a:t>
          </a:r>
          <a:r>
            <a:rPr lang="en-ID" sz="2000" b="0" i="0" kern="1200" dirty="0" err="1">
              <a:effectLst/>
              <a:latin typeface="+mn-lt"/>
            </a:rPr>
            <a:t>kebebasan</a:t>
          </a:r>
          <a:r>
            <a:rPr lang="en-ID" sz="2000" b="0" i="0" kern="1200" dirty="0">
              <a:effectLst/>
              <a:latin typeface="+mn-lt"/>
            </a:rPr>
            <a:t> </a:t>
          </a:r>
          <a:r>
            <a:rPr lang="en-ID" sz="2000" b="0" i="0" kern="1200" dirty="0" err="1">
              <a:effectLst/>
              <a:latin typeface="+mn-lt"/>
            </a:rPr>
            <a:t>beragama</a:t>
          </a:r>
          <a:r>
            <a:rPr lang="en-ID" sz="2000" b="0" i="0" kern="1200" dirty="0">
              <a:effectLst/>
              <a:latin typeface="+mn-lt"/>
            </a:rPr>
            <a:t> </a:t>
          </a:r>
          <a:r>
            <a:rPr lang="en-ID" sz="2000" b="0" i="0" kern="1200" dirty="0" err="1">
              <a:effectLst/>
              <a:latin typeface="+mn-lt"/>
            </a:rPr>
            <a:t>atau</a:t>
          </a:r>
          <a:r>
            <a:rPr lang="en-ID" sz="2000" b="0" i="0" kern="1200" dirty="0">
              <a:effectLst/>
              <a:latin typeface="+mn-lt"/>
            </a:rPr>
            <a:t> </a:t>
          </a:r>
          <a:r>
            <a:rPr lang="en-ID" sz="2000" b="0" i="0" kern="1200" dirty="0" err="1">
              <a:effectLst/>
              <a:latin typeface="+mn-lt"/>
            </a:rPr>
            <a:t>berkeyakinan</a:t>
          </a:r>
          <a:r>
            <a:rPr lang="en-ID" sz="2000" b="0" i="0" kern="1200" dirty="0">
              <a:effectLst/>
              <a:latin typeface="+mn-lt"/>
            </a:rPr>
            <a:t> </a:t>
          </a:r>
          <a:r>
            <a:rPr lang="en-ID" sz="2000" b="0" i="0" kern="1200" dirty="0" err="1">
              <a:effectLst/>
              <a:latin typeface="+mn-lt"/>
            </a:rPr>
            <a:t>memberikan</a:t>
          </a:r>
          <a:r>
            <a:rPr lang="en-ID" sz="2000" b="0" i="0" kern="1200" dirty="0">
              <a:effectLst/>
              <a:latin typeface="+mn-lt"/>
            </a:rPr>
            <a:t> </a:t>
          </a:r>
          <a:r>
            <a:rPr lang="en-ID" sz="2000" b="0" i="0" kern="1200" dirty="0" err="1">
              <a:effectLst/>
              <a:latin typeface="+mn-lt"/>
            </a:rPr>
            <a:t>jaminan</a:t>
          </a:r>
          <a:r>
            <a:rPr lang="en-ID" sz="2000" b="0" i="0" kern="1200" dirty="0">
              <a:effectLst/>
              <a:latin typeface="+mn-lt"/>
            </a:rPr>
            <a:t> </a:t>
          </a:r>
          <a:r>
            <a:rPr lang="en-ID" sz="2000" b="0" i="0" kern="1200" dirty="0" err="1">
              <a:effectLst/>
              <a:latin typeface="+mn-lt"/>
            </a:rPr>
            <a:t>perlindungan</a:t>
          </a:r>
          <a:r>
            <a:rPr lang="en-ID" sz="2000" b="0" i="0" kern="1200" dirty="0">
              <a:effectLst/>
              <a:latin typeface="+mn-lt"/>
            </a:rPr>
            <a:t> </a:t>
          </a:r>
          <a:r>
            <a:rPr lang="en-ID" sz="2000" b="0" i="0" kern="1200" dirty="0" err="1">
              <a:effectLst/>
              <a:latin typeface="+mn-lt"/>
            </a:rPr>
            <a:t>bagi</a:t>
          </a:r>
          <a:r>
            <a:rPr lang="en-ID" sz="2000" b="0" i="0" kern="1200" dirty="0">
              <a:effectLst/>
              <a:latin typeface="+mn-lt"/>
            </a:rPr>
            <a:t> </a:t>
          </a:r>
          <a:r>
            <a:rPr lang="en-ID" sz="2000" b="0" i="0" kern="1200" dirty="0" err="1">
              <a:effectLst/>
              <a:latin typeface="+mn-lt"/>
            </a:rPr>
            <a:t>semua</a:t>
          </a:r>
          <a:r>
            <a:rPr lang="en-ID" sz="2000" b="0" i="0" kern="1200" dirty="0">
              <a:effectLst/>
              <a:latin typeface="+mn-lt"/>
            </a:rPr>
            <a:t> </a:t>
          </a:r>
          <a:r>
            <a:rPr lang="en-ID" sz="2000" b="0" i="0" kern="1200" dirty="0" err="1">
              <a:effectLst/>
              <a:latin typeface="+mn-lt"/>
            </a:rPr>
            <a:t>manusia</a:t>
          </a:r>
          <a:r>
            <a:rPr lang="en-ID" sz="2000" b="0" i="0" kern="1200" dirty="0">
              <a:effectLst/>
              <a:latin typeface="+mn-lt"/>
            </a:rPr>
            <a:t> </a:t>
          </a:r>
          <a:r>
            <a:rPr lang="en-ID" sz="2000" b="0" i="0" kern="1200" dirty="0" err="1">
              <a:effectLst/>
              <a:latin typeface="+mn-lt"/>
            </a:rPr>
            <a:t>untuk</a:t>
          </a:r>
          <a:r>
            <a:rPr lang="en-ID" sz="2000" b="0" i="0" kern="1200" dirty="0">
              <a:effectLst/>
              <a:latin typeface="+mn-lt"/>
            </a:rPr>
            <a:t> </a:t>
          </a:r>
          <a:r>
            <a:rPr lang="en-ID" sz="2000" b="0" i="0" kern="1200" dirty="0" err="1">
              <a:effectLst/>
              <a:latin typeface="+mn-lt"/>
            </a:rPr>
            <a:t>memeluk</a:t>
          </a:r>
          <a:r>
            <a:rPr lang="en-ID" sz="2000" b="0" i="0" kern="1200" dirty="0">
              <a:effectLst/>
              <a:latin typeface="+mn-lt"/>
            </a:rPr>
            <a:t> agama </a:t>
          </a:r>
          <a:r>
            <a:rPr lang="en-ID" sz="2000" b="0" i="0" kern="1200" dirty="0" err="1">
              <a:effectLst/>
              <a:latin typeface="+mn-lt"/>
            </a:rPr>
            <a:t>atau</a:t>
          </a:r>
          <a:r>
            <a:rPr lang="en-ID" sz="2000" b="0" i="0" kern="1200" dirty="0">
              <a:effectLst/>
              <a:latin typeface="+mn-lt"/>
            </a:rPr>
            <a:t> </a:t>
          </a:r>
          <a:r>
            <a:rPr lang="en-ID" sz="2000" b="0" i="0" kern="1200" dirty="0" err="1">
              <a:effectLst/>
              <a:latin typeface="+mn-lt"/>
            </a:rPr>
            <a:t>keyakinan</a:t>
          </a:r>
          <a:r>
            <a:rPr lang="en-ID" sz="2000" b="0" i="0" kern="1200" dirty="0">
              <a:effectLst/>
              <a:latin typeface="+mn-lt"/>
            </a:rPr>
            <a:t> </a:t>
          </a:r>
          <a:r>
            <a:rPr lang="en-ID" sz="2000" b="0" i="0" kern="1200" dirty="0" err="1">
              <a:effectLst/>
              <a:latin typeface="+mn-lt"/>
            </a:rPr>
            <a:t>tertentu</a:t>
          </a:r>
          <a:r>
            <a:rPr lang="en-ID" sz="2000" b="0" i="0" kern="1200" dirty="0">
              <a:effectLst/>
              <a:latin typeface="+mn-lt"/>
            </a:rPr>
            <a:t>. </a:t>
          </a:r>
          <a:endParaRPr lang="en-US" sz="2000" kern="1200" dirty="0">
            <a:latin typeface="+mn-lt"/>
          </a:endParaRPr>
        </a:p>
      </dsp:txBody>
      <dsp:txXfrm>
        <a:off x="0" y="195514"/>
        <a:ext cx="10856258" cy="982800"/>
      </dsp:txXfrm>
    </dsp:sp>
    <dsp:sp modelId="{6C01AFC1-FD2F-4494-906D-1EBE22759F1A}">
      <dsp:nvSpPr>
        <dsp:cNvPr id="0" name=""/>
        <dsp:cNvSpPr/>
      </dsp:nvSpPr>
      <dsp:spPr>
        <a:xfrm>
          <a:off x="542812" y="3634"/>
          <a:ext cx="763813" cy="3837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238" tIns="0" rIns="287238" bIns="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561546" y="22368"/>
        <a:ext cx="726345" cy="346292"/>
      </dsp:txXfrm>
    </dsp:sp>
    <dsp:sp modelId="{54D3EB29-E8FD-49E9-B568-994996379ED6}">
      <dsp:nvSpPr>
        <dsp:cNvPr id="0" name=""/>
        <dsp:cNvSpPr/>
      </dsp:nvSpPr>
      <dsp:spPr>
        <a:xfrm>
          <a:off x="0" y="1440394"/>
          <a:ext cx="10856258" cy="9828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2566" tIns="270764" rIns="842566"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ID" sz="2000" b="0" i="0" kern="1200">
              <a:effectLst/>
              <a:latin typeface="+mn-lt"/>
            </a:rPr>
            <a:t>Sebagai hak asasi manusia, kebebasan beragama atau berkeyakinan dapat dipandang sebagai hak negatif dan positif sekaligus. </a:t>
          </a:r>
          <a:endParaRPr lang="en-US" sz="2000" kern="1200" dirty="0">
            <a:latin typeface="+mn-lt"/>
          </a:endParaRPr>
        </a:p>
      </dsp:txBody>
      <dsp:txXfrm>
        <a:off x="0" y="1440394"/>
        <a:ext cx="10856258" cy="982800"/>
      </dsp:txXfrm>
    </dsp:sp>
    <dsp:sp modelId="{5E6B0923-6A50-41B0-8EB8-B3D88C2AE300}">
      <dsp:nvSpPr>
        <dsp:cNvPr id="0" name=""/>
        <dsp:cNvSpPr/>
      </dsp:nvSpPr>
      <dsp:spPr>
        <a:xfrm>
          <a:off x="542812" y="1248514"/>
          <a:ext cx="763813" cy="3837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238" tIns="0" rIns="287238" bIns="0" numCol="1" spcCol="1270" anchor="ctr" anchorCtr="0">
          <a:noAutofit/>
        </a:bodyPr>
        <a:lstStyle/>
        <a:p>
          <a:pPr marL="0" lvl="0" indent="0" algn="ctr" defTabSz="889000">
            <a:lnSpc>
              <a:spcPct val="90000"/>
            </a:lnSpc>
            <a:spcBef>
              <a:spcPct val="0"/>
            </a:spcBef>
            <a:spcAft>
              <a:spcPct val="35000"/>
            </a:spcAft>
            <a:buNone/>
          </a:pPr>
          <a:r>
            <a:rPr lang="en-US" sz="2000" kern="1200" dirty="0"/>
            <a:t>B</a:t>
          </a:r>
        </a:p>
      </dsp:txBody>
      <dsp:txXfrm>
        <a:off x="561546" y="1267248"/>
        <a:ext cx="726345" cy="346292"/>
      </dsp:txXfrm>
    </dsp:sp>
    <dsp:sp modelId="{B8E62DCA-ACAC-4F68-9236-BFE6A2E6E63C}">
      <dsp:nvSpPr>
        <dsp:cNvPr id="0" name=""/>
        <dsp:cNvSpPr/>
      </dsp:nvSpPr>
      <dsp:spPr>
        <a:xfrm>
          <a:off x="0" y="2685274"/>
          <a:ext cx="10856258" cy="184275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2566" tIns="270764" rIns="842566" bIns="142240" numCol="1" spcCol="1270" anchor="t" anchorCtr="0">
          <a:noAutofit/>
        </a:bodyPr>
        <a:lstStyle/>
        <a:p>
          <a:pPr marL="228600" lvl="1" indent="-228600" algn="just" defTabSz="889000">
            <a:lnSpc>
              <a:spcPct val="90000"/>
            </a:lnSpc>
            <a:spcBef>
              <a:spcPct val="0"/>
            </a:spcBef>
            <a:spcAft>
              <a:spcPct val="15000"/>
            </a:spcAft>
            <a:buFont typeface="Wingdings" panose="05000000000000000000" pitchFamily="2" charset="2"/>
            <a:buChar char="v"/>
          </a:pPr>
          <a:r>
            <a:rPr lang="en-ID" sz="2000" b="0" i="0" kern="1200">
              <a:effectLst/>
              <a:latin typeface="+mn-lt"/>
            </a:rPr>
            <a:t>Sebagai hak negatif, kebebasan beragama atau berkeyakinan berarti seseorang tidak pernah boleh dipaksa negara atau pihak mana pun untuk menjalankan praktik keyakinan atau agama tertentu, bergabung dalam komunitas agama tertentu, berpindah agama, atau dipaksa tinggal dalam sebuah agama dengan cara melawan kehendak bebasnya.</a:t>
          </a:r>
          <a:endParaRPr lang="en-US" sz="2000" kern="1200" dirty="0">
            <a:latin typeface="+mn-lt"/>
          </a:endParaRPr>
        </a:p>
      </dsp:txBody>
      <dsp:txXfrm>
        <a:off x="0" y="2685274"/>
        <a:ext cx="10856258" cy="1842750"/>
      </dsp:txXfrm>
    </dsp:sp>
    <dsp:sp modelId="{AF749E83-9E10-43E7-A014-6B75A918CCF9}">
      <dsp:nvSpPr>
        <dsp:cNvPr id="0" name=""/>
        <dsp:cNvSpPr/>
      </dsp:nvSpPr>
      <dsp:spPr>
        <a:xfrm>
          <a:off x="542812" y="2493394"/>
          <a:ext cx="763813" cy="3837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238" tIns="0" rIns="287238" bIns="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561546" y="2512128"/>
        <a:ext cx="726345" cy="3462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3FC215-8F4E-44E2-947D-6110F3B4360A}">
      <dsp:nvSpPr>
        <dsp:cNvPr id="0" name=""/>
        <dsp:cNvSpPr/>
      </dsp:nvSpPr>
      <dsp:spPr>
        <a:xfrm>
          <a:off x="0" y="317317"/>
          <a:ext cx="10179423" cy="218295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90036" tIns="437388" rIns="790036" bIns="156464" numCol="1" spcCol="1270" anchor="t" anchorCtr="0">
          <a:noAutofit/>
        </a:bodyPr>
        <a:lstStyle/>
        <a:p>
          <a:pPr marL="228600" lvl="1" indent="-228600" algn="just" defTabSz="977900">
            <a:lnSpc>
              <a:spcPct val="90000"/>
            </a:lnSpc>
            <a:spcBef>
              <a:spcPct val="0"/>
            </a:spcBef>
            <a:spcAft>
              <a:spcPct val="15000"/>
            </a:spcAft>
            <a:buSzPts val="1200"/>
            <a:buFont typeface="Wingdings" panose="05000000000000000000" pitchFamily="2" charset="2"/>
            <a:buChar char="v"/>
          </a:pPr>
          <a:r>
            <a:rPr lang="en-US" sz="2200" b="1" kern="1200" spc="-5" dirty="0" err="1">
              <a:effectLst/>
              <a:latin typeface="+mn-lt"/>
              <a:ea typeface="Times New Roman" panose="02020603050405020304" pitchFamily="18" charset="0"/>
            </a:rPr>
            <a:t>Prinsip</a:t>
          </a:r>
          <a:r>
            <a:rPr lang="en-US" sz="2200" b="1" kern="1200" spc="5" dirty="0">
              <a:effectLst/>
              <a:latin typeface="+mn-lt"/>
              <a:ea typeface="Times New Roman" panose="02020603050405020304" pitchFamily="18" charset="0"/>
            </a:rPr>
            <a:t> </a:t>
          </a:r>
          <a:r>
            <a:rPr lang="en-US" sz="2200" b="1" kern="1200" spc="-5" dirty="0" err="1">
              <a:effectLst/>
              <a:latin typeface="+mn-lt"/>
              <a:ea typeface="Times New Roman" panose="02020603050405020304" pitchFamily="18" charset="0"/>
            </a:rPr>
            <a:t>keadilan</a:t>
          </a:r>
          <a:r>
            <a:rPr lang="en-US" sz="2200" b="1"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menjadi</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prinsip</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pertama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dalam</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membentuk</a:t>
          </a:r>
          <a:r>
            <a:rPr lang="en-US" sz="2200" kern="1200" spc="30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tatanan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masyarakat</a:t>
          </a:r>
          <a:r>
            <a:rPr lang="en-US" sz="2200" kern="1200" spc="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yang</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baik</a:t>
          </a:r>
          <a:r>
            <a:rPr lang="en-US" sz="2200" kern="1200" spc="-5" dirty="0">
              <a:effectLst/>
              <a:latin typeface="+mn-lt"/>
              <a:ea typeface="Times New Roman" panose="02020603050405020304" pitchFamily="18" charset="0"/>
            </a:rPr>
            <a:t>.</a:t>
          </a:r>
          <a:r>
            <a:rPr lang="en-US" sz="2200" kern="1200" spc="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Islam</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mengajarkan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bahwa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kita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mesti</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berlaku</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adil</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terhadap</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siapa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saja</a:t>
          </a:r>
          <a:r>
            <a:rPr lang="en-US" sz="2200" kern="1200" spc="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dan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kapan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saja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tanpa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membeda-bedakan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sesorang</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berdasarkan</a:t>
          </a:r>
          <a:r>
            <a:rPr lang="en-US" sz="2200" kern="1200" spc="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agama,</a:t>
          </a:r>
          <a:r>
            <a:rPr lang="en-US" sz="2200" kern="1200" spc="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status</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sosial</a:t>
          </a:r>
          <a:r>
            <a:rPr lang="en-US" sz="2200" kern="1200" spc="-5" dirty="0">
              <a:effectLst/>
              <a:latin typeface="+mn-lt"/>
              <a:ea typeface="Times New Roman" panose="02020603050405020304" pitchFamily="18" charset="0"/>
            </a:rPr>
            <a:t>,</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suku</a:t>
          </a:r>
          <a:r>
            <a:rPr lang="en-US" sz="2200" kern="1200" spc="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dan</a:t>
          </a:r>
          <a:r>
            <a:rPr lang="en-US" sz="2200" kern="1200" spc="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lain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sebagainya</a:t>
          </a:r>
          <a:r>
            <a:rPr lang="en-US" sz="2200" kern="1200" spc="-5" dirty="0">
              <a:effectLst/>
              <a:latin typeface="+mn-lt"/>
              <a:ea typeface="Times New Roman" panose="02020603050405020304" pitchFamily="18" charset="0"/>
            </a:rPr>
            <a:t>.</a:t>
          </a:r>
          <a:r>
            <a:rPr lang="en-US" sz="2200" kern="1200" spc="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Adil</a:t>
          </a:r>
          <a:r>
            <a:rPr lang="en-US" sz="2200" kern="1200" spc="300"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juga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bermakna</a:t>
          </a:r>
          <a:r>
            <a:rPr lang="en-US" sz="2200" kern="1200" spc="-10"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seimbang</a:t>
          </a:r>
          <a:r>
            <a:rPr lang="en-US" sz="2200" kern="1200" spc="-1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dalam</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seluruh</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aspek</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kehidupan</a:t>
          </a:r>
          <a:r>
            <a:rPr lang="en-US" sz="2200" kern="1200" spc="-5" dirty="0">
              <a:effectLst/>
              <a:latin typeface="+mn-lt"/>
              <a:ea typeface="Times New Roman" panose="02020603050405020304" pitchFamily="18" charset="0"/>
            </a:rPr>
            <a:t>.</a:t>
          </a:r>
          <a:endParaRPr lang="en-US" sz="2200" kern="1200" dirty="0">
            <a:latin typeface="+mn-lt"/>
          </a:endParaRPr>
        </a:p>
      </dsp:txBody>
      <dsp:txXfrm>
        <a:off x="0" y="317317"/>
        <a:ext cx="10179423" cy="2182950"/>
      </dsp:txXfrm>
    </dsp:sp>
    <dsp:sp modelId="{D9A7131B-77F1-4E65-97D8-92009756C619}">
      <dsp:nvSpPr>
        <dsp:cNvPr id="0" name=""/>
        <dsp:cNvSpPr/>
      </dsp:nvSpPr>
      <dsp:spPr>
        <a:xfrm>
          <a:off x="508971" y="7357"/>
          <a:ext cx="816664" cy="61992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9331" tIns="0" rIns="269331" bIns="0" numCol="1" spcCol="1270" anchor="ctr" anchorCtr="0">
          <a:noAutofit/>
        </a:bodyPr>
        <a:lstStyle/>
        <a:p>
          <a:pPr marL="0" lvl="0" indent="0" algn="l" defTabSz="933450">
            <a:lnSpc>
              <a:spcPct val="90000"/>
            </a:lnSpc>
            <a:spcBef>
              <a:spcPct val="0"/>
            </a:spcBef>
            <a:spcAft>
              <a:spcPct val="35000"/>
            </a:spcAft>
            <a:buNone/>
          </a:pPr>
          <a:r>
            <a:rPr lang="en-US" sz="2100" kern="1200" dirty="0"/>
            <a:t>A</a:t>
          </a:r>
        </a:p>
      </dsp:txBody>
      <dsp:txXfrm>
        <a:off x="539233" y="37619"/>
        <a:ext cx="756140" cy="5593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3CA1EB-F293-4BE4-8063-33942D1959FF}">
      <dsp:nvSpPr>
        <dsp:cNvPr id="0" name=""/>
        <dsp:cNvSpPr/>
      </dsp:nvSpPr>
      <dsp:spPr>
        <a:xfrm>
          <a:off x="0" y="391848"/>
          <a:ext cx="10514107" cy="2520000"/>
        </a:xfrm>
        <a:prstGeom prst="rect">
          <a:avLst/>
        </a:prstGeom>
        <a:solidFill>
          <a:schemeClr val="accent4">
            <a:alpha val="90000"/>
            <a:tint val="4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012" tIns="520700" rIns="816012" bIns="156464" numCol="1" spcCol="1270" anchor="t" anchorCtr="0">
          <a:noAutofit/>
        </a:bodyPr>
        <a:lstStyle/>
        <a:p>
          <a:pPr marL="228600" lvl="1" indent="-228600" algn="just" defTabSz="977900">
            <a:lnSpc>
              <a:spcPct val="90000"/>
            </a:lnSpc>
            <a:spcBef>
              <a:spcPct val="0"/>
            </a:spcBef>
            <a:spcAft>
              <a:spcPct val="15000"/>
            </a:spcAft>
            <a:buSzPts val="1200"/>
            <a:buFont typeface="Wingdings" panose="05000000000000000000" pitchFamily="2" charset="2"/>
            <a:buChar char="v"/>
          </a:pPr>
          <a:r>
            <a:rPr lang="en-US" sz="2200" kern="1200" spc="-5" dirty="0" err="1">
              <a:effectLst/>
              <a:latin typeface="+mn-lt"/>
              <a:ea typeface="Times New Roman" panose="02020603050405020304" pitchFamily="18" charset="0"/>
            </a:rPr>
            <a:t>Prinsip</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kedua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adalah</a:t>
          </a:r>
          <a:r>
            <a:rPr lang="en-US" sz="2200" kern="1200" spc="-5" dirty="0">
              <a:effectLst/>
              <a:latin typeface="+mn-lt"/>
              <a:ea typeface="Times New Roman" panose="02020603050405020304" pitchFamily="18" charset="0"/>
            </a:rPr>
            <a:t> </a:t>
          </a:r>
          <a:r>
            <a:rPr lang="en-US" sz="2200" b="1" kern="1200" spc="-5" dirty="0" err="1">
              <a:effectLst/>
              <a:latin typeface="+mn-lt"/>
              <a:ea typeface="Times New Roman" panose="02020603050405020304" pitchFamily="18" charset="0"/>
            </a:rPr>
            <a:t>ihsan</a:t>
          </a:r>
          <a:r>
            <a:rPr lang="en-US" sz="2200" b="1" kern="1200" spc="-5" dirty="0">
              <a:effectLst/>
              <a:latin typeface="+mn-lt"/>
              <a:ea typeface="Times New Roman" panose="02020603050405020304" pitchFamily="18" charset="0"/>
            </a:rPr>
            <a:t>.</a:t>
          </a:r>
          <a:r>
            <a:rPr lang="en-US" sz="2200" kern="1200" spc="-5" dirty="0">
              <a:effectLst/>
              <a:latin typeface="+mn-lt"/>
              <a:ea typeface="Times New Roman" panose="02020603050405020304" pitchFamily="18" charset="0"/>
            </a:rPr>
            <a:t> Ihsan </a:t>
          </a:r>
          <a:r>
            <a:rPr lang="en-US" sz="2200" kern="1200" spc="-5" dirty="0" err="1">
              <a:effectLst/>
              <a:latin typeface="+mn-lt"/>
              <a:ea typeface="Times New Roman" panose="02020603050405020304" pitchFamily="18" charset="0"/>
            </a:rPr>
            <a:t>bermakna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melakukan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sesuatu</a:t>
          </a:r>
          <a:r>
            <a:rPr lang="en-US" sz="2200" kern="1200" spc="-5" dirty="0">
              <a:effectLst/>
              <a:latin typeface="+mn-lt"/>
              <a:ea typeface="Times New Roman" panose="02020603050405020304" pitchFamily="18" charset="0"/>
            </a:rPr>
            <a:t> yang paling</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baik</a:t>
          </a:r>
          <a:r>
            <a:rPr lang="en-US" sz="2200" kern="1200" spc="-5" dirty="0">
              <a:effectLst/>
              <a:latin typeface="+mn-lt"/>
              <a:ea typeface="Times New Roman" panose="02020603050405020304" pitchFamily="18" charset="0"/>
            </a:rPr>
            <a:t> dan </a:t>
          </a:r>
          <a:r>
            <a:rPr lang="en-US" sz="2200" kern="1200" spc="-5" dirty="0" err="1">
              <a:effectLst/>
              <a:latin typeface="+mn-lt"/>
              <a:ea typeface="Times New Roman" panose="02020603050405020304" pitchFamily="18" charset="0"/>
            </a:rPr>
            <a:t>memiliki</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makna</a:t>
          </a:r>
          <a:r>
            <a:rPr lang="en-US" sz="2200" kern="1200" spc="-5" dirty="0">
              <a:effectLst/>
              <a:latin typeface="+mn-lt"/>
              <a:ea typeface="Times New Roman" panose="02020603050405020304" pitchFamily="18" charset="0"/>
            </a:rPr>
            <a:t> yang </a:t>
          </a:r>
          <a:r>
            <a:rPr lang="en-US" sz="2200" kern="1200" spc="-5" dirty="0" err="1">
              <a:effectLst/>
              <a:latin typeface="+mn-lt"/>
              <a:ea typeface="Times New Roman" panose="02020603050405020304" pitchFamily="18" charset="0"/>
            </a:rPr>
            <a:t>lebih</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tinggi</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daripada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keadilan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Misalnya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ketika</a:t>
          </a:r>
          <a:r>
            <a:rPr lang="en-US" sz="2200" kern="1200" spc="-28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kita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ditampar</a:t>
          </a:r>
          <a:r>
            <a:rPr lang="en-US" sz="2200" kern="1200" spc="-5" dirty="0">
              <a:effectLst/>
              <a:latin typeface="+mn-lt"/>
              <a:ea typeface="Times New Roman" panose="02020603050405020304" pitchFamily="18" charset="0"/>
            </a:rPr>
            <a:t> oleh </a:t>
          </a:r>
          <a:r>
            <a:rPr lang="en-US" sz="2200" kern="1200" spc="-5" dirty="0" err="1">
              <a:effectLst/>
              <a:latin typeface="+mn-lt"/>
              <a:ea typeface="Times New Roman" panose="02020603050405020304" pitchFamily="18" charset="0"/>
            </a:rPr>
            <a:t>seseorang</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sebanyak</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satu</a:t>
          </a:r>
          <a:r>
            <a:rPr lang="en-US" sz="2200" kern="1200" spc="-5" dirty="0">
              <a:effectLst/>
              <a:latin typeface="+mn-lt"/>
              <a:ea typeface="Times New Roman" panose="02020603050405020304" pitchFamily="18" charset="0"/>
            </a:rPr>
            <a:t> kali, </a:t>
          </a:r>
          <a:r>
            <a:rPr lang="en-US" sz="2200" kern="1200" spc="-5" dirty="0" err="1">
              <a:effectLst/>
              <a:latin typeface="+mn-lt"/>
              <a:ea typeface="Times New Roman" panose="02020603050405020304" pitchFamily="18" charset="0"/>
            </a:rPr>
            <a:t>maka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kita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diizinkan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untuk</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membalas</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tamparan</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tersebut</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sebanyak</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satu</a:t>
          </a:r>
          <a:r>
            <a:rPr lang="en-US" sz="2200" kern="1200" spc="-5" dirty="0">
              <a:effectLst/>
              <a:latin typeface="+mn-lt"/>
              <a:ea typeface="Times New Roman" panose="02020603050405020304" pitchFamily="18" charset="0"/>
            </a:rPr>
            <a:t> kali juga dan </a:t>
          </a:r>
          <a:r>
            <a:rPr lang="en-US" sz="2200" kern="1200" spc="-5" dirty="0" err="1">
              <a:effectLst/>
              <a:latin typeface="+mn-lt"/>
              <a:ea typeface="Times New Roman" panose="02020603050405020304" pitchFamily="18" charset="0"/>
            </a:rPr>
            <a:t>itu</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bermakna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adil</a:t>
          </a:r>
          <a:r>
            <a:rPr lang="en-US" sz="2200" kern="1200" spc="-5" dirty="0">
              <a:effectLst/>
              <a:latin typeface="+mn-lt"/>
              <a:ea typeface="Times New Roman" panose="02020603050405020304" pitchFamily="18" charset="0"/>
            </a:rPr>
            <a:t>.</a:t>
          </a:r>
          <a:r>
            <a:rPr lang="en-US" sz="2200" kern="1200" spc="5" dirty="0">
              <a:effectLst/>
              <a:latin typeface="+mn-lt"/>
              <a:ea typeface="Times New Roman" panose="02020603050405020304" pitchFamily="18" charset="0"/>
            </a:rPr>
            <a:t> </a:t>
          </a:r>
          <a:r>
            <a:rPr lang="en-US" sz="2200" kern="1200" spc="-5" dirty="0">
              <a:effectLst/>
              <a:latin typeface="+mn-lt"/>
              <a:ea typeface="Times New Roman" panose="02020603050405020304" pitchFamily="18" charset="0"/>
            </a:rPr>
            <a:t>Akan </a:t>
          </a:r>
          <a:r>
            <a:rPr lang="en-US" sz="2200" kern="1200" spc="-5" dirty="0" err="1">
              <a:effectLst/>
              <a:latin typeface="+mn-lt"/>
              <a:ea typeface="Times New Roman" panose="02020603050405020304" pitchFamily="18" charset="0"/>
            </a:rPr>
            <a:t>tetapi</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jika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kita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tidak</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membalas</a:t>
          </a:r>
          <a:r>
            <a:rPr lang="en-US" sz="2200" kern="1200" spc="-5" dirty="0">
              <a:effectLst/>
              <a:latin typeface="+mn-lt"/>
              <a:ea typeface="Times New Roman" panose="02020603050405020304" pitchFamily="18" charset="0"/>
            </a:rPr>
            <a:t> dan </a:t>
          </a:r>
          <a:r>
            <a:rPr lang="en-US" sz="2200" kern="1200" spc="-5" dirty="0" err="1">
              <a:effectLst/>
              <a:latin typeface="+mn-lt"/>
              <a:ea typeface="Times New Roman" panose="02020603050405020304" pitchFamily="18" charset="0"/>
            </a:rPr>
            <a:t>memberi</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maaf</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maka</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itulah</a:t>
          </a:r>
          <a:r>
            <a:rPr lang="en-US" sz="2200" kern="1200" spc="-5" dirty="0">
              <a:effectLst/>
              <a:latin typeface="+mn-lt"/>
              <a:ea typeface="Times New Roman" panose="02020603050405020304" pitchFamily="18" charset="0"/>
            </a:rPr>
            <a:t> yang</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disebut</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sebagai</a:t>
          </a:r>
          <a:r>
            <a:rPr lang="en-US" sz="2200" kern="1200" spc="-5" dirty="0">
              <a:effectLst/>
              <a:latin typeface="+mn-lt"/>
              <a:ea typeface="Times New Roman" panose="02020603050405020304" pitchFamily="18" charset="0"/>
            </a:rPr>
            <a:t> </a:t>
          </a:r>
          <a:r>
            <a:rPr lang="en-US" sz="2200" kern="1200" spc="-5" dirty="0" err="1">
              <a:effectLst/>
              <a:latin typeface="+mn-lt"/>
              <a:ea typeface="Times New Roman" panose="02020603050405020304" pitchFamily="18" charset="0"/>
            </a:rPr>
            <a:t>ihsan</a:t>
          </a:r>
          <a:r>
            <a:rPr lang="en-US" sz="2200" kern="1200" spc="-5" dirty="0">
              <a:effectLst/>
              <a:latin typeface="+mn-lt"/>
              <a:ea typeface="Times New Roman" panose="02020603050405020304" pitchFamily="18" charset="0"/>
            </a:rPr>
            <a:t>.</a:t>
          </a:r>
          <a:endParaRPr lang="en-US" sz="2200" kern="1200" dirty="0">
            <a:latin typeface="+mn-lt"/>
          </a:endParaRPr>
        </a:p>
      </dsp:txBody>
      <dsp:txXfrm>
        <a:off x="0" y="391848"/>
        <a:ext cx="10514107" cy="2520000"/>
      </dsp:txXfrm>
    </dsp:sp>
    <dsp:sp modelId="{D26EAC71-BE1F-4AB7-A41B-581AE8453331}">
      <dsp:nvSpPr>
        <dsp:cNvPr id="0" name=""/>
        <dsp:cNvSpPr/>
      </dsp:nvSpPr>
      <dsp:spPr>
        <a:xfrm>
          <a:off x="525705" y="22848"/>
          <a:ext cx="864196" cy="738000"/>
        </a:xfrm>
        <a:prstGeom prst="round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186" tIns="0" rIns="278186" bIns="0" numCol="1" spcCol="1270" anchor="ctr" anchorCtr="0">
          <a:noAutofit/>
        </a:bodyPr>
        <a:lstStyle/>
        <a:p>
          <a:pPr marL="0" lvl="0" indent="0" algn="l" defTabSz="1111250">
            <a:lnSpc>
              <a:spcPct val="90000"/>
            </a:lnSpc>
            <a:spcBef>
              <a:spcPct val="0"/>
            </a:spcBef>
            <a:spcAft>
              <a:spcPct val="35000"/>
            </a:spcAft>
            <a:buNone/>
          </a:pPr>
          <a:r>
            <a:rPr lang="en-US" sz="2500" kern="1200" dirty="0"/>
            <a:t>B</a:t>
          </a:r>
        </a:p>
      </dsp:txBody>
      <dsp:txXfrm>
        <a:off x="561731" y="58874"/>
        <a:ext cx="792144" cy="6659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166BB-1077-4A7E-BDCF-273F759048E2}">
      <dsp:nvSpPr>
        <dsp:cNvPr id="0" name=""/>
        <dsp:cNvSpPr/>
      </dsp:nvSpPr>
      <dsp:spPr>
        <a:xfrm>
          <a:off x="0" y="361468"/>
          <a:ext cx="10210802" cy="1587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92472" tIns="499872" rIns="792472" bIns="156464" numCol="1" spcCol="1270" anchor="t" anchorCtr="0">
          <a:noAutofit/>
        </a:bodyPr>
        <a:lstStyle/>
        <a:p>
          <a:pPr marL="228600" lvl="1" indent="-228600" algn="just" defTabSz="977900">
            <a:lnSpc>
              <a:spcPct val="90000"/>
            </a:lnSpc>
            <a:spcBef>
              <a:spcPct val="0"/>
            </a:spcBef>
            <a:spcAft>
              <a:spcPct val="15000"/>
            </a:spcAft>
            <a:buSzPts val="1200"/>
            <a:buFont typeface="Wingdings" panose="05000000000000000000" pitchFamily="2" charset="2"/>
            <a:buChar char="v"/>
          </a:pPr>
          <a:r>
            <a:rPr lang="en-US" sz="2200" kern="1200" dirty="0" err="1">
              <a:effectLst/>
              <a:latin typeface="+mn-lt"/>
              <a:ea typeface="Times New Roman" panose="02020603050405020304" pitchFamily="18" charset="0"/>
            </a:rPr>
            <a:t>Prinsip</a:t>
          </a:r>
          <a:r>
            <a:rPr lang="en-US" sz="2200" kern="1200" dirty="0">
              <a:effectLst/>
              <a:latin typeface="+mn-lt"/>
              <a:ea typeface="Times New Roman" panose="02020603050405020304" pitchFamily="18" charset="0"/>
            </a:rPr>
            <a:t> </a:t>
          </a:r>
          <a:r>
            <a:rPr lang="en-US" sz="2200" i="1" kern="1200" dirty="0" err="1">
              <a:effectLst/>
              <a:latin typeface="+mn-lt"/>
              <a:ea typeface="Times New Roman" panose="02020603050405020304" pitchFamily="18" charset="0"/>
            </a:rPr>
            <a:t>ketiga</a:t>
          </a:r>
          <a:r>
            <a:rPr lang="en-US" sz="2200" i="1"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adalah</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berbuat</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baik</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kepada</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kaum</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kerabat</a:t>
          </a:r>
          <a:r>
            <a:rPr lang="en-US" sz="2200" kern="1200" dirty="0">
              <a:effectLst/>
              <a:latin typeface="+mn-lt"/>
              <a:ea typeface="Times New Roman" panose="02020603050405020304" pitchFamily="18" charset="0"/>
            </a:rPr>
            <a:t>.</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Tujuan</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terdekat</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manusia</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diciptakan</a:t>
          </a:r>
          <a:r>
            <a:rPr lang="en-US" sz="2200" kern="1200" dirty="0">
              <a:effectLst/>
              <a:latin typeface="+mn-lt"/>
              <a:ea typeface="Times New Roman" panose="02020603050405020304" pitchFamily="18" charset="0"/>
            </a:rPr>
            <a:t> di </a:t>
          </a:r>
          <a:r>
            <a:rPr lang="en-US" sz="2200" kern="1200" dirty="0" err="1">
              <a:effectLst/>
              <a:latin typeface="+mn-lt"/>
              <a:ea typeface="Times New Roman" panose="02020603050405020304" pitchFamily="18" charset="0"/>
            </a:rPr>
            <a:t>muka</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bumi</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adalah</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untuk</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berbuat</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baik</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kepada</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manusia</a:t>
          </a:r>
          <a:r>
            <a:rPr lang="en-US" sz="2200" kern="1200" spc="5" dirty="0">
              <a:effectLst/>
              <a:latin typeface="+mn-lt"/>
              <a:ea typeface="Times New Roman" panose="02020603050405020304" pitchFamily="18" charset="0"/>
            </a:rPr>
            <a:t> </a:t>
          </a:r>
          <a:r>
            <a:rPr lang="en-US" sz="2200" kern="1200" dirty="0">
              <a:effectLst/>
              <a:latin typeface="+mn-lt"/>
              <a:ea typeface="Times New Roman" panose="02020603050405020304" pitchFamily="18" charset="0"/>
            </a:rPr>
            <a:t>yang</a:t>
          </a:r>
          <a:r>
            <a:rPr lang="en-US" sz="2200" kern="1200" spc="-20" dirty="0">
              <a:effectLst/>
              <a:latin typeface="+mn-lt"/>
              <a:ea typeface="Times New Roman" panose="02020603050405020304" pitchFamily="18" charset="0"/>
            </a:rPr>
            <a:t> </a:t>
          </a:r>
          <a:r>
            <a:rPr lang="en-US" sz="2200" kern="1200" dirty="0">
              <a:effectLst/>
              <a:latin typeface="+mn-lt"/>
              <a:ea typeface="Times New Roman" panose="02020603050405020304" pitchFamily="18" charset="0"/>
            </a:rPr>
            <a:t>lain dan </a:t>
          </a:r>
          <a:r>
            <a:rPr lang="en-US" sz="2200" kern="1200" dirty="0" err="1">
              <a:effectLst/>
              <a:latin typeface="+mn-lt"/>
              <a:ea typeface="Times New Roman" panose="02020603050405020304" pitchFamily="18" charset="0"/>
            </a:rPr>
            <a:t>dengan</a:t>
          </a:r>
          <a:r>
            <a:rPr lang="en-US" sz="2200" kern="1200" spc="-5"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itu</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tatanan</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masyarakat</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akan</a:t>
          </a:r>
          <a:r>
            <a:rPr lang="en-US" sz="2200" kern="1200" spc="1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menjadi</a:t>
          </a:r>
          <a:r>
            <a:rPr lang="en-US" sz="2200" kern="1200" dirty="0">
              <a:effectLst/>
              <a:latin typeface="+mn-lt"/>
              <a:ea typeface="Times New Roman" panose="02020603050405020304" pitchFamily="18" charset="0"/>
            </a:rPr>
            <a:t> </a:t>
          </a:r>
          <a:r>
            <a:rPr lang="en-US" sz="2200" kern="1200" dirty="0" err="1">
              <a:effectLst/>
              <a:latin typeface="+mn-lt"/>
              <a:ea typeface="Times New Roman" panose="02020603050405020304" pitchFamily="18" charset="0"/>
            </a:rPr>
            <a:t>baik</a:t>
          </a:r>
          <a:endParaRPr lang="en-US" sz="2200" kern="1200" dirty="0">
            <a:latin typeface="+mn-lt"/>
          </a:endParaRPr>
        </a:p>
      </dsp:txBody>
      <dsp:txXfrm>
        <a:off x="0" y="361468"/>
        <a:ext cx="10210802" cy="1587600"/>
      </dsp:txXfrm>
    </dsp:sp>
    <dsp:sp modelId="{0407F8B2-2413-42B4-851E-B17C5D2661E6}">
      <dsp:nvSpPr>
        <dsp:cNvPr id="0" name=""/>
        <dsp:cNvSpPr/>
      </dsp:nvSpPr>
      <dsp:spPr>
        <a:xfrm>
          <a:off x="510540" y="7228"/>
          <a:ext cx="876719" cy="708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161" tIns="0" rIns="270161" bIns="0" numCol="1" spcCol="1270" anchor="ctr" anchorCtr="0">
          <a:noAutofit/>
        </a:bodyPr>
        <a:lstStyle/>
        <a:p>
          <a:pPr marL="0" lvl="0" indent="0" algn="l" defTabSz="1066800">
            <a:lnSpc>
              <a:spcPct val="90000"/>
            </a:lnSpc>
            <a:spcBef>
              <a:spcPct val="0"/>
            </a:spcBef>
            <a:spcAft>
              <a:spcPct val="35000"/>
            </a:spcAft>
            <a:buNone/>
          </a:pPr>
          <a:r>
            <a:rPr lang="en-US" sz="2400" kern="1200" dirty="0"/>
            <a:t>C</a:t>
          </a:r>
        </a:p>
      </dsp:txBody>
      <dsp:txXfrm>
        <a:off x="545125" y="41813"/>
        <a:ext cx="807549" cy="639310"/>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6C0D2D-2EB2-49C1-BED7-F452AE259E13}" type="datetimeFigureOut">
              <a:rPr lang="id-ID" smtClean="0"/>
              <a:t>26/10/2023</a:t>
            </a:fld>
            <a:endParaRPr lang="id-ID"/>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BC18CE-5D54-4E89-913F-6A85CB451F64}" type="slidenum">
              <a:rPr lang="id-ID" smtClean="0"/>
              <a:t>‹#›</a:t>
            </a:fld>
            <a:endParaRPr lang="id-ID"/>
          </a:p>
        </p:txBody>
      </p:sp>
    </p:spTree>
    <p:extLst>
      <p:ext uri="{BB962C8B-B14F-4D97-AF65-F5344CB8AC3E}">
        <p14:creationId xmlns:p14="http://schemas.microsoft.com/office/powerpoint/2010/main" val="1452750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2EC0E-B54A-4757-90C4-7372932CCB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4BA9AD3A-6F1F-4452-A6D5-75775264F8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76B30A2F-CBEC-478C-BF3B-5C1C8E149927}"/>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5" name="Footer Placeholder 4">
            <a:extLst>
              <a:ext uri="{FF2B5EF4-FFF2-40B4-BE49-F238E27FC236}">
                <a16:creationId xmlns:a16="http://schemas.microsoft.com/office/drawing/2014/main" id="{AC576EAF-BE71-4C3B-8B51-D4E293C8F07E}"/>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B49BB96-5449-4130-B96E-450F18C577FC}"/>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3182040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1D603-B48B-4D51-B53C-42277C035BF9}"/>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78CA1A1E-015F-4B43-8BC0-E5D3BD269B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EFC4540-1B76-4BCF-99BE-B2A4D87D60FA}"/>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5" name="Footer Placeholder 4">
            <a:extLst>
              <a:ext uri="{FF2B5EF4-FFF2-40B4-BE49-F238E27FC236}">
                <a16:creationId xmlns:a16="http://schemas.microsoft.com/office/drawing/2014/main" id="{1CEB4293-0CA6-49C4-86BE-CB98879BDBF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3714F8C-1643-4897-849C-842379110D62}"/>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836861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5662-4128-4CF6-B6BF-C7462F15B4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1DBFAA2A-5B12-4460-982E-C4A0DA85D7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E4750D-CD99-46F0-8516-CFA7E291ABF2}"/>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5" name="Footer Placeholder 4">
            <a:extLst>
              <a:ext uri="{FF2B5EF4-FFF2-40B4-BE49-F238E27FC236}">
                <a16:creationId xmlns:a16="http://schemas.microsoft.com/office/drawing/2014/main" id="{0B88FE43-FE13-479E-8DC8-9D0614BAB75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605134C-D41D-4C0E-BA40-D93FA771CAC4}"/>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2846977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774D-E817-423D-B6B9-A6CCD9F40695}"/>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7C13361-0CCF-4E75-ACBA-2DF897F7A3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84BEBA29-35AF-40BF-9A07-09051ACAC3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13A18D48-5215-4E34-BEA9-D54296715904}"/>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6" name="Footer Placeholder 5">
            <a:extLst>
              <a:ext uri="{FF2B5EF4-FFF2-40B4-BE49-F238E27FC236}">
                <a16:creationId xmlns:a16="http://schemas.microsoft.com/office/drawing/2014/main" id="{5538976C-76FA-4349-8FF0-EA7038C0EEDE}"/>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2B0E55C9-AF73-4795-A92A-7A75AFDB50E5}"/>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1495034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51469-E3CB-4E17-B117-2D5E32465CD8}"/>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E0D31211-4F33-4AA0-9EB9-94F8189E50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12B0D1-4FEE-4F12-85CF-930D9A6744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2770B2A6-975D-4720-971D-3438C838DA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9C17BE-CD29-4269-9A5E-D263264E4F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4DFA7450-7AEA-4FD7-A19B-38EE6E6B56FD}"/>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8" name="Footer Placeholder 7">
            <a:extLst>
              <a:ext uri="{FF2B5EF4-FFF2-40B4-BE49-F238E27FC236}">
                <a16:creationId xmlns:a16="http://schemas.microsoft.com/office/drawing/2014/main" id="{01CAC590-6406-48B1-8044-9ADC28CCE9A4}"/>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4ABCCAC4-CBDB-4FF3-B8A0-41CFF7724007}"/>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2841380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8E9DF-EE32-4560-91CD-40FC0C771B89}"/>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D21E6B15-664E-470F-A5A9-FB7646521A0E}"/>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4" name="Footer Placeholder 3">
            <a:extLst>
              <a:ext uri="{FF2B5EF4-FFF2-40B4-BE49-F238E27FC236}">
                <a16:creationId xmlns:a16="http://schemas.microsoft.com/office/drawing/2014/main" id="{0B3F3F62-75A9-4B10-B937-E23323174CEE}"/>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9B1907F2-2F76-4855-A3DB-887452CDDE84}"/>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1018145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76255C-049F-4A73-96A8-33118209784D}"/>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3" name="Footer Placeholder 2">
            <a:extLst>
              <a:ext uri="{FF2B5EF4-FFF2-40B4-BE49-F238E27FC236}">
                <a16:creationId xmlns:a16="http://schemas.microsoft.com/office/drawing/2014/main" id="{A5A75076-AF27-4CDA-96E5-A84EBF112A91}"/>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91F9AFC5-D9B0-487B-AA9D-853C4C8D3D7D}"/>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2820748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4152B-0CA5-4CD5-8F0A-78246D7E72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C9994CF2-A46A-40C6-9834-594343A8B2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6CA4DB8F-EA01-418B-9D1B-4C29395D23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2A462-739E-4636-927F-803C5EF67684}"/>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6" name="Footer Placeholder 5">
            <a:extLst>
              <a:ext uri="{FF2B5EF4-FFF2-40B4-BE49-F238E27FC236}">
                <a16:creationId xmlns:a16="http://schemas.microsoft.com/office/drawing/2014/main" id="{2FE59B3E-03B6-4C7A-BD1D-DC3375516CC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53D13F6-0AA8-4B08-A97C-CD37608A69C1}"/>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1582031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0CCE7-904D-4B40-A7B5-B4C571AEC2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306BC17C-66AB-4464-8858-22EA3AE725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3066F997-37A1-4DC8-B752-3D9C17AEE1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92BAC1-E0FC-4BC7-8EB8-DEB5B532A991}"/>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6" name="Footer Placeholder 5">
            <a:extLst>
              <a:ext uri="{FF2B5EF4-FFF2-40B4-BE49-F238E27FC236}">
                <a16:creationId xmlns:a16="http://schemas.microsoft.com/office/drawing/2014/main" id="{32A43450-F49A-48DC-AC5D-1FFB17F13F38}"/>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4B889349-023B-4471-BFEE-16073CB2477E}"/>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2749900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11BD-511A-4E25-B3DA-6451194FBE09}"/>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BF8A8543-2E01-4286-B144-CB03531EAE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A9DDC02-77FC-4320-95B6-C2191A25AAF9}"/>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5" name="Footer Placeholder 4">
            <a:extLst>
              <a:ext uri="{FF2B5EF4-FFF2-40B4-BE49-F238E27FC236}">
                <a16:creationId xmlns:a16="http://schemas.microsoft.com/office/drawing/2014/main" id="{64EAEF0B-DFCE-444E-BCE8-CA309D163CD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7031F82-749B-4E27-81E5-C104152CAF0B}"/>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4092987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1D189E-4AB7-4959-93BD-EB8425E8D2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EBB47F0F-9537-425D-AC1B-C748D18E91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EE30B35-6476-4895-B917-97E026CB8246}"/>
              </a:ext>
            </a:extLst>
          </p:cNvPr>
          <p:cNvSpPr>
            <a:spLocks noGrp="1"/>
          </p:cNvSpPr>
          <p:nvPr>
            <p:ph type="dt" sz="half" idx="10"/>
          </p:nvPr>
        </p:nvSpPr>
        <p:spPr/>
        <p:txBody>
          <a:bodyPr/>
          <a:lstStyle/>
          <a:p>
            <a:fld id="{034952B0-BC14-4D46-8DFA-CCD43AD5AF56}" type="datetimeFigureOut">
              <a:rPr lang="en-ID" smtClean="0"/>
              <a:t>26/10/2023</a:t>
            </a:fld>
            <a:endParaRPr lang="en-ID"/>
          </a:p>
        </p:txBody>
      </p:sp>
      <p:sp>
        <p:nvSpPr>
          <p:cNvPr id="5" name="Footer Placeholder 4">
            <a:extLst>
              <a:ext uri="{FF2B5EF4-FFF2-40B4-BE49-F238E27FC236}">
                <a16:creationId xmlns:a16="http://schemas.microsoft.com/office/drawing/2014/main" id="{375FDD39-0BB2-4CFD-B7A5-90C56FB728A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2612572-5C14-4625-A3EC-90B54DFEEAF1}"/>
              </a:ext>
            </a:extLst>
          </p:cNvPr>
          <p:cNvSpPr>
            <a:spLocks noGrp="1"/>
          </p:cNvSpPr>
          <p:nvPr>
            <p:ph type="sldNum" sz="quarter" idx="12"/>
          </p:nvPr>
        </p:nvSpPr>
        <p:spPr/>
        <p:txBody>
          <a:bodyPr/>
          <a:lstStyle/>
          <a:p>
            <a:fld id="{327BFEBF-9308-49D9-9E96-5E7A6CDA27E2}" type="slidenum">
              <a:rPr lang="en-ID" smtClean="0"/>
              <a:t>‹#›</a:t>
            </a:fld>
            <a:endParaRPr lang="en-ID"/>
          </a:p>
        </p:txBody>
      </p:sp>
    </p:spTree>
    <p:extLst>
      <p:ext uri="{BB962C8B-B14F-4D97-AF65-F5344CB8AC3E}">
        <p14:creationId xmlns:p14="http://schemas.microsoft.com/office/powerpoint/2010/main" val="1542839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C9E4F6-9E03-4C0A-9D3E-96394B4E9F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6533FEEA-59E3-4848-AB4F-481FAFA7CA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1CB40B19-C227-4017-9D8C-535BFA7D31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4952B0-BC14-4D46-8DFA-CCD43AD5AF56}" type="datetimeFigureOut">
              <a:rPr lang="en-ID" smtClean="0"/>
              <a:t>26/10/2023</a:t>
            </a:fld>
            <a:endParaRPr lang="en-ID"/>
          </a:p>
        </p:txBody>
      </p:sp>
      <p:sp>
        <p:nvSpPr>
          <p:cNvPr id="5" name="Footer Placeholder 4">
            <a:extLst>
              <a:ext uri="{FF2B5EF4-FFF2-40B4-BE49-F238E27FC236}">
                <a16:creationId xmlns:a16="http://schemas.microsoft.com/office/drawing/2014/main" id="{BB639005-3B4A-4274-820E-DC2B43CAB4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059879D8-F57B-4FCE-B137-91492800FD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7BFEBF-9308-49D9-9E96-5E7A6CDA27E2}" type="slidenum">
              <a:rPr lang="en-ID" smtClean="0"/>
              <a:t>‹#›</a:t>
            </a:fld>
            <a:endParaRPr lang="en-ID"/>
          </a:p>
        </p:txBody>
      </p:sp>
    </p:spTree>
    <p:extLst>
      <p:ext uri="{BB962C8B-B14F-4D97-AF65-F5344CB8AC3E}">
        <p14:creationId xmlns:p14="http://schemas.microsoft.com/office/powerpoint/2010/main" val="16407113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16A84-E56A-4C5D-986B-43B6981686F4}"/>
              </a:ext>
            </a:extLst>
          </p:cNvPr>
          <p:cNvSpPr>
            <a:spLocks noGrp="1"/>
          </p:cNvSpPr>
          <p:nvPr>
            <p:ph type="ctrTitle"/>
          </p:nvPr>
        </p:nvSpPr>
        <p:spPr>
          <a:xfrm>
            <a:off x="1205949" y="2235200"/>
            <a:ext cx="10230678" cy="2387600"/>
          </a:xfrm>
        </p:spPr>
        <p:txBody>
          <a:bodyPr>
            <a:noAutofit/>
          </a:bodyPr>
          <a:lstStyle/>
          <a:p>
            <a:pPr lvl="0" algn="r">
              <a:lnSpc>
                <a:spcPct val="100000"/>
              </a:lnSpc>
              <a:spcBef>
                <a:spcPts val="1000"/>
              </a:spcBef>
              <a:spcAft>
                <a:spcPts val="1200"/>
              </a:spcAft>
              <a:defRPr/>
            </a:pPr>
            <a:r>
              <a:rPr lang="en-US" sz="4400" b="1" dirty="0" err="1">
                <a:solidFill>
                  <a:prstClr val="black"/>
                </a:solidFill>
                <a:latin typeface="Montserrat" panose="02000505000000020004" pitchFamily="2" charset="0"/>
                <a:cs typeface="Arial" panose="020B0604020202020204" pitchFamily="34" charset="0"/>
              </a:rPr>
              <a:t>Filsafat</a:t>
            </a:r>
            <a:r>
              <a:rPr lang="en-US" sz="4400" b="1" dirty="0">
                <a:solidFill>
                  <a:prstClr val="black"/>
                </a:solidFill>
                <a:latin typeface="Montserrat" panose="02000505000000020004" pitchFamily="2" charset="0"/>
                <a:cs typeface="Arial" panose="020B0604020202020204" pitchFamily="34" charset="0"/>
              </a:rPr>
              <a:t> </a:t>
            </a:r>
            <a:r>
              <a:rPr lang="en-US" sz="4400" b="1" dirty="0" err="1">
                <a:solidFill>
                  <a:prstClr val="black"/>
                </a:solidFill>
                <a:latin typeface="Montserrat" panose="02000505000000020004" pitchFamily="2" charset="0"/>
                <a:cs typeface="Arial" panose="020B0604020202020204" pitchFamily="34" charset="0"/>
              </a:rPr>
              <a:t>Ketuhanan</a:t>
            </a:r>
            <a:r>
              <a:rPr lang="en-US" sz="4400" b="1" dirty="0">
                <a:solidFill>
                  <a:prstClr val="black"/>
                </a:solidFill>
                <a:latin typeface="Montserrat" panose="02000505000000020004" pitchFamily="2" charset="0"/>
                <a:cs typeface="Arial" panose="020B0604020202020204" pitchFamily="34" charset="0"/>
              </a:rPr>
              <a:t> dan </a:t>
            </a:r>
            <a:br>
              <a:rPr lang="id-ID" sz="4400" b="1" dirty="0">
                <a:solidFill>
                  <a:prstClr val="black"/>
                </a:solidFill>
                <a:latin typeface="Montserrat" panose="02000505000000020004" pitchFamily="2" charset="0"/>
                <a:cs typeface="Arial" panose="020B0604020202020204" pitchFamily="34" charset="0"/>
              </a:rPr>
            </a:br>
            <a:r>
              <a:rPr lang="en-US" sz="4400" b="1" dirty="0" err="1">
                <a:solidFill>
                  <a:prstClr val="black"/>
                </a:solidFill>
                <a:latin typeface="Montserrat" panose="02000505000000020004" pitchFamily="2" charset="0"/>
                <a:cs typeface="Arial" panose="020B0604020202020204" pitchFamily="34" charset="0"/>
              </a:rPr>
              <a:t>Prinsip</a:t>
            </a:r>
            <a:r>
              <a:rPr lang="en-US" sz="4400" b="1" dirty="0">
                <a:solidFill>
                  <a:prstClr val="black"/>
                </a:solidFill>
                <a:latin typeface="Montserrat" panose="02000505000000020004" pitchFamily="2" charset="0"/>
                <a:cs typeface="Arial" panose="020B0604020202020204" pitchFamily="34" charset="0"/>
              </a:rPr>
              <a:t> Agama</a:t>
            </a:r>
            <a:br>
              <a:rPr lang="id-ID" sz="4400" b="1" dirty="0">
                <a:solidFill>
                  <a:prstClr val="black"/>
                </a:solidFill>
                <a:latin typeface="Montserrat" panose="02000505000000020004" pitchFamily="2" charset="0"/>
                <a:cs typeface="Arial" panose="020B0604020202020204" pitchFamily="34" charset="0"/>
              </a:rPr>
            </a:br>
            <a:br>
              <a:rPr lang="id-ID" sz="4400" b="1" dirty="0">
                <a:solidFill>
                  <a:prstClr val="black"/>
                </a:solidFill>
                <a:latin typeface="Montserrat" panose="02000505000000020004" pitchFamily="2" charset="0"/>
                <a:cs typeface="Arial" panose="020B0604020202020204" pitchFamily="34" charset="0"/>
              </a:rPr>
            </a:br>
            <a:r>
              <a:rPr lang="id-ID" sz="3200" dirty="0">
                <a:solidFill>
                  <a:prstClr val="black"/>
                </a:solidFill>
                <a:latin typeface="Montserrat" panose="02000505000000020004" pitchFamily="2" charset="0"/>
                <a:cs typeface="Arial" panose="020B0604020202020204" pitchFamily="34" charset="0"/>
              </a:rPr>
              <a:t>TIM Dosen MKDU Agama</a:t>
            </a:r>
            <a:br>
              <a:rPr lang="id-ID" sz="4400" b="1" dirty="0">
                <a:solidFill>
                  <a:prstClr val="black"/>
                </a:solidFill>
                <a:latin typeface="Montserrat" panose="02000505000000020004" pitchFamily="2" charset="0"/>
                <a:cs typeface="Arial" panose="020B0604020202020204" pitchFamily="34" charset="0"/>
              </a:rPr>
            </a:br>
            <a:endParaRPr lang="en-ID" sz="3600" dirty="0">
              <a:latin typeface="Montserrat" panose="02000505000000020004" pitchFamily="2" charset="0"/>
            </a:endParaRPr>
          </a:p>
        </p:txBody>
      </p:sp>
    </p:spTree>
    <p:extLst>
      <p:ext uri="{BB962C8B-B14F-4D97-AF65-F5344CB8AC3E}">
        <p14:creationId xmlns:p14="http://schemas.microsoft.com/office/powerpoint/2010/main" val="3306976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060-AFE5-0B3A-CE36-F8B2C03EE572}"/>
              </a:ext>
            </a:extLst>
          </p:cNvPr>
          <p:cNvSpPr>
            <a:spLocks noGrp="1"/>
          </p:cNvSpPr>
          <p:nvPr>
            <p:ph type="title"/>
          </p:nvPr>
        </p:nvSpPr>
        <p:spPr>
          <a:xfrm>
            <a:off x="1002290" y="1463804"/>
            <a:ext cx="6371180" cy="590250"/>
          </a:xfrm>
          <a:solidFill>
            <a:srgbClr val="FFC000"/>
          </a:solidFill>
        </p:spPr>
        <p:style>
          <a:lnRef idx="2">
            <a:schemeClr val="dk1"/>
          </a:lnRef>
          <a:fillRef idx="1">
            <a:schemeClr val="lt1"/>
          </a:fillRef>
          <a:effectRef idx="0">
            <a:schemeClr val="dk1"/>
          </a:effectRef>
          <a:fontRef idx="minor">
            <a:schemeClr val="dk1"/>
          </a:fontRef>
        </p:style>
        <p:txBody>
          <a:bodyPr>
            <a:normAutofit/>
          </a:bodyPr>
          <a:lstStyle/>
          <a:p>
            <a:pPr algn="ctr"/>
            <a:r>
              <a:rPr lang="en-US" sz="3200" b="1" dirty="0" err="1">
                <a:latin typeface="+mn-lt"/>
              </a:rPr>
              <a:t>Kemampuan</a:t>
            </a:r>
            <a:r>
              <a:rPr lang="en-US" sz="3200" b="1" dirty="0">
                <a:latin typeface="+mn-lt"/>
              </a:rPr>
              <a:t> </a:t>
            </a:r>
            <a:r>
              <a:rPr lang="en-US" sz="3200" b="1" dirty="0" err="1">
                <a:latin typeface="+mn-lt"/>
              </a:rPr>
              <a:t>akhir</a:t>
            </a:r>
            <a:r>
              <a:rPr lang="en-US" sz="3200" b="1" dirty="0">
                <a:latin typeface="+mn-lt"/>
              </a:rPr>
              <a:t> yang </a:t>
            </a:r>
            <a:r>
              <a:rPr lang="en-US" sz="3200" b="1" dirty="0" err="1">
                <a:latin typeface="+mn-lt"/>
              </a:rPr>
              <a:t>diharapkan</a:t>
            </a:r>
            <a:endParaRPr lang="en-US" sz="3200" b="1" dirty="0">
              <a:latin typeface="+mn-lt"/>
            </a:endParaRPr>
          </a:p>
        </p:txBody>
      </p:sp>
      <p:sp>
        <p:nvSpPr>
          <p:cNvPr id="3" name="Content Placeholder 2">
            <a:extLst>
              <a:ext uri="{FF2B5EF4-FFF2-40B4-BE49-F238E27FC236}">
                <a16:creationId xmlns:a16="http://schemas.microsoft.com/office/drawing/2014/main" id="{A4F0C457-6FA3-B0A1-5297-B82A23AA8822}"/>
              </a:ext>
            </a:extLst>
          </p:cNvPr>
          <p:cNvSpPr>
            <a:spLocks noGrp="1"/>
          </p:cNvSpPr>
          <p:nvPr>
            <p:ph idx="1"/>
          </p:nvPr>
        </p:nvSpPr>
        <p:spPr>
          <a:xfrm>
            <a:off x="1260805" y="2742578"/>
            <a:ext cx="5854149" cy="2061369"/>
          </a:xfrm>
        </p:spPr>
        <p:style>
          <a:lnRef idx="2">
            <a:schemeClr val="dk1"/>
          </a:lnRef>
          <a:fillRef idx="1">
            <a:schemeClr val="lt1"/>
          </a:fillRef>
          <a:effectRef idx="0">
            <a:schemeClr val="dk1"/>
          </a:effectRef>
          <a:fontRef idx="minor">
            <a:schemeClr val="dk1"/>
          </a:fontRef>
        </p:style>
        <p:txBody>
          <a:bodyPr>
            <a:normAutofit/>
          </a:bodyPr>
          <a:lstStyle/>
          <a:p>
            <a:pPr marL="514350" indent="-514350" algn="just" rtl="0" fontAlgn="base">
              <a:lnSpc>
                <a:spcPct val="100000"/>
              </a:lnSpc>
              <a:spcBef>
                <a:spcPts val="180"/>
              </a:spcBef>
              <a:spcAft>
                <a:spcPts val="0"/>
              </a:spcAft>
              <a:buFont typeface="+mj-lt"/>
              <a:buAutoNum type="arabicPeriod"/>
            </a:pPr>
            <a:r>
              <a:rPr lang="en-US" sz="2400" dirty="0" err="1"/>
              <a:t>Menjelaskan</a:t>
            </a:r>
            <a:r>
              <a:rPr lang="en-US" sz="2400" dirty="0"/>
              <a:t> </a:t>
            </a:r>
            <a:r>
              <a:rPr lang="en-US" sz="2400" dirty="0" err="1"/>
              <a:t>fungsi</a:t>
            </a:r>
            <a:r>
              <a:rPr lang="en-US" sz="2400" dirty="0"/>
              <a:t> agama </a:t>
            </a:r>
            <a:r>
              <a:rPr lang="en-US" sz="2400" dirty="0" err="1"/>
              <a:t>bagi</a:t>
            </a:r>
            <a:r>
              <a:rPr lang="en-US" sz="2400" dirty="0"/>
              <a:t> </a:t>
            </a:r>
            <a:r>
              <a:rPr lang="en-US" sz="2400" dirty="0" err="1"/>
              <a:t>kehidupan</a:t>
            </a:r>
            <a:endParaRPr lang="id-ID" sz="2400" dirty="0"/>
          </a:p>
          <a:p>
            <a:pPr marL="514350" indent="-514350" algn="just" rtl="0" fontAlgn="base">
              <a:lnSpc>
                <a:spcPct val="100000"/>
              </a:lnSpc>
              <a:spcBef>
                <a:spcPts val="180"/>
              </a:spcBef>
              <a:spcAft>
                <a:spcPts val="0"/>
              </a:spcAft>
              <a:buFont typeface="+mj-lt"/>
              <a:buAutoNum type="arabicPeriod"/>
            </a:pPr>
            <a:r>
              <a:rPr lang="en-US" sz="2400" dirty="0" err="1"/>
              <a:t>Menjelaskan</a:t>
            </a:r>
            <a:r>
              <a:rPr lang="en-US" sz="2400" dirty="0"/>
              <a:t> </a:t>
            </a:r>
            <a:r>
              <a:rPr lang="en-US" sz="2400" dirty="0" err="1"/>
              <a:t>prinsip-prinsip</a:t>
            </a:r>
            <a:r>
              <a:rPr lang="en-US" sz="2400" dirty="0"/>
              <a:t> agama </a:t>
            </a:r>
            <a:r>
              <a:rPr lang="en-US" sz="2400" dirty="0" err="1"/>
              <a:t>dalam</a:t>
            </a:r>
            <a:r>
              <a:rPr lang="en-US" sz="2400" dirty="0"/>
              <a:t> </a:t>
            </a:r>
            <a:r>
              <a:rPr lang="en-US" sz="2400" dirty="0" err="1"/>
              <a:t>kehidupan</a:t>
            </a:r>
            <a:endParaRPr lang="id-ID" sz="2400" dirty="0"/>
          </a:p>
          <a:p>
            <a:pPr marL="514350" indent="-514350" algn="just" rtl="0" fontAlgn="base">
              <a:lnSpc>
                <a:spcPct val="100000"/>
              </a:lnSpc>
              <a:spcBef>
                <a:spcPts val="180"/>
              </a:spcBef>
              <a:spcAft>
                <a:spcPts val="0"/>
              </a:spcAft>
              <a:buFont typeface="+mj-lt"/>
              <a:buAutoNum type="arabicPeriod"/>
            </a:pPr>
            <a:r>
              <a:rPr lang="en-US" sz="2400" dirty="0" err="1"/>
              <a:t>Menjelaskan</a:t>
            </a:r>
            <a:r>
              <a:rPr lang="en-US" sz="2400" dirty="0"/>
              <a:t> </a:t>
            </a:r>
            <a:r>
              <a:rPr lang="en-US" sz="2400" dirty="0" err="1"/>
              <a:t>sumber</a:t>
            </a:r>
            <a:r>
              <a:rPr lang="en-US" sz="2400" dirty="0"/>
              <a:t> </a:t>
            </a:r>
            <a:r>
              <a:rPr lang="en-US" sz="2400" dirty="0" err="1"/>
              <a:t>ajaran</a:t>
            </a:r>
            <a:r>
              <a:rPr lang="en-US" sz="2400" dirty="0"/>
              <a:t> agama</a:t>
            </a:r>
          </a:p>
        </p:txBody>
      </p:sp>
      <p:pic>
        <p:nvPicPr>
          <p:cNvPr id="5" name="Picture 4">
            <a:extLst>
              <a:ext uri="{FF2B5EF4-FFF2-40B4-BE49-F238E27FC236}">
                <a16:creationId xmlns:a16="http://schemas.microsoft.com/office/drawing/2014/main" id="{1D8BC454-0885-424F-84D8-BA7EB0926510}"/>
              </a:ext>
            </a:extLst>
          </p:cNvPr>
          <p:cNvPicPr>
            <a:picLocks noChangeAspect="1"/>
          </p:cNvPicPr>
          <p:nvPr/>
        </p:nvPicPr>
        <p:blipFill>
          <a:blip r:embed="rId2"/>
          <a:stretch>
            <a:fillRect/>
          </a:stretch>
        </p:blipFill>
        <p:spPr>
          <a:xfrm>
            <a:off x="8042097" y="1878910"/>
            <a:ext cx="3800475" cy="4133850"/>
          </a:xfrm>
          <a:prstGeom prst="rect">
            <a:avLst/>
          </a:prstGeom>
          <a:ln>
            <a:noFill/>
          </a:ln>
          <a:effectLst>
            <a:softEdge rad="112500"/>
          </a:effectLst>
        </p:spPr>
      </p:pic>
    </p:spTree>
    <p:extLst>
      <p:ext uri="{BB962C8B-B14F-4D97-AF65-F5344CB8AC3E}">
        <p14:creationId xmlns:p14="http://schemas.microsoft.com/office/powerpoint/2010/main" val="1758047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E50B97-1D92-AB87-4374-16CB35219E96}"/>
              </a:ext>
            </a:extLst>
          </p:cNvPr>
          <p:cNvSpPr>
            <a:spLocks noGrp="1"/>
          </p:cNvSpPr>
          <p:nvPr>
            <p:ph idx="1"/>
          </p:nvPr>
        </p:nvSpPr>
        <p:spPr>
          <a:xfrm>
            <a:off x="699249" y="3157282"/>
            <a:ext cx="5689469" cy="1715272"/>
          </a:xfrm>
        </p:spPr>
        <p:txBody>
          <a:bodyPr>
            <a:noAutofit/>
          </a:bodyPr>
          <a:lstStyle/>
          <a:p>
            <a:pPr marL="0" indent="0" algn="ctr">
              <a:lnSpc>
                <a:spcPct val="100000"/>
              </a:lnSpc>
              <a:buNone/>
            </a:pPr>
            <a:r>
              <a:rPr lang="en-US" sz="2400" dirty="0">
                <a:effectLst/>
                <a:ea typeface="Times New Roman" panose="02020603050405020304" pitchFamily="18" charset="0"/>
              </a:rPr>
              <a:t>Agama </a:t>
            </a:r>
            <a:r>
              <a:rPr lang="en-US" sz="2400" dirty="0" err="1">
                <a:effectLst/>
                <a:ea typeface="Times New Roman" panose="02020603050405020304" pitchFamily="18" charset="0"/>
              </a:rPr>
              <a:t>adalah</a:t>
            </a:r>
            <a:r>
              <a:rPr lang="en-US" sz="2400" dirty="0">
                <a:effectLst/>
                <a:ea typeface="Times New Roman" panose="02020603050405020304" pitchFamily="18" charset="0"/>
              </a:rPr>
              <a:t> </a:t>
            </a:r>
            <a:r>
              <a:rPr lang="en-US" sz="2400" dirty="0" err="1">
                <a:effectLst/>
                <a:ea typeface="Times New Roman" panose="02020603050405020304" pitchFamily="18" charset="0"/>
              </a:rPr>
              <a:t>suatu</a:t>
            </a:r>
            <a:r>
              <a:rPr lang="en-US" sz="2400" dirty="0">
                <a:effectLst/>
                <a:ea typeface="Times New Roman" panose="02020603050405020304" pitchFamily="18" charset="0"/>
              </a:rPr>
              <a:t> </a:t>
            </a:r>
            <a:r>
              <a:rPr lang="en-US" sz="2400" dirty="0" err="1">
                <a:effectLst/>
                <a:ea typeface="Times New Roman" panose="02020603050405020304" pitchFamily="18" charset="0"/>
              </a:rPr>
              <a:t>fenomena</a:t>
            </a:r>
            <a:r>
              <a:rPr lang="en-US" sz="2400" dirty="0">
                <a:effectLst/>
                <a:ea typeface="Times New Roman" panose="02020603050405020304" pitchFamily="18" charset="0"/>
              </a:rPr>
              <a:t> yang </a:t>
            </a:r>
            <a:r>
              <a:rPr lang="en-US" sz="2400" dirty="0" err="1">
                <a:effectLst/>
                <a:ea typeface="Times New Roman" panose="02020603050405020304" pitchFamily="18" charset="0"/>
              </a:rPr>
              <a:t>selalu</a:t>
            </a:r>
            <a:r>
              <a:rPr lang="en-US" sz="2400" dirty="0">
                <a:effectLst/>
                <a:ea typeface="Times New Roman" panose="02020603050405020304" pitchFamily="18" charset="0"/>
              </a:rPr>
              <a:t> </a:t>
            </a:r>
            <a:r>
              <a:rPr lang="en-US" sz="2400" dirty="0" err="1">
                <a:effectLst/>
                <a:ea typeface="Times New Roman" panose="02020603050405020304" pitchFamily="18" charset="0"/>
              </a:rPr>
              <a:t>hadir</a:t>
            </a:r>
            <a:r>
              <a:rPr lang="en-US" sz="2400" dirty="0">
                <a:effectLst/>
                <a:ea typeface="Times New Roman" panose="02020603050405020304" pitchFamily="18" charset="0"/>
              </a:rPr>
              <a:t> </a:t>
            </a:r>
            <a:r>
              <a:rPr lang="en-US" sz="2400" dirty="0" err="1">
                <a:effectLst/>
                <a:ea typeface="Times New Roman" panose="02020603050405020304" pitchFamily="18" charset="0"/>
              </a:rPr>
              <a:t>dalam</a:t>
            </a:r>
            <a:r>
              <a:rPr lang="en-US" sz="2400" dirty="0">
                <a:effectLst/>
                <a:ea typeface="Times New Roman" panose="02020603050405020304" pitchFamily="18" charset="0"/>
              </a:rPr>
              <a:t> </a:t>
            </a:r>
            <a:r>
              <a:rPr lang="en-US" sz="2400" dirty="0" err="1">
                <a:effectLst/>
                <a:ea typeface="Times New Roman" panose="02020603050405020304" pitchFamily="18" charset="0"/>
              </a:rPr>
              <a:t>sejarah</a:t>
            </a:r>
            <a:r>
              <a:rPr lang="en-US" sz="2400" dirty="0">
                <a:effectLst/>
                <a:ea typeface="Times New Roman" panose="02020603050405020304" pitchFamily="18" charset="0"/>
              </a:rPr>
              <a:t> </a:t>
            </a:r>
            <a:r>
              <a:rPr lang="en-US" sz="2400" dirty="0" err="1">
                <a:effectLst/>
                <a:ea typeface="Times New Roman" panose="02020603050405020304" pitchFamily="18" charset="0"/>
              </a:rPr>
              <a:t>umat</a:t>
            </a:r>
            <a:r>
              <a:rPr lang="en-US" sz="2400" dirty="0">
                <a:effectLst/>
                <a:ea typeface="Times New Roman" panose="02020603050405020304" pitchFamily="18" charset="0"/>
              </a:rPr>
              <a:t> </a:t>
            </a:r>
            <a:r>
              <a:rPr lang="en-US" sz="2400" dirty="0" err="1">
                <a:effectLst/>
                <a:ea typeface="Times New Roman" panose="02020603050405020304" pitchFamily="18" charset="0"/>
              </a:rPr>
              <a:t>manusia</a:t>
            </a:r>
            <a:r>
              <a:rPr lang="en-US" sz="2400" dirty="0">
                <a:effectLst/>
                <a:ea typeface="Times New Roman" panose="02020603050405020304" pitchFamily="18" charset="0"/>
              </a:rPr>
              <a:t>, </a:t>
            </a:r>
            <a:r>
              <a:rPr lang="en-US" sz="2400" dirty="0" err="1">
                <a:effectLst/>
                <a:ea typeface="Times New Roman" panose="02020603050405020304" pitchFamily="18" charset="0"/>
              </a:rPr>
              <a:t>bahkan</a:t>
            </a:r>
            <a:r>
              <a:rPr lang="en-US" sz="2400" dirty="0">
                <a:effectLst/>
                <a:ea typeface="Times New Roman" panose="02020603050405020304" pitchFamily="18" charset="0"/>
              </a:rPr>
              <a:t> </a:t>
            </a:r>
            <a:r>
              <a:rPr lang="en-US" sz="2400" dirty="0" err="1">
                <a:effectLst/>
                <a:ea typeface="Times New Roman" panose="02020603050405020304" pitchFamily="18" charset="0"/>
              </a:rPr>
              <a:t>dapat</a:t>
            </a:r>
            <a:r>
              <a:rPr lang="en-US" sz="2400" dirty="0">
                <a:effectLst/>
                <a:ea typeface="Times New Roman" panose="02020603050405020304" pitchFamily="18" charset="0"/>
              </a:rPr>
              <a:t> </a:t>
            </a:r>
            <a:r>
              <a:rPr lang="en-US" sz="2400" dirty="0" err="1">
                <a:effectLst/>
                <a:ea typeface="Times New Roman" panose="02020603050405020304" pitchFamily="18" charset="0"/>
              </a:rPr>
              <a:t>dikatakan</a:t>
            </a:r>
            <a:r>
              <a:rPr lang="en-US" sz="2400" dirty="0">
                <a:effectLst/>
                <a:ea typeface="Times New Roman" panose="02020603050405020304" pitchFamily="18" charset="0"/>
              </a:rPr>
              <a:t> </a:t>
            </a:r>
            <a:r>
              <a:rPr lang="en-US" sz="2400" dirty="0" err="1">
                <a:effectLst/>
                <a:ea typeface="Times New Roman" panose="02020603050405020304" pitchFamily="18" charset="0"/>
              </a:rPr>
              <a:t>bahwa</a:t>
            </a:r>
            <a:r>
              <a:rPr lang="en-US" sz="2400" dirty="0">
                <a:effectLst/>
                <a:ea typeface="Times New Roman" panose="02020603050405020304" pitchFamily="18" charset="0"/>
              </a:rPr>
              <a:t> </a:t>
            </a:r>
            <a:r>
              <a:rPr lang="en-US" sz="2400" dirty="0" err="1">
                <a:effectLst/>
                <a:ea typeface="Times New Roman" panose="02020603050405020304" pitchFamily="18" charset="0"/>
              </a:rPr>
              <a:t>sejak</a:t>
            </a:r>
            <a:r>
              <a:rPr lang="en-US" sz="2400" dirty="0">
                <a:effectLst/>
                <a:ea typeface="Times New Roman" panose="02020603050405020304" pitchFamily="18" charset="0"/>
              </a:rPr>
              <a:t> </a:t>
            </a:r>
            <a:r>
              <a:rPr lang="en-US" sz="2400" dirty="0" err="1">
                <a:effectLst/>
                <a:ea typeface="Times New Roman" panose="02020603050405020304" pitchFamily="18" charset="0"/>
              </a:rPr>
              <a:t>manusia</a:t>
            </a:r>
            <a:r>
              <a:rPr lang="en-US" sz="2400" dirty="0">
                <a:effectLst/>
                <a:ea typeface="Times New Roman" panose="02020603050405020304" pitchFamily="18" charset="0"/>
              </a:rPr>
              <a:t> </a:t>
            </a:r>
            <a:r>
              <a:rPr lang="en-US" sz="2400" dirty="0" err="1">
                <a:effectLst/>
                <a:ea typeface="Times New Roman" panose="02020603050405020304" pitchFamily="18" charset="0"/>
              </a:rPr>
              <a:t>ada</a:t>
            </a:r>
            <a:r>
              <a:rPr lang="en-US" sz="2400" dirty="0">
                <a:effectLst/>
                <a:ea typeface="Times New Roman" panose="02020603050405020304" pitchFamily="18" charset="0"/>
              </a:rPr>
              <a:t>, </a:t>
            </a:r>
            <a:r>
              <a:rPr lang="en-US" sz="2400" dirty="0" err="1">
                <a:effectLst/>
                <a:ea typeface="Times New Roman" panose="02020603050405020304" pitchFamily="18" charset="0"/>
              </a:rPr>
              <a:t>fenomena</a:t>
            </a:r>
            <a:r>
              <a:rPr lang="en-US" sz="2400" dirty="0">
                <a:effectLst/>
                <a:ea typeface="Times New Roman" panose="02020603050405020304" pitchFamily="18" charset="0"/>
              </a:rPr>
              <a:t> agama </a:t>
            </a:r>
            <a:r>
              <a:rPr lang="en-US" sz="2400" dirty="0" err="1">
                <a:effectLst/>
                <a:ea typeface="Times New Roman" panose="02020603050405020304" pitchFamily="18" charset="0"/>
              </a:rPr>
              <a:t>telah</a:t>
            </a:r>
            <a:r>
              <a:rPr lang="en-US" sz="2400" dirty="0">
                <a:effectLst/>
                <a:ea typeface="Times New Roman" panose="02020603050405020304" pitchFamily="18" charset="0"/>
              </a:rPr>
              <a:t> </a:t>
            </a:r>
            <a:r>
              <a:rPr lang="en-US" sz="2400" dirty="0" err="1">
                <a:effectLst/>
                <a:ea typeface="Times New Roman" panose="02020603050405020304" pitchFamily="18" charset="0"/>
              </a:rPr>
              <a:t>hadir</a:t>
            </a:r>
            <a:r>
              <a:rPr lang="id-ID" sz="2400" dirty="0">
                <a:effectLst/>
                <a:ea typeface="Times New Roman" panose="02020603050405020304" pitchFamily="18" charset="0"/>
              </a:rPr>
              <a:t>.</a:t>
            </a:r>
          </a:p>
        </p:txBody>
      </p:sp>
      <p:sp>
        <p:nvSpPr>
          <p:cNvPr id="5" name="Title 1">
            <a:extLst>
              <a:ext uri="{FF2B5EF4-FFF2-40B4-BE49-F238E27FC236}">
                <a16:creationId xmlns:a16="http://schemas.microsoft.com/office/drawing/2014/main" id="{10FBA735-232D-9091-74E3-F637367EB8BE}"/>
              </a:ext>
            </a:extLst>
          </p:cNvPr>
          <p:cNvSpPr>
            <a:spLocks noGrp="1"/>
          </p:cNvSpPr>
          <p:nvPr>
            <p:ph type="title"/>
          </p:nvPr>
        </p:nvSpPr>
        <p:spPr>
          <a:xfrm>
            <a:off x="1071669" y="1468942"/>
            <a:ext cx="5317049" cy="715907"/>
          </a:xfrm>
          <a:solidFill>
            <a:srgbClr val="FFC000"/>
          </a:solidFill>
        </p:spPr>
        <p:style>
          <a:lnRef idx="2">
            <a:schemeClr val="dk1"/>
          </a:lnRef>
          <a:fillRef idx="1">
            <a:schemeClr val="lt1"/>
          </a:fillRef>
          <a:effectRef idx="0">
            <a:schemeClr val="dk1"/>
          </a:effectRef>
          <a:fontRef idx="minor">
            <a:schemeClr val="dk1"/>
          </a:fontRef>
        </p:style>
        <p:txBody>
          <a:bodyPr>
            <a:normAutofit/>
          </a:bodyPr>
          <a:lstStyle/>
          <a:p>
            <a:pPr algn="ctr"/>
            <a:r>
              <a:rPr lang="id-ID" sz="3200" b="1" dirty="0">
                <a:latin typeface="+mn-lt"/>
              </a:rPr>
              <a:t>F</a:t>
            </a:r>
            <a:r>
              <a:rPr lang="en-US" sz="3200" b="1" dirty="0" err="1">
                <a:latin typeface="+mn-lt"/>
              </a:rPr>
              <a:t>ungsi</a:t>
            </a:r>
            <a:r>
              <a:rPr lang="en-US" sz="3200" b="1" dirty="0">
                <a:latin typeface="+mn-lt"/>
              </a:rPr>
              <a:t> Agama </a:t>
            </a:r>
            <a:r>
              <a:rPr lang="en-US" sz="3200" b="1" dirty="0" err="1">
                <a:latin typeface="+mn-lt"/>
              </a:rPr>
              <a:t>bagi</a:t>
            </a:r>
            <a:r>
              <a:rPr lang="en-US" sz="3200" b="1" dirty="0">
                <a:latin typeface="+mn-lt"/>
              </a:rPr>
              <a:t> </a:t>
            </a:r>
            <a:r>
              <a:rPr lang="en-US" sz="3200" b="1" dirty="0" err="1">
                <a:latin typeface="+mn-lt"/>
              </a:rPr>
              <a:t>Kehidupan</a:t>
            </a:r>
            <a:endParaRPr lang="en-US" sz="3200" b="1" dirty="0">
              <a:latin typeface="+mn-lt"/>
            </a:endParaRPr>
          </a:p>
        </p:txBody>
      </p:sp>
      <p:pic>
        <p:nvPicPr>
          <p:cNvPr id="4" name="Picture 3">
            <a:extLst>
              <a:ext uri="{FF2B5EF4-FFF2-40B4-BE49-F238E27FC236}">
                <a16:creationId xmlns:a16="http://schemas.microsoft.com/office/drawing/2014/main" id="{3652C851-2CB6-6FB0-7FF2-6B9D49AA8B0A}"/>
              </a:ext>
            </a:extLst>
          </p:cNvPr>
          <p:cNvPicPr>
            <a:picLocks noChangeAspect="1"/>
          </p:cNvPicPr>
          <p:nvPr/>
        </p:nvPicPr>
        <p:blipFill>
          <a:blip r:embed="rId2"/>
          <a:stretch>
            <a:fillRect/>
          </a:stretch>
        </p:blipFill>
        <p:spPr>
          <a:xfrm>
            <a:off x="6553691" y="2452520"/>
            <a:ext cx="5467557" cy="2855855"/>
          </a:xfrm>
          <a:prstGeom prst="rect">
            <a:avLst/>
          </a:prstGeom>
          <a:ln>
            <a:noFill/>
          </a:ln>
          <a:effectLst>
            <a:softEdge rad="112500"/>
          </a:effectLst>
        </p:spPr>
      </p:pic>
    </p:spTree>
    <p:extLst>
      <p:ext uri="{BB962C8B-B14F-4D97-AF65-F5344CB8AC3E}">
        <p14:creationId xmlns:p14="http://schemas.microsoft.com/office/powerpoint/2010/main" val="682892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03719BC-639B-6FE5-F496-E225927E7BE4}"/>
              </a:ext>
            </a:extLst>
          </p:cNvPr>
          <p:cNvSpPr>
            <a:spLocks noGrp="1"/>
          </p:cNvSpPr>
          <p:nvPr>
            <p:ph idx="1"/>
          </p:nvPr>
        </p:nvSpPr>
        <p:spPr>
          <a:xfrm>
            <a:off x="2117424" y="941294"/>
            <a:ext cx="7739270" cy="833718"/>
          </a:xfrm>
        </p:spPr>
        <p:txBody>
          <a:bodyPr>
            <a:noAutofit/>
          </a:bodyPr>
          <a:lstStyle/>
          <a:p>
            <a:pPr marL="0" indent="0" algn="ctr">
              <a:lnSpc>
                <a:spcPct val="100000"/>
              </a:lnSpc>
              <a:buNone/>
            </a:pPr>
            <a:r>
              <a:rPr lang="en-US" sz="2200" dirty="0">
                <a:effectLst/>
                <a:ea typeface="Times New Roman" panose="02020603050405020304" pitchFamily="18" charset="0"/>
              </a:rPr>
              <a:t>Ada</a:t>
            </a:r>
            <a:r>
              <a:rPr lang="en-US" sz="2200" spc="100" dirty="0">
                <a:effectLst/>
                <a:ea typeface="Times New Roman" panose="02020603050405020304" pitchFamily="18" charset="0"/>
              </a:rPr>
              <a:t> </a:t>
            </a:r>
            <a:r>
              <a:rPr lang="en-US" sz="2200" dirty="0" err="1">
                <a:effectLst/>
                <a:ea typeface="Times New Roman" panose="02020603050405020304" pitchFamily="18" charset="0"/>
              </a:rPr>
              <a:t>beberapa</a:t>
            </a:r>
            <a:r>
              <a:rPr lang="en-US" sz="2200" spc="105" dirty="0">
                <a:effectLst/>
                <a:ea typeface="Times New Roman" panose="02020603050405020304" pitchFamily="18" charset="0"/>
              </a:rPr>
              <a:t> </a:t>
            </a:r>
            <a:r>
              <a:rPr lang="en-US" sz="2200" dirty="0" err="1">
                <a:effectLst/>
                <a:ea typeface="Times New Roman" panose="02020603050405020304" pitchFamily="18" charset="0"/>
              </a:rPr>
              <a:t>alasan</a:t>
            </a:r>
            <a:r>
              <a:rPr lang="en-US" sz="2200" spc="110" dirty="0">
                <a:effectLst/>
                <a:ea typeface="Times New Roman" panose="02020603050405020304" pitchFamily="18" charset="0"/>
              </a:rPr>
              <a:t> </a:t>
            </a:r>
            <a:r>
              <a:rPr lang="en-US" sz="2200" dirty="0" err="1">
                <a:effectLst/>
                <a:ea typeface="Times New Roman" panose="02020603050405020304" pitchFamily="18" charset="0"/>
              </a:rPr>
              <a:t>tentang</a:t>
            </a:r>
            <a:r>
              <a:rPr lang="en-US" sz="2200" spc="100" dirty="0">
                <a:effectLst/>
                <a:ea typeface="Times New Roman" panose="02020603050405020304" pitchFamily="18" charset="0"/>
              </a:rPr>
              <a:t> </a:t>
            </a:r>
            <a:r>
              <a:rPr lang="en-US" sz="2200" dirty="0" err="1">
                <a:effectLst/>
                <a:ea typeface="Times New Roman" panose="02020603050405020304" pitchFamily="18" charset="0"/>
              </a:rPr>
              <a:t>mengapa</a:t>
            </a:r>
            <a:r>
              <a:rPr lang="en-US" sz="2200" spc="105" dirty="0">
                <a:effectLst/>
                <a:ea typeface="Times New Roman" panose="02020603050405020304" pitchFamily="18" charset="0"/>
              </a:rPr>
              <a:t> </a:t>
            </a:r>
            <a:r>
              <a:rPr lang="en-US" sz="2200" dirty="0">
                <a:effectLst/>
                <a:ea typeface="Times New Roman" panose="02020603050405020304" pitchFamily="18" charset="0"/>
              </a:rPr>
              <a:t>agama</a:t>
            </a:r>
            <a:r>
              <a:rPr lang="en-US" sz="2200" spc="105" dirty="0">
                <a:effectLst/>
                <a:ea typeface="Times New Roman" panose="02020603050405020304" pitchFamily="18" charset="0"/>
              </a:rPr>
              <a:t> </a:t>
            </a:r>
            <a:r>
              <a:rPr lang="en-US" sz="2200" dirty="0" err="1">
                <a:effectLst/>
                <a:ea typeface="Times New Roman" panose="02020603050405020304" pitchFamily="18" charset="0"/>
              </a:rPr>
              <a:t>itu</a:t>
            </a:r>
            <a:r>
              <a:rPr lang="en-US" sz="2200" spc="110" dirty="0">
                <a:effectLst/>
                <a:ea typeface="Times New Roman" panose="02020603050405020304" pitchFamily="18" charset="0"/>
              </a:rPr>
              <a:t> </a:t>
            </a:r>
            <a:r>
              <a:rPr lang="en-US" sz="2200" dirty="0">
                <a:effectLst/>
                <a:ea typeface="Times New Roman" panose="02020603050405020304" pitchFamily="18" charset="0"/>
              </a:rPr>
              <a:t>sangat</a:t>
            </a:r>
            <a:r>
              <a:rPr lang="en-US" sz="2200" spc="110" dirty="0">
                <a:effectLst/>
                <a:ea typeface="Times New Roman" panose="02020603050405020304" pitchFamily="18" charset="0"/>
              </a:rPr>
              <a:t> </a:t>
            </a:r>
            <a:r>
              <a:rPr lang="en-US" sz="2200" dirty="0" err="1">
                <a:effectLst/>
                <a:ea typeface="Times New Roman" panose="02020603050405020304" pitchFamily="18" charset="0"/>
              </a:rPr>
              <a:t>penting</a:t>
            </a:r>
            <a:r>
              <a:rPr lang="en-US" sz="2200" spc="100" dirty="0">
                <a:effectLst/>
                <a:ea typeface="Times New Roman" panose="02020603050405020304" pitchFamily="18" charset="0"/>
              </a:rPr>
              <a:t> </a:t>
            </a:r>
            <a:r>
              <a:rPr lang="en-US" sz="2200" dirty="0" err="1">
                <a:effectLst/>
                <a:ea typeface="Times New Roman" panose="02020603050405020304" pitchFamily="18" charset="0"/>
              </a:rPr>
              <a:t>dalam</a:t>
            </a:r>
            <a:r>
              <a:rPr lang="en-US" sz="2200" spc="115" dirty="0">
                <a:effectLst/>
                <a:ea typeface="Times New Roman" panose="02020603050405020304" pitchFamily="18" charset="0"/>
              </a:rPr>
              <a:t> </a:t>
            </a:r>
            <a:r>
              <a:rPr lang="en-US" sz="2200" dirty="0" err="1">
                <a:effectLst/>
                <a:ea typeface="Times New Roman" panose="02020603050405020304" pitchFamily="18" charset="0"/>
              </a:rPr>
              <a:t>kehidupan</a:t>
            </a:r>
            <a:r>
              <a:rPr lang="en-US" sz="2200" spc="-285" dirty="0">
                <a:effectLst/>
                <a:ea typeface="Times New Roman" panose="02020603050405020304" pitchFamily="18" charset="0"/>
              </a:rPr>
              <a:t> </a:t>
            </a:r>
            <a:r>
              <a:rPr lang="en-US" sz="2200" dirty="0" err="1">
                <a:effectLst/>
                <a:ea typeface="Times New Roman" panose="02020603050405020304" pitchFamily="18" charset="0"/>
              </a:rPr>
              <a:t>manusia,antara</a:t>
            </a:r>
            <a:r>
              <a:rPr lang="en-US" sz="2200" spc="-10" dirty="0">
                <a:effectLst/>
                <a:ea typeface="Times New Roman" panose="02020603050405020304" pitchFamily="18" charset="0"/>
              </a:rPr>
              <a:t> </a:t>
            </a:r>
            <a:r>
              <a:rPr lang="en-US" sz="2200" dirty="0">
                <a:effectLst/>
                <a:ea typeface="Times New Roman" panose="02020603050405020304" pitchFamily="18" charset="0"/>
              </a:rPr>
              <a:t>lain </a:t>
            </a:r>
            <a:r>
              <a:rPr lang="en-US" sz="2200" dirty="0" err="1">
                <a:effectLst/>
                <a:ea typeface="Times New Roman" panose="02020603050405020304" pitchFamily="18" charset="0"/>
              </a:rPr>
              <a:t>adalah</a:t>
            </a:r>
            <a:r>
              <a:rPr lang="en-US" sz="2200" dirty="0">
                <a:effectLst/>
                <a:ea typeface="Times New Roman" panose="02020603050405020304" pitchFamily="18" charset="0"/>
              </a:rPr>
              <a:t> :</a:t>
            </a:r>
            <a:endParaRPr lang="en-ID" sz="2200" dirty="0">
              <a:effectLst/>
              <a:ea typeface="Times New Roman" panose="02020603050405020304" pitchFamily="18" charset="0"/>
            </a:endParaRPr>
          </a:p>
        </p:txBody>
      </p:sp>
      <p:graphicFrame>
        <p:nvGraphicFramePr>
          <p:cNvPr id="2" name="Diagram 1">
            <a:extLst>
              <a:ext uri="{FF2B5EF4-FFF2-40B4-BE49-F238E27FC236}">
                <a16:creationId xmlns:a16="http://schemas.microsoft.com/office/drawing/2014/main" id="{D6648BF3-C6D6-7130-367C-4D7B391C7FEA}"/>
              </a:ext>
            </a:extLst>
          </p:cNvPr>
          <p:cNvGraphicFramePr/>
          <p:nvPr>
            <p:extLst>
              <p:ext uri="{D42A27DB-BD31-4B8C-83A1-F6EECF244321}">
                <p14:modId xmlns:p14="http://schemas.microsoft.com/office/powerpoint/2010/main" val="1255712046"/>
              </p:ext>
            </p:extLst>
          </p:nvPr>
        </p:nvGraphicFramePr>
        <p:xfrm>
          <a:off x="634545" y="2003612"/>
          <a:ext cx="10922910" cy="43702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0215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45665F7-23B0-7EA3-32D4-3A4E6E81261C}"/>
              </a:ext>
            </a:extLst>
          </p:cNvPr>
          <p:cNvGraphicFramePr/>
          <p:nvPr>
            <p:extLst>
              <p:ext uri="{D42A27DB-BD31-4B8C-83A1-F6EECF244321}">
                <p14:modId xmlns:p14="http://schemas.microsoft.com/office/powerpoint/2010/main" val="2192304229"/>
              </p:ext>
            </p:extLst>
          </p:nvPr>
        </p:nvGraphicFramePr>
        <p:xfrm>
          <a:off x="1440329" y="1287680"/>
          <a:ext cx="9653494" cy="4709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5143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71213-2BD8-238D-5BEC-05840FBE7B39}"/>
              </a:ext>
            </a:extLst>
          </p:cNvPr>
          <p:cNvSpPr>
            <a:spLocks noGrp="1"/>
          </p:cNvSpPr>
          <p:nvPr>
            <p:ph type="title"/>
          </p:nvPr>
        </p:nvSpPr>
        <p:spPr>
          <a:xfrm>
            <a:off x="2523564" y="944761"/>
            <a:ext cx="7144872" cy="663007"/>
          </a:xfrm>
          <a:solidFill>
            <a:srgbClr val="FFC000"/>
          </a:solidFill>
        </p:spPr>
        <p:style>
          <a:lnRef idx="2">
            <a:schemeClr val="dk1"/>
          </a:lnRef>
          <a:fillRef idx="1">
            <a:schemeClr val="lt1"/>
          </a:fillRef>
          <a:effectRef idx="0">
            <a:schemeClr val="dk1"/>
          </a:effectRef>
          <a:fontRef idx="minor">
            <a:schemeClr val="dk1"/>
          </a:fontRef>
        </p:style>
        <p:txBody>
          <a:bodyPr>
            <a:normAutofit/>
          </a:bodyPr>
          <a:lstStyle/>
          <a:p>
            <a:pPr algn="ctr"/>
            <a:r>
              <a:rPr lang="id-ID" sz="3200" b="1" dirty="0">
                <a:latin typeface="+mn-lt"/>
              </a:rPr>
              <a:t>P</a:t>
            </a:r>
            <a:r>
              <a:rPr lang="sv-SE" sz="3200" b="1" dirty="0">
                <a:latin typeface="+mn-lt"/>
              </a:rPr>
              <a:t>rinsip-Prinsip Agama dalam Kehidupan</a:t>
            </a:r>
          </a:p>
        </p:txBody>
      </p:sp>
      <p:graphicFrame>
        <p:nvGraphicFramePr>
          <p:cNvPr id="4" name="Diagram 3">
            <a:extLst>
              <a:ext uri="{FF2B5EF4-FFF2-40B4-BE49-F238E27FC236}">
                <a16:creationId xmlns:a16="http://schemas.microsoft.com/office/drawing/2014/main" id="{8D3CF258-69FC-0E40-EF71-1E0EFA146091}"/>
              </a:ext>
            </a:extLst>
          </p:cNvPr>
          <p:cNvGraphicFramePr/>
          <p:nvPr>
            <p:extLst>
              <p:ext uri="{D42A27DB-BD31-4B8C-83A1-F6EECF244321}">
                <p14:modId xmlns:p14="http://schemas.microsoft.com/office/powerpoint/2010/main" val="854909218"/>
              </p:ext>
            </p:extLst>
          </p:nvPr>
        </p:nvGraphicFramePr>
        <p:xfrm>
          <a:off x="667871" y="1855694"/>
          <a:ext cx="10856258" cy="45316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2810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301A98E-5167-8DB2-A105-C374D6B407E5}"/>
              </a:ext>
            </a:extLst>
          </p:cNvPr>
          <p:cNvSpPr txBox="1"/>
          <p:nvPr/>
        </p:nvSpPr>
        <p:spPr>
          <a:xfrm>
            <a:off x="2076730" y="1459407"/>
            <a:ext cx="8038539" cy="430887"/>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200" b="1" dirty="0"/>
              <a:t>Ada </a:t>
            </a:r>
            <a:r>
              <a:rPr lang="en-US" sz="2200" b="1" dirty="0" err="1"/>
              <a:t>Beberapa</a:t>
            </a:r>
            <a:r>
              <a:rPr lang="en-US" sz="2200" b="1" dirty="0"/>
              <a:t> </a:t>
            </a:r>
            <a:r>
              <a:rPr lang="en-US" sz="2200" b="1" dirty="0" err="1"/>
              <a:t>hal</a:t>
            </a:r>
            <a:r>
              <a:rPr lang="en-US" sz="2200" b="1" dirty="0"/>
              <a:t> </a:t>
            </a:r>
            <a:r>
              <a:rPr lang="en-US" sz="2200" b="1" dirty="0" err="1"/>
              <a:t>Terkait</a:t>
            </a:r>
            <a:r>
              <a:rPr lang="en-US" sz="2200" b="1" dirty="0"/>
              <a:t> </a:t>
            </a:r>
            <a:r>
              <a:rPr lang="en-US" sz="2200" b="1" dirty="0" err="1"/>
              <a:t>dengan</a:t>
            </a:r>
            <a:r>
              <a:rPr lang="en-US" sz="2200" b="1" dirty="0"/>
              <a:t> </a:t>
            </a:r>
            <a:r>
              <a:rPr lang="en-US" sz="2200" b="1" dirty="0" err="1"/>
              <a:t>Prinsip</a:t>
            </a:r>
            <a:r>
              <a:rPr lang="en-US" sz="2200" b="1" dirty="0"/>
              <a:t> </a:t>
            </a:r>
            <a:r>
              <a:rPr lang="en-US" sz="2200" b="1" dirty="0" err="1"/>
              <a:t>Beragam</a:t>
            </a:r>
            <a:r>
              <a:rPr lang="en-US" sz="2200" b="1" dirty="0"/>
              <a:t> </a:t>
            </a:r>
            <a:r>
              <a:rPr lang="en-US" sz="2200" b="1" dirty="0" err="1"/>
              <a:t>sebagai</a:t>
            </a:r>
            <a:r>
              <a:rPr lang="en-US" sz="2200" b="1" dirty="0"/>
              <a:t> </a:t>
            </a:r>
            <a:r>
              <a:rPr lang="en-US" sz="2200" b="1" dirty="0" err="1"/>
              <a:t>Berikut</a:t>
            </a:r>
            <a:r>
              <a:rPr lang="en-US" sz="2200" b="1" dirty="0"/>
              <a:t>:</a:t>
            </a:r>
          </a:p>
        </p:txBody>
      </p:sp>
      <p:graphicFrame>
        <p:nvGraphicFramePr>
          <p:cNvPr id="8" name="Diagram 7">
            <a:extLst>
              <a:ext uri="{FF2B5EF4-FFF2-40B4-BE49-F238E27FC236}">
                <a16:creationId xmlns:a16="http://schemas.microsoft.com/office/drawing/2014/main" id="{DF8E0492-CC18-E9E4-B90E-56617110597E}"/>
              </a:ext>
            </a:extLst>
          </p:cNvPr>
          <p:cNvGraphicFramePr/>
          <p:nvPr>
            <p:extLst>
              <p:ext uri="{D42A27DB-BD31-4B8C-83A1-F6EECF244321}">
                <p14:modId xmlns:p14="http://schemas.microsoft.com/office/powerpoint/2010/main" val="3841937506"/>
              </p:ext>
            </p:extLst>
          </p:nvPr>
        </p:nvGraphicFramePr>
        <p:xfrm>
          <a:off x="1006288" y="2487706"/>
          <a:ext cx="10179424" cy="25076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4372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C75A83E-0129-51FE-5296-EFFCF3B0BC63}"/>
              </a:ext>
            </a:extLst>
          </p:cNvPr>
          <p:cNvGraphicFramePr/>
          <p:nvPr>
            <p:extLst>
              <p:ext uri="{D42A27DB-BD31-4B8C-83A1-F6EECF244321}">
                <p14:modId xmlns:p14="http://schemas.microsoft.com/office/powerpoint/2010/main" val="3532545643"/>
              </p:ext>
            </p:extLst>
          </p:nvPr>
        </p:nvGraphicFramePr>
        <p:xfrm>
          <a:off x="821763" y="2124635"/>
          <a:ext cx="10514107" cy="29346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0203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2B3E8B4-06C1-7AD7-E89F-47054089AB6C}"/>
              </a:ext>
            </a:extLst>
          </p:cNvPr>
          <p:cNvGraphicFramePr/>
          <p:nvPr>
            <p:extLst>
              <p:ext uri="{D42A27DB-BD31-4B8C-83A1-F6EECF244321}">
                <p14:modId xmlns:p14="http://schemas.microsoft.com/office/powerpoint/2010/main" val="2268746756"/>
              </p:ext>
            </p:extLst>
          </p:nvPr>
        </p:nvGraphicFramePr>
        <p:xfrm>
          <a:off x="896469" y="2450851"/>
          <a:ext cx="10210802" cy="19562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9398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5D575-3607-4DD6-E8A6-85D8F17D0378}"/>
              </a:ext>
            </a:extLst>
          </p:cNvPr>
          <p:cNvSpPr>
            <a:spLocks noGrp="1"/>
          </p:cNvSpPr>
          <p:nvPr>
            <p:ph type="title"/>
          </p:nvPr>
        </p:nvSpPr>
        <p:spPr>
          <a:xfrm>
            <a:off x="1439540" y="1742322"/>
            <a:ext cx="4122986" cy="689062"/>
          </a:xfrm>
          <a:solidFill>
            <a:srgbClr val="FFC000"/>
          </a:solidFill>
        </p:spPr>
        <p:style>
          <a:lnRef idx="2">
            <a:schemeClr val="dk1"/>
          </a:lnRef>
          <a:fillRef idx="1">
            <a:schemeClr val="lt1"/>
          </a:fillRef>
          <a:effectRef idx="0">
            <a:schemeClr val="dk1"/>
          </a:effectRef>
          <a:fontRef idx="minor">
            <a:schemeClr val="dk1"/>
          </a:fontRef>
        </p:style>
        <p:txBody>
          <a:bodyPr>
            <a:normAutofit/>
          </a:bodyPr>
          <a:lstStyle/>
          <a:p>
            <a:pPr algn="ctr"/>
            <a:r>
              <a:rPr lang="id-ID" sz="3200" b="1" dirty="0">
                <a:latin typeface="+mn-lt"/>
              </a:rPr>
              <a:t>S</a:t>
            </a:r>
            <a:r>
              <a:rPr lang="en-US" sz="3200" b="1" dirty="0">
                <a:latin typeface="+mn-lt"/>
              </a:rPr>
              <a:t>umber </a:t>
            </a:r>
            <a:r>
              <a:rPr lang="id-ID" sz="3200" b="1" dirty="0">
                <a:latin typeface="+mn-lt"/>
              </a:rPr>
              <a:t>A</a:t>
            </a:r>
            <a:r>
              <a:rPr lang="en-US" sz="3200" b="1" dirty="0" err="1">
                <a:latin typeface="+mn-lt"/>
              </a:rPr>
              <a:t>jaran</a:t>
            </a:r>
            <a:r>
              <a:rPr lang="en-US" sz="3200" b="1" dirty="0">
                <a:latin typeface="+mn-lt"/>
              </a:rPr>
              <a:t> agama</a:t>
            </a:r>
          </a:p>
        </p:txBody>
      </p:sp>
      <p:sp>
        <p:nvSpPr>
          <p:cNvPr id="3" name="Content Placeholder 2">
            <a:extLst>
              <a:ext uri="{FF2B5EF4-FFF2-40B4-BE49-F238E27FC236}">
                <a16:creationId xmlns:a16="http://schemas.microsoft.com/office/drawing/2014/main" id="{3E9B212F-C4DD-3EC4-5750-2251BE8E2788}"/>
              </a:ext>
            </a:extLst>
          </p:cNvPr>
          <p:cNvSpPr>
            <a:spLocks noGrp="1"/>
          </p:cNvSpPr>
          <p:nvPr>
            <p:ph idx="1"/>
          </p:nvPr>
        </p:nvSpPr>
        <p:spPr>
          <a:xfrm>
            <a:off x="305300" y="3060134"/>
            <a:ext cx="6391467" cy="1861489"/>
          </a:xfrm>
        </p:spPr>
        <p:txBody>
          <a:bodyPr>
            <a:noAutofit/>
          </a:bodyPr>
          <a:lstStyle/>
          <a:p>
            <a:pPr marL="0" marR="160655" indent="0" algn="ctr" rtl="0">
              <a:lnSpc>
                <a:spcPct val="100000"/>
              </a:lnSpc>
              <a:spcBef>
                <a:spcPts val="660"/>
              </a:spcBef>
              <a:spcAft>
                <a:spcPts val="0"/>
              </a:spcAft>
              <a:buNone/>
            </a:pPr>
            <a:r>
              <a:rPr lang="id-ID" sz="2200" i="0" u="none" strike="noStrike" dirty="0">
                <a:solidFill>
                  <a:srgbClr val="000000"/>
                </a:solidFill>
                <a:effectLst/>
                <a:cs typeface="Arial" panose="020B0604020202020204" pitchFamily="34" charset="0"/>
              </a:rPr>
              <a:t>Sumber ajaran agam tentu saja mengacu pada kaidah Agama yang kita anut dan yakini secara pribadi, yang tentunya menimbukan makna yang berbeda namun tetap pada prinsip demokrasi dan kebebasan beragama.</a:t>
            </a:r>
            <a:endParaRPr lang="en-SG" sz="2200" i="0" u="none" strike="noStrike" dirty="0">
              <a:solidFill>
                <a:srgbClr val="000000"/>
              </a:solidFill>
              <a:effectLst/>
              <a:cs typeface="Arial" panose="020B0604020202020204" pitchFamily="34" charset="0"/>
            </a:endParaRPr>
          </a:p>
        </p:txBody>
      </p:sp>
      <p:pic>
        <p:nvPicPr>
          <p:cNvPr id="5" name="Picture 4">
            <a:extLst>
              <a:ext uri="{FF2B5EF4-FFF2-40B4-BE49-F238E27FC236}">
                <a16:creationId xmlns:a16="http://schemas.microsoft.com/office/drawing/2014/main" id="{367EE3F0-C3EB-9905-EF0D-11C024417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8815" y="2268019"/>
            <a:ext cx="4705837" cy="304610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76019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AA43-8CC2-1875-C7C5-E7409C34359D}"/>
              </a:ext>
            </a:extLst>
          </p:cNvPr>
          <p:cNvSpPr>
            <a:spLocks noGrp="1"/>
          </p:cNvSpPr>
          <p:nvPr>
            <p:ph type="title"/>
          </p:nvPr>
        </p:nvSpPr>
        <p:spPr>
          <a:xfrm>
            <a:off x="838200" y="2766218"/>
            <a:ext cx="10515600" cy="1325563"/>
          </a:xfrm>
        </p:spPr>
        <p:txBody>
          <a:bodyPr>
            <a:normAutofit/>
          </a:bodyPr>
          <a:lstStyle/>
          <a:p>
            <a:pPr algn="ctr"/>
            <a:r>
              <a:rPr lang="en-US" sz="7200" b="1" dirty="0" err="1">
                <a:latin typeface="+mn-lt"/>
              </a:rPr>
              <a:t>Terimakasih</a:t>
            </a:r>
            <a:r>
              <a:rPr lang="en-US" sz="7200" b="1" dirty="0">
                <a:latin typeface="+mn-lt"/>
              </a:rPr>
              <a:t> </a:t>
            </a:r>
          </a:p>
        </p:txBody>
      </p:sp>
    </p:spTree>
    <p:extLst>
      <p:ext uri="{BB962C8B-B14F-4D97-AF65-F5344CB8AC3E}">
        <p14:creationId xmlns:p14="http://schemas.microsoft.com/office/powerpoint/2010/main" val="2867953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516</TotalTime>
  <Words>476</Words>
  <Application>Microsoft Office PowerPoint</Application>
  <PresentationFormat>Widescreen</PresentationFormat>
  <Paragraphs>49</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Montserrat</vt:lpstr>
      <vt:lpstr>Times New Roman</vt:lpstr>
      <vt:lpstr>Wingdings</vt:lpstr>
      <vt:lpstr>Office Theme</vt:lpstr>
      <vt:lpstr>Filsafat Ketuhanan dan  Prinsip Agama  TIM Dosen MKDU Agama </vt:lpstr>
      <vt:lpstr>Kemampuan akhir yang diharapkan</vt:lpstr>
      <vt:lpstr>Fungsi Agama bagi Kehidupan</vt:lpstr>
      <vt:lpstr>PowerPoint Presentation</vt:lpstr>
      <vt:lpstr>PowerPoint Presentation</vt:lpstr>
      <vt:lpstr>Prinsip-Prinsip Agama dalam Kehidupan</vt:lpstr>
      <vt:lpstr>PowerPoint Presentation</vt:lpstr>
      <vt:lpstr>PowerPoint Presentation</vt:lpstr>
      <vt:lpstr>PowerPoint Presentation</vt:lpstr>
      <vt:lpstr>Sumber Ajaran agama</vt:lpstr>
      <vt:lpstr>Terimakasih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Statistik Ekonomi &amp; Bisnis II Program Studi Manajemen  Sesi 1 – Ruang Lingkup Statistik Inferensial</dc:title>
  <dc:creator>rizky kinoy</dc:creator>
  <cp:lastModifiedBy>Muhammad Nur Ichsan</cp:lastModifiedBy>
  <cp:revision>19</cp:revision>
  <dcterms:created xsi:type="dcterms:W3CDTF">2021-09-06T16:17:13Z</dcterms:created>
  <dcterms:modified xsi:type="dcterms:W3CDTF">2023-10-26T00:24:02Z</dcterms:modified>
</cp:coreProperties>
</file>