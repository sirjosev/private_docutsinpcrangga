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9" r:id="rId4"/>
    <p:sldId id="266" r:id="rId5"/>
    <p:sldId id="268" r:id="rId6"/>
    <p:sldId id="262" r:id="rId7"/>
    <p:sldId id="264" r:id="rId8"/>
    <p:sldId id="261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426" autoAdjust="0"/>
    <p:restoredTop sz="94660"/>
  </p:normalViewPr>
  <p:slideViewPr>
    <p:cSldViewPr snapToGrid="0">
      <p:cViewPr varScale="1">
        <p:scale>
          <a:sx n="71" d="100"/>
          <a:sy n="71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A076CD-10EA-43EF-946D-28C776A59D95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0901B424-D9FD-4EA0-9BEE-4191A56C1C90}">
      <dgm:prSet phldrT="[Text]"/>
      <dgm:spPr/>
      <dgm:t>
        <a:bodyPr/>
        <a:lstStyle/>
        <a:p>
          <a:pPr>
            <a:buNone/>
          </a:pPr>
          <a:r>
            <a:rPr lang="en-US" b="1" dirty="0"/>
            <a:t>Homo Erectus</a:t>
          </a:r>
        </a:p>
      </dgm:t>
    </dgm:pt>
    <dgm:pt modelId="{83BCEC5B-78D0-4AD4-A178-8D6A097557F6}" type="parTrans" cxnId="{88FD4084-F004-4D65-8C97-A6AE5CCD6D4E}">
      <dgm:prSet/>
      <dgm:spPr/>
      <dgm:t>
        <a:bodyPr/>
        <a:lstStyle/>
        <a:p>
          <a:endParaRPr lang="en-US"/>
        </a:p>
      </dgm:t>
    </dgm:pt>
    <dgm:pt modelId="{FC633C86-690C-4ED3-8F7C-67B5AD58052A}" type="sibTrans" cxnId="{88FD4084-F004-4D65-8C97-A6AE5CCD6D4E}">
      <dgm:prSet/>
      <dgm:spPr/>
      <dgm:t>
        <a:bodyPr/>
        <a:lstStyle/>
        <a:p>
          <a:endParaRPr lang="en-US"/>
        </a:p>
      </dgm:t>
    </dgm:pt>
    <dgm:pt modelId="{655E761E-972C-42C7-9975-3D9DA95C505C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400" dirty="0" err="1"/>
            <a:t>Manusia</a:t>
          </a:r>
          <a:r>
            <a:rPr lang="en-US" sz="2400" dirty="0"/>
            <a:t> </a:t>
          </a:r>
          <a:r>
            <a:rPr lang="en-US" sz="2400" dirty="0" err="1"/>
            <a:t>sebagai</a:t>
          </a:r>
          <a:r>
            <a:rPr lang="en-US" sz="2400" dirty="0"/>
            <a:t> </a:t>
          </a:r>
          <a:r>
            <a:rPr lang="en-US" sz="2400" dirty="0" err="1"/>
            <a:t>makhluk</a:t>
          </a:r>
          <a:r>
            <a:rPr lang="en-US" sz="2400" dirty="0"/>
            <a:t> yang </a:t>
          </a:r>
          <a:r>
            <a:rPr lang="en-US" sz="2400" dirty="0" err="1"/>
            <a:t>berdiri</a:t>
          </a:r>
          <a:r>
            <a:rPr lang="en-US" sz="2400" dirty="0"/>
            <a:t> </a:t>
          </a:r>
          <a:r>
            <a:rPr lang="en-US" sz="2400" dirty="0" err="1"/>
            <a:t>tegak</a:t>
          </a:r>
          <a:r>
            <a:rPr lang="en-US" sz="2400" dirty="0"/>
            <a:t> </a:t>
          </a:r>
          <a:r>
            <a:rPr lang="en-US" sz="2400" dirty="0" err="1"/>
            <a:t>lurus</a:t>
          </a:r>
          <a:r>
            <a:rPr lang="en-US" sz="2400" dirty="0"/>
            <a:t>. Oleh </a:t>
          </a:r>
          <a:r>
            <a:rPr lang="en-US" sz="2400" dirty="0" err="1"/>
            <a:t>karena</a:t>
          </a:r>
          <a:r>
            <a:rPr lang="en-US" sz="2400" dirty="0"/>
            <a:t> </a:t>
          </a:r>
          <a:r>
            <a:rPr lang="en-US" sz="2400" dirty="0" err="1"/>
            <a:t>kemampuannya</a:t>
          </a:r>
          <a:r>
            <a:rPr lang="en-US" sz="2400" dirty="0"/>
            <a:t> </a:t>
          </a:r>
          <a:r>
            <a:rPr lang="en-US" sz="2400" dirty="0" err="1"/>
            <a:t>tegak</a:t>
          </a:r>
          <a:r>
            <a:rPr lang="en-US" sz="2400" dirty="0"/>
            <a:t> </a:t>
          </a:r>
          <a:r>
            <a:rPr lang="en-US" sz="2400" dirty="0" err="1"/>
            <a:t>lurus</a:t>
          </a:r>
          <a:r>
            <a:rPr lang="en-US" sz="2400" dirty="0"/>
            <a:t> </a:t>
          </a:r>
          <a:r>
            <a:rPr lang="en-US" sz="2400" dirty="0" err="1"/>
            <a:t>ketika</a:t>
          </a:r>
          <a:r>
            <a:rPr lang="en-US" sz="2400" dirty="0"/>
            <a:t> </a:t>
          </a:r>
          <a:r>
            <a:rPr lang="en-US" sz="2400" dirty="0" err="1"/>
            <a:t>berdiri</a:t>
          </a:r>
          <a:r>
            <a:rPr lang="en-US" sz="2400" dirty="0"/>
            <a:t> dan </a:t>
          </a:r>
          <a:r>
            <a:rPr lang="en-US" sz="2400" dirty="0" err="1"/>
            <a:t>tegak</a:t>
          </a:r>
          <a:r>
            <a:rPr lang="en-US" sz="2400" dirty="0"/>
            <a:t> </a:t>
          </a:r>
          <a:r>
            <a:rPr lang="en-US" sz="2400" dirty="0" err="1"/>
            <a:t>pendiriannya</a:t>
          </a:r>
          <a:r>
            <a:rPr lang="en-US" sz="2400" dirty="0"/>
            <a:t> </a:t>
          </a:r>
          <a:r>
            <a:rPr lang="en-US" sz="2400" dirty="0" err="1"/>
            <a:t>dalam</a:t>
          </a:r>
          <a:r>
            <a:rPr lang="en-US" sz="2400" dirty="0"/>
            <a:t> </a:t>
          </a:r>
          <a:r>
            <a:rPr lang="en-US" sz="2400" dirty="0" err="1"/>
            <a:t>menghadapi</a:t>
          </a:r>
          <a:r>
            <a:rPr lang="en-US" sz="2400" dirty="0"/>
            <a:t> </a:t>
          </a:r>
          <a:r>
            <a:rPr lang="en-US" sz="2400" dirty="0" err="1"/>
            <a:t>kehidupan</a:t>
          </a:r>
          <a:r>
            <a:rPr lang="en-US" sz="2400" dirty="0"/>
            <a:t> </a:t>
          </a:r>
          <a:r>
            <a:rPr lang="en-US" sz="2400" dirty="0" err="1"/>
            <a:t>serta</a:t>
          </a:r>
          <a:r>
            <a:rPr lang="en-US" sz="2400" dirty="0"/>
            <a:t> </a:t>
          </a:r>
          <a:r>
            <a:rPr lang="en-US" sz="2400" dirty="0" err="1"/>
            <a:t>menitik-beratkan</a:t>
          </a:r>
          <a:r>
            <a:rPr lang="en-US" sz="2400" dirty="0"/>
            <a:t> pada </a:t>
          </a:r>
          <a:r>
            <a:rPr lang="en-US" sz="2400" dirty="0" err="1"/>
            <a:t>unsur</a:t>
          </a:r>
          <a:r>
            <a:rPr lang="en-US" sz="2400" dirty="0"/>
            <a:t> </a:t>
          </a:r>
          <a:r>
            <a:rPr lang="en-US" sz="2400" dirty="0" err="1"/>
            <a:t>vegetatif</a:t>
          </a:r>
          <a:r>
            <a:rPr lang="en-US" sz="2400" dirty="0"/>
            <a:t> </a:t>
          </a:r>
          <a:r>
            <a:rPr lang="en-US" sz="2400" dirty="0" err="1"/>
            <a:t>manusia</a:t>
          </a:r>
          <a:r>
            <a:rPr lang="en-US" sz="2400" dirty="0"/>
            <a:t>. (</a:t>
          </a:r>
          <a:r>
            <a:rPr lang="en-US" sz="2400" dirty="0" err="1"/>
            <a:t>tokoh</a:t>
          </a:r>
          <a:r>
            <a:rPr lang="en-US" sz="2400" dirty="0"/>
            <a:t>: Eugene Dubois)</a:t>
          </a:r>
        </a:p>
      </dgm:t>
    </dgm:pt>
    <dgm:pt modelId="{85B581B8-D0D0-4E5B-BC93-7B5C3B6807F1}" type="parTrans" cxnId="{B6EB3D3B-C650-418F-A7D3-3E628541B92D}">
      <dgm:prSet/>
      <dgm:spPr/>
      <dgm:t>
        <a:bodyPr/>
        <a:lstStyle/>
        <a:p>
          <a:endParaRPr lang="en-US"/>
        </a:p>
      </dgm:t>
    </dgm:pt>
    <dgm:pt modelId="{DEE9D554-41B0-444C-BB2E-660FCEBFB30E}" type="sibTrans" cxnId="{B6EB3D3B-C650-418F-A7D3-3E628541B92D}">
      <dgm:prSet/>
      <dgm:spPr/>
      <dgm:t>
        <a:bodyPr/>
        <a:lstStyle/>
        <a:p>
          <a:endParaRPr lang="en-US"/>
        </a:p>
      </dgm:t>
    </dgm:pt>
    <dgm:pt modelId="{B7E4CC84-EF51-4D70-BC30-9A3A6977E979}" type="pres">
      <dgm:prSet presAssocID="{1BA076CD-10EA-43EF-946D-28C776A59D95}" presName="linear" presStyleCnt="0">
        <dgm:presLayoutVars>
          <dgm:dir/>
          <dgm:animLvl val="lvl"/>
          <dgm:resizeHandles val="exact"/>
        </dgm:presLayoutVars>
      </dgm:prSet>
      <dgm:spPr/>
    </dgm:pt>
    <dgm:pt modelId="{4C28E946-EB10-42F6-B81C-91D27A1A973C}" type="pres">
      <dgm:prSet presAssocID="{0901B424-D9FD-4EA0-9BEE-4191A56C1C90}" presName="parentLin" presStyleCnt="0"/>
      <dgm:spPr/>
    </dgm:pt>
    <dgm:pt modelId="{6DDF5B26-3BC6-48C9-A232-295BBDC9006C}" type="pres">
      <dgm:prSet presAssocID="{0901B424-D9FD-4EA0-9BEE-4191A56C1C90}" presName="parentLeftMargin" presStyleLbl="node1" presStyleIdx="0" presStyleCnt="1"/>
      <dgm:spPr/>
    </dgm:pt>
    <dgm:pt modelId="{965F4D00-8753-4174-B6FC-C16522BDEFF7}" type="pres">
      <dgm:prSet presAssocID="{0901B424-D9FD-4EA0-9BEE-4191A56C1C9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B276310-0AC9-4F30-A0AF-B30F147912FD}" type="pres">
      <dgm:prSet presAssocID="{0901B424-D9FD-4EA0-9BEE-4191A56C1C90}" presName="negativeSpace" presStyleCnt="0"/>
      <dgm:spPr/>
    </dgm:pt>
    <dgm:pt modelId="{F3C09852-5022-4E19-AC99-B49122B6E5CE}" type="pres">
      <dgm:prSet presAssocID="{0901B424-D9FD-4EA0-9BEE-4191A56C1C90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F50EEC07-4B8C-4304-BFEA-EFC118821609}" type="presOf" srcId="{0901B424-D9FD-4EA0-9BEE-4191A56C1C90}" destId="{6DDF5B26-3BC6-48C9-A232-295BBDC9006C}" srcOrd="0" destOrd="0" presId="urn:microsoft.com/office/officeart/2005/8/layout/list1"/>
    <dgm:cxn modelId="{B6EB3D3B-C650-418F-A7D3-3E628541B92D}" srcId="{0901B424-D9FD-4EA0-9BEE-4191A56C1C90}" destId="{655E761E-972C-42C7-9975-3D9DA95C505C}" srcOrd="0" destOrd="0" parTransId="{85B581B8-D0D0-4E5B-BC93-7B5C3B6807F1}" sibTransId="{DEE9D554-41B0-444C-BB2E-660FCEBFB30E}"/>
    <dgm:cxn modelId="{88FD4084-F004-4D65-8C97-A6AE5CCD6D4E}" srcId="{1BA076CD-10EA-43EF-946D-28C776A59D95}" destId="{0901B424-D9FD-4EA0-9BEE-4191A56C1C90}" srcOrd="0" destOrd="0" parTransId="{83BCEC5B-78D0-4AD4-A178-8D6A097557F6}" sibTransId="{FC633C86-690C-4ED3-8F7C-67B5AD58052A}"/>
    <dgm:cxn modelId="{75DAA7A0-1C90-4793-B2EB-0B2D528E5748}" type="presOf" srcId="{1BA076CD-10EA-43EF-946D-28C776A59D95}" destId="{B7E4CC84-EF51-4D70-BC30-9A3A6977E979}" srcOrd="0" destOrd="0" presId="urn:microsoft.com/office/officeart/2005/8/layout/list1"/>
    <dgm:cxn modelId="{A73188A6-2F3E-432B-B079-79E7111EDDF0}" type="presOf" srcId="{0901B424-D9FD-4EA0-9BEE-4191A56C1C90}" destId="{965F4D00-8753-4174-B6FC-C16522BDEFF7}" srcOrd="1" destOrd="0" presId="urn:microsoft.com/office/officeart/2005/8/layout/list1"/>
    <dgm:cxn modelId="{6F46D4E4-0079-4803-95FD-9621E4A8B46E}" type="presOf" srcId="{655E761E-972C-42C7-9975-3D9DA95C505C}" destId="{F3C09852-5022-4E19-AC99-B49122B6E5CE}" srcOrd="0" destOrd="0" presId="urn:microsoft.com/office/officeart/2005/8/layout/list1"/>
    <dgm:cxn modelId="{2D59D661-F5BE-44BA-AA74-61E113101B45}" type="presParOf" srcId="{B7E4CC84-EF51-4D70-BC30-9A3A6977E979}" destId="{4C28E946-EB10-42F6-B81C-91D27A1A973C}" srcOrd="0" destOrd="0" presId="urn:microsoft.com/office/officeart/2005/8/layout/list1"/>
    <dgm:cxn modelId="{6AAE44B9-ABA5-436A-8605-F3258BB68328}" type="presParOf" srcId="{4C28E946-EB10-42F6-B81C-91D27A1A973C}" destId="{6DDF5B26-3BC6-48C9-A232-295BBDC9006C}" srcOrd="0" destOrd="0" presId="urn:microsoft.com/office/officeart/2005/8/layout/list1"/>
    <dgm:cxn modelId="{19922197-7101-490B-8085-CEDEC71EE778}" type="presParOf" srcId="{4C28E946-EB10-42F6-B81C-91D27A1A973C}" destId="{965F4D00-8753-4174-B6FC-C16522BDEFF7}" srcOrd="1" destOrd="0" presId="urn:microsoft.com/office/officeart/2005/8/layout/list1"/>
    <dgm:cxn modelId="{B8CF09BF-070E-4EE8-AD16-425CEA6CF9E5}" type="presParOf" srcId="{B7E4CC84-EF51-4D70-BC30-9A3A6977E979}" destId="{BB276310-0AC9-4F30-A0AF-B30F147912FD}" srcOrd="1" destOrd="0" presId="urn:microsoft.com/office/officeart/2005/8/layout/list1"/>
    <dgm:cxn modelId="{C84D5130-D528-4793-B5E4-0AC9063AD1A1}" type="presParOf" srcId="{B7E4CC84-EF51-4D70-BC30-9A3A6977E979}" destId="{F3C09852-5022-4E19-AC99-B49122B6E5CE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427D10-393A-464E-93CD-5DEF661D1A63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2DCDD83F-B822-49B0-A137-573A894BC62B}">
      <dgm:prSet phldrT="[Text]" custT="1"/>
      <dgm:spPr/>
      <dgm:t>
        <a:bodyPr/>
        <a:lstStyle/>
        <a:p>
          <a:pPr>
            <a:buNone/>
          </a:pPr>
          <a:r>
            <a:rPr lang="en-US" sz="2400" b="1" dirty="0"/>
            <a:t>Homo Religious</a:t>
          </a:r>
        </a:p>
      </dgm:t>
    </dgm:pt>
    <dgm:pt modelId="{1E81C630-D749-4DB4-AB05-41B218E66643}" type="parTrans" cxnId="{51D39DA8-B5E0-48BE-8BA2-C108D615513F}">
      <dgm:prSet/>
      <dgm:spPr/>
      <dgm:t>
        <a:bodyPr/>
        <a:lstStyle/>
        <a:p>
          <a:endParaRPr lang="en-US"/>
        </a:p>
      </dgm:t>
    </dgm:pt>
    <dgm:pt modelId="{567EA333-4F97-4C1F-B3F3-43286537ADE4}" type="sibTrans" cxnId="{51D39DA8-B5E0-48BE-8BA2-C108D615513F}">
      <dgm:prSet/>
      <dgm:spPr/>
      <dgm:t>
        <a:bodyPr/>
        <a:lstStyle/>
        <a:p>
          <a:endParaRPr lang="en-US"/>
        </a:p>
      </dgm:t>
    </dgm:pt>
    <dgm:pt modelId="{0570695E-EA45-4A0C-9A35-6F1392A3171C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400" dirty="0" err="1"/>
            <a:t>Manusia</a:t>
          </a:r>
          <a:r>
            <a:rPr lang="en-US" sz="2400" dirty="0"/>
            <a:t> </a:t>
          </a:r>
          <a:r>
            <a:rPr lang="en-US" sz="2400" dirty="0" err="1"/>
            <a:t>adalah</a:t>
          </a:r>
          <a:r>
            <a:rPr lang="en-US" sz="2400" dirty="0"/>
            <a:t> </a:t>
          </a:r>
          <a:r>
            <a:rPr lang="en-US" sz="2400" dirty="0" err="1"/>
            <a:t>makhluk</a:t>
          </a:r>
          <a:r>
            <a:rPr lang="en-US" sz="2400" dirty="0"/>
            <a:t> </a:t>
          </a:r>
          <a:r>
            <a:rPr lang="en-US" sz="2400" dirty="0" err="1"/>
            <a:t>Tuhan</a:t>
          </a:r>
          <a:r>
            <a:rPr lang="en-US" sz="2400" dirty="0"/>
            <a:t> yang </a:t>
          </a:r>
          <a:r>
            <a:rPr lang="en-US" sz="2400" dirty="0" err="1"/>
            <a:t>dapat</a:t>
          </a:r>
          <a:r>
            <a:rPr lang="en-US" sz="2400" dirty="0"/>
            <a:t> </a:t>
          </a:r>
          <a:r>
            <a:rPr lang="en-US" sz="2400" dirty="0" err="1"/>
            <a:t>mencapai</a:t>
          </a:r>
          <a:r>
            <a:rPr lang="en-US" sz="2400" dirty="0"/>
            <a:t> </a:t>
          </a:r>
          <a:r>
            <a:rPr lang="en-US" sz="2400" dirty="0" err="1"/>
            <a:t>pemenuhan</a:t>
          </a:r>
          <a:r>
            <a:rPr lang="en-US" sz="2400" dirty="0"/>
            <a:t> </a:t>
          </a:r>
          <a:r>
            <a:rPr lang="en-US" sz="2400" dirty="0" err="1"/>
            <a:t>dirinya</a:t>
          </a:r>
          <a:r>
            <a:rPr lang="en-US" sz="2400" dirty="0"/>
            <a:t> </a:t>
          </a:r>
          <a:r>
            <a:rPr lang="en-US" sz="2400" dirty="0" err="1"/>
            <a:t>dalam</a:t>
          </a:r>
          <a:r>
            <a:rPr lang="en-US" sz="2400" dirty="0"/>
            <a:t> </a:t>
          </a:r>
          <a:r>
            <a:rPr lang="en-US" sz="2400" dirty="0" err="1"/>
            <a:t>kehidupan</a:t>
          </a:r>
          <a:r>
            <a:rPr lang="en-US" sz="2400" dirty="0"/>
            <a:t> </a:t>
          </a:r>
          <a:r>
            <a:rPr lang="en-US" sz="2400" dirty="0" err="1"/>
            <a:t>religiusitas</a:t>
          </a:r>
          <a:r>
            <a:rPr lang="en-US" sz="2400" dirty="0"/>
            <a:t>. (</a:t>
          </a:r>
          <a:r>
            <a:rPr lang="en-US" sz="2400" dirty="0" err="1"/>
            <a:t>tokoh</a:t>
          </a:r>
          <a:r>
            <a:rPr lang="en-US" sz="2400" dirty="0"/>
            <a:t>: Leopold Kronecker)</a:t>
          </a:r>
        </a:p>
      </dgm:t>
    </dgm:pt>
    <dgm:pt modelId="{229653A6-8C50-464D-8CF0-61FAF18BADB9}" type="parTrans" cxnId="{B751A9A6-8404-4F1C-AC24-253AEB20FFE5}">
      <dgm:prSet/>
      <dgm:spPr/>
      <dgm:t>
        <a:bodyPr/>
        <a:lstStyle/>
        <a:p>
          <a:endParaRPr lang="en-US"/>
        </a:p>
      </dgm:t>
    </dgm:pt>
    <dgm:pt modelId="{1DAEE01A-06B0-4E9C-8DF6-8AC6D2176A8E}" type="sibTrans" cxnId="{B751A9A6-8404-4F1C-AC24-253AEB20FFE5}">
      <dgm:prSet/>
      <dgm:spPr/>
      <dgm:t>
        <a:bodyPr/>
        <a:lstStyle/>
        <a:p>
          <a:endParaRPr lang="en-US"/>
        </a:p>
      </dgm:t>
    </dgm:pt>
    <dgm:pt modelId="{E2E6C51B-F2F8-4CB0-AA0D-395465726724}">
      <dgm:prSet phldrT="[Text]" custT="1"/>
      <dgm:spPr/>
      <dgm:t>
        <a:bodyPr/>
        <a:lstStyle/>
        <a:p>
          <a:pPr>
            <a:buNone/>
          </a:pPr>
          <a:r>
            <a:rPr lang="en-US" sz="2400" b="1" dirty="0"/>
            <a:t>Homo </a:t>
          </a:r>
          <a:r>
            <a:rPr lang="en-US" sz="2400" b="1" dirty="0" err="1"/>
            <a:t>Homini</a:t>
          </a:r>
          <a:r>
            <a:rPr lang="en-US" sz="2400" b="1" dirty="0"/>
            <a:t> Lupus</a:t>
          </a:r>
        </a:p>
      </dgm:t>
    </dgm:pt>
    <dgm:pt modelId="{C164A5CE-868A-442F-8281-5C2037BB1A0A}" type="parTrans" cxnId="{44FF3D70-BBDB-49D0-9EAD-FDB3567C0578}">
      <dgm:prSet/>
      <dgm:spPr/>
      <dgm:t>
        <a:bodyPr/>
        <a:lstStyle/>
        <a:p>
          <a:endParaRPr lang="en-US"/>
        </a:p>
      </dgm:t>
    </dgm:pt>
    <dgm:pt modelId="{FD69C8A3-AF99-49CE-A547-200A6A0D1C4B}" type="sibTrans" cxnId="{44FF3D70-BBDB-49D0-9EAD-FDB3567C0578}">
      <dgm:prSet/>
      <dgm:spPr/>
      <dgm:t>
        <a:bodyPr/>
        <a:lstStyle/>
        <a:p>
          <a:endParaRPr lang="en-US"/>
        </a:p>
      </dgm:t>
    </dgm:pt>
    <dgm:pt modelId="{D07F2611-B304-4679-972E-68D2A84524F1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400" dirty="0" err="1"/>
            <a:t>Manusia</a:t>
          </a:r>
          <a:r>
            <a:rPr lang="en-US" sz="2400" dirty="0"/>
            <a:t> </a:t>
          </a:r>
          <a:r>
            <a:rPr lang="en-US" sz="2400" dirty="0" err="1"/>
            <a:t>adalah</a:t>
          </a:r>
          <a:r>
            <a:rPr lang="en-US" sz="2400" dirty="0"/>
            <a:t> </a:t>
          </a:r>
          <a:r>
            <a:rPr lang="en-US" sz="2400" dirty="0" err="1"/>
            <a:t>serigala</a:t>
          </a:r>
          <a:r>
            <a:rPr lang="en-US" sz="2400" dirty="0"/>
            <a:t> </a:t>
          </a:r>
          <a:r>
            <a:rPr lang="en-US" sz="2400" dirty="0" err="1"/>
            <a:t>bagi</a:t>
          </a:r>
          <a:r>
            <a:rPr lang="en-US" sz="2400" dirty="0"/>
            <a:t> </a:t>
          </a:r>
          <a:r>
            <a:rPr lang="en-US" sz="2400" dirty="0" err="1"/>
            <a:t>manusia</a:t>
          </a:r>
          <a:r>
            <a:rPr lang="en-US" sz="2400" dirty="0"/>
            <a:t> yang lain, </a:t>
          </a:r>
          <a:r>
            <a:rPr lang="en-US" sz="2400" dirty="0" err="1"/>
            <a:t>maksudnya</a:t>
          </a:r>
          <a:r>
            <a:rPr lang="en-US" sz="2400" dirty="0"/>
            <a:t> yang </a:t>
          </a:r>
          <a:r>
            <a:rPr lang="en-US" sz="2400" dirty="0" err="1"/>
            <a:t>kuat</a:t>
          </a:r>
          <a:r>
            <a:rPr lang="en-US" sz="2400" dirty="0"/>
            <a:t> </a:t>
          </a:r>
          <a:r>
            <a:rPr lang="en-US" sz="2400" dirty="0" err="1"/>
            <a:t>akan</a:t>
          </a:r>
          <a:r>
            <a:rPr lang="en-US" sz="2400" dirty="0"/>
            <a:t> </a:t>
          </a:r>
          <a:r>
            <a:rPr lang="en-US" sz="2400" dirty="0" err="1"/>
            <a:t>memiliki</a:t>
          </a:r>
          <a:r>
            <a:rPr lang="en-US" sz="2400" dirty="0"/>
            <a:t> </a:t>
          </a:r>
          <a:r>
            <a:rPr lang="en-US" sz="2400" dirty="0" err="1"/>
            <a:t>hak</a:t>
          </a:r>
          <a:r>
            <a:rPr lang="en-US" sz="2400" dirty="0"/>
            <a:t> </a:t>
          </a:r>
          <a:r>
            <a:rPr lang="en-US" sz="2400" dirty="0" err="1"/>
            <a:t>lebih</a:t>
          </a:r>
          <a:r>
            <a:rPr lang="en-US" sz="2400" dirty="0"/>
            <a:t> </a:t>
          </a:r>
          <a:r>
            <a:rPr lang="en-US" sz="2400" dirty="0" err="1"/>
            <a:t>besar</a:t>
          </a:r>
          <a:r>
            <a:rPr lang="en-US" sz="2400" dirty="0"/>
            <a:t> </a:t>
          </a:r>
          <a:r>
            <a:rPr lang="en-US" sz="2400" dirty="0" err="1"/>
            <a:t>daripada</a:t>
          </a:r>
          <a:r>
            <a:rPr lang="en-US" sz="2400" dirty="0"/>
            <a:t> yang </a:t>
          </a:r>
          <a:r>
            <a:rPr lang="en-US" sz="2400" dirty="0" err="1"/>
            <a:t>lemah</a:t>
          </a:r>
          <a:r>
            <a:rPr lang="en-US" sz="2400" dirty="0"/>
            <a:t>. (</a:t>
          </a:r>
          <a:r>
            <a:rPr lang="en-US" sz="2400" dirty="0" err="1"/>
            <a:t>tokoh</a:t>
          </a:r>
          <a:r>
            <a:rPr lang="en-US" sz="2400" dirty="0"/>
            <a:t>: Thomas Hobbes)</a:t>
          </a:r>
        </a:p>
      </dgm:t>
    </dgm:pt>
    <dgm:pt modelId="{B0531F74-66BA-4FC2-9EA8-1F07E6CE536C}" type="parTrans" cxnId="{423C6C49-B7B2-4E8B-B448-6ED7511C2D16}">
      <dgm:prSet/>
      <dgm:spPr/>
      <dgm:t>
        <a:bodyPr/>
        <a:lstStyle/>
        <a:p>
          <a:endParaRPr lang="en-US"/>
        </a:p>
      </dgm:t>
    </dgm:pt>
    <dgm:pt modelId="{C9DC2207-9400-4D52-89FD-B7689B9573D4}" type="sibTrans" cxnId="{423C6C49-B7B2-4E8B-B448-6ED7511C2D16}">
      <dgm:prSet/>
      <dgm:spPr/>
      <dgm:t>
        <a:bodyPr/>
        <a:lstStyle/>
        <a:p>
          <a:endParaRPr lang="en-US"/>
        </a:p>
      </dgm:t>
    </dgm:pt>
    <dgm:pt modelId="{55B398B4-F41B-4D1E-9C40-538BCF333DDE}" type="pres">
      <dgm:prSet presAssocID="{30427D10-393A-464E-93CD-5DEF661D1A63}" presName="linear" presStyleCnt="0">
        <dgm:presLayoutVars>
          <dgm:dir/>
          <dgm:animLvl val="lvl"/>
          <dgm:resizeHandles val="exact"/>
        </dgm:presLayoutVars>
      </dgm:prSet>
      <dgm:spPr/>
    </dgm:pt>
    <dgm:pt modelId="{6EB471EB-77D5-4527-A823-F77FF07C102C}" type="pres">
      <dgm:prSet presAssocID="{2DCDD83F-B822-49B0-A137-573A894BC62B}" presName="parentLin" presStyleCnt="0"/>
      <dgm:spPr/>
    </dgm:pt>
    <dgm:pt modelId="{2EF16E0E-61FD-4C1A-B043-2E84C8B165CF}" type="pres">
      <dgm:prSet presAssocID="{2DCDD83F-B822-49B0-A137-573A894BC62B}" presName="parentLeftMargin" presStyleLbl="node1" presStyleIdx="0" presStyleCnt="2"/>
      <dgm:spPr/>
    </dgm:pt>
    <dgm:pt modelId="{F1EDED91-E96A-41C7-A6FE-6ECD937DFE8D}" type="pres">
      <dgm:prSet presAssocID="{2DCDD83F-B822-49B0-A137-573A894BC62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DAE9A36-E24D-4B8D-9845-E60390F42016}" type="pres">
      <dgm:prSet presAssocID="{2DCDD83F-B822-49B0-A137-573A894BC62B}" presName="negativeSpace" presStyleCnt="0"/>
      <dgm:spPr/>
    </dgm:pt>
    <dgm:pt modelId="{7B9A8F15-A04B-4CFC-9D91-A2D0F71D10B1}" type="pres">
      <dgm:prSet presAssocID="{2DCDD83F-B822-49B0-A137-573A894BC62B}" presName="childText" presStyleLbl="conFgAcc1" presStyleIdx="0" presStyleCnt="2">
        <dgm:presLayoutVars>
          <dgm:bulletEnabled val="1"/>
        </dgm:presLayoutVars>
      </dgm:prSet>
      <dgm:spPr/>
    </dgm:pt>
    <dgm:pt modelId="{C60D08CA-DA47-4B82-8E36-416501623675}" type="pres">
      <dgm:prSet presAssocID="{567EA333-4F97-4C1F-B3F3-43286537ADE4}" presName="spaceBetweenRectangles" presStyleCnt="0"/>
      <dgm:spPr/>
    </dgm:pt>
    <dgm:pt modelId="{5DD9AD3A-6547-4A52-AB2F-451161C2CEBB}" type="pres">
      <dgm:prSet presAssocID="{E2E6C51B-F2F8-4CB0-AA0D-395465726724}" presName="parentLin" presStyleCnt="0"/>
      <dgm:spPr/>
    </dgm:pt>
    <dgm:pt modelId="{47431AED-4FBB-440F-948F-4A0253770CD4}" type="pres">
      <dgm:prSet presAssocID="{E2E6C51B-F2F8-4CB0-AA0D-395465726724}" presName="parentLeftMargin" presStyleLbl="node1" presStyleIdx="0" presStyleCnt="2"/>
      <dgm:spPr/>
    </dgm:pt>
    <dgm:pt modelId="{A9C6A996-82ED-4664-947B-03C471B60C52}" type="pres">
      <dgm:prSet presAssocID="{E2E6C51B-F2F8-4CB0-AA0D-39546572672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2D20DD9-3403-46F2-BE5F-EE7F57A140C3}" type="pres">
      <dgm:prSet presAssocID="{E2E6C51B-F2F8-4CB0-AA0D-395465726724}" presName="negativeSpace" presStyleCnt="0"/>
      <dgm:spPr/>
    </dgm:pt>
    <dgm:pt modelId="{9FD99847-672E-4EC9-9DBC-C233239B0FF7}" type="pres">
      <dgm:prSet presAssocID="{E2E6C51B-F2F8-4CB0-AA0D-39546572672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0C06C36-8AE5-4458-9D0E-77060C785CF2}" type="presOf" srcId="{E2E6C51B-F2F8-4CB0-AA0D-395465726724}" destId="{A9C6A996-82ED-4664-947B-03C471B60C52}" srcOrd="1" destOrd="0" presId="urn:microsoft.com/office/officeart/2005/8/layout/list1"/>
    <dgm:cxn modelId="{423C6C49-B7B2-4E8B-B448-6ED7511C2D16}" srcId="{E2E6C51B-F2F8-4CB0-AA0D-395465726724}" destId="{D07F2611-B304-4679-972E-68D2A84524F1}" srcOrd="0" destOrd="0" parTransId="{B0531F74-66BA-4FC2-9EA8-1F07E6CE536C}" sibTransId="{C9DC2207-9400-4D52-89FD-B7689B9573D4}"/>
    <dgm:cxn modelId="{CA7AA26E-2CBA-48F8-B1E6-47572D5C9990}" type="presOf" srcId="{0570695E-EA45-4A0C-9A35-6F1392A3171C}" destId="{7B9A8F15-A04B-4CFC-9D91-A2D0F71D10B1}" srcOrd="0" destOrd="0" presId="urn:microsoft.com/office/officeart/2005/8/layout/list1"/>
    <dgm:cxn modelId="{44FF3D70-BBDB-49D0-9EAD-FDB3567C0578}" srcId="{30427D10-393A-464E-93CD-5DEF661D1A63}" destId="{E2E6C51B-F2F8-4CB0-AA0D-395465726724}" srcOrd="1" destOrd="0" parTransId="{C164A5CE-868A-442F-8281-5C2037BB1A0A}" sibTransId="{FD69C8A3-AF99-49CE-A547-200A6A0D1C4B}"/>
    <dgm:cxn modelId="{3E443381-6C74-4A10-9A82-944324D09423}" type="presOf" srcId="{2DCDD83F-B822-49B0-A137-573A894BC62B}" destId="{2EF16E0E-61FD-4C1A-B043-2E84C8B165CF}" srcOrd="0" destOrd="0" presId="urn:microsoft.com/office/officeart/2005/8/layout/list1"/>
    <dgm:cxn modelId="{B3FB1A9D-4A56-4AB3-95BF-D6C2321813B9}" type="presOf" srcId="{30427D10-393A-464E-93CD-5DEF661D1A63}" destId="{55B398B4-F41B-4D1E-9C40-538BCF333DDE}" srcOrd="0" destOrd="0" presId="urn:microsoft.com/office/officeart/2005/8/layout/list1"/>
    <dgm:cxn modelId="{B751A9A6-8404-4F1C-AC24-253AEB20FFE5}" srcId="{2DCDD83F-B822-49B0-A137-573A894BC62B}" destId="{0570695E-EA45-4A0C-9A35-6F1392A3171C}" srcOrd="0" destOrd="0" parTransId="{229653A6-8C50-464D-8CF0-61FAF18BADB9}" sibTransId="{1DAEE01A-06B0-4E9C-8DF6-8AC6D2176A8E}"/>
    <dgm:cxn modelId="{51D39DA8-B5E0-48BE-8BA2-C108D615513F}" srcId="{30427D10-393A-464E-93CD-5DEF661D1A63}" destId="{2DCDD83F-B822-49B0-A137-573A894BC62B}" srcOrd="0" destOrd="0" parTransId="{1E81C630-D749-4DB4-AB05-41B218E66643}" sibTransId="{567EA333-4F97-4C1F-B3F3-43286537ADE4}"/>
    <dgm:cxn modelId="{24555BCA-3821-48A7-BC53-E0007C5E8834}" type="presOf" srcId="{D07F2611-B304-4679-972E-68D2A84524F1}" destId="{9FD99847-672E-4EC9-9DBC-C233239B0FF7}" srcOrd="0" destOrd="0" presId="urn:microsoft.com/office/officeart/2005/8/layout/list1"/>
    <dgm:cxn modelId="{DB7E2AD9-9F45-45D7-933B-4ABB914F22CC}" type="presOf" srcId="{2DCDD83F-B822-49B0-A137-573A894BC62B}" destId="{F1EDED91-E96A-41C7-A6FE-6ECD937DFE8D}" srcOrd="1" destOrd="0" presId="urn:microsoft.com/office/officeart/2005/8/layout/list1"/>
    <dgm:cxn modelId="{737E57EF-3972-47C7-9FC7-A951F30BC9DB}" type="presOf" srcId="{E2E6C51B-F2F8-4CB0-AA0D-395465726724}" destId="{47431AED-4FBB-440F-948F-4A0253770CD4}" srcOrd="0" destOrd="0" presId="urn:microsoft.com/office/officeart/2005/8/layout/list1"/>
    <dgm:cxn modelId="{CA12E574-05C4-4FEB-8CC5-74060E0277D8}" type="presParOf" srcId="{55B398B4-F41B-4D1E-9C40-538BCF333DDE}" destId="{6EB471EB-77D5-4527-A823-F77FF07C102C}" srcOrd="0" destOrd="0" presId="urn:microsoft.com/office/officeart/2005/8/layout/list1"/>
    <dgm:cxn modelId="{4D659157-EA3A-4F8C-AC14-96C3CCA192A7}" type="presParOf" srcId="{6EB471EB-77D5-4527-A823-F77FF07C102C}" destId="{2EF16E0E-61FD-4C1A-B043-2E84C8B165CF}" srcOrd="0" destOrd="0" presId="urn:microsoft.com/office/officeart/2005/8/layout/list1"/>
    <dgm:cxn modelId="{CA77D869-4A75-4B0B-B5C1-8BA1F5F07556}" type="presParOf" srcId="{6EB471EB-77D5-4527-A823-F77FF07C102C}" destId="{F1EDED91-E96A-41C7-A6FE-6ECD937DFE8D}" srcOrd="1" destOrd="0" presId="urn:microsoft.com/office/officeart/2005/8/layout/list1"/>
    <dgm:cxn modelId="{B04825EE-BFD4-466C-8D9A-C7632BAE15D5}" type="presParOf" srcId="{55B398B4-F41B-4D1E-9C40-538BCF333DDE}" destId="{8DAE9A36-E24D-4B8D-9845-E60390F42016}" srcOrd="1" destOrd="0" presId="urn:microsoft.com/office/officeart/2005/8/layout/list1"/>
    <dgm:cxn modelId="{DAEB8C31-7463-4717-8F52-F5705F330233}" type="presParOf" srcId="{55B398B4-F41B-4D1E-9C40-538BCF333DDE}" destId="{7B9A8F15-A04B-4CFC-9D91-A2D0F71D10B1}" srcOrd="2" destOrd="0" presId="urn:microsoft.com/office/officeart/2005/8/layout/list1"/>
    <dgm:cxn modelId="{4C7D9CE5-DAC9-410A-84DE-B8E680AA9240}" type="presParOf" srcId="{55B398B4-F41B-4D1E-9C40-538BCF333DDE}" destId="{C60D08CA-DA47-4B82-8E36-416501623675}" srcOrd="3" destOrd="0" presId="urn:microsoft.com/office/officeart/2005/8/layout/list1"/>
    <dgm:cxn modelId="{15D8C454-879A-4239-A7AC-8BEDDEE61678}" type="presParOf" srcId="{55B398B4-F41B-4D1E-9C40-538BCF333DDE}" destId="{5DD9AD3A-6547-4A52-AB2F-451161C2CEBB}" srcOrd="4" destOrd="0" presId="urn:microsoft.com/office/officeart/2005/8/layout/list1"/>
    <dgm:cxn modelId="{1C260C30-F39C-4234-947C-54F7EFB9DC78}" type="presParOf" srcId="{5DD9AD3A-6547-4A52-AB2F-451161C2CEBB}" destId="{47431AED-4FBB-440F-948F-4A0253770CD4}" srcOrd="0" destOrd="0" presId="urn:microsoft.com/office/officeart/2005/8/layout/list1"/>
    <dgm:cxn modelId="{1D5E860A-8CDB-47C3-A6A5-8DCCDC756492}" type="presParOf" srcId="{5DD9AD3A-6547-4A52-AB2F-451161C2CEBB}" destId="{A9C6A996-82ED-4664-947B-03C471B60C52}" srcOrd="1" destOrd="0" presId="urn:microsoft.com/office/officeart/2005/8/layout/list1"/>
    <dgm:cxn modelId="{A803FA99-1764-45DD-9BEF-AF8309C09CB5}" type="presParOf" srcId="{55B398B4-F41B-4D1E-9C40-538BCF333DDE}" destId="{A2D20DD9-3403-46F2-BE5F-EE7F57A140C3}" srcOrd="5" destOrd="0" presId="urn:microsoft.com/office/officeart/2005/8/layout/list1"/>
    <dgm:cxn modelId="{55668ECB-34C5-4A96-B1F1-06398DFEC6EF}" type="presParOf" srcId="{55B398B4-F41B-4D1E-9C40-538BCF333DDE}" destId="{9FD99847-672E-4EC9-9DBC-C233239B0FF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A59969-97BB-4955-BED9-A6B4145B89A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92938D-A19F-4BD3-B10D-A880F0534DA7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DDEEA4CD-8675-4C4F-98CD-E5B25BF6583B}" type="parTrans" cxnId="{AA1AD8C4-FB0E-496B-AC38-D7F6ECB0746B}">
      <dgm:prSet/>
      <dgm:spPr/>
      <dgm:t>
        <a:bodyPr/>
        <a:lstStyle/>
        <a:p>
          <a:endParaRPr lang="en-US"/>
        </a:p>
      </dgm:t>
    </dgm:pt>
    <dgm:pt modelId="{C9B387B9-3959-48CF-8DA4-BD1CB39BAF5A}" type="sibTrans" cxnId="{AA1AD8C4-FB0E-496B-AC38-D7F6ECB0746B}">
      <dgm:prSet/>
      <dgm:spPr/>
      <dgm:t>
        <a:bodyPr/>
        <a:lstStyle/>
        <a:p>
          <a:endParaRPr lang="en-US"/>
        </a:p>
      </dgm:t>
    </dgm:pt>
    <dgm:pt modelId="{26457478-E1BA-45C2-8A65-21532522C810}">
      <dgm:prSet phldrT="[Text]" custT="1"/>
      <dgm:spPr/>
      <dgm:t>
        <a:bodyPr/>
        <a:lstStyle/>
        <a:p>
          <a:pPr algn="just">
            <a:buFontTx/>
            <a:buAutoNum type="arabicPeriod"/>
          </a:pP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Mempunyai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kecenderungan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dekat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dengan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Tuhan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YME ~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sadar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akan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kehadiran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-Nya.</a:t>
          </a:r>
          <a:endParaRPr lang="en-US" sz="2200" dirty="0">
            <a:latin typeface="+mn-lt"/>
          </a:endParaRPr>
        </a:p>
      </dgm:t>
    </dgm:pt>
    <dgm:pt modelId="{70F73949-8E6D-4A5D-873A-747B20CB59DD}" type="parTrans" cxnId="{33E5AFA0-0FD7-4BB9-8E0E-403758B4D1CA}">
      <dgm:prSet/>
      <dgm:spPr/>
      <dgm:t>
        <a:bodyPr/>
        <a:lstStyle/>
        <a:p>
          <a:endParaRPr lang="en-US"/>
        </a:p>
      </dgm:t>
    </dgm:pt>
    <dgm:pt modelId="{97F3AAC1-C813-4471-B159-0C1A919B5B1A}" type="sibTrans" cxnId="{33E5AFA0-0FD7-4BB9-8E0E-403758B4D1CA}">
      <dgm:prSet/>
      <dgm:spPr/>
      <dgm:t>
        <a:bodyPr/>
        <a:lstStyle/>
        <a:p>
          <a:endParaRPr lang="en-US"/>
        </a:p>
      </dgm:t>
    </dgm:pt>
    <dgm:pt modelId="{C2BCE7C0-7031-424C-B4CC-8A7E79113752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32128980-453E-4F5B-A5A2-20E43898EBFE}" type="parTrans" cxnId="{0F477D3B-90F8-4911-BA73-A917C855E7C1}">
      <dgm:prSet/>
      <dgm:spPr/>
      <dgm:t>
        <a:bodyPr/>
        <a:lstStyle/>
        <a:p>
          <a:endParaRPr lang="en-US"/>
        </a:p>
      </dgm:t>
    </dgm:pt>
    <dgm:pt modelId="{855C8A1E-1F98-4B66-AF8B-AEB165C64402}" type="sibTrans" cxnId="{0F477D3B-90F8-4911-BA73-A917C855E7C1}">
      <dgm:prSet/>
      <dgm:spPr/>
      <dgm:t>
        <a:bodyPr/>
        <a:lstStyle/>
        <a:p>
          <a:endParaRPr lang="en-US"/>
        </a:p>
      </dgm:t>
    </dgm:pt>
    <dgm:pt modelId="{84F75EA4-43DA-40D5-AD22-0FB5A838BEFB}">
      <dgm:prSet phldrT="[Text]" custT="1"/>
      <dgm:spPr/>
      <dgm:t>
        <a:bodyPr/>
        <a:lstStyle/>
        <a:p>
          <a:pPr algn="just">
            <a:buFontTx/>
            <a:buAutoNum type="arabicPeriod"/>
          </a:pP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Dikarunia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pembawaan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yang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mulia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dan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bermartabat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.</a:t>
          </a:r>
          <a:endParaRPr lang="en-US" sz="2200" dirty="0">
            <a:latin typeface="+mn-lt"/>
          </a:endParaRPr>
        </a:p>
      </dgm:t>
    </dgm:pt>
    <dgm:pt modelId="{801D3C1E-FB95-4B1D-8A64-37546D61EF53}" type="parTrans" cxnId="{2D77F264-B28B-4E22-99F8-93869FCBE824}">
      <dgm:prSet/>
      <dgm:spPr/>
      <dgm:t>
        <a:bodyPr/>
        <a:lstStyle/>
        <a:p>
          <a:endParaRPr lang="en-US"/>
        </a:p>
      </dgm:t>
    </dgm:pt>
    <dgm:pt modelId="{115FB53E-2247-41D2-BE23-61A19AA43316}" type="sibTrans" cxnId="{2D77F264-B28B-4E22-99F8-93869FCBE824}">
      <dgm:prSet/>
      <dgm:spPr/>
      <dgm:t>
        <a:bodyPr/>
        <a:lstStyle/>
        <a:p>
          <a:endParaRPr lang="en-US"/>
        </a:p>
      </dgm:t>
    </dgm:pt>
    <dgm:pt modelId="{275779EC-B4F3-4BE6-9C65-33417DE6744F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3F38A633-2536-4077-8DA9-4296C38763E8}" type="parTrans" cxnId="{1801E5F3-2963-4223-A3FA-9F34F6F5CE14}">
      <dgm:prSet/>
      <dgm:spPr/>
      <dgm:t>
        <a:bodyPr/>
        <a:lstStyle/>
        <a:p>
          <a:endParaRPr lang="en-US"/>
        </a:p>
      </dgm:t>
    </dgm:pt>
    <dgm:pt modelId="{E820D5D7-4E76-48B9-9A2B-FEE7112207CA}" type="sibTrans" cxnId="{1801E5F3-2963-4223-A3FA-9F34F6F5CE14}">
      <dgm:prSet/>
      <dgm:spPr/>
      <dgm:t>
        <a:bodyPr/>
        <a:lstStyle/>
        <a:p>
          <a:endParaRPr lang="en-US"/>
        </a:p>
      </dgm:t>
    </dgm:pt>
    <dgm:pt modelId="{BDB05FD0-1F59-4F12-82FF-65371804F937}">
      <dgm:prSet phldrT="[Text]" custT="1"/>
      <dgm:spPr/>
      <dgm:t>
        <a:bodyPr/>
        <a:lstStyle/>
        <a:p>
          <a:pPr>
            <a:buFontTx/>
            <a:buAutoNum type="arabicPeriod"/>
          </a:pP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Mempunyai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kesadaran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moral ~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dapat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membedakan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antara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baik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&amp;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jahat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.</a:t>
          </a:r>
          <a:endParaRPr lang="en-US" sz="2200" dirty="0">
            <a:latin typeface="+mn-lt"/>
          </a:endParaRPr>
        </a:p>
      </dgm:t>
    </dgm:pt>
    <dgm:pt modelId="{21F0B0B9-76FE-4088-A3F9-2BF5197614EB}" type="parTrans" cxnId="{26C42E9E-B8BC-405D-8ADD-28CF8AFEAEA8}">
      <dgm:prSet/>
      <dgm:spPr/>
      <dgm:t>
        <a:bodyPr/>
        <a:lstStyle/>
        <a:p>
          <a:endParaRPr lang="en-US"/>
        </a:p>
      </dgm:t>
    </dgm:pt>
    <dgm:pt modelId="{AE4AA0F2-BDC3-4262-8191-129BD32AA88C}" type="sibTrans" cxnId="{26C42E9E-B8BC-405D-8ADD-28CF8AFEAEA8}">
      <dgm:prSet/>
      <dgm:spPr/>
      <dgm:t>
        <a:bodyPr/>
        <a:lstStyle/>
        <a:p>
          <a:endParaRPr lang="en-US"/>
        </a:p>
      </dgm:t>
    </dgm:pt>
    <dgm:pt modelId="{0EC32328-C47A-429F-B196-5FAA8AB3FEE6}">
      <dgm:prSet phldrT="[Text]"/>
      <dgm:spPr/>
      <dgm:t>
        <a:bodyPr/>
        <a:lstStyle/>
        <a:p>
          <a:r>
            <a:rPr lang="en-US" dirty="0"/>
            <a:t>4</a:t>
          </a:r>
        </a:p>
      </dgm:t>
    </dgm:pt>
    <dgm:pt modelId="{CB25B311-B702-4EBE-BE59-E6AFE63B6ED6}" type="parTrans" cxnId="{F90B2800-56E8-41FF-AB9E-A78CFB9A6E5A}">
      <dgm:prSet/>
      <dgm:spPr/>
      <dgm:t>
        <a:bodyPr/>
        <a:lstStyle/>
        <a:p>
          <a:endParaRPr lang="en-US"/>
        </a:p>
      </dgm:t>
    </dgm:pt>
    <dgm:pt modelId="{B94C0BDD-053F-4847-9276-BB4527A36C15}" type="sibTrans" cxnId="{F90B2800-56E8-41FF-AB9E-A78CFB9A6E5A}">
      <dgm:prSet/>
      <dgm:spPr/>
      <dgm:t>
        <a:bodyPr/>
        <a:lstStyle/>
        <a:p>
          <a:endParaRPr lang="en-US"/>
        </a:p>
      </dgm:t>
    </dgm:pt>
    <dgm:pt modelId="{71750143-6E76-40E0-ABF0-EB7ABADF0837}">
      <dgm:prSet custT="1"/>
      <dgm:spPr/>
      <dgm:t>
        <a:bodyPr/>
        <a:lstStyle/>
        <a:p>
          <a:pPr>
            <a:buFontTx/>
            <a:buAutoNum type="arabicPeriod"/>
          </a:pP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Jiwanya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tidak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akan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damai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kecuali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dengan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mengingat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Tuhan</a:t>
          </a:r>
          <a:r>
            <a: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YME.</a:t>
          </a:r>
          <a:endParaRPr lang="en-US" sz="2200" dirty="0">
            <a:latin typeface="+mn-lt"/>
          </a:endParaRPr>
        </a:p>
      </dgm:t>
    </dgm:pt>
    <dgm:pt modelId="{0A97A956-7CEC-4AE7-9095-2B060384062B}" type="parTrans" cxnId="{82293B75-AA22-456D-82F1-399F9A835CE1}">
      <dgm:prSet/>
      <dgm:spPr/>
      <dgm:t>
        <a:bodyPr/>
        <a:lstStyle/>
        <a:p>
          <a:endParaRPr lang="en-US"/>
        </a:p>
      </dgm:t>
    </dgm:pt>
    <dgm:pt modelId="{47367162-492F-43F4-8397-800C459E921B}" type="sibTrans" cxnId="{82293B75-AA22-456D-82F1-399F9A835CE1}">
      <dgm:prSet/>
      <dgm:spPr/>
      <dgm:t>
        <a:bodyPr/>
        <a:lstStyle/>
        <a:p>
          <a:endParaRPr lang="en-US"/>
        </a:p>
      </dgm:t>
    </dgm:pt>
    <dgm:pt modelId="{D5B9C49D-64D7-43D5-A63D-C7F97EA4F83B}" type="pres">
      <dgm:prSet presAssocID="{CDA59969-97BB-4955-BED9-A6B4145B89AC}" presName="vert0" presStyleCnt="0">
        <dgm:presLayoutVars>
          <dgm:dir/>
          <dgm:animOne val="branch"/>
          <dgm:animLvl val="lvl"/>
        </dgm:presLayoutVars>
      </dgm:prSet>
      <dgm:spPr/>
    </dgm:pt>
    <dgm:pt modelId="{C705EDBD-73C3-4D55-AC3D-16B169DFAB03}" type="pres">
      <dgm:prSet presAssocID="{DE92938D-A19F-4BD3-B10D-A880F0534DA7}" presName="thickLine" presStyleLbl="alignNode1" presStyleIdx="0" presStyleCnt="4"/>
      <dgm:spPr/>
    </dgm:pt>
    <dgm:pt modelId="{CC2CE4A8-E253-4C88-8E6E-FA76E908345F}" type="pres">
      <dgm:prSet presAssocID="{DE92938D-A19F-4BD3-B10D-A880F0534DA7}" presName="horz1" presStyleCnt="0"/>
      <dgm:spPr/>
    </dgm:pt>
    <dgm:pt modelId="{54DC15A0-0C1B-4A03-B28D-9438CBC85129}" type="pres">
      <dgm:prSet presAssocID="{DE92938D-A19F-4BD3-B10D-A880F0534DA7}" presName="tx1" presStyleLbl="revTx" presStyleIdx="0" presStyleCnt="8" custScaleX="30131"/>
      <dgm:spPr/>
    </dgm:pt>
    <dgm:pt modelId="{4425568E-F74B-4D6F-8360-BADC929F7F51}" type="pres">
      <dgm:prSet presAssocID="{DE92938D-A19F-4BD3-B10D-A880F0534DA7}" presName="vert1" presStyleCnt="0"/>
      <dgm:spPr/>
    </dgm:pt>
    <dgm:pt modelId="{0F6B749B-1B4E-4083-9310-C28E81836E28}" type="pres">
      <dgm:prSet presAssocID="{26457478-E1BA-45C2-8A65-21532522C810}" presName="vertSpace2a" presStyleCnt="0"/>
      <dgm:spPr/>
    </dgm:pt>
    <dgm:pt modelId="{7BDB8C56-833F-4576-998A-7AB12A3487AE}" type="pres">
      <dgm:prSet presAssocID="{26457478-E1BA-45C2-8A65-21532522C810}" presName="horz2" presStyleCnt="0"/>
      <dgm:spPr/>
    </dgm:pt>
    <dgm:pt modelId="{AF4BEBFF-CE67-462C-8796-80227AE72AFD}" type="pres">
      <dgm:prSet presAssocID="{26457478-E1BA-45C2-8A65-21532522C810}" presName="horzSpace2" presStyleCnt="0"/>
      <dgm:spPr/>
    </dgm:pt>
    <dgm:pt modelId="{A901BBB0-9CA7-44EB-BAA8-4944BECC3C1C}" type="pres">
      <dgm:prSet presAssocID="{26457478-E1BA-45C2-8A65-21532522C810}" presName="tx2" presStyleLbl="revTx" presStyleIdx="1" presStyleCnt="8" custScaleX="127389"/>
      <dgm:spPr/>
    </dgm:pt>
    <dgm:pt modelId="{A940DED6-BBA5-427A-9CF2-1C0136391F05}" type="pres">
      <dgm:prSet presAssocID="{26457478-E1BA-45C2-8A65-21532522C810}" presName="vert2" presStyleCnt="0"/>
      <dgm:spPr/>
    </dgm:pt>
    <dgm:pt modelId="{CD65F9F7-69A6-4156-84D6-2A19F4E505BA}" type="pres">
      <dgm:prSet presAssocID="{26457478-E1BA-45C2-8A65-21532522C810}" presName="thinLine2b" presStyleLbl="callout" presStyleIdx="0" presStyleCnt="4"/>
      <dgm:spPr/>
    </dgm:pt>
    <dgm:pt modelId="{96572F76-4EAC-4A86-85B6-4126E05A43A7}" type="pres">
      <dgm:prSet presAssocID="{26457478-E1BA-45C2-8A65-21532522C810}" presName="vertSpace2b" presStyleCnt="0"/>
      <dgm:spPr/>
    </dgm:pt>
    <dgm:pt modelId="{564A2D20-60C9-4412-A677-E65C573D15D3}" type="pres">
      <dgm:prSet presAssocID="{C2BCE7C0-7031-424C-B4CC-8A7E79113752}" presName="thickLine" presStyleLbl="alignNode1" presStyleIdx="1" presStyleCnt="4"/>
      <dgm:spPr/>
    </dgm:pt>
    <dgm:pt modelId="{5D66AADD-C21E-4EB7-B72B-465A598E746F}" type="pres">
      <dgm:prSet presAssocID="{C2BCE7C0-7031-424C-B4CC-8A7E79113752}" presName="horz1" presStyleCnt="0"/>
      <dgm:spPr/>
    </dgm:pt>
    <dgm:pt modelId="{CD374211-C4FB-4EFB-949E-D65AC064055A}" type="pres">
      <dgm:prSet presAssocID="{C2BCE7C0-7031-424C-B4CC-8A7E79113752}" presName="tx1" presStyleLbl="revTx" presStyleIdx="2" presStyleCnt="8" custScaleX="30131"/>
      <dgm:spPr/>
    </dgm:pt>
    <dgm:pt modelId="{5DCF13B7-ECFB-422E-AFC8-A2D2F2B7B9FC}" type="pres">
      <dgm:prSet presAssocID="{C2BCE7C0-7031-424C-B4CC-8A7E79113752}" presName="vert1" presStyleCnt="0"/>
      <dgm:spPr/>
    </dgm:pt>
    <dgm:pt modelId="{729314C0-CC21-48F2-9CF9-FFA80F1D7352}" type="pres">
      <dgm:prSet presAssocID="{84F75EA4-43DA-40D5-AD22-0FB5A838BEFB}" presName="vertSpace2a" presStyleCnt="0"/>
      <dgm:spPr/>
    </dgm:pt>
    <dgm:pt modelId="{8BBF0447-8A4C-4747-9195-8D9622B96611}" type="pres">
      <dgm:prSet presAssocID="{84F75EA4-43DA-40D5-AD22-0FB5A838BEFB}" presName="horz2" presStyleCnt="0"/>
      <dgm:spPr/>
    </dgm:pt>
    <dgm:pt modelId="{9AF9E6F3-31FD-43CD-B046-22390D349549}" type="pres">
      <dgm:prSet presAssocID="{84F75EA4-43DA-40D5-AD22-0FB5A838BEFB}" presName="horzSpace2" presStyleCnt="0"/>
      <dgm:spPr/>
    </dgm:pt>
    <dgm:pt modelId="{A4642CDD-C1A5-4085-A270-175CC547BD01}" type="pres">
      <dgm:prSet presAssocID="{84F75EA4-43DA-40D5-AD22-0FB5A838BEFB}" presName="tx2" presStyleLbl="revTx" presStyleIdx="3" presStyleCnt="8" custScaleX="127389"/>
      <dgm:spPr/>
    </dgm:pt>
    <dgm:pt modelId="{0798BCF0-8512-49C9-B0FB-3D8A70B7A82C}" type="pres">
      <dgm:prSet presAssocID="{84F75EA4-43DA-40D5-AD22-0FB5A838BEFB}" presName="vert2" presStyleCnt="0"/>
      <dgm:spPr/>
    </dgm:pt>
    <dgm:pt modelId="{9A31D19B-903D-4D0E-AD7D-6CC854CA64B6}" type="pres">
      <dgm:prSet presAssocID="{84F75EA4-43DA-40D5-AD22-0FB5A838BEFB}" presName="thinLine2b" presStyleLbl="callout" presStyleIdx="1" presStyleCnt="4"/>
      <dgm:spPr/>
    </dgm:pt>
    <dgm:pt modelId="{B9D94C3C-AB72-406D-8B0C-75177ED7958E}" type="pres">
      <dgm:prSet presAssocID="{84F75EA4-43DA-40D5-AD22-0FB5A838BEFB}" presName="vertSpace2b" presStyleCnt="0"/>
      <dgm:spPr/>
    </dgm:pt>
    <dgm:pt modelId="{897CD261-F5A1-4639-858A-D9D25355A09B}" type="pres">
      <dgm:prSet presAssocID="{275779EC-B4F3-4BE6-9C65-33417DE6744F}" presName="thickLine" presStyleLbl="alignNode1" presStyleIdx="2" presStyleCnt="4"/>
      <dgm:spPr/>
    </dgm:pt>
    <dgm:pt modelId="{F026B893-DA5C-4DD5-BAA6-AC668EEAE4E0}" type="pres">
      <dgm:prSet presAssocID="{275779EC-B4F3-4BE6-9C65-33417DE6744F}" presName="horz1" presStyleCnt="0"/>
      <dgm:spPr/>
    </dgm:pt>
    <dgm:pt modelId="{06114B85-9BBC-45D7-A86C-51C876D4553B}" type="pres">
      <dgm:prSet presAssocID="{275779EC-B4F3-4BE6-9C65-33417DE6744F}" presName="tx1" presStyleLbl="revTx" presStyleIdx="4" presStyleCnt="8" custScaleX="30131"/>
      <dgm:spPr/>
    </dgm:pt>
    <dgm:pt modelId="{C0E22DF8-220E-466E-AE45-4AA955A48106}" type="pres">
      <dgm:prSet presAssocID="{275779EC-B4F3-4BE6-9C65-33417DE6744F}" presName="vert1" presStyleCnt="0"/>
      <dgm:spPr/>
    </dgm:pt>
    <dgm:pt modelId="{13EA0047-6072-4C0B-9C8D-FD305F41D688}" type="pres">
      <dgm:prSet presAssocID="{BDB05FD0-1F59-4F12-82FF-65371804F937}" presName="vertSpace2a" presStyleCnt="0"/>
      <dgm:spPr/>
    </dgm:pt>
    <dgm:pt modelId="{32DE02EB-F374-4F4E-A165-D555A3A7ADD5}" type="pres">
      <dgm:prSet presAssocID="{BDB05FD0-1F59-4F12-82FF-65371804F937}" presName="horz2" presStyleCnt="0"/>
      <dgm:spPr/>
    </dgm:pt>
    <dgm:pt modelId="{03656D97-E393-4F91-A257-183DA50F6BF8}" type="pres">
      <dgm:prSet presAssocID="{BDB05FD0-1F59-4F12-82FF-65371804F937}" presName="horzSpace2" presStyleCnt="0"/>
      <dgm:spPr/>
    </dgm:pt>
    <dgm:pt modelId="{F3A758D6-BFC2-4A92-8623-88E9C80297C5}" type="pres">
      <dgm:prSet presAssocID="{BDB05FD0-1F59-4F12-82FF-65371804F937}" presName="tx2" presStyleLbl="revTx" presStyleIdx="5" presStyleCnt="8" custScaleX="127389"/>
      <dgm:spPr/>
    </dgm:pt>
    <dgm:pt modelId="{FF0543D7-8A48-490B-96FE-0A324B564A4A}" type="pres">
      <dgm:prSet presAssocID="{BDB05FD0-1F59-4F12-82FF-65371804F937}" presName="vert2" presStyleCnt="0"/>
      <dgm:spPr/>
    </dgm:pt>
    <dgm:pt modelId="{9DBBA40D-E049-4189-946C-AD436A7CD684}" type="pres">
      <dgm:prSet presAssocID="{BDB05FD0-1F59-4F12-82FF-65371804F937}" presName="thinLine2b" presStyleLbl="callout" presStyleIdx="2" presStyleCnt="4"/>
      <dgm:spPr/>
    </dgm:pt>
    <dgm:pt modelId="{EADC368A-24E7-4068-80B6-23837C735F26}" type="pres">
      <dgm:prSet presAssocID="{BDB05FD0-1F59-4F12-82FF-65371804F937}" presName="vertSpace2b" presStyleCnt="0"/>
      <dgm:spPr/>
    </dgm:pt>
    <dgm:pt modelId="{E35ECC10-E6D6-4F16-9B9D-B399ADBF89DE}" type="pres">
      <dgm:prSet presAssocID="{0EC32328-C47A-429F-B196-5FAA8AB3FEE6}" presName="thickLine" presStyleLbl="alignNode1" presStyleIdx="3" presStyleCnt="4"/>
      <dgm:spPr/>
    </dgm:pt>
    <dgm:pt modelId="{F362A23E-0E49-429C-9AF0-A91564437EDD}" type="pres">
      <dgm:prSet presAssocID="{0EC32328-C47A-429F-B196-5FAA8AB3FEE6}" presName="horz1" presStyleCnt="0"/>
      <dgm:spPr/>
    </dgm:pt>
    <dgm:pt modelId="{8B58BA43-C420-44A7-8D62-9B33111BD441}" type="pres">
      <dgm:prSet presAssocID="{0EC32328-C47A-429F-B196-5FAA8AB3FEE6}" presName="tx1" presStyleLbl="revTx" presStyleIdx="6" presStyleCnt="8" custScaleX="30131"/>
      <dgm:spPr/>
    </dgm:pt>
    <dgm:pt modelId="{43EF68DC-E226-40D3-A7D0-841958E5897C}" type="pres">
      <dgm:prSet presAssocID="{0EC32328-C47A-429F-B196-5FAA8AB3FEE6}" presName="vert1" presStyleCnt="0"/>
      <dgm:spPr/>
    </dgm:pt>
    <dgm:pt modelId="{DA52F345-3C04-402A-9541-20BD9E47EB4F}" type="pres">
      <dgm:prSet presAssocID="{71750143-6E76-40E0-ABF0-EB7ABADF0837}" presName="vertSpace2a" presStyleCnt="0"/>
      <dgm:spPr/>
    </dgm:pt>
    <dgm:pt modelId="{1DB9951E-9092-46BB-8A9B-D0F445B3B6C9}" type="pres">
      <dgm:prSet presAssocID="{71750143-6E76-40E0-ABF0-EB7ABADF0837}" presName="horz2" presStyleCnt="0"/>
      <dgm:spPr/>
    </dgm:pt>
    <dgm:pt modelId="{EA123EDC-7D84-4439-8F42-423F56975784}" type="pres">
      <dgm:prSet presAssocID="{71750143-6E76-40E0-ABF0-EB7ABADF0837}" presName="horzSpace2" presStyleCnt="0"/>
      <dgm:spPr/>
    </dgm:pt>
    <dgm:pt modelId="{BB139BEB-EBC8-45C1-B212-E319A1793C42}" type="pres">
      <dgm:prSet presAssocID="{71750143-6E76-40E0-ABF0-EB7ABADF0837}" presName="tx2" presStyleLbl="revTx" presStyleIdx="7" presStyleCnt="8" custScaleX="127389"/>
      <dgm:spPr/>
    </dgm:pt>
    <dgm:pt modelId="{06B1C166-7E99-420F-B02E-90ADF27098B6}" type="pres">
      <dgm:prSet presAssocID="{71750143-6E76-40E0-ABF0-EB7ABADF0837}" presName="vert2" presStyleCnt="0"/>
      <dgm:spPr/>
    </dgm:pt>
    <dgm:pt modelId="{4BC48DB0-DA64-4BBE-AB79-9E613950D2CC}" type="pres">
      <dgm:prSet presAssocID="{71750143-6E76-40E0-ABF0-EB7ABADF0837}" presName="thinLine2b" presStyleLbl="callout" presStyleIdx="3" presStyleCnt="4"/>
      <dgm:spPr/>
    </dgm:pt>
    <dgm:pt modelId="{5AC1CB77-7E02-4EF1-A324-648702883389}" type="pres">
      <dgm:prSet presAssocID="{71750143-6E76-40E0-ABF0-EB7ABADF0837}" presName="vertSpace2b" presStyleCnt="0"/>
      <dgm:spPr/>
    </dgm:pt>
  </dgm:ptLst>
  <dgm:cxnLst>
    <dgm:cxn modelId="{F90B2800-56E8-41FF-AB9E-A78CFB9A6E5A}" srcId="{CDA59969-97BB-4955-BED9-A6B4145B89AC}" destId="{0EC32328-C47A-429F-B196-5FAA8AB3FEE6}" srcOrd="3" destOrd="0" parTransId="{CB25B311-B702-4EBE-BE59-E6AFE63B6ED6}" sibTransId="{B94C0BDD-053F-4847-9276-BB4527A36C15}"/>
    <dgm:cxn modelId="{C47A6F1D-7525-47F2-B958-991B1149C153}" type="presOf" srcId="{CDA59969-97BB-4955-BED9-A6B4145B89AC}" destId="{D5B9C49D-64D7-43D5-A63D-C7F97EA4F83B}" srcOrd="0" destOrd="0" presId="urn:microsoft.com/office/officeart/2008/layout/LinedList"/>
    <dgm:cxn modelId="{D387FF20-895E-4374-A64D-5CFDA04C9C21}" type="presOf" srcId="{DE92938D-A19F-4BD3-B10D-A880F0534DA7}" destId="{54DC15A0-0C1B-4A03-B28D-9438CBC85129}" srcOrd="0" destOrd="0" presId="urn:microsoft.com/office/officeart/2008/layout/LinedList"/>
    <dgm:cxn modelId="{5A179731-A37C-4D7D-A823-84BEA462CA89}" type="presOf" srcId="{275779EC-B4F3-4BE6-9C65-33417DE6744F}" destId="{06114B85-9BBC-45D7-A86C-51C876D4553B}" srcOrd="0" destOrd="0" presId="urn:microsoft.com/office/officeart/2008/layout/LinedList"/>
    <dgm:cxn modelId="{0F477D3B-90F8-4911-BA73-A917C855E7C1}" srcId="{CDA59969-97BB-4955-BED9-A6B4145B89AC}" destId="{C2BCE7C0-7031-424C-B4CC-8A7E79113752}" srcOrd="1" destOrd="0" parTransId="{32128980-453E-4F5B-A5A2-20E43898EBFE}" sibTransId="{855C8A1E-1F98-4B66-AF8B-AEB165C64402}"/>
    <dgm:cxn modelId="{F831373F-AF37-47B6-B928-63F9236CF20A}" type="presOf" srcId="{71750143-6E76-40E0-ABF0-EB7ABADF0837}" destId="{BB139BEB-EBC8-45C1-B212-E319A1793C42}" srcOrd="0" destOrd="0" presId="urn:microsoft.com/office/officeart/2008/layout/LinedList"/>
    <dgm:cxn modelId="{2D77F264-B28B-4E22-99F8-93869FCBE824}" srcId="{C2BCE7C0-7031-424C-B4CC-8A7E79113752}" destId="{84F75EA4-43DA-40D5-AD22-0FB5A838BEFB}" srcOrd="0" destOrd="0" parTransId="{801D3C1E-FB95-4B1D-8A64-37546D61EF53}" sibTransId="{115FB53E-2247-41D2-BE23-61A19AA43316}"/>
    <dgm:cxn modelId="{01C8EA72-8FDA-4A46-98B2-5CC330C034AC}" type="presOf" srcId="{BDB05FD0-1F59-4F12-82FF-65371804F937}" destId="{F3A758D6-BFC2-4A92-8623-88E9C80297C5}" srcOrd="0" destOrd="0" presId="urn:microsoft.com/office/officeart/2008/layout/LinedList"/>
    <dgm:cxn modelId="{71F71A75-B411-4BF8-AF35-A82EB1A29A37}" type="presOf" srcId="{C2BCE7C0-7031-424C-B4CC-8A7E79113752}" destId="{CD374211-C4FB-4EFB-949E-D65AC064055A}" srcOrd="0" destOrd="0" presId="urn:microsoft.com/office/officeart/2008/layout/LinedList"/>
    <dgm:cxn modelId="{82293B75-AA22-456D-82F1-399F9A835CE1}" srcId="{0EC32328-C47A-429F-B196-5FAA8AB3FEE6}" destId="{71750143-6E76-40E0-ABF0-EB7ABADF0837}" srcOrd="0" destOrd="0" parTransId="{0A97A956-7CEC-4AE7-9095-2B060384062B}" sibTransId="{47367162-492F-43F4-8397-800C459E921B}"/>
    <dgm:cxn modelId="{FEF60B8D-26C3-4836-8BD0-9C553DEC2ACE}" type="presOf" srcId="{84F75EA4-43DA-40D5-AD22-0FB5A838BEFB}" destId="{A4642CDD-C1A5-4085-A270-175CC547BD01}" srcOrd="0" destOrd="0" presId="urn:microsoft.com/office/officeart/2008/layout/LinedList"/>
    <dgm:cxn modelId="{5CD4B296-07F2-450A-ABF5-1FCE12A31773}" type="presOf" srcId="{26457478-E1BA-45C2-8A65-21532522C810}" destId="{A901BBB0-9CA7-44EB-BAA8-4944BECC3C1C}" srcOrd="0" destOrd="0" presId="urn:microsoft.com/office/officeart/2008/layout/LinedList"/>
    <dgm:cxn modelId="{26C42E9E-B8BC-405D-8ADD-28CF8AFEAEA8}" srcId="{275779EC-B4F3-4BE6-9C65-33417DE6744F}" destId="{BDB05FD0-1F59-4F12-82FF-65371804F937}" srcOrd="0" destOrd="0" parTransId="{21F0B0B9-76FE-4088-A3F9-2BF5197614EB}" sibTransId="{AE4AA0F2-BDC3-4262-8191-129BD32AA88C}"/>
    <dgm:cxn modelId="{33E5AFA0-0FD7-4BB9-8E0E-403758B4D1CA}" srcId="{DE92938D-A19F-4BD3-B10D-A880F0534DA7}" destId="{26457478-E1BA-45C2-8A65-21532522C810}" srcOrd="0" destOrd="0" parTransId="{70F73949-8E6D-4A5D-873A-747B20CB59DD}" sibTransId="{97F3AAC1-C813-4471-B159-0C1A919B5B1A}"/>
    <dgm:cxn modelId="{AA1AD8C4-FB0E-496B-AC38-D7F6ECB0746B}" srcId="{CDA59969-97BB-4955-BED9-A6B4145B89AC}" destId="{DE92938D-A19F-4BD3-B10D-A880F0534DA7}" srcOrd="0" destOrd="0" parTransId="{DDEEA4CD-8675-4C4F-98CD-E5B25BF6583B}" sibTransId="{C9B387B9-3959-48CF-8DA4-BD1CB39BAF5A}"/>
    <dgm:cxn modelId="{1801E5F3-2963-4223-A3FA-9F34F6F5CE14}" srcId="{CDA59969-97BB-4955-BED9-A6B4145B89AC}" destId="{275779EC-B4F3-4BE6-9C65-33417DE6744F}" srcOrd="2" destOrd="0" parTransId="{3F38A633-2536-4077-8DA9-4296C38763E8}" sibTransId="{E820D5D7-4E76-48B9-9A2B-FEE7112207CA}"/>
    <dgm:cxn modelId="{9C1264F7-EDED-4247-B80B-56F711F0ED5D}" type="presOf" srcId="{0EC32328-C47A-429F-B196-5FAA8AB3FEE6}" destId="{8B58BA43-C420-44A7-8D62-9B33111BD441}" srcOrd="0" destOrd="0" presId="urn:microsoft.com/office/officeart/2008/layout/LinedList"/>
    <dgm:cxn modelId="{95B4D348-C0EE-4D47-B266-245A4C46E0F8}" type="presParOf" srcId="{D5B9C49D-64D7-43D5-A63D-C7F97EA4F83B}" destId="{C705EDBD-73C3-4D55-AC3D-16B169DFAB03}" srcOrd="0" destOrd="0" presId="urn:microsoft.com/office/officeart/2008/layout/LinedList"/>
    <dgm:cxn modelId="{99050803-859F-4ADD-98BF-A9353965E518}" type="presParOf" srcId="{D5B9C49D-64D7-43D5-A63D-C7F97EA4F83B}" destId="{CC2CE4A8-E253-4C88-8E6E-FA76E908345F}" srcOrd="1" destOrd="0" presId="urn:microsoft.com/office/officeart/2008/layout/LinedList"/>
    <dgm:cxn modelId="{1886F785-6F24-40D4-92B4-70822CF18F9A}" type="presParOf" srcId="{CC2CE4A8-E253-4C88-8E6E-FA76E908345F}" destId="{54DC15A0-0C1B-4A03-B28D-9438CBC85129}" srcOrd="0" destOrd="0" presId="urn:microsoft.com/office/officeart/2008/layout/LinedList"/>
    <dgm:cxn modelId="{3F786171-55A3-4483-83E8-8CC8EC4D3BF2}" type="presParOf" srcId="{CC2CE4A8-E253-4C88-8E6E-FA76E908345F}" destId="{4425568E-F74B-4D6F-8360-BADC929F7F51}" srcOrd="1" destOrd="0" presId="urn:microsoft.com/office/officeart/2008/layout/LinedList"/>
    <dgm:cxn modelId="{BA811B06-93A2-47B8-AA45-923B11D8914E}" type="presParOf" srcId="{4425568E-F74B-4D6F-8360-BADC929F7F51}" destId="{0F6B749B-1B4E-4083-9310-C28E81836E28}" srcOrd="0" destOrd="0" presId="urn:microsoft.com/office/officeart/2008/layout/LinedList"/>
    <dgm:cxn modelId="{517E49D4-D297-4111-B079-E6FE924A2594}" type="presParOf" srcId="{4425568E-F74B-4D6F-8360-BADC929F7F51}" destId="{7BDB8C56-833F-4576-998A-7AB12A3487AE}" srcOrd="1" destOrd="0" presId="urn:microsoft.com/office/officeart/2008/layout/LinedList"/>
    <dgm:cxn modelId="{C0BC61E1-67A2-4BE7-8251-134DD9E66BB1}" type="presParOf" srcId="{7BDB8C56-833F-4576-998A-7AB12A3487AE}" destId="{AF4BEBFF-CE67-462C-8796-80227AE72AFD}" srcOrd="0" destOrd="0" presId="urn:microsoft.com/office/officeart/2008/layout/LinedList"/>
    <dgm:cxn modelId="{17B6EB60-2549-4A67-8233-EBA1FB3C6AFB}" type="presParOf" srcId="{7BDB8C56-833F-4576-998A-7AB12A3487AE}" destId="{A901BBB0-9CA7-44EB-BAA8-4944BECC3C1C}" srcOrd="1" destOrd="0" presId="urn:microsoft.com/office/officeart/2008/layout/LinedList"/>
    <dgm:cxn modelId="{C177E3D3-7D88-40FE-B840-6AC8743CBED1}" type="presParOf" srcId="{7BDB8C56-833F-4576-998A-7AB12A3487AE}" destId="{A940DED6-BBA5-427A-9CF2-1C0136391F05}" srcOrd="2" destOrd="0" presId="urn:microsoft.com/office/officeart/2008/layout/LinedList"/>
    <dgm:cxn modelId="{05A06F77-AF33-4732-8FAF-EEE6CF470649}" type="presParOf" srcId="{4425568E-F74B-4D6F-8360-BADC929F7F51}" destId="{CD65F9F7-69A6-4156-84D6-2A19F4E505BA}" srcOrd="2" destOrd="0" presId="urn:microsoft.com/office/officeart/2008/layout/LinedList"/>
    <dgm:cxn modelId="{91DA72CC-210C-49B8-90E7-696ECCB62E67}" type="presParOf" srcId="{4425568E-F74B-4D6F-8360-BADC929F7F51}" destId="{96572F76-4EAC-4A86-85B6-4126E05A43A7}" srcOrd="3" destOrd="0" presId="urn:microsoft.com/office/officeart/2008/layout/LinedList"/>
    <dgm:cxn modelId="{081A6623-FB66-4742-B3E7-FE41CEF59C51}" type="presParOf" srcId="{D5B9C49D-64D7-43D5-A63D-C7F97EA4F83B}" destId="{564A2D20-60C9-4412-A677-E65C573D15D3}" srcOrd="2" destOrd="0" presId="urn:microsoft.com/office/officeart/2008/layout/LinedList"/>
    <dgm:cxn modelId="{EDB82F91-146B-4639-BFD5-BD3C7779A066}" type="presParOf" srcId="{D5B9C49D-64D7-43D5-A63D-C7F97EA4F83B}" destId="{5D66AADD-C21E-4EB7-B72B-465A598E746F}" srcOrd="3" destOrd="0" presId="urn:microsoft.com/office/officeart/2008/layout/LinedList"/>
    <dgm:cxn modelId="{FD216B73-EFBF-4F11-AA41-2E5C0F13423B}" type="presParOf" srcId="{5D66AADD-C21E-4EB7-B72B-465A598E746F}" destId="{CD374211-C4FB-4EFB-949E-D65AC064055A}" srcOrd="0" destOrd="0" presId="urn:microsoft.com/office/officeart/2008/layout/LinedList"/>
    <dgm:cxn modelId="{A9D894C5-51A5-4A84-BE61-8266AFF7108E}" type="presParOf" srcId="{5D66AADD-C21E-4EB7-B72B-465A598E746F}" destId="{5DCF13B7-ECFB-422E-AFC8-A2D2F2B7B9FC}" srcOrd="1" destOrd="0" presId="urn:microsoft.com/office/officeart/2008/layout/LinedList"/>
    <dgm:cxn modelId="{E421A668-AE64-48F1-8410-F79F57503A59}" type="presParOf" srcId="{5DCF13B7-ECFB-422E-AFC8-A2D2F2B7B9FC}" destId="{729314C0-CC21-48F2-9CF9-FFA80F1D7352}" srcOrd="0" destOrd="0" presId="urn:microsoft.com/office/officeart/2008/layout/LinedList"/>
    <dgm:cxn modelId="{E53B9290-B7E3-4A24-B0E4-B9B630789000}" type="presParOf" srcId="{5DCF13B7-ECFB-422E-AFC8-A2D2F2B7B9FC}" destId="{8BBF0447-8A4C-4747-9195-8D9622B96611}" srcOrd="1" destOrd="0" presId="urn:microsoft.com/office/officeart/2008/layout/LinedList"/>
    <dgm:cxn modelId="{296C2121-68C6-4BAC-BAD4-B07FD54CE9F3}" type="presParOf" srcId="{8BBF0447-8A4C-4747-9195-8D9622B96611}" destId="{9AF9E6F3-31FD-43CD-B046-22390D349549}" srcOrd="0" destOrd="0" presId="urn:microsoft.com/office/officeart/2008/layout/LinedList"/>
    <dgm:cxn modelId="{C73208D0-6DA6-4E9E-9721-CDAB03A1E6A5}" type="presParOf" srcId="{8BBF0447-8A4C-4747-9195-8D9622B96611}" destId="{A4642CDD-C1A5-4085-A270-175CC547BD01}" srcOrd="1" destOrd="0" presId="urn:microsoft.com/office/officeart/2008/layout/LinedList"/>
    <dgm:cxn modelId="{59EA7D1C-E688-4983-B31F-D542C35F3391}" type="presParOf" srcId="{8BBF0447-8A4C-4747-9195-8D9622B96611}" destId="{0798BCF0-8512-49C9-B0FB-3D8A70B7A82C}" srcOrd="2" destOrd="0" presId="urn:microsoft.com/office/officeart/2008/layout/LinedList"/>
    <dgm:cxn modelId="{28BAA775-1D9C-42D0-ACF7-CB91B18B6632}" type="presParOf" srcId="{5DCF13B7-ECFB-422E-AFC8-A2D2F2B7B9FC}" destId="{9A31D19B-903D-4D0E-AD7D-6CC854CA64B6}" srcOrd="2" destOrd="0" presId="urn:microsoft.com/office/officeart/2008/layout/LinedList"/>
    <dgm:cxn modelId="{A1F4C8FD-9012-4138-B1A8-7339A77E905B}" type="presParOf" srcId="{5DCF13B7-ECFB-422E-AFC8-A2D2F2B7B9FC}" destId="{B9D94C3C-AB72-406D-8B0C-75177ED7958E}" srcOrd="3" destOrd="0" presId="urn:microsoft.com/office/officeart/2008/layout/LinedList"/>
    <dgm:cxn modelId="{06E91BED-3854-464E-AC75-42A539A88BA0}" type="presParOf" srcId="{D5B9C49D-64D7-43D5-A63D-C7F97EA4F83B}" destId="{897CD261-F5A1-4639-858A-D9D25355A09B}" srcOrd="4" destOrd="0" presId="urn:microsoft.com/office/officeart/2008/layout/LinedList"/>
    <dgm:cxn modelId="{9D439529-0C7B-44C0-97EC-704567CD8F09}" type="presParOf" srcId="{D5B9C49D-64D7-43D5-A63D-C7F97EA4F83B}" destId="{F026B893-DA5C-4DD5-BAA6-AC668EEAE4E0}" srcOrd="5" destOrd="0" presId="urn:microsoft.com/office/officeart/2008/layout/LinedList"/>
    <dgm:cxn modelId="{266AB9B8-C204-4774-AE3A-FB7D485C0D15}" type="presParOf" srcId="{F026B893-DA5C-4DD5-BAA6-AC668EEAE4E0}" destId="{06114B85-9BBC-45D7-A86C-51C876D4553B}" srcOrd="0" destOrd="0" presId="urn:microsoft.com/office/officeart/2008/layout/LinedList"/>
    <dgm:cxn modelId="{7F24C773-EBF8-4CAE-8899-219680693E31}" type="presParOf" srcId="{F026B893-DA5C-4DD5-BAA6-AC668EEAE4E0}" destId="{C0E22DF8-220E-466E-AE45-4AA955A48106}" srcOrd="1" destOrd="0" presId="urn:microsoft.com/office/officeart/2008/layout/LinedList"/>
    <dgm:cxn modelId="{13672AC3-EC9A-468A-8C53-6CC2CA280471}" type="presParOf" srcId="{C0E22DF8-220E-466E-AE45-4AA955A48106}" destId="{13EA0047-6072-4C0B-9C8D-FD305F41D688}" srcOrd="0" destOrd="0" presId="urn:microsoft.com/office/officeart/2008/layout/LinedList"/>
    <dgm:cxn modelId="{25CD256E-AF9A-4558-BAFA-8ECCAA2419E5}" type="presParOf" srcId="{C0E22DF8-220E-466E-AE45-4AA955A48106}" destId="{32DE02EB-F374-4F4E-A165-D555A3A7ADD5}" srcOrd="1" destOrd="0" presId="urn:microsoft.com/office/officeart/2008/layout/LinedList"/>
    <dgm:cxn modelId="{D7C020B5-5E02-4B17-9F15-96A0EAB6F985}" type="presParOf" srcId="{32DE02EB-F374-4F4E-A165-D555A3A7ADD5}" destId="{03656D97-E393-4F91-A257-183DA50F6BF8}" srcOrd="0" destOrd="0" presId="urn:microsoft.com/office/officeart/2008/layout/LinedList"/>
    <dgm:cxn modelId="{C53E64C0-20C8-4EAE-926F-C0619921EEF3}" type="presParOf" srcId="{32DE02EB-F374-4F4E-A165-D555A3A7ADD5}" destId="{F3A758D6-BFC2-4A92-8623-88E9C80297C5}" srcOrd="1" destOrd="0" presId="urn:microsoft.com/office/officeart/2008/layout/LinedList"/>
    <dgm:cxn modelId="{A23C577F-F09B-4D8B-BF50-1B9D1A9984B7}" type="presParOf" srcId="{32DE02EB-F374-4F4E-A165-D555A3A7ADD5}" destId="{FF0543D7-8A48-490B-96FE-0A324B564A4A}" srcOrd="2" destOrd="0" presId="urn:microsoft.com/office/officeart/2008/layout/LinedList"/>
    <dgm:cxn modelId="{86446162-0731-4F03-88DB-09E26AED1883}" type="presParOf" srcId="{C0E22DF8-220E-466E-AE45-4AA955A48106}" destId="{9DBBA40D-E049-4189-946C-AD436A7CD684}" srcOrd="2" destOrd="0" presId="urn:microsoft.com/office/officeart/2008/layout/LinedList"/>
    <dgm:cxn modelId="{6825F267-AA22-4C8D-B513-3F1A970E671B}" type="presParOf" srcId="{C0E22DF8-220E-466E-AE45-4AA955A48106}" destId="{EADC368A-24E7-4068-80B6-23837C735F26}" srcOrd="3" destOrd="0" presId="urn:microsoft.com/office/officeart/2008/layout/LinedList"/>
    <dgm:cxn modelId="{A96CCE23-DC30-452E-A88A-23B6E41E26C7}" type="presParOf" srcId="{D5B9C49D-64D7-43D5-A63D-C7F97EA4F83B}" destId="{E35ECC10-E6D6-4F16-9B9D-B399ADBF89DE}" srcOrd="6" destOrd="0" presId="urn:microsoft.com/office/officeart/2008/layout/LinedList"/>
    <dgm:cxn modelId="{690F62DC-F7F4-4642-A3D5-13D8C4A4D10D}" type="presParOf" srcId="{D5B9C49D-64D7-43D5-A63D-C7F97EA4F83B}" destId="{F362A23E-0E49-429C-9AF0-A91564437EDD}" srcOrd="7" destOrd="0" presId="urn:microsoft.com/office/officeart/2008/layout/LinedList"/>
    <dgm:cxn modelId="{78D07019-7B62-408E-9541-BDD76A9E3350}" type="presParOf" srcId="{F362A23E-0E49-429C-9AF0-A91564437EDD}" destId="{8B58BA43-C420-44A7-8D62-9B33111BD441}" srcOrd="0" destOrd="0" presId="urn:microsoft.com/office/officeart/2008/layout/LinedList"/>
    <dgm:cxn modelId="{C8C0E5D2-8EB7-45E3-8912-AF402CA28760}" type="presParOf" srcId="{F362A23E-0E49-429C-9AF0-A91564437EDD}" destId="{43EF68DC-E226-40D3-A7D0-841958E5897C}" srcOrd="1" destOrd="0" presId="urn:microsoft.com/office/officeart/2008/layout/LinedList"/>
    <dgm:cxn modelId="{2FD36B1F-E53A-42BA-A8B2-144F424011D2}" type="presParOf" srcId="{43EF68DC-E226-40D3-A7D0-841958E5897C}" destId="{DA52F345-3C04-402A-9541-20BD9E47EB4F}" srcOrd="0" destOrd="0" presId="urn:microsoft.com/office/officeart/2008/layout/LinedList"/>
    <dgm:cxn modelId="{B2E25474-FAF9-4BB8-B45C-72981645983B}" type="presParOf" srcId="{43EF68DC-E226-40D3-A7D0-841958E5897C}" destId="{1DB9951E-9092-46BB-8A9B-D0F445B3B6C9}" srcOrd="1" destOrd="0" presId="urn:microsoft.com/office/officeart/2008/layout/LinedList"/>
    <dgm:cxn modelId="{E31ECD3A-FDD4-4AFE-AC9F-2375E0EF06AE}" type="presParOf" srcId="{1DB9951E-9092-46BB-8A9B-D0F445B3B6C9}" destId="{EA123EDC-7D84-4439-8F42-423F56975784}" srcOrd="0" destOrd="0" presId="urn:microsoft.com/office/officeart/2008/layout/LinedList"/>
    <dgm:cxn modelId="{FBE26CD5-9E4E-4608-8B82-91F332644A5A}" type="presParOf" srcId="{1DB9951E-9092-46BB-8A9B-D0F445B3B6C9}" destId="{BB139BEB-EBC8-45C1-B212-E319A1793C42}" srcOrd="1" destOrd="0" presId="urn:microsoft.com/office/officeart/2008/layout/LinedList"/>
    <dgm:cxn modelId="{B016DCBC-4EC2-47F4-8078-462CCE54544D}" type="presParOf" srcId="{1DB9951E-9092-46BB-8A9B-D0F445B3B6C9}" destId="{06B1C166-7E99-420F-B02E-90ADF27098B6}" srcOrd="2" destOrd="0" presId="urn:microsoft.com/office/officeart/2008/layout/LinedList"/>
    <dgm:cxn modelId="{6DD488E2-0102-42C4-A9B0-096C9833967C}" type="presParOf" srcId="{43EF68DC-E226-40D3-A7D0-841958E5897C}" destId="{4BC48DB0-DA64-4BBE-AB79-9E613950D2CC}" srcOrd="2" destOrd="0" presId="urn:microsoft.com/office/officeart/2008/layout/LinedList"/>
    <dgm:cxn modelId="{C1883B2B-5CDF-4CF6-87D0-338D8C957393}" type="presParOf" srcId="{43EF68DC-E226-40D3-A7D0-841958E5897C}" destId="{5AC1CB77-7E02-4EF1-A324-648702883389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09852-5022-4E19-AC99-B49122B6E5CE}">
      <dsp:nvSpPr>
        <dsp:cNvPr id="0" name=""/>
        <dsp:cNvSpPr/>
      </dsp:nvSpPr>
      <dsp:spPr>
        <a:xfrm>
          <a:off x="0" y="373244"/>
          <a:ext cx="9371106" cy="2401875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302" tIns="520700" rIns="727302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2400" kern="1200" dirty="0" err="1"/>
            <a:t>Manusia</a:t>
          </a:r>
          <a:r>
            <a:rPr lang="en-US" sz="2400" kern="1200" dirty="0"/>
            <a:t> </a:t>
          </a:r>
          <a:r>
            <a:rPr lang="en-US" sz="2400" kern="1200" dirty="0" err="1"/>
            <a:t>sebagai</a:t>
          </a:r>
          <a:r>
            <a:rPr lang="en-US" sz="2400" kern="1200" dirty="0"/>
            <a:t> </a:t>
          </a:r>
          <a:r>
            <a:rPr lang="en-US" sz="2400" kern="1200" dirty="0" err="1"/>
            <a:t>makhluk</a:t>
          </a:r>
          <a:r>
            <a:rPr lang="en-US" sz="2400" kern="1200" dirty="0"/>
            <a:t> yang </a:t>
          </a:r>
          <a:r>
            <a:rPr lang="en-US" sz="2400" kern="1200" dirty="0" err="1"/>
            <a:t>berdiri</a:t>
          </a:r>
          <a:r>
            <a:rPr lang="en-US" sz="2400" kern="1200" dirty="0"/>
            <a:t> </a:t>
          </a:r>
          <a:r>
            <a:rPr lang="en-US" sz="2400" kern="1200" dirty="0" err="1"/>
            <a:t>tegak</a:t>
          </a:r>
          <a:r>
            <a:rPr lang="en-US" sz="2400" kern="1200" dirty="0"/>
            <a:t> </a:t>
          </a:r>
          <a:r>
            <a:rPr lang="en-US" sz="2400" kern="1200" dirty="0" err="1"/>
            <a:t>lurus</a:t>
          </a:r>
          <a:r>
            <a:rPr lang="en-US" sz="2400" kern="1200" dirty="0"/>
            <a:t>. Oleh </a:t>
          </a:r>
          <a:r>
            <a:rPr lang="en-US" sz="2400" kern="1200" dirty="0" err="1"/>
            <a:t>karena</a:t>
          </a:r>
          <a:r>
            <a:rPr lang="en-US" sz="2400" kern="1200" dirty="0"/>
            <a:t> </a:t>
          </a:r>
          <a:r>
            <a:rPr lang="en-US" sz="2400" kern="1200" dirty="0" err="1"/>
            <a:t>kemampuannya</a:t>
          </a:r>
          <a:r>
            <a:rPr lang="en-US" sz="2400" kern="1200" dirty="0"/>
            <a:t> </a:t>
          </a:r>
          <a:r>
            <a:rPr lang="en-US" sz="2400" kern="1200" dirty="0" err="1"/>
            <a:t>tegak</a:t>
          </a:r>
          <a:r>
            <a:rPr lang="en-US" sz="2400" kern="1200" dirty="0"/>
            <a:t> </a:t>
          </a:r>
          <a:r>
            <a:rPr lang="en-US" sz="2400" kern="1200" dirty="0" err="1"/>
            <a:t>lurus</a:t>
          </a:r>
          <a:r>
            <a:rPr lang="en-US" sz="2400" kern="1200" dirty="0"/>
            <a:t> </a:t>
          </a:r>
          <a:r>
            <a:rPr lang="en-US" sz="2400" kern="1200" dirty="0" err="1"/>
            <a:t>ketika</a:t>
          </a:r>
          <a:r>
            <a:rPr lang="en-US" sz="2400" kern="1200" dirty="0"/>
            <a:t> </a:t>
          </a:r>
          <a:r>
            <a:rPr lang="en-US" sz="2400" kern="1200" dirty="0" err="1"/>
            <a:t>berdiri</a:t>
          </a:r>
          <a:r>
            <a:rPr lang="en-US" sz="2400" kern="1200" dirty="0"/>
            <a:t> dan </a:t>
          </a:r>
          <a:r>
            <a:rPr lang="en-US" sz="2400" kern="1200" dirty="0" err="1"/>
            <a:t>tegak</a:t>
          </a:r>
          <a:r>
            <a:rPr lang="en-US" sz="2400" kern="1200" dirty="0"/>
            <a:t> </a:t>
          </a:r>
          <a:r>
            <a:rPr lang="en-US" sz="2400" kern="1200" dirty="0" err="1"/>
            <a:t>pendiriannya</a:t>
          </a:r>
          <a:r>
            <a:rPr lang="en-US" sz="2400" kern="1200" dirty="0"/>
            <a:t> </a:t>
          </a:r>
          <a:r>
            <a:rPr lang="en-US" sz="2400" kern="1200" dirty="0" err="1"/>
            <a:t>dalam</a:t>
          </a:r>
          <a:r>
            <a:rPr lang="en-US" sz="2400" kern="1200" dirty="0"/>
            <a:t> </a:t>
          </a:r>
          <a:r>
            <a:rPr lang="en-US" sz="2400" kern="1200" dirty="0" err="1"/>
            <a:t>menghadapi</a:t>
          </a:r>
          <a:r>
            <a:rPr lang="en-US" sz="2400" kern="1200" dirty="0"/>
            <a:t> </a:t>
          </a:r>
          <a:r>
            <a:rPr lang="en-US" sz="2400" kern="1200" dirty="0" err="1"/>
            <a:t>kehidupan</a:t>
          </a:r>
          <a:r>
            <a:rPr lang="en-US" sz="2400" kern="1200" dirty="0"/>
            <a:t> </a:t>
          </a:r>
          <a:r>
            <a:rPr lang="en-US" sz="2400" kern="1200" dirty="0" err="1"/>
            <a:t>serta</a:t>
          </a:r>
          <a:r>
            <a:rPr lang="en-US" sz="2400" kern="1200" dirty="0"/>
            <a:t> </a:t>
          </a:r>
          <a:r>
            <a:rPr lang="en-US" sz="2400" kern="1200" dirty="0" err="1"/>
            <a:t>menitik-beratkan</a:t>
          </a:r>
          <a:r>
            <a:rPr lang="en-US" sz="2400" kern="1200" dirty="0"/>
            <a:t> pada </a:t>
          </a:r>
          <a:r>
            <a:rPr lang="en-US" sz="2400" kern="1200" dirty="0" err="1"/>
            <a:t>unsur</a:t>
          </a:r>
          <a:r>
            <a:rPr lang="en-US" sz="2400" kern="1200" dirty="0"/>
            <a:t> </a:t>
          </a:r>
          <a:r>
            <a:rPr lang="en-US" sz="2400" kern="1200" dirty="0" err="1"/>
            <a:t>vegetatif</a:t>
          </a:r>
          <a:r>
            <a:rPr lang="en-US" sz="2400" kern="1200" dirty="0"/>
            <a:t> </a:t>
          </a:r>
          <a:r>
            <a:rPr lang="en-US" sz="2400" kern="1200" dirty="0" err="1"/>
            <a:t>manusia</a:t>
          </a:r>
          <a:r>
            <a:rPr lang="en-US" sz="2400" kern="1200" dirty="0"/>
            <a:t>. (</a:t>
          </a:r>
          <a:r>
            <a:rPr lang="en-US" sz="2400" kern="1200" dirty="0" err="1"/>
            <a:t>tokoh</a:t>
          </a:r>
          <a:r>
            <a:rPr lang="en-US" sz="2400" kern="1200" dirty="0"/>
            <a:t>: Eugene Dubois)</a:t>
          </a:r>
        </a:p>
      </dsp:txBody>
      <dsp:txXfrm>
        <a:off x="0" y="373244"/>
        <a:ext cx="9371106" cy="2401875"/>
      </dsp:txXfrm>
    </dsp:sp>
    <dsp:sp modelId="{965F4D00-8753-4174-B6FC-C16522BDEFF7}">
      <dsp:nvSpPr>
        <dsp:cNvPr id="0" name=""/>
        <dsp:cNvSpPr/>
      </dsp:nvSpPr>
      <dsp:spPr>
        <a:xfrm>
          <a:off x="468555" y="4244"/>
          <a:ext cx="6559774" cy="73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944" tIns="0" rIns="247944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Homo Erectus</a:t>
          </a:r>
        </a:p>
      </dsp:txBody>
      <dsp:txXfrm>
        <a:off x="504581" y="40270"/>
        <a:ext cx="6487722" cy="665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9A8F15-A04B-4CFC-9D91-A2D0F71D10B1}">
      <dsp:nvSpPr>
        <dsp:cNvPr id="0" name=""/>
        <dsp:cNvSpPr/>
      </dsp:nvSpPr>
      <dsp:spPr>
        <a:xfrm>
          <a:off x="0" y="420833"/>
          <a:ext cx="10022542" cy="145529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861" tIns="583184" rIns="777861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2400" kern="1200" dirty="0" err="1"/>
            <a:t>Manusia</a:t>
          </a:r>
          <a:r>
            <a:rPr lang="en-US" sz="2400" kern="1200" dirty="0"/>
            <a:t> </a:t>
          </a:r>
          <a:r>
            <a:rPr lang="en-US" sz="2400" kern="1200" dirty="0" err="1"/>
            <a:t>adalah</a:t>
          </a:r>
          <a:r>
            <a:rPr lang="en-US" sz="2400" kern="1200" dirty="0"/>
            <a:t> </a:t>
          </a:r>
          <a:r>
            <a:rPr lang="en-US" sz="2400" kern="1200" dirty="0" err="1"/>
            <a:t>makhluk</a:t>
          </a:r>
          <a:r>
            <a:rPr lang="en-US" sz="2400" kern="1200" dirty="0"/>
            <a:t> </a:t>
          </a:r>
          <a:r>
            <a:rPr lang="en-US" sz="2400" kern="1200" dirty="0" err="1"/>
            <a:t>Tuhan</a:t>
          </a:r>
          <a:r>
            <a:rPr lang="en-US" sz="2400" kern="1200" dirty="0"/>
            <a:t> yang </a:t>
          </a:r>
          <a:r>
            <a:rPr lang="en-US" sz="2400" kern="1200" dirty="0" err="1"/>
            <a:t>dapat</a:t>
          </a:r>
          <a:r>
            <a:rPr lang="en-US" sz="2400" kern="1200" dirty="0"/>
            <a:t> </a:t>
          </a:r>
          <a:r>
            <a:rPr lang="en-US" sz="2400" kern="1200" dirty="0" err="1"/>
            <a:t>mencapai</a:t>
          </a:r>
          <a:r>
            <a:rPr lang="en-US" sz="2400" kern="1200" dirty="0"/>
            <a:t> </a:t>
          </a:r>
          <a:r>
            <a:rPr lang="en-US" sz="2400" kern="1200" dirty="0" err="1"/>
            <a:t>pemenuhan</a:t>
          </a:r>
          <a:r>
            <a:rPr lang="en-US" sz="2400" kern="1200" dirty="0"/>
            <a:t> </a:t>
          </a:r>
          <a:r>
            <a:rPr lang="en-US" sz="2400" kern="1200" dirty="0" err="1"/>
            <a:t>dirinya</a:t>
          </a:r>
          <a:r>
            <a:rPr lang="en-US" sz="2400" kern="1200" dirty="0"/>
            <a:t> </a:t>
          </a:r>
          <a:r>
            <a:rPr lang="en-US" sz="2400" kern="1200" dirty="0" err="1"/>
            <a:t>dalam</a:t>
          </a:r>
          <a:r>
            <a:rPr lang="en-US" sz="2400" kern="1200" dirty="0"/>
            <a:t> </a:t>
          </a:r>
          <a:r>
            <a:rPr lang="en-US" sz="2400" kern="1200" dirty="0" err="1"/>
            <a:t>kehidupan</a:t>
          </a:r>
          <a:r>
            <a:rPr lang="en-US" sz="2400" kern="1200" dirty="0"/>
            <a:t> </a:t>
          </a:r>
          <a:r>
            <a:rPr lang="en-US" sz="2400" kern="1200" dirty="0" err="1"/>
            <a:t>religiusitas</a:t>
          </a:r>
          <a:r>
            <a:rPr lang="en-US" sz="2400" kern="1200" dirty="0"/>
            <a:t>. (</a:t>
          </a:r>
          <a:r>
            <a:rPr lang="en-US" sz="2400" kern="1200" dirty="0" err="1"/>
            <a:t>tokoh</a:t>
          </a:r>
          <a:r>
            <a:rPr lang="en-US" sz="2400" kern="1200" dirty="0"/>
            <a:t>: Leopold Kronecker)</a:t>
          </a:r>
        </a:p>
      </dsp:txBody>
      <dsp:txXfrm>
        <a:off x="0" y="420833"/>
        <a:ext cx="10022542" cy="1455299"/>
      </dsp:txXfrm>
    </dsp:sp>
    <dsp:sp modelId="{F1EDED91-E96A-41C7-A6FE-6ECD937DFE8D}">
      <dsp:nvSpPr>
        <dsp:cNvPr id="0" name=""/>
        <dsp:cNvSpPr/>
      </dsp:nvSpPr>
      <dsp:spPr>
        <a:xfrm>
          <a:off x="501127" y="7553"/>
          <a:ext cx="7015779" cy="826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5180" tIns="0" rIns="2651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Homo Religious</a:t>
          </a:r>
        </a:p>
      </dsp:txBody>
      <dsp:txXfrm>
        <a:off x="541476" y="47902"/>
        <a:ext cx="6935081" cy="745862"/>
      </dsp:txXfrm>
    </dsp:sp>
    <dsp:sp modelId="{9FD99847-672E-4EC9-9DBC-C233239B0FF7}">
      <dsp:nvSpPr>
        <dsp:cNvPr id="0" name=""/>
        <dsp:cNvSpPr/>
      </dsp:nvSpPr>
      <dsp:spPr>
        <a:xfrm>
          <a:off x="0" y="2440613"/>
          <a:ext cx="10022542" cy="17640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861" tIns="583184" rIns="777861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2400" kern="1200" dirty="0" err="1"/>
            <a:t>Manusia</a:t>
          </a:r>
          <a:r>
            <a:rPr lang="en-US" sz="2400" kern="1200" dirty="0"/>
            <a:t> </a:t>
          </a:r>
          <a:r>
            <a:rPr lang="en-US" sz="2400" kern="1200" dirty="0" err="1"/>
            <a:t>adalah</a:t>
          </a:r>
          <a:r>
            <a:rPr lang="en-US" sz="2400" kern="1200" dirty="0"/>
            <a:t> </a:t>
          </a:r>
          <a:r>
            <a:rPr lang="en-US" sz="2400" kern="1200" dirty="0" err="1"/>
            <a:t>serigala</a:t>
          </a:r>
          <a:r>
            <a:rPr lang="en-US" sz="2400" kern="1200" dirty="0"/>
            <a:t> </a:t>
          </a:r>
          <a:r>
            <a:rPr lang="en-US" sz="2400" kern="1200" dirty="0" err="1"/>
            <a:t>bagi</a:t>
          </a:r>
          <a:r>
            <a:rPr lang="en-US" sz="2400" kern="1200" dirty="0"/>
            <a:t> </a:t>
          </a:r>
          <a:r>
            <a:rPr lang="en-US" sz="2400" kern="1200" dirty="0" err="1"/>
            <a:t>manusia</a:t>
          </a:r>
          <a:r>
            <a:rPr lang="en-US" sz="2400" kern="1200" dirty="0"/>
            <a:t> yang lain, </a:t>
          </a:r>
          <a:r>
            <a:rPr lang="en-US" sz="2400" kern="1200" dirty="0" err="1"/>
            <a:t>maksudnya</a:t>
          </a:r>
          <a:r>
            <a:rPr lang="en-US" sz="2400" kern="1200" dirty="0"/>
            <a:t> yang </a:t>
          </a:r>
          <a:r>
            <a:rPr lang="en-US" sz="2400" kern="1200" dirty="0" err="1"/>
            <a:t>kuat</a:t>
          </a:r>
          <a:r>
            <a:rPr lang="en-US" sz="2400" kern="1200" dirty="0"/>
            <a:t> </a:t>
          </a:r>
          <a:r>
            <a:rPr lang="en-US" sz="2400" kern="1200" dirty="0" err="1"/>
            <a:t>akan</a:t>
          </a:r>
          <a:r>
            <a:rPr lang="en-US" sz="2400" kern="1200" dirty="0"/>
            <a:t> </a:t>
          </a:r>
          <a:r>
            <a:rPr lang="en-US" sz="2400" kern="1200" dirty="0" err="1"/>
            <a:t>memiliki</a:t>
          </a:r>
          <a:r>
            <a:rPr lang="en-US" sz="2400" kern="1200" dirty="0"/>
            <a:t> </a:t>
          </a:r>
          <a:r>
            <a:rPr lang="en-US" sz="2400" kern="1200" dirty="0" err="1"/>
            <a:t>hak</a:t>
          </a:r>
          <a:r>
            <a:rPr lang="en-US" sz="2400" kern="1200" dirty="0"/>
            <a:t> </a:t>
          </a:r>
          <a:r>
            <a:rPr lang="en-US" sz="2400" kern="1200" dirty="0" err="1"/>
            <a:t>lebih</a:t>
          </a:r>
          <a:r>
            <a:rPr lang="en-US" sz="2400" kern="1200" dirty="0"/>
            <a:t> </a:t>
          </a:r>
          <a:r>
            <a:rPr lang="en-US" sz="2400" kern="1200" dirty="0" err="1"/>
            <a:t>besar</a:t>
          </a:r>
          <a:r>
            <a:rPr lang="en-US" sz="2400" kern="1200" dirty="0"/>
            <a:t> </a:t>
          </a:r>
          <a:r>
            <a:rPr lang="en-US" sz="2400" kern="1200" dirty="0" err="1"/>
            <a:t>daripada</a:t>
          </a:r>
          <a:r>
            <a:rPr lang="en-US" sz="2400" kern="1200" dirty="0"/>
            <a:t> yang </a:t>
          </a:r>
          <a:r>
            <a:rPr lang="en-US" sz="2400" kern="1200" dirty="0" err="1"/>
            <a:t>lemah</a:t>
          </a:r>
          <a:r>
            <a:rPr lang="en-US" sz="2400" kern="1200" dirty="0"/>
            <a:t>. (</a:t>
          </a:r>
          <a:r>
            <a:rPr lang="en-US" sz="2400" kern="1200" dirty="0" err="1"/>
            <a:t>tokoh</a:t>
          </a:r>
          <a:r>
            <a:rPr lang="en-US" sz="2400" kern="1200" dirty="0"/>
            <a:t>: Thomas Hobbes)</a:t>
          </a:r>
        </a:p>
      </dsp:txBody>
      <dsp:txXfrm>
        <a:off x="0" y="2440613"/>
        <a:ext cx="10022542" cy="1764000"/>
      </dsp:txXfrm>
    </dsp:sp>
    <dsp:sp modelId="{A9C6A996-82ED-4664-947B-03C471B60C52}">
      <dsp:nvSpPr>
        <dsp:cNvPr id="0" name=""/>
        <dsp:cNvSpPr/>
      </dsp:nvSpPr>
      <dsp:spPr>
        <a:xfrm>
          <a:off x="501127" y="2027333"/>
          <a:ext cx="7015779" cy="8265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5180" tIns="0" rIns="2651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Homo </a:t>
          </a:r>
          <a:r>
            <a:rPr lang="en-US" sz="2400" b="1" kern="1200" dirty="0" err="1"/>
            <a:t>Homini</a:t>
          </a:r>
          <a:r>
            <a:rPr lang="en-US" sz="2400" b="1" kern="1200" dirty="0"/>
            <a:t> Lupus</a:t>
          </a:r>
        </a:p>
      </dsp:txBody>
      <dsp:txXfrm>
        <a:off x="541476" y="2067682"/>
        <a:ext cx="6935081" cy="745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5EDBD-73C3-4D55-AC3D-16B169DFAB03}">
      <dsp:nvSpPr>
        <dsp:cNvPr id="0" name=""/>
        <dsp:cNvSpPr/>
      </dsp:nvSpPr>
      <dsp:spPr>
        <a:xfrm>
          <a:off x="0" y="0"/>
          <a:ext cx="102645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C15A0-0C1B-4A03-B28D-9438CBC85129}">
      <dsp:nvSpPr>
        <dsp:cNvPr id="0" name=""/>
        <dsp:cNvSpPr/>
      </dsp:nvSpPr>
      <dsp:spPr>
        <a:xfrm>
          <a:off x="0" y="0"/>
          <a:ext cx="575071" cy="848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1</a:t>
          </a:r>
        </a:p>
      </dsp:txBody>
      <dsp:txXfrm>
        <a:off x="0" y="0"/>
        <a:ext cx="575071" cy="848783"/>
      </dsp:txXfrm>
    </dsp:sp>
    <dsp:sp modelId="{A901BBB0-9CA7-44EB-BAA8-4944BECC3C1C}">
      <dsp:nvSpPr>
        <dsp:cNvPr id="0" name=""/>
        <dsp:cNvSpPr/>
      </dsp:nvSpPr>
      <dsp:spPr>
        <a:xfrm>
          <a:off x="718214" y="38543"/>
          <a:ext cx="9542893" cy="770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Mempunyai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kecenderungan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dekat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dengan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Tuhan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YME ~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sadar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akan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kehadiran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-Nya.</a:t>
          </a:r>
          <a:endParaRPr lang="en-US" sz="2200" kern="1200" dirty="0">
            <a:latin typeface="+mn-lt"/>
          </a:endParaRPr>
        </a:p>
      </dsp:txBody>
      <dsp:txXfrm>
        <a:off x="718214" y="38543"/>
        <a:ext cx="9542893" cy="770867"/>
      </dsp:txXfrm>
    </dsp:sp>
    <dsp:sp modelId="{CD65F9F7-69A6-4156-84D6-2A19F4E505BA}">
      <dsp:nvSpPr>
        <dsp:cNvPr id="0" name=""/>
        <dsp:cNvSpPr/>
      </dsp:nvSpPr>
      <dsp:spPr>
        <a:xfrm>
          <a:off x="575071" y="809410"/>
          <a:ext cx="7634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4A2D20-60C9-4412-A677-E65C573D15D3}">
      <dsp:nvSpPr>
        <dsp:cNvPr id="0" name=""/>
        <dsp:cNvSpPr/>
      </dsp:nvSpPr>
      <dsp:spPr>
        <a:xfrm>
          <a:off x="0" y="848783"/>
          <a:ext cx="102645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74211-C4FB-4EFB-949E-D65AC064055A}">
      <dsp:nvSpPr>
        <dsp:cNvPr id="0" name=""/>
        <dsp:cNvSpPr/>
      </dsp:nvSpPr>
      <dsp:spPr>
        <a:xfrm>
          <a:off x="0" y="848783"/>
          <a:ext cx="575071" cy="848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2</a:t>
          </a:r>
        </a:p>
      </dsp:txBody>
      <dsp:txXfrm>
        <a:off x="0" y="848783"/>
        <a:ext cx="575071" cy="848783"/>
      </dsp:txXfrm>
    </dsp:sp>
    <dsp:sp modelId="{A4642CDD-C1A5-4085-A270-175CC547BD01}">
      <dsp:nvSpPr>
        <dsp:cNvPr id="0" name=""/>
        <dsp:cNvSpPr/>
      </dsp:nvSpPr>
      <dsp:spPr>
        <a:xfrm>
          <a:off x="718214" y="887326"/>
          <a:ext cx="9542893" cy="770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Dikarunia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pembawaan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yang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mulia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dan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bermartabat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.</a:t>
          </a:r>
          <a:endParaRPr lang="en-US" sz="2200" kern="1200" dirty="0">
            <a:latin typeface="+mn-lt"/>
          </a:endParaRPr>
        </a:p>
      </dsp:txBody>
      <dsp:txXfrm>
        <a:off x="718214" y="887326"/>
        <a:ext cx="9542893" cy="770867"/>
      </dsp:txXfrm>
    </dsp:sp>
    <dsp:sp modelId="{9A31D19B-903D-4D0E-AD7D-6CC854CA64B6}">
      <dsp:nvSpPr>
        <dsp:cNvPr id="0" name=""/>
        <dsp:cNvSpPr/>
      </dsp:nvSpPr>
      <dsp:spPr>
        <a:xfrm>
          <a:off x="575071" y="1658194"/>
          <a:ext cx="7634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7CD261-F5A1-4639-858A-D9D25355A09B}">
      <dsp:nvSpPr>
        <dsp:cNvPr id="0" name=""/>
        <dsp:cNvSpPr/>
      </dsp:nvSpPr>
      <dsp:spPr>
        <a:xfrm>
          <a:off x="0" y="1697566"/>
          <a:ext cx="102645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14B85-9BBC-45D7-A86C-51C876D4553B}">
      <dsp:nvSpPr>
        <dsp:cNvPr id="0" name=""/>
        <dsp:cNvSpPr/>
      </dsp:nvSpPr>
      <dsp:spPr>
        <a:xfrm>
          <a:off x="0" y="1697566"/>
          <a:ext cx="575071" cy="848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3</a:t>
          </a:r>
        </a:p>
      </dsp:txBody>
      <dsp:txXfrm>
        <a:off x="0" y="1697566"/>
        <a:ext cx="575071" cy="848783"/>
      </dsp:txXfrm>
    </dsp:sp>
    <dsp:sp modelId="{F3A758D6-BFC2-4A92-8623-88E9C80297C5}">
      <dsp:nvSpPr>
        <dsp:cNvPr id="0" name=""/>
        <dsp:cNvSpPr/>
      </dsp:nvSpPr>
      <dsp:spPr>
        <a:xfrm>
          <a:off x="718214" y="1736109"/>
          <a:ext cx="9542893" cy="770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Mempunyai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kesadaran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moral ~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dapat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membedakan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antara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baik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&amp;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jahat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.</a:t>
          </a:r>
          <a:endParaRPr lang="en-US" sz="2200" kern="1200" dirty="0">
            <a:latin typeface="+mn-lt"/>
          </a:endParaRPr>
        </a:p>
      </dsp:txBody>
      <dsp:txXfrm>
        <a:off x="718214" y="1736109"/>
        <a:ext cx="9542893" cy="770867"/>
      </dsp:txXfrm>
    </dsp:sp>
    <dsp:sp modelId="{9DBBA40D-E049-4189-946C-AD436A7CD684}">
      <dsp:nvSpPr>
        <dsp:cNvPr id="0" name=""/>
        <dsp:cNvSpPr/>
      </dsp:nvSpPr>
      <dsp:spPr>
        <a:xfrm>
          <a:off x="575071" y="2506977"/>
          <a:ext cx="7634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ECC10-E6D6-4F16-9B9D-B399ADBF89DE}">
      <dsp:nvSpPr>
        <dsp:cNvPr id="0" name=""/>
        <dsp:cNvSpPr/>
      </dsp:nvSpPr>
      <dsp:spPr>
        <a:xfrm>
          <a:off x="0" y="2546349"/>
          <a:ext cx="102645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8BA43-C420-44A7-8D62-9B33111BD441}">
      <dsp:nvSpPr>
        <dsp:cNvPr id="0" name=""/>
        <dsp:cNvSpPr/>
      </dsp:nvSpPr>
      <dsp:spPr>
        <a:xfrm>
          <a:off x="0" y="2546349"/>
          <a:ext cx="575071" cy="848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4</a:t>
          </a:r>
        </a:p>
      </dsp:txBody>
      <dsp:txXfrm>
        <a:off x="0" y="2546349"/>
        <a:ext cx="575071" cy="848783"/>
      </dsp:txXfrm>
    </dsp:sp>
    <dsp:sp modelId="{BB139BEB-EBC8-45C1-B212-E319A1793C42}">
      <dsp:nvSpPr>
        <dsp:cNvPr id="0" name=""/>
        <dsp:cNvSpPr/>
      </dsp:nvSpPr>
      <dsp:spPr>
        <a:xfrm>
          <a:off x="718214" y="2584893"/>
          <a:ext cx="9542893" cy="770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Jiwanya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tidak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akan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damai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kecuali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dengan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mengingat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</a:t>
          </a:r>
          <a:r>
            <a:rPr lang="en-US" sz="2200" kern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Tuhan</a:t>
          </a:r>
          <a:r>
            <a:rPr lang="en-US" sz="2200" kern="12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rPr>
            <a:t> YME.</a:t>
          </a:r>
          <a:endParaRPr lang="en-US" sz="2200" kern="1200" dirty="0">
            <a:latin typeface="+mn-lt"/>
          </a:endParaRPr>
        </a:p>
      </dsp:txBody>
      <dsp:txXfrm>
        <a:off x="718214" y="2584893"/>
        <a:ext cx="9542893" cy="770867"/>
      </dsp:txXfrm>
    </dsp:sp>
    <dsp:sp modelId="{4BC48DB0-DA64-4BBE-AB79-9E613950D2CC}">
      <dsp:nvSpPr>
        <dsp:cNvPr id="0" name=""/>
        <dsp:cNvSpPr/>
      </dsp:nvSpPr>
      <dsp:spPr>
        <a:xfrm>
          <a:off x="575071" y="3355760"/>
          <a:ext cx="7634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975A4-1CF4-4EC1-AAC3-0BC643F0C219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7E1A2-92E2-4B9D-9F08-1E3B8AC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771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EC0E-B54A-4757-90C4-7372932CC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9AD3A-6F1F-4452-A6D5-75775264F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30A2F-CBEC-478C-BF3B-5C1C8E14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76EAF-BE71-4C3B-8B51-D4E293C8F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9BB96-5449-4130-B96E-450F18C5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204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D603-B48B-4D51-B53C-42277C035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A1A1E-015F-4B43-8BC0-E5D3BD269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C4540-1B76-4BCF-99BE-B2A4D87D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B4293-0CA6-49C4-86BE-CB98879B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14F8C-1643-4897-849C-84237911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6861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45662-4128-4CF6-B6BF-C7462F15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FAA2A-5B12-4460-982E-C4A0DA85D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750D-CD99-46F0-8516-CFA7E291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8FE43-FE13-479E-8DC8-9D0614BAB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5134C-D41D-4C0E-BA40-D93FA771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697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774D-E817-423D-B6B9-A6CCD9F40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13361-0CCF-4E75-ACBA-2DF897F7A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EBA29-35AF-40BF-9A07-09051ACAC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18D48-5215-4E34-BEA9-D54296715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8976C-76FA-4349-8FF0-EA7038C0E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E55C9-AF73-4795-A92A-7A75AFDB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503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51469-E3CB-4E17-B117-2D5E3246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31211-4F33-4AA0-9EB9-94F8189E5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2B0D1-4FEE-4F12-85CF-930D9A674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0B2A6-975D-4720-971D-3438C838D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C17BE-CD29-4269-9A5E-D263264E4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A7450-7AEA-4FD7-A19B-38EE6E6B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AC590-6406-48B1-8044-9ADC28CC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CCAC4-CBDB-4FF3-B8A0-41CFF772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1380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E9DF-EE32-4560-91CD-40FC0C77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1E6B15-664E-470F-A5A9-FB7646521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F3F62-75A9-4B10-B937-E23323174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907F2-2F76-4855-A3DB-887452CDD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8145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6255C-049F-4A73-96A8-33118209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A75076-AF27-4CDA-96E5-A84EBF11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9AFC5-D9B0-487B-AA9D-853C4C8D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20748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4152B-0CA5-4CD5-8F0A-78246D7E7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94CF2-A46A-40C6-9834-594343A8B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4DB8F-EA01-418B-9D1B-4C29395D2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2A462-739E-4636-927F-803C5EF67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59B3E-03B6-4C7A-BD1D-DC337551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D13F6-0AA8-4B08-A97C-CD37608A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2031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0CCE7-904D-4B40-A7B5-B4C571AE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BC17C-66AB-4464-8858-22EA3AE72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6F997-37A1-4DC8-B752-3D9C17AEE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2BAC1-E0FC-4BC7-8EB8-DEB5B532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43450-F49A-48DC-AC5D-1FFB17F1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89349-023B-4471-BFEE-16073CB24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990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11BD-511A-4E25-B3DA-6451194F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A8543-2E01-4286-B144-CB03531EA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DDC02-77FC-4320-95B6-C2191A25A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EF0B-DFCE-444E-BCE8-CA309D16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31F82-749B-4E27-81E5-C104152C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298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1D189E-4AB7-4959-93BD-EB8425E8D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47F0F-9537-425D-AC1B-C748D18E9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30B35-6476-4895-B917-97E026CB8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DD39-0BB2-4CFD-B7A5-90C56FB72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12572-5C14-4625-A3EC-90B54DFEE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2839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C9E4F6-9E03-4C0A-9D3E-96394B4E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3FEEA-59E3-4848-AB4F-481FAFA7C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0B19-C227-4017-9D8C-535BFA7D3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952B0-BC14-4D46-8DFA-CCD43AD5AF56}" type="datetimeFigureOut">
              <a:rPr lang="en-ID" smtClean="0"/>
              <a:t>01/11/2023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39005-3B4A-4274-820E-DC2B43CAB4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79D8-F57B-4FCE-B137-91492800F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071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6A84-E56A-4C5D-986B-43B698168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0686" y="1590956"/>
            <a:ext cx="8322761" cy="2387600"/>
          </a:xfrm>
        </p:spPr>
        <p:txBody>
          <a:bodyPr>
            <a:noAutofit/>
          </a:bodyPr>
          <a:lstStyle/>
          <a:p>
            <a:pPr lvl="0" algn="r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defRPr/>
            </a:pPr>
            <a:r>
              <a:rPr lang="en-US" sz="5400" b="1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Pendidikan Agama</a:t>
            </a:r>
            <a:br>
              <a:rPr kumimoji="0" lang="id-ID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</a:br>
            <a:r>
              <a:rPr lang="en-US" sz="3600" dirty="0" err="1"/>
              <a:t>Hakikat</a:t>
            </a:r>
            <a:r>
              <a:rPr lang="en-US" sz="3600" dirty="0"/>
              <a:t>, </a:t>
            </a:r>
            <a:r>
              <a:rPr lang="en-US" sz="3600" dirty="0" err="1"/>
              <a:t>Martabat</a:t>
            </a:r>
            <a:r>
              <a:rPr lang="en-US" sz="3600" dirty="0"/>
              <a:t> Dan </a:t>
            </a:r>
            <a:r>
              <a:rPr lang="en-US" sz="3600" dirty="0" err="1"/>
              <a:t>Tanggung</a:t>
            </a:r>
            <a:r>
              <a:rPr lang="en-US" sz="3600" dirty="0"/>
              <a:t> Jawab </a:t>
            </a:r>
            <a:r>
              <a:rPr lang="en-US" sz="3600" dirty="0" err="1"/>
              <a:t>Manusia</a:t>
            </a:r>
            <a:r>
              <a:rPr lang="en-US" sz="3600" dirty="0"/>
              <a:t> </a:t>
            </a:r>
            <a:br>
              <a:rPr lang="en-US" sz="3600" dirty="0"/>
            </a:b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Sesi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 3</a:t>
            </a:r>
            <a:endParaRPr lang="en-ID" sz="3200" dirty="0">
              <a:latin typeface="Montserrat" panose="020005050000000200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765D7-3DE7-4B42-876A-8EBCDBE18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3704" y="5997387"/>
            <a:ext cx="8499696" cy="1091431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latin typeface="Montserrat" panose="02000505000000020004" pitchFamily="2" charset="0"/>
              </a:rPr>
              <a:t>Tim Teaching</a:t>
            </a:r>
            <a:endParaRPr lang="en-ID" dirty="0"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976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306" y="1469907"/>
            <a:ext cx="4222376" cy="654032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Tesis </a:t>
            </a:r>
            <a:r>
              <a:rPr lang="en-US" sz="3200" b="1" dirty="0" err="1">
                <a:latin typeface="+mn-lt"/>
              </a:rPr>
              <a:t>tentang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Manusia</a:t>
            </a:r>
            <a:endParaRPr lang="en-US" sz="3200" b="1" dirty="0">
              <a:latin typeface="+mn-l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4CB61EB-6D87-DB37-497E-9053DF1DB9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465356"/>
              </p:ext>
            </p:extLst>
          </p:nvPr>
        </p:nvGraphicFramePr>
        <p:xfrm>
          <a:off x="1284941" y="2608730"/>
          <a:ext cx="9371106" cy="2779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2B80BA3-26A5-7FE5-C234-1449E2160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574001"/>
              </p:ext>
            </p:extLst>
          </p:nvPr>
        </p:nvGraphicFramePr>
        <p:xfrm>
          <a:off x="1084729" y="1438834"/>
          <a:ext cx="10022542" cy="4212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3395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045" y="3283709"/>
            <a:ext cx="4572700" cy="654032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+mn-lt"/>
              </a:rPr>
              <a:t>Fase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Perjalanan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Manusia</a:t>
            </a:r>
            <a:endParaRPr lang="en-US" sz="3200" b="1" dirty="0">
              <a:latin typeface="+mn-lt"/>
            </a:endParaRPr>
          </a:p>
        </p:txBody>
      </p:sp>
      <p:grpSp>
        <p:nvGrpSpPr>
          <p:cNvPr id="4" name="Group 35"/>
          <p:cNvGrpSpPr>
            <a:grpSpLocks noGrp="1"/>
          </p:cNvGrpSpPr>
          <p:nvPr/>
        </p:nvGrpSpPr>
        <p:grpSpPr bwMode="auto">
          <a:xfrm>
            <a:off x="1981200" y="642918"/>
            <a:ext cx="8186766" cy="6000792"/>
            <a:chOff x="336" y="240"/>
            <a:chExt cx="5232" cy="3792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336" y="240"/>
              <a:ext cx="1296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600" dirty="0">
                  <a:latin typeface="Arial Narrow" pitchFamily="34" charset="0"/>
                </a:rPr>
                <a:t>AYAH</a:t>
              </a:r>
            </a:p>
            <a:p>
              <a:pPr algn="ctr"/>
              <a:r>
                <a:rPr lang="en-US" sz="1600" dirty="0">
                  <a:latin typeface="Arial Narrow" pitchFamily="34" charset="0"/>
                </a:rPr>
                <a:t>(</a:t>
              </a:r>
              <a:r>
                <a:rPr lang="en-US" sz="1600" dirty="0" err="1">
                  <a:latin typeface="Arial Narrow" pitchFamily="34" charset="0"/>
                </a:rPr>
                <a:t>sel</a:t>
              </a:r>
              <a:r>
                <a:rPr lang="en-US" sz="1600" dirty="0">
                  <a:latin typeface="Arial Narrow" pitchFamily="34" charset="0"/>
                </a:rPr>
                <a:t> </a:t>
              </a:r>
              <a:r>
                <a:rPr lang="en-US" sz="1600" dirty="0" err="1">
                  <a:latin typeface="Arial Narrow" pitchFamily="34" charset="0"/>
                </a:rPr>
                <a:t>seperma</a:t>
              </a:r>
              <a:r>
                <a:rPr lang="en-US" sz="1600" dirty="0">
                  <a:latin typeface="Arial Narrow" pitchFamily="34" charset="0"/>
                </a:rPr>
                <a:t>)</a:t>
              </a:r>
            </a:p>
          </p:txBody>
        </p:sp>
        <p:sp>
          <p:nvSpPr>
            <p:cNvPr id="6" name="Rectangle 19"/>
            <p:cNvSpPr>
              <a:spLocks noChangeArrowheads="1"/>
            </p:cNvSpPr>
            <p:nvPr/>
          </p:nvSpPr>
          <p:spPr bwMode="auto">
            <a:xfrm>
              <a:off x="1728" y="3408"/>
              <a:ext cx="816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>
                  <a:latin typeface="Times New Roman" pitchFamily="18" charset="0"/>
                </a:rPr>
                <a:t>Kelahiran </a:t>
              </a:r>
            </a:p>
          </p:txBody>
        </p:sp>
        <p:sp>
          <p:nvSpPr>
            <p:cNvPr id="7" name="Rectangle 20"/>
            <p:cNvSpPr>
              <a:spLocks noChangeArrowheads="1"/>
            </p:cNvSpPr>
            <p:nvPr/>
          </p:nvSpPr>
          <p:spPr bwMode="auto">
            <a:xfrm>
              <a:off x="3168" y="1440"/>
              <a:ext cx="1968" cy="52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 err="1">
                  <a:latin typeface="Times New Roman" pitchFamily="18" charset="0"/>
                </a:rPr>
                <a:t>Fase</a:t>
              </a:r>
              <a:r>
                <a:rPr lang="en-US" dirty="0">
                  <a:latin typeface="Times New Roman" pitchFamily="18" charset="0"/>
                </a:rPr>
                <a:t> </a:t>
              </a:r>
              <a:r>
                <a:rPr lang="en-US" b="1" dirty="0" err="1">
                  <a:latin typeface="Times New Roman" pitchFamily="18" charset="0"/>
                </a:rPr>
                <a:t>penciptaan</a:t>
              </a:r>
              <a:r>
                <a:rPr lang="en-US" dirty="0">
                  <a:latin typeface="Times New Roman" pitchFamily="18" charset="0"/>
                </a:rPr>
                <a:t> (</a:t>
              </a:r>
              <a:r>
                <a:rPr lang="en-US" dirty="0" err="1">
                  <a:latin typeface="Times New Roman" pitchFamily="18" charset="0"/>
                </a:rPr>
                <a:t>segumpal</a:t>
              </a:r>
              <a:r>
                <a:rPr lang="en-US" dirty="0">
                  <a:latin typeface="Times New Roman" pitchFamily="18" charset="0"/>
                </a:rPr>
                <a:t> </a:t>
              </a:r>
              <a:r>
                <a:rPr lang="en-US" dirty="0" err="1">
                  <a:latin typeface="Times New Roman" pitchFamily="18" charset="0"/>
                </a:rPr>
                <a:t>darah</a:t>
              </a:r>
              <a:r>
                <a:rPr lang="en-US" dirty="0">
                  <a:latin typeface="Times New Roman" pitchFamily="18" charset="0"/>
                </a:rPr>
                <a:t>) </a:t>
              </a:r>
            </a:p>
            <a:p>
              <a:pPr algn="ctr"/>
              <a:r>
                <a:rPr lang="en-US" dirty="0">
                  <a:latin typeface="Times New Roman" pitchFamily="18" charset="0"/>
                </a:rPr>
                <a:t>40 </a:t>
              </a:r>
              <a:r>
                <a:rPr lang="en-US" dirty="0" err="1">
                  <a:latin typeface="Times New Roman" pitchFamily="18" charset="0"/>
                </a:rPr>
                <a:t>hari</a:t>
              </a:r>
              <a:endParaRPr lang="en-US" dirty="0">
                <a:latin typeface="Times New Roman" pitchFamily="18" charset="0"/>
              </a:endParaRPr>
            </a:p>
          </p:txBody>
        </p:sp>
        <p:sp>
          <p:nvSpPr>
            <p:cNvPr id="8" name="Rectangle 21"/>
            <p:cNvSpPr>
              <a:spLocks noChangeArrowheads="1"/>
            </p:cNvSpPr>
            <p:nvPr/>
          </p:nvSpPr>
          <p:spPr bwMode="auto">
            <a:xfrm>
              <a:off x="336" y="768"/>
              <a:ext cx="1296" cy="38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600">
                  <a:latin typeface="Arial Narrow" pitchFamily="34" charset="0"/>
                </a:rPr>
                <a:t>IBU</a:t>
              </a:r>
            </a:p>
            <a:p>
              <a:pPr algn="ctr"/>
              <a:r>
                <a:rPr lang="en-US" sz="1600">
                  <a:latin typeface="Arial Narrow" pitchFamily="34" charset="0"/>
                </a:rPr>
                <a:t>(Sel telur/ovum)</a:t>
              </a:r>
            </a:p>
          </p:txBody>
        </p:sp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3120" y="432"/>
              <a:ext cx="2016" cy="52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1" dirty="0" err="1">
                  <a:latin typeface="Times New Roman" pitchFamily="18" charset="0"/>
                </a:rPr>
                <a:t>Fase</a:t>
              </a:r>
              <a:r>
                <a:rPr lang="en-US" b="1" dirty="0">
                  <a:latin typeface="Times New Roman" pitchFamily="18" charset="0"/>
                </a:rPr>
                <a:t> </a:t>
              </a:r>
              <a:r>
                <a:rPr lang="en-US" b="1" dirty="0" err="1">
                  <a:latin typeface="Times New Roman" pitchFamily="18" charset="0"/>
                </a:rPr>
                <a:t>Pembuahan</a:t>
              </a:r>
              <a:r>
                <a:rPr lang="en-US" b="1" dirty="0">
                  <a:latin typeface="Times New Roman" pitchFamily="18" charset="0"/>
                </a:rPr>
                <a:t> </a:t>
              </a:r>
              <a:r>
                <a:rPr lang="en-US" dirty="0" err="1">
                  <a:latin typeface="Times New Roman" pitchFamily="18" charset="0"/>
                </a:rPr>
                <a:t>dalam</a:t>
              </a:r>
              <a:r>
                <a:rPr lang="en-US" dirty="0">
                  <a:latin typeface="Times New Roman" pitchFamily="18" charset="0"/>
                </a:rPr>
                <a:t> </a:t>
              </a:r>
              <a:r>
                <a:rPr lang="en-US" dirty="0" err="1">
                  <a:latin typeface="Times New Roman" pitchFamily="18" charset="0"/>
                </a:rPr>
                <a:t>rahim</a:t>
              </a:r>
              <a:r>
                <a:rPr lang="en-US" dirty="0">
                  <a:latin typeface="Times New Roman" pitchFamily="18" charset="0"/>
                </a:rPr>
                <a:t> Ibu</a:t>
              </a:r>
            </a:p>
            <a:p>
              <a:pPr algn="ctr"/>
              <a:r>
                <a:rPr lang="en-US" dirty="0">
                  <a:latin typeface="Times New Roman" pitchFamily="18" charset="0"/>
                </a:rPr>
                <a:t> </a:t>
              </a:r>
              <a:r>
                <a:rPr lang="en-US" dirty="0" err="1">
                  <a:latin typeface="Times New Roman" pitchFamily="18" charset="0"/>
                </a:rPr>
                <a:t>selama</a:t>
              </a:r>
              <a:r>
                <a:rPr lang="en-US" dirty="0">
                  <a:latin typeface="Times New Roman" pitchFamily="18" charset="0"/>
                </a:rPr>
                <a:t> 40 </a:t>
              </a:r>
              <a:r>
                <a:rPr lang="en-US" dirty="0" err="1">
                  <a:latin typeface="Times New Roman" pitchFamily="18" charset="0"/>
                </a:rPr>
                <a:t>hari</a:t>
              </a:r>
              <a:endParaRPr lang="en-US" dirty="0">
                <a:latin typeface="Times New Roman" pitchFamily="18" charset="0"/>
              </a:endParaRPr>
            </a:p>
          </p:txBody>
        </p:sp>
        <p:sp>
          <p:nvSpPr>
            <p:cNvPr id="10" name="Rectangle 23"/>
            <p:cNvSpPr>
              <a:spLocks noChangeArrowheads="1"/>
            </p:cNvSpPr>
            <p:nvPr/>
          </p:nvSpPr>
          <p:spPr bwMode="auto">
            <a:xfrm>
              <a:off x="3168" y="2304"/>
              <a:ext cx="1968" cy="52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 err="1">
                  <a:latin typeface="Times New Roman" pitchFamily="18" charset="0"/>
                </a:rPr>
                <a:t>Fase</a:t>
              </a:r>
              <a:r>
                <a:rPr lang="en-US" dirty="0">
                  <a:latin typeface="Times New Roman" pitchFamily="18" charset="0"/>
                </a:rPr>
                <a:t> </a:t>
              </a:r>
              <a:r>
                <a:rPr lang="en-US" dirty="0" err="1">
                  <a:latin typeface="Times New Roman" pitchFamily="18" charset="0"/>
                </a:rPr>
                <a:t>segumpal</a:t>
              </a:r>
              <a:r>
                <a:rPr lang="en-US" dirty="0">
                  <a:latin typeface="Times New Roman" pitchFamily="18" charset="0"/>
                </a:rPr>
                <a:t> </a:t>
              </a:r>
              <a:r>
                <a:rPr lang="en-US" dirty="0" err="1">
                  <a:latin typeface="Times New Roman" pitchFamily="18" charset="0"/>
                </a:rPr>
                <a:t>daging</a:t>
              </a:r>
              <a:endParaRPr lang="en-US" dirty="0">
                <a:latin typeface="Times New Roman" pitchFamily="18" charset="0"/>
              </a:endParaRPr>
            </a:p>
            <a:p>
              <a:pPr algn="ctr"/>
              <a:r>
                <a:rPr lang="en-US" dirty="0">
                  <a:latin typeface="Times New Roman" pitchFamily="18" charset="0"/>
                </a:rPr>
                <a:t>40 </a:t>
              </a:r>
              <a:r>
                <a:rPr lang="en-US" dirty="0" err="1">
                  <a:latin typeface="Times New Roman" pitchFamily="18" charset="0"/>
                </a:rPr>
                <a:t>hari</a:t>
              </a:r>
              <a:endParaRPr lang="en-US" dirty="0">
                <a:latin typeface="Times New Roman" pitchFamily="18" charset="0"/>
              </a:endParaRPr>
            </a:p>
          </p:txBody>
        </p:sp>
        <p:sp>
          <p:nvSpPr>
            <p:cNvPr id="11" name="Rectangle 24"/>
            <p:cNvSpPr>
              <a:spLocks noChangeArrowheads="1"/>
            </p:cNvSpPr>
            <p:nvPr/>
          </p:nvSpPr>
          <p:spPr bwMode="auto">
            <a:xfrm>
              <a:off x="2928" y="3120"/>
              <a:ext cx="2640" cy="91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 err="1">
                  <a:latin typeface="Times New Roman" pitchFamily="18" charset="0"/>
                </a:rPr>
                <a:t>Fase</a:t>
              </a:r>
              <a:r>
                <a:rPr lang="en-US" dirty="0">
                  <a:latin typeface="Times New Roman" pitchFamily="18" charset="0"/>
                </a:rPr>
                <a:t> (</a:t>
              </a:r>
              <a:r>
                <a:rPr lang="en-US" dirty="0" err="1">
                  <a:latin typeface="Times New Roman" pitchFamily="18" charset="0"/>
                </a:rPr>
                <a:t>terbentuknya</a:t>
              </a:r>
              <a:r>
                <a:rPr lang="en-US" dirty="0">
                  <a:latin typeface="Times New Roman" pitchFamily="18" charset="0"/>
                </a:rPr>
                <a:t> </a:t>
              </a:r>
              <a:r>
                <a:rPr lang="en-US" dirty="0" err="1">
                  <a:latin typeface="Times New Roman" pitchFamily="18" charset="0"/>
                </a:rPr>
                <a:t>tulang</a:t>
              </a:r>
              <a:r>
                <a:rPr lang="en-US" dirty="0">
                  <a:latin typeface="Times New Roman" pitchFamily="18" charset="0"/>
                </a:rPr>
                <a:t>)</a:t>
              </a:r>
            </a:p>
            <a:p>
              <a:pPr algn="ctr"/>
              <a:r>
                <a:rPr lang="en-US" dirty="0">
                  <a:latin typeface="Times New Roman" pitchFamily="18" charset="0"/>
                </a:rPr>
                <a:t>Dan </a:t>
              </a:r>
              <a:r>
                <a:rPr lang="en-US" dirty="0" err="1">
                  <a:latin typeface="Times New Roman" pitchFamily="18" charset="0"/>
                </a:rPr>
                <a:t>ditiupkannya</a:t>
              </a:r>
              <a:r>
                <a:rPr lang="en-US" dirty="0">
                  <a:latin typeface="Times New Roman" pitchFamily="18" charset="0"/>
                </a:rPr>
                <a:t> </a:t>
              </a:r>
              <a:r>
                <a:rPr lang="en-US" dirty="0" err="1">
                  <a:latin typeface="Times New Roman" pitchFamily="18" charset="0"/>
                </a:rPr>
                <a:t>ruh</a:t>
              </a:r>
              <a:r>
                <a:rPr lang="en-US" dirty="0">
                  <a:latin typeface="Times New Roman" pitchFamily="18" charset="0"/>
                </a:rPr>
                <a:t> </a:t>
              </a:r>
              <a:r>
                <a:rPr lang="en-US" dirty="0" err="1">
                  <a:latin typeface="Times New Roman" pitchFamily="18" charset="0"/>
                </a:rPr>
                <a:t>serta</a:t>
              </a:r>
              <a:r>
                <a:rPr lang="en-US" dirty="0">
                  <a:latin typeface="Times New Roman" pitchFamily="18" charset="0"/>
                </a:rPr>
                <a:t> 4 </a:t>
              </a:r>
            </a:p>
            <a:p>
              <a:pPr algn="ctr"/>
              <a:r>
                <a:rPr lang="en-US" dirty="0" err="1">
                  <a:latin typeface="Times New Roman" pitchFamily="18" charset="0"/>
                </a:rPr>
                <a:t>Ketentuan</a:t>
              </a:r>
              <a:r>
                <a:rPr lang="en-US" dirty="0">
                  <a:latin typeface="Times New Roman" pitchFamily="18" charset="0"/>
                </a:rPr>
                <a:t> (</a:t>
              </a:r>
              <a:r>
                <a:rPr lang="en-US" dirty="0" err="1">
                  <a:latin typeface="Times New Roman" pitchFamily="18" charset="0"/>
                </a:rPr>
                <a:t>takdir</a:t>
              </a:r>
              <a:r>
                <a:rPr lang="en-US" dirty="0">
                  <a:latin typeface="Times New Roman" pitchFamily="18" charset="0"/>
                </a:rPr>
                <a:t>) yang </a:t>
              </a:r>
              <a:r>
                <a:rPr lang="en-US" dirty="0" err="1">
                  <a:latin typeface="Times New Roman" pitchFamily="18" charset="0"/>
                </a:rPr>
                <a:t>menyangkut</a:t>
              </a:r>
              <a:endParaRPr lang="en-US" dirty="0">
                <a:latin typeface="Times New Roman" pitchFamily="18" charset="0"/>
              </a:endParaRPr>
            </a:p>
            <a:p>
              <a:pPr algn="ctr"/>
              <a:r>
                <a:rPr lang="en-US" dirty="0" err="1">
                  <a:latin typeface="Times New Roman" pitchFamily="18" charset="0"/>
                </a:rPr>
                <a:t>Rizki</a:t>
              </a:r>
              <a:r>
                <a:rPr lang="en-US" dirty="0">
                  <a:latin typeface="Times New Roman" pitchFamily="18" charset="0"/>
                </a:rPr>
                <a:t>, </a:t>
              </a:r>
              <a:r>
                <a:rPr lang="en-US" dirty="0" err="1">
                  <a:latin typeface="Times New Roman" pitchFamily="18" charset="0"/>
                </a:rPr>
                <a:t>kematian</a:t>
              </a:r>
              <a:r>
                <a:rPr lang="en-US" dirty="0">
                  <a:latin typeface="Times New Roman" pitchFamily="18" charset="0"/>
                </a:rPr>
                <a:t>, </a:t>
              </a:r>
              <a:r>
                <a:rPr lang="en-US" dirty="0" err="1">
                  <a:latin typeface="Times New Roman" pitchFamily="18" charset="0"/>
                </a:rPr>
                <a:t>amal</a:t>
              </a:r>
              <a:r>
                <a:rPr lang="en-US" dirty="0">
                  <a:latin typeface="Times New Roman" pitchFamily="18" charset="0"/>
                </a:rPr>
                <a:t> </a:t>
              </a:r>
              <a:r>
                <a:rPr lang="en-US" dirty="0" err="1">
                  <a:latin typeface="Times New Roman" pitchFamily="18" charset="0"/>
                </a:rPr>
                <a:t>ibadah</a:t>
              </a:r>
              <a:r>
                <a:rPr lang="en-US" dirty="0">
                  <a:latin typeface="Times New Roman" pitchFamily="18" charset="0"/>
                </a:rPr>
                <a:t>, </a:t>
              </a:r>
              <a:r>
                <a:rPr lang="en-US" dirty="0" err="1">
                  <a:latin typeface="Times New Roman" pitchFamily="18" charset="0"/>
                </a:rPr>
                <a:t>dan</a:t>
              </a:r>
              <a:r>
                <a:rPr lang="en-US" dirty="0">
                  <a:latin typeface="Times New Roman" pitchFamily="18" charset="0"/>
                </a:rPr>
                <a:t> </a:t>
              </a:r>
            </a:p>
            <a:p>
              <a:pPr algn="ctr"/>
              <a:r>
                <a:rPr lang="en-US" dirty="0" err="1">
                  <a:latin typeface="Times New Roman" pitchFamily="18" charset="0"/>
                </a:rPr>
                <a:t>kecelakaan</a:t>
              </a:r>
              <a:r>
                <a:rPr lang="en-US" dirty="0">
                  <a:latin typeface="Times New Roman" pitchFamily="18" charset="0"/>
                </a:rPr>
                <a:t> </a:t>
              </a:r>
              <a:r>
                <a:rPr lang="en-US" dirty="0" err="1">
                  <a:latin typeface="Times New Roman" pitchFamily="18" charset="0"/>
                </a:rPr>
                <a:t>dan</a:t>
              </a:r>
              <a:r>
                <a:rPr lang="en-US" dirty="0">
                  <a:latin typeface="Times New Roman" pitchFamily="18" charset="0"/>
                </a:rPr>
                <a:t> </a:t>
              </a:r>
              <a:r>
                <a:rPr lang="en-US" dirty="0" err="1">
                  <a:latin typeface="Times New Roman" pitchFamily="18" charset="0"/>
                </a:rPr>
                <a:t>kebahagiaan</a:t>
              </a:r>
              <a:endParaRPr lang="en-US" dirty="0">
                <a:latin typeface="Times New Roman" pitchFamily="18" charset="0"/>
              </a:endParaRPr>
            </a:p>
          </p:txBody>
        </p:sp>
        <p:sp>
          <p:nvSpPr>
            <p:cNvPr id="12" name="Rectangle 26"/>
            <p:cNvSpPr>
              <a:spLocks noChangeArrowheads="1"/>
            </p:cNvSpPr>
            <p:nvPr/>
          </p:nvSpPr>
          <p:spPr bwMode="auto">
            <a:xfrm>
              <a:off x="336" y="3408"/>
              <a:ext cx="1152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>
                  <a:latin typeface="Times New Roman" pitchFamily="18" charset="0"/>
                </a:rPr>
                <a:t>Kematian </a:t>
              </a:r>
            </a:p>
          </p:txBody>
        </p:sp>
        <p:sp>
          <p:nvSpPr>
            <p:cNvPr id="13" name="Line 27"/>
            <p:cNvSpPr>
              <a:spLocks noChangeShapeType="1"/>
            </p:cNvSpPr>
            <p:nvPr/>
          </p:nvSpPr>
          <p:spPr bwMode="auto">
            <a:xfrm>
              <a:off x="912" y="576"/>
              <a:ext cx="0" cy="192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Line 28"/>
            <p:cNvSpPr>
              <a:spLocks noChangeShapeType="1"/>
            </p:cNvSpPr>
            <p:nvPr/>
          </p:nvSpPr>
          <p:spPr bwMode="auto">
            <a:xfrm>
              <a:off x="1632" y="432"/>
              <a:ext cx="1488" cy="24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Line 29"/>
            <p:cNvSpPr>
              <a:spLocks noChangeShapeType="1"/>
            </p:cNvSpPr>
            <p:nvPr/>
          </p:nvSpPr>
          <p:spPr bwMode="auto">
            <a:xfrm flipV="1">
              <a:off x="1632" y="672"/>
              <a:ext cx="1488" cy="288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Line 30"/>
            <p:cNvSpPr>
              <a:spLocks noChangeShapeType="1"/>
            </p:cNvSpPr>
            <p:nvPr/>
          </p:nvSpPr>
          <p:spPr bwMode="auto">
            <a:xfrm>
              <a:off x="4080" y="960"/>
              <a:ext cx="0" cy="48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Line 31"/>
            <p:cNvSpPr>
              <a:spLocks noChangeShapeType="1"/>
            </p:cNvSpPr>
            <p:nvPr/>
          </p:nvSpPr>
          <p:spPr bwMode="auto">
            <a:xfrm>
              <a:off x="4080" y="1968"/>
              <a:ext cx="0" cy="336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Line 32"/>
            <p:cNvSpPr>
              <a:spLocks noChangeShapeType="1"/>
            </p:cNvSpPr>
            <p:nvPr/>
          </p:nvSpPr>
          <p:spPr bwMode="auto">
            <a:xfrm>
              <a:off x="4080" y="2832"/>
              <a:ext cx="0" cy="288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Line 33"/>
            <p:cNvSpPr>
              <a:spLocks noChangeShapeType="1"/>
            </p:cNvSpPr>
            <p:nvPr/>
          </p:nvSpPr>
          <p:spPr bwMode="auto">
            <a:xfrm flipH="1">
              <a:off x="2544" y="3552"/>
              <a:ext cx="384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Line 34"/>
            <p:cNvSpPr>
              <a:spLocks noChangeShapeType="1"/>
            </p:cNvSpPr>
            <p:nvPr/>
          </p:nvSpPr>
          <p:spPr bwMode="auto">
            <a:xfrm flipH="1">
              <a:off x="1488" y="3552"/>
              <a:ext cx="24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683" y="3060720"/>
            <a:ext cx="3222811" cy="582594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3200" b="1" dirty="0" err="1">
                <a:latin typeface="+mn-lt"/>
              </a:rPr>
              <a:t>Hakikat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Manusia</a:t>
            </a:r>
            <a:endParaRPr lang="en-US" sz="3200" b="1" dirty="0">
              <a:latin typeface="+mn-lt"/>
            </a:endParaRPr>
          </a:p>
        </p:txBody>
      </p:sp>
      <p:pic>
        <p:nvPicPr>
          <p:cNvPr id="4" name="Picture 2" descr="F:\Untitled-Scanned-01.jpg"/>
          <p:cNvPicPr>
            <a:picLocks noChangeAspect="1" noChangeArrowheads="1"/>
          </p:cNvPicPr>
          <p:nvPr/>
        </p:nvPicPr>
        <p:blipFill>
          <a:blip r:embed="rId2"/>
          <a:srcRect l="4537" t="16279" r="6292"/>
          <a:stretch>
            <a:fillRect/>
          </a:stretch>
        </p:blipFill>
        <p:spPr bwMode="auto">
          <a:xfrm>
            <a:off x="4350376" y="857232"/>
            <a:ext cx="7715304" cy="55721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6505" y="1432935"/>
            <a:ext cx="3209365" cy="560858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+mn-lt"/>
              </a:rPr>
              <a:t>Hakikat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Manusia</a:t>
            </a:r>
            <a:endParaRPr lang="en-US" sz="3200" b="1" dirty="0">
              <a:latin typeface="+mn-lt"/>
            </a:endParaRPr>
          </a:p>
        </p:txBody>
      </p:sp>
      <p:sp>
        <p:nvSpPr>
          <p:cNvPr id="4" name="Rectangle 3"/>
          <p:cNvSpPr>
            <a:spLocks noGrp="1" noRot="1" noChangeArrowheads="1"/>
          </p:cNvSpPr>
          <p:nvPr>
            <p:ph sz="quarter" idx="1"/>
          </p:nvPr>
        </p:nvSpPr>
        <p:spPr>
          <a:xfrm>
            <a:off x="1873623" y="2716306"/>
            <a:ext cx="8444753" cy="252804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400" dirty="0" err="1"/>
              <a:t>Hakekat</a:t>
            </a:r>
            <a:r>
              <a:rPr lang="en-US" sz="2400" dirty="0"/>
              <a:t> </a:t>
            </a:r>
            <a:r>
              <a:rPr lang="en-US" sz="2400" dirty="0" err="1"/>
              <a:t>penciptaan</a:t>
            </a:r>
            <a:r>
              <a:rPr lang="en-US" sz="2400" dirty="0"/>
              <a:t> </a:t>
            </a:r>
            <a:r>
              <a:rPr lang="en-US" sz="2400" dirty="0" err="1"/>
              <a:t>manusia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semata-mata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beribadah</a:t>
            </a:r>
            <a:r>
              <a:rPr lang="en-US" sz="2400" dirty="0"/>
              <a:t> pada </a:t>
            </a:r>
            <a:r>
              <a:rPr lang="en-US" sz="2400" dirty="0" err="1"/>
              <a:t>Tuhan</a:t>
            </a:r>
            <a:r>
              <a:rPr lang="en-US" sz="2400" dirty="0"/>
              <a:t> YME. </a:t>
            </a:r>
          </a:p>
          <a:p>
            <a:pPr marL="0" indent="0" algn="ctr">
              <a:lnSpc>
                <a:spcPct val="80000"/>
              </a:lnSpc>
              <a:buNone/>
            </a:pPr>
            <a:endParaRPr lang="en-US" sz="2400" dirty="0"/>
          </a:p>
          <a:p>
            <a:pPr marL="0" indent="0" algn="ctr">
              <a:lnSpc>
                <a:spcPct val="80000"/>
              </a:lnSpc>
              <a:buNone/>
            </a:pPr>
            <a:r>
              <a:rPr lang="en-US" sz="2400" dirty="0" err="1"/>
              <a:t>Menurut</a:t>
            </a:r>
            <a:r>
              <a:rPr lang="en-US" sz="2400" dirty="0"/>
              <a:t> para </a:t>
            </a:r>
            <a:r>
              <a:rPr lang="en-US" sz="2400" dirty="0" err="1"/>
              <a:t>ahli</a:t>
            </a:r>
            <a:r>
              <a:rPr lang="en-US" sz="2400" dirty="0"/>
              <a:t> agama, ibadah yang </a:t>
            </a:r>
            <a:r>
              <a:rPr lang="en-US" sz="2400" dirty="0" err="1"/>
              <a:t>dimaksud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ibadah yang </a:t>
            </a:r>
            <a:r>
              <a:rPr lang="en-US" sz="2400" dirty="0" err="1"/>
              <a:t>menyangkut</a:t>
            </a:r>
            <a:r>
              <a:rPr lang="en-US" sz="2400" dirty="0"/>
              <a:t> </a:t>
            </a:r>
            <a:r>
              <a:rPr lang="en-US" sz="2400" dirty="0" err="1"/>
              <a:t>hubungan</a:t>
            </a:r>
            <a:r>
              <a:rPr lang="en-US" sz="2400" dirty="0"/>
              <a:t> </a:t>
            </a:r>
            <a:r>
              <a:rPr lang="en-US" sz="2400" dirty="0" err="1"/>
              <a:t>manusia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Tuhan</a:t>
            </a:r>
            <a:r>
              <a:rPr lang="en-US" sz="2400" dirty="0"/>
              <a:t> YME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hubungan</a:t>
            </a:r>
            <a:r>
              <a:rPr lang="en-US" sz="2400" dirty="0"/>
              <a:t> </a:t>
            </a:r>
            <a:r>
              <a:rPr lang="en-US" sz="2400" dirty="0" err="1"/>
              <a:t>vertikal</a:t>
            </a:r>
            <a:r>
              <a:rPr lang="en-US" sz="2400" dirty="0"/>
              <a:t>, </a:t>
            </a:r>
            <a:r>
              <a:rPr lang="en-US" sz="2400" dirty="0" err="1"/>
              <a:t>maupun</a:t>
            </a:r>
            <a:r>
              <a:rPr lang="en-US" sz="2400" dirty="0"/>
              <a:t> </a:t>
            </a:r>
            <a:r>
              <a:rPr lang="en-US" sz="2400" dirty="0" err="1"/>
              <a:t>hubungan</a:t>
            </a:r>
            <a:r>
              <a:rPr lang="en-US" sz="2400" dirty="0"/>
              <a:t> </a:t>
            </a:r>
            <a:r>
              <a:rPr lang="en-US" sz="2400" dirty="0" err="1"/>
              <a:t>manusia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sesamanya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hubungan</a:t>
            </a:r>
            <a:r>
              <a:rPr lang="en-US" sz="2400" dirty="0"/>
              <a:t> horizontal. </a:t>
            </a:r>
          </a:p>
          <a:p>
            <a:pPr marL="609600" indent="-609600" algn="ctr">
              <a:lnSpc>
                <a:spcPct val="80000"/>
              </a:lnSpc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082" y="1363178"/>
            <a:ext cx="6391836" cy="690581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+mn-lt"/>
              </a:rPr>
              <a:t>Martabat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Manusia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dalam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Beragama</a:t>
            </a:r>
            <a:endParaRPr lang="en-US" sz="3200" b="1" dirty="0">
              <a:latin typeface="+mn-lt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F066BCF-3F75-80D5-987B-7DBC0D6C9F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0824792"/>
              </p:ext>
            </p:extLst>
          </p:nvPr>
        </p:nvGraphicFramePr>
        <p:xfrm>
          <a:off x="963706" y="2572482"/>
          <a:ext cx="10264588" cy="3395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295400" y="1004887"/>
            <a:ext cx="381000" cy="48482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err="1">
                <a:latin typeface="Book Antiqua" pitchFamily="18" charset="0"/>
              </a:rPr>
              <a:t>Tanggung</a:t>
            </a:r>
            <a:r>
              <a:rPr lang="en-US" sz="2400" dirty="0">
                <a:latin typeface="Book Antiqua" pitchFamily="18" charset="0"/>
              </a:rPr>
              <a:t> </a:t>
            </a:r>
            <a:r>
              <a:rPr lang="en-US" sz="2400" dirty="0" err="1">
                <a:latin typeface="Book Antiqua" pitchFamily="18" charset="0"/>
              </a:rPr>
              <a:t>jawab</a:t>
            </a:r>
            <a:endParaRPr lang="en-US" sz="2400" dirty="0">
              <a:latin typeface="Book Antiqua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590800" y="762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Book Antiqua" pitchFamily="18" charset="0"/>
              </a:rPr>
              <a:t>Sebagai: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276600" y="1447801"/>
            <a:ext cx="1676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 err="1">
                <a:latin typeface="Book Antiqua" pitchFamily="18" charset="0"/>
              </a:rPr>
              <a:t>Pemimpin</a:t>
            </a:r>
            <a:endParaRPr lang="en-US" sz="2000" dirty="0">
              <a:latin typeface="Book Antiqua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019800" y="914401"/>
            <a:ext cx="3733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sz="2000" dirty="0" err="1">
                <a:latin typeface="Book Antiqua" pitchFamily="18" charset="0"/>
              </a:rPr>
              <a:t>Mewujudkan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kemakmuran</a:t>
            </a:r>
            <a:r>
              <a:rPr lang="en-US" sz="2000" dirty="0">
                <a:latin typeface="Book Antiqua" pitchFamily="18" charset="0"/>
              </a:rPr>
              <a:t> di </a:t>
            </a:r>
            <a:r>
              <a:rPr lang="en-US" sz="2000" dirty="0" err="1">
                <a:latin typeface="Book Antiqua" pitchFamily="18" charset="0"/>
              </a:rPr>
              <a:t>muka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bumi</a:t>
            </a:r>
            <a:r>
              <a:rPr lang="en-US" sz="2000" dirty="0">
                <a:latin typeface="Book Antiqua" pitchFamily="18" charset="0"/>
              </a:rPr>
              <a:t>.</a:t>
            </a: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sz="2000" dirty="0" err="1">
                <a:latin typeface="Book Antiqua" pitchFamily="18" charset="0"/>
              </a:rPr>
              <a:t>Menghasilkan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sesuatu</a:t>
            </a:r>
            <a:r>
              <a:rPr lang="en-US" sz="2000" dirty="0">
                <a:latin typeface="Book Antiqua" pitchFamily="18" charset="0"/>
              </a:rPr>
              <a:t> yang </a:t>
            </a:r>
            <a:r>
              <a:rPr lang="en-US" sz="2000" dirty="0" err="1">
                <a:latin typeface="Book Antiqua" pitchFamily="18" charset="0"/>
              </a:rPr>
              <a:t>bermanfaat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bagi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kehidupan</a:t>
            </a:r>
            <a:endParaRPr lang="en-US" sz="2000" dirty="0">
              <a:latin typeface="Book Antiqua" pitchFamily="18" charset="0"/>
            </a:endParaRP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sz="2000" dirty="0" err="1">
                <a:latin typeface="Book Antiqua" pitchFamily="18" charset="0"/>
              </a:rPr>
              <a:t>Memelihara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bumi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sebagai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tempat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tinggal</a:t>
            </a:r>
            <a:r>
              <a:rPr lang="en-US" sz="2000" dirty="0">
                <a:latin typeface="Book Antiqua" pitchFamily="18" charset="0"/>
              </a:rPr>
              <a:t>.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276600" y="4114801"/>
            <a:ext cx="1828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Book Antiqua" pitchFamily="18" charset="0"/>
              </a:rPr>
              <a:t>hamba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019800" y="3657601"/>
            <a:ext cx="395791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sz="2000" dirty="0" err="1">
                <a:latin typeface="Book Antiqua" pitchFamily="18" charset="0"/>
              </a:rPr>
              <a:t>Taat</a:t>
            </a:r>
            <a:r>
              <a:rPr lang="en-US" sz="2000" dirty="0">
                <a:latin typeface="Book Antiqua" pitchFamily="18" charset="0"/>
              </a:rPr>
              <a:t>, </a:t>
            </a:r>
            <a:r>
              <a:rPr lang="en-US" sz="2000" dirty="0" err="1">
                <a:latin typeface="Book Antiqua" pitchFamily="18" charset="0"/>
              </a:rPr>
              <a:t>tunduk</a:t>
            </a:r>
            <a:r>
              <a:rPr lang="en-US" sz="2000" dirty="0">
                <a:latin typeface="Book Antiqua" pitchFamily="18" charset="0"/>
              </a:rPr>
              <a:t> dan </a:t>
            </a:r>
            <a:r>
              <a:rPr lang="en-US" sz="2000" dirty="0" err="1">
                <a:latin typeface="Book Antiqua" pitchFamily="18" charset="0"/>
              </a:rPr>
              <a:t>patuh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kepada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perintah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Tuhan</a:t>
            </a:r>
            <a:r>
              <a:rPr lang="en-US" sz="2000" dirty="0">
                <a:latin typeface="Book Antiqua" pitchFamily="18" charset="0"/>
              </a:rPr>
              <a:t> YME</a:t>
            </a: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sz="2000" dirty="0" err="1">
                <a:latin typeface="Book Antiqua" pitchFamily="18" charset="0"/>
              </a:rPr>
              <a:t>Menghambakan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diri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ke</a:t>
            </a:r>
            <a:r>
              <a:rPr lang="en-US" sz="2000" dirty="0">
                <a:latin typeface="Book Antiqua" pitchFamily="18" charset="0"/>
              </a:rPr>
              <a:t> pada-Nya </a:t>
            </a:r>
            <a:r>
              <a:rPr lang="en-US" sz="2000" dirty="0" err="1">
                <a:latin typeface="Book Antiqua" pitchFamily="18" charset="0"/>
              </a:rPr>
              <a:t>bukan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kepada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nafsu</a:t>
            </a:r>
            <a:r>
              <a:rPr lang="en-US" sz="2000" dirty="0">
                <a:latin typeface="Book Antiqua" pitchFamily="18" charset="0"/>
              </a:rPr>
              <a:t>.  </a:t>
            </a: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sz="2000" dirty="0" err="1">
                <a:latin typeface="Book Antiqua" pitchFamily="18" charset="0"/>
              </a:rPr>
              <a:t>Menjalankan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aktifitas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dengan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berpedoman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ke</a:t>
            </a:r>
            <a:r>
              <a:rPr lang="en-US" sz="2000" dirty="0">
                <a:latin typeface="Book Antiqua" pitchFamily="18" charset="0"/>
              </a:rPr>
              <a:t> pada </a:t>
            </a:r>
            <a:r>
              <a:rPr lang="en-US" sz="2000" dirty="0" err="1">
                <a:latin typeface="Book Antiqua" pitchFamily="18" charset="0"/>
              </a:rPr>
              <a:t>ketentuan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Tuhan</a:t>
            </a:r>
            <a:r>
              <a:rPr lang="en-US" sz="2000" dirty="0">
                <a:latin typeface="Book Antiqua" pitchFamily="18" charset="0"/>
              </a:rPr>
              <a:t> YME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2019300" y="1721225"/>
            <a:ext cx="1219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1978959" y="3359711"/>
            <a:ext cx="914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4953000" y="4114800"/>
            <a:ext cx="990600" cy="457200"/>
          </a:xfrm>
          <a:prstGeom prst="chevron">
            <a:avLst>
              <a:gd name="adj" fmla="val 54167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AutoShape 13"/>
          <p:cNvSpPr>
            <a:spLocks noChangeArrowheads="1"/>
          </p:cNvSpPr>
          <p:nvPr/>
        </p:nvSpPr>
        <p:spPr bwMode="auto">
          <a:xfrm>
            <a:off x="5029200" y="1524000"/>
            <a:ext cx="914400" cy="381000"/>
          </a:xfrm>
          <a:prstGeom prst="chevron">
            <a:avLst>
              <a:gd name="adj" fmla="val 60000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631576" y="2485932"/>
            <a:ext cx="9144000" cy="1171668"/>
          </a:xfrm>
        </p:spPr>
        <p:txBody>
          <a:bodyPr>
            <a:normAutofit/>
          </a:bodyPr>
          <a:lstStyle/>
          <a:p>
            <a:r>
              <a:rPr lang="en-US" sz="7200" b="1" dirty="0" err="1"/>
              <a:t>Terima</a:t>
            </a:r>
            <a:r>
              <a:rPr lang="en-US" sz="7200" b="1" dirty="0"/>
              <a:t> </a:t>
            </a:r>
            <a:r>
              <a:rPr lang="en-US" sz="7200" b="1" dirty="0" err="1"/>
              <a:t>kasih</a:t>
            </a:r>
            <a:endParaRPr lang="en-US" sz="7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315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 Narrow</vt:lpstr>
      <vt:lpstr>Book Antiqua</vt:lpstr>
      <vt:lpstr>Calibri</vt:lpstr>
      <vt:lpstr>Calibri Light</vt:lpstr>
      <vt:lpstr>Montserrat</vt:lpstr>
      <vt:lpstr>Times New Roman</vt:lpstr>
      <vt:lpstr>Wingdings</vt:lpstr>
      <vt:lpstr>Office Theme</vt:lpstr>
      <vt:lpstr>Pendidikan Agama Hakikat, Martabat Dan Tanggung Jawab Manusia  Sesi 3</vt:lpstr>
      <vt:lpstr>Tesis tentang Manusia</vt:lpstr>
      <vt:lpstr>PowerPoint Presentation</vt:lpstr>
      <vt:lpstr>Fase Perjalanan Manusia</vt:lpstr>
      <vt:lpstr>Hakikat Manusia</vt:lpstr>
      <vt:lpstr>Hakikat Manusia</vt:lpstr>
      <vt:lpstr>Martabat Manusia dalam Beragama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Statistik Ekonomi &amp; Bisnis II Program Studi Manajemen  Sesi 1 – Ruang Lingkup Statistik Inferensial</dc:title>
  <dc:creator>rizky kinoy</dc:creator>
  <cp:lastModifiedBy>Muhammad Nur Ichsan</cp:lastModifiedBy>
  <cp:revision>29</cp:revision>
  <dcterms:created xsi:type="dcterms:W3CDTF">2021-09-06T16:17:13Z</dcterms:created>
  <dcterms:modified xsi:type="dcterms:W3CDTF">2023-11-01T03:26:53Z</dcterms:modified>
</cp:coreProperties>
</file>