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481" r:id="rId3"/>
    <p:sldId id="461" r:id="rId4"/>
    <p:sldId id="482" r:id="rId5"/>
    <p:sldId id="463" r:id="rId6"/>
    <p:sldId id="483" r:id="rId7"/>
    <p:sldId id="260" r:id="rId8"/>
    <p:sldId id="484" r:id="rId9"/>
    <p:sldId id="485" r:id="rId10"/>
    <p:sldId id="464" r:id="rId11"/>
    <p:sldId id="269" r:id="rId12"/>
    <p:sldId id="471" r:id="rId13"/>
    <p:sldId id="272" r:id="rId14"/>
    <p:sldId id="486" r:id="rId15"/>
    <p:sldId id="473" r:id="rId16"/>
    <p:sldId id="487" r:id="rId17"/>
    <p:sldId id="4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71" d="100"/>
          <a:sy n="71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00710-2166-437B-8847-4800214A847E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DE75802A-AED8-4682-BFF4-103E6D256485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id-ID" sz="2400" b="1" dirty="0"/>
            <a:t>Konsep </a:t>
          </a:r>
          <a:r>
            <a:rPr lang="en-US" sz="2400" b="1" dirty="0" err="1"/>
            <a:t>Kemanusiaan</a:t>
          </a:r>
          <a:endParaRPr lang="en-US" sz="2400" b="1" dirty="0"/>
        </a:p>
      </dgm:t>
    </dgm:pt>
    <dgm:pt modelId="{B747AFA4-6EF1-4368-8D33-7F52EF14B40B}" type="parTrans" cxnId="{ED07106C-3EC3-43F4-83FF-1DBCFDEEC98C}">
      <dgm:prSet/>
      <dgm:spPr/>
      <dgm:t>
        <a:bodyPr/>
        <a:lstStyle/>
        <a:p>
          <a:endParaRPr lang="en-US"/>
        </a:p>
      </dgm:t>
    </dgm:pt>
    <dgm:pt modelId="{97BAF8F9-5548-4530-ABBD-AD1D190D85A8}" type="sibTrans" cxnId="{ED07106C-3EC3-43F4-83FF-1DBCFDEEC98C}">
      <dgm:prSet/>
      <dgm:spPr/>
      <dgm:t>
        <a:bodyPr/>
        <a:lstStyle/>
        <a:p>
          <a:endParaRPr lang="en-US"/>
        </a:p>
      </dgm:t>
    </dgm:pt>
    <dgm:pt modelId="{EC1C7831-E6F8-4A9E-8D7B-F1EC396D8175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1" dirty="0" err="1"/>
            <a:t>Kemanusiaan</a:t>
          </a:r>
          <a:r>
            <a:rPr lang="en-US" sz="2400" b="1" dirty="0"/>
            <a:t> </a:t>
          </a:r>
          <a:r>
            <a:rPr lang="en-US" sz="2400" b="1" dirty="0" err="1"/>
            <a:t>adalah</a:t>
          </a:r>
          <a:r>
            <a:rPr lang="en-US" sz="2400" b="1" dirty="0"/>
            <a:t> Hukum</a:t>
          </a:r>
        </a:p>
      </dgm:t>
    </dgm:pt>
    <dgm:pt modelId="{06B89117-DDBA-4140-B27F-28C426D6826B}" type="parTrans" cxnId="{B50CCFBD-0887-489A-8F30-8CB958CCB2B3}">
      <dgm:prSet/>
      <dgm:spPr/>
      <dgm:t>
        <a:bodyPr/>
        <a:lstStyle/>
        <a:p>
          <a:endParaRPr lang="en-US"/>
        </a:p>
      </dgm:t>
    </dgm:pt>
    <dgm:pt modelId="{E248F25A-2B5B-4F0A-BC5A-E24BAF4B3020}" type="sibTrans" cxnId="{B50CCFBD-0887-489A-8F30-8CB958CCB2B3}">
      <dgm:prSet/>
      <dgm:spPr/>
      <dgm:t>
        <a:bodyPr/>
        <a:lstStyle/>
        <a:p>
          <a:endParaRPr lang="en-US"/>
        </a:p>
      </dgm:t>
    </dgm:pt>
    <dgm:pt modelId="{A2A53463-3528-4D07-9A43-769183163427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id-ID" sz="2400" b="1" spc="-10" dirty="0">
              <a:effectLst/>
              <a:ea typeface="Times New Roman" panose="02020603050405020304" pitchFamily="18" charset="0"/>
            </a:rPr>
            <a:t>Asas Kemanusiaan</a:t>
          </a:r>
          <a:r>
            <a:rPr lang="id-ID" sz="2400" b="1" spc="-25" dirty="0">
              <a:effectLst/>
              <a:ea typeface="Times New Roman" panose="02020603050405020304" pitchFamily="18" charset="0"/>
            </a:rPr>
            <a:t> </a:t>
          </a:r>
          <a:r>
            <a:rPr lang="id-ID" sz="2400" b="1" spc="-10" dirty="0">
              <a:effectLst/>
              <a:ea typeface="Times New Roman" panose="02020603050405020304" pitchFamily="18" charset="0"/>
            </a:rPr>
            <a:t>Sebagai</a:t>
          </a:r>
          <a:r>
            <a:rPr lang="id-ID" sz="2400" b="1" spc="5" dirty="0">
              <a:effectLst/>
              <a:ea typeface="Times New Roman" panose="02020603050405020304" pitchFamily="18" charset="0"/>
            </a:rPr>
            <a:t> </a:t>
          </a:r>
          <a:r>
            <a:rPr lang="id-ID" sz="2400" b="1" spc="-10" dirty="0">
              <a:effectLst/>
              <a:ea typeface="Times New Roman" panose="02020603050405020304" pitchFamily="18" charset="0"/>
            </a:rPr>
            <a:t>Hukum</a:t>
          </a:r>
          <a:endParaRPr lang="en-US" sz="2400" b="1" dirty="0"/>
        </a:p>
      </dgm:t>
    </dgm:pt>
    <dgm:pt modelId="{1B90650D-5515-4574-8116-621F96472E88}" type="parTrans" cxnId="{245C189A-1E26-4855-9512-345776DD5737}">
      <dgm:prSet/>
      <dgm:spPr/>
      <dgm:t>
        <a:bodyPr/>
        <a:lstStyle/>
        <a:p>
          <a:endParaRPr lang="en-US"/>
        </a:p>
      </dgm:t>
    </dgm:pt>
    <dgm:pt modelId="{4E7E7E60-60A3-4074-AF65-8D61C81E09AD}" type="sibTrans" cxnId="{245C189A-1E26-4855-9512-345776DD5737}">
      <dgm:prSet/>
      <dgm:spPr/>
      <dgm:t>
        <a:bodyPr/>
        <a:lstStyle/>
        <a:p>
          <a:endParaRPr lang="en-US"/>
        </a:p>
      </dgm:t>
    </dgm:pt>
    <dgm:pt modelId="{1A3F06A7-8D2C-4FE8-8383-0BC69345268C}" type="pres">
      <dgm:prSet presAssocID="{E5300710-2166-437B-8847-4800214A847E}" presName="Name0" presStyleCnt="0">
        <dgm:presLayoutVars>
          <dgm:dir/>
          <dgm:animLvl val="lvl"/>
          <dgm:resizeHandles val="exact"/>
        </dgm:presLayoutVars>
      </dgm:prSet>
      <dgm:spPr/>
    </dgm:pt>
    <dgm:pt modelId="{5CC5DA23-E9A9-421E-B8B2-654DADC7B5E7}" type="pres">
      <dgm:prSet presAssocID="{DE75802A-AED8-4682-BFF4-103E6D25648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4AD8597-1586-4565-8890-14707247BC5C}" type="pres">
      <dgm:prSet presAssocID="{97BAF8F9-5548-4530-ABBD-AD1D190D85A8}" presName="parTxOnlySpace" presStyleCnt="0"/>
      <dgm:spPr/>
    </dgm:pt>
    <dgm:pt modelId="{9D6370F0-F719-4441-9620-4F1CEB991727}" type="pres">
      <dgm:prSet presAssocID="{EC1C7831-E6F8-4A9E-8D7B-F1EC396D817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57BB312-D5FA-4FA3-A732-F00B8B0257F7}" type="pres">
      <dgm:prSet presAssocID="{E248F25A-2B5B-4F0A-BC5A-E24BAF4B3020}" presName="parTxOnlySpace" presStyleCnt="0"/>
      <dgm:spPr/>
    </dgm:pt>
    <dgm:pt modelId="{7E1E570C-A67E-4E78-92EC-F64EA6A44F3A}" type="pres">
      <dgm:prSet presAssocID="{A2A53463-3528-4D07-9A43-76918316342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D07106C-3EC3-43F4-83FF-1DBCFDEEC98C}" srcId="{E5300710-2166-437B-8847-4800214A847E}" destId="{DE75802A-AED8-4682-BFF4-103E6D256485}" srcOrd="0" destOrd="0" parTransId="{B747AFA4-6EF1-4368-8D33-7F52EF14B40B}" sibTransId="{97BAF8F9-5548-4530-ABBD-AD1D190D85A8}"/>
    <dgm:cxn modelId="{F14B0E71-DF3F-4213-9C85-E8072861BF39}" type="presOf" srcId="{E5300710-2166-437B-8847-4800214A847E}" destId="{1A3F06A7-8D2C-4FE8-8383-0BC69345268C}" srcOrd="0" destOrd="0" presId="urn:microsoft.com/office/officeart/2005/8/layout/chevron1"/>
    <dgm:cxn modelId="{B018E352-3B71-4AA9-AAF5-B4698CC19A88}" type="presOf" srcId="{A2A53463-3528-4D07-9A43-769183163427}" destId="{7E1E570C-A67E-4E78-92EC-F64EA6A44F3A}" srcOrd="0" destOrd="0" presId="urn:microsoft.com/office/officeart/2005/8/layout/chevron1"/>
    <dgm:cxn modelId="{245C189A-1E26-4855-9512-345776DD5737}" srcId="{E5300710-2166-437B-8847-4800214A847E}" destId="{A2A53463-3528-4D07-9A43-769183163427}" srcOrd="2" destOrd="0" parTransId="{1B90650D-5515-4574-8116-621F96472E88}" sibTransId="{4E7E7E60-60A3-4074-AF65-8D61C81E09AD}"/>
    <dgm:cxn modelId="{B50CCFBD-0887-489A-8F30-8CB958CCB2B3}" srcId="{E5300710-2166-437B-8847-4800214A847E}" destId="{EC1C7831-E6F8-4A9E-8D7B-F1EC396D8175}" srcOrd="1" destOrd="0" parTransId="{06B89117-DDBA-4140-B27F-28C426D6826B}" sibTransId="{E248F25A-2B5B-4F0A-BC5A-E24BAF4B3020}"/>
    <dgm:cxn modelId="{FEB6D3DD-25D7-4CC7-A9EB-0F9CEA839056}" type="presOf" srcId="{EC1C7831-E6F8-4A9E-8D7B-F1EC396D8175}" destId="{9D6370F0-F719-4441-9620-4F1CEB991727}" srcOrd="0" destOrd="0" presId="urn:microsoft.com/office/officeart/2005/8/layout/chevron1"/>
    <dgm:cxn modelId="{7148D1E8-0EC7-46DF-91EB-CD099F640965}" type="presOf" srcId="{DE75802A-AED8-4682-BFF4-103E6D256485}" destId="{5CC5DA23-E9A9-421E-B8B2-654DADC7B5E7}" srcOrd="0" destOrd="0" presId="urn:microsoft.com/office/officeart/2005/8/layout/chevron1"/>
    <dgm:cxn modelId="{5C706593-85AF-4E2A-82D9-4E1D3354BCEF}" type="presParOf" srcId="{1A3F06A7-8D2C-4FE8-8383-0BC69345268C}" destId="{5CC5DA23-E9A9-421E-B8B2-654DADC7B5E7}" srcOrd="0" destOrd="0" presId="urn:microsoft.com/office/officeart/2005/8/layout/chevron1"/>
    <dgm:cxn modelId="{C5C3CA83-7CFB-4E06-AABA-F51A4DD644D5}" type="presParOf" srcId="{1A3F06A7-8D2C-4FE8-8383-0BC69345268C}" destId="{F4AD8597-1586-4565-8890-14707247BC5C}" srcOrd="1" destOrd="0" presId="urn:microsoft.com/office/officeart/2005/8/layout/chevron1"/>
    <dgm:cxn modelId="{EAC65447-825D-460F-AEE7-65FC7E2D5FCF}" type="presParOf" srcId="{1A3F06A7-8D2C-4FE8-8383-0BC69345268C}" destId="{9D6370F0-F719-4441-9620-4F1CEB991727}" srcOrd="2" destOrd="0" presId="urn:microsoft.com/office/officeart/2005/8/layout/chevron1"/>
    <dgm:cxn modelId="{4613EC49-6180-49CE-9CC2-B895A36D78B8}" type="presParOf" srcId="{1A3F06A7-8D2C-4FE8-8383-0BC69345268C}" destId="{F57BB312-D5FA-4FA3-A732-F00B8B0257F7}" srcOrd="3" destOrd="0" presId="urn:microsoft.com/office/officeart/2005/8/layout/chevron1"/>
    <dgm:cxn modelId="{C3F3A726-F13B-45DB-89FB-28C1FBFDD29F}" type="presParOf" srcId="{1A3F06A7-8D2C-4FE8-8383-0BC69345268C}" destId="{7E1E570C-A67E-4E78-92EC-F64EA6A44F3A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5B9BFB-6BE2-4D36-85F7-7965F5AB06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A5A176-3806-496F-9883-EB5F882011C7}">
      <dgm:prSet phldrT="[Text]" custT="1"/>
      <dgm:spPr/>
      <dgm:t>
        <a:bodyPr/>
        <a:lstStyle/>
        <a:p>
          <a:pPr algn="ctr"/>
          <a:r>
            <a:rPr lang="en-US" sz="4000" dirty="0"/>
            <a:t>1</a:t>
          </a:r>
        </a:p>
      </dgm:t>
    </dgm:pt>
    <dgm:pt modelId="{F1883DBC-919C-45D9-A042-805AB33C95FE}" type="parTrans" cxnId="{5EFF7F71-7E06-4A9F-8096-34062AE50F5C}">
      <dgm:prSet/>
      <dgm:spPr/>
      <dgm:t>
        <a:bodyPr/>
        <a:lstStyle/>
        <a:p>
          <a:endParaRPr lang="en-US"/>
        </a:p>
      </dgm:t>
    </dgm:pt>
    <dgm:pt modelId="{728FD50F-196C-42DF-A338-801DE31FF3D3}" type="sibTrans" cxnId="{5EFF7F71-7E06-4A9F-8096-34062AE50F5C}">
      <dgm:prSet/>
      <dgm:spPr/>
      <dgm:t>
        <a:bodyPr/>
        <a:lstStyle/>
        <a:p>
          <a:endParaRPr lang="en-US"/>
        </a:p>
      </dgm:t>
    </dgm:pt>
    <dgm:pt modelId="{9CABAE50-57D2-46B3-96EF-B24543DC9986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spc="-5" dirty="0">
              <a:cs typeface="Tahoma"/>
            </a:rPr>
            <a:t>Aristoteles</a:t>
          </a:r>
          <a:r>
            <a:rPr lang="en-US" sz="2200" dirty="0">
              <a:cs typeface="Tahoma"/>
            </a:rPr>
            <a:t> (384-347</a:t>
          </a:r>
          <a:r>
            <a:rPr lang="en-US" sz="2200" spc="5" dirty="0">
              <a:cs typeface="Tahoma"/>
            </a:rPr>
            <a:t> </a:t>
          </a:r>
          <a:r>
            <a:rPr lang="en-US" sz="2200" dirty="0">
              <a:cs typeface="Tahoma"/>
            </a:rPr>
            <a:t>SM)</a:t>
          </a:r>
          <a:r>
            <a:rPr lang="en-US" sz="2200" spc="508" dirty="0">
              <a:cs typeface="Tahoma"/>
            </a:rPr>
            <a:t> </a:t>
          </a:r>
          <a:r>
            <a:rPr lang="en-US" sz="2200" spc="-5" dirty="0">
              <a:cs typeface="Tahoma"/>
            </a:rPr>
            <a:t>“</a:t>
          </a:r>
          <a:r>
            <a:rPr lang="en-US" sz="2200" spc="-5" dirty="0" err="1">
              <a:cs typeface="Tahoma"/>
            </a:rPr>
            <a:t>manusia</a:t>
          </a:r>
          <a:r>
            <a:rPr lang="en-US" sz="2200" spc="-5" dirty="0">
              <a:cs typeface="Tahoma"/>
            </a:rPr>
            <a:t> 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adalah</a:t>
          </a:r>
          <a:r>
            <a:rPr lang="en-US" sz="2200" spc="-5" dirty="0">
              <a:cs typeface="Tahoma"/>
            </a:rPr>
            <a:t> </a:t>
          </a:r>
          <a:r>
            <a:rPr lang="en-US" sz="2200" i="1" spc="-51" dirty="0">
              <a:cs typeface="Tahoma"/>
            </a:rPr>
            <a:t>animal</a:t>
          </a:r>
          <a:r>
            <a:rPr lang="en-US" sz="2200" spc="-51" dirty="0">
              <a:cs typeface="Tahoma"/>
            </a:rPr>
            <a:t> </a:t>
          </a:r>
          <a:r>
            <a:rPr lang="en-US" sz="2200" i="1" spc="-45" dirty="0" err="1">
              <a:cs typeface="Tahoma"/>
            </a:rPr>
            <a:t>rasionale</a:t>
          </a:r>
          <a:r>
            <a:rPr lang="en-US" sz="2200" spc="-45" dirty="0">
              <a:cs typeface="Tahoma"/>
            </a:rPr>
            <a:t>” </a:t>
          </a:r>
          <a:r>
            <a:rPr lang="en-US" sz="2200" dirty="0">
              <a:cs typeface="Tahoma"/>
            </a:rPr>
            <a:t>(</a:t>
          </a:r>
          <a:r>
            <a:rPr lang="en-US" sz="2200" dirty="0" err="1">
              <a:cs typeface="Tahoma"/>
            </a:rPr>
            <a:t>hewan</a:t>
          </a:r>
          <a:r>
            <a:rPr lang="en-US" sz="2200" dirty="0">
              <a:cs typeface="Tahoma"/>
            </a:rPr>
            <a:t> yang </a:t>
          </a:r>
          <a:r>
            <a:rPr lang="en-US" sz="2200" spc="-9" dirty="0" err="1">
              <a:cs typeface="Tahoma"/>
            </a:rPr>
            <a:t>berakal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budi</a:t>
          </a:r>
          <a:r>
            <a:rPr lang="en-US" sz="2200" spc="-5" dirty="0">
              <a:cs typeface="Tahoma"/>
            </a:rPr>
            <a:t>). </a:t>
          </a:r>
          <a:r>
            <a:rPr lang="en-US" sz="2200" dirty="0" err="1">
              <a:cs typeface="Tahoma"/>
            </a:rPr>
            <a:t>Menurut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logika</a:t>
          </a:r>
          <a:r>
            <a:rPr lang="en-US" sz="2200" spc="-5" dirty="0">
              <a:cs typeface="Tahoma"/>
            </a:rPr>
            <a:t> Aristoteles, </a:t>
          </a:r>
          <a:r>
            <a:rPr lang="en-US" sz="2200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bagian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pertama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suatu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defenisi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haruslah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menyebut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jenisnya</a:t>
          </a:r>
          <a:r>
            <a:rPr lang="en-US" sz="2200" dirty="0">
              <a:cs typeface="Tahoma"/>
            </a:rPr>
            <a:t> yang </a:t>
          </a:r>
          <a:r>
            <a:rPr lang="en-US" sz="2200" spc="-9" dirty="0">
              <a:cs typeface="Tahoma"/>
            </a:rPr>
            <a:t>paling </a:t>
          </a:r>
          <a:r>
            <a:rPr lang="en-US" sz="2200" dirty="0" err="1">
              <a:cs typeface="Tahoma"/>
            </a:rPr>
            <a:t>dekat</a:t>
          </a:r>
          <a:r>
            <a:rPr lang="en-US" sz="2200" dirty="0">
              <a:cs typeface="Tahoma"/>
            </a:rPr>
            <a:t> </a:t>
          </a:r>
          <a:r>
            <a:rPr lang="en-US" sz="2200" spc="5" dirty="0">
              <a:cs typeface="Tahoma"/>
            </a:rPr>
            <a:t> </a:t>
          </a:r>
          <a:r>
            <a:rPr lang="en-US" sz="2200" spc="-9" dirty="0">
              <a:cs typeface="Tahoma"/>
            </a:rPr>
            <a:t>(</a:t>
          </a:r>
          <a:r>
            <a:rPr lang="en-US" sz="2200" spc="-9" dirty="0" err="1">
              <a:cs typeface="Tahoma"/>
            </a:rPr>
            <a:t>dalam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hal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ini</a:t>
          </a:r>
          <a:r>
            <a:rPr lang="en-US" sz="2200" spc="5" dirty="0">
              <a:cs typeface="Tahoma"/>
            </a:rPr>
            <a:t> </a:t>
          </a:r>
          <a:r>
            <a:rPr lang="en-US" sz="2200" spc="-36" dirty="0">
              <a:cs typeface="Tahoma"/>
            </a:rPr>
            <a:t>animal),</a:t>
          </a:r>
          <a:r>
            <a:rPr lang="en-US" sz="2200" spc="-32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sedangkan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bagian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kedua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harus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menyebut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hal</a:t>
          </a:r>
          <a:r>
            <a:rPr lang="en-US" sz="2200" spc="499" dirty="0">
              <a:cs typeface="Tahoma"/>
            </a:rPr>
            <a:t> </a:t>
          </a:r>
          <a:r>
            <a:rPr lang="en-US" sz="2200" spc="-5" dirty="0">
              <a:cs typeface="Tahoma"/>
            </a:rPr>
            <a:t>yang </a:t>
          </a:r>
          <a:r>
            <a:rPr lang="en-US" sz="2200" spc="-4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spesifik</a:t>
          </a:r>
          <a:r>
            <a:rPr lang="en-US" sz="2200" spc="-5" dirty="0">
              <a:cs typeface="Tahoma"/>
            </a:rPr>
            <a:t> (di</a:t>
          </a:r>
          <a:r>
            <a:rPr lang="en-US" sz="2200" spc="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sini</a:t>
          </a:r>
          <a:r>
            <a:rPr lang="en-US" sz="2200" spc="9" dirty="0">
              <a:cs typeface="Tahoma"/>
            </a:rPr>
            <a:t> </a:t>
          </a:r>
          <a:r>
            <a:rPr lang="en-US" sz="2200" spc="-45" dirty="0" err="1">
              <a:cs typeface="Tahoma"/>
            </a:rPr>
            <a:t>rasionale</a:t>
          </a:r>
          <a:r>
            <a:rPr lang="en-US" sz="2200" spc="-45" dirty="0">
              <a:cs typeface="Tahoma"/>
            </a:rPr>
            <a:t>:</a:t>
          </a:r>
          <a:r>
            <a:rPr lang="en-US" sz="2200" spc="-23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berakal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budi</a:t>
          </a:r>
          <a:r>
            <a:rPr lang="en-US" sz="2200" spc="-5" dirty="0">
              <a:cs typeface="Tahoma"/>
            </a:rPr>
            <a:t>).</a:t>
          </a:r>
          <a:endParaRPr lang="en-US" sz="2200" dirty="0"/>
        </a:p>
      </dgm:t>
    </dgm:pt>
    <dgm:pt modelId="{72406A81-8A5F-44E0-B126-74D3EE3115AB}" type="parTrans" cxnId="{F02E01F8-EC34-42DC-A07F-359124372720}">
      <dgm:prSet/>
      <dgm:spPr/>
      <dgm:t>
        <a:bodyPr/>
        <a:lstStyle/>
        <a:p>
          <a:endParaRPr lang="en-US"/>
        </a:p>
      </dgm:t>
    </dgm:pt>
    <dgm:pt modelId="{BEA1D52A-F907-4AAB-8BF9-5844D4140DD9}" type="sibTrans" cxnId="{F02E01F8-EC34-42DC-A07F-359124372720}">
      <dgm:prSet/>
      <dgm:spPr/>
      <dgm:t>
        <a:bodyPr/>
        <a:lstStyle/>
        <a:p>
          <a:endParaRPr lang="en-US"/>
        </a:p>
      </dgm:t>
    </dgm:pt>
    <dgm:pt modelId="{242B6C64-33E1-4EDD-BBD1-9A076348DE49}">
      <dgm:prSet phldrT="[Text]" custT="1"/>
      <dgm:spPr/>
      <dgm:t>
        <a:bodyPr/>
        <a:lstStyle/>
        <a:p>
          <a:pPr algn="ctr"/>
          <a:r>
            <a:rPr lang="en-US" sz="4000" dirty="0"/>
            <a:t>2</a:t>
          </a:r>
        </a:p>
      </dgm:t>
    </dgm:pt>
    <dgm:pt modelId="{2451D025-80BF-4E28-9ABE-D123AB80251B}" type="parTrans" cxnId="{FCA19481-FFA4-4060-97EB-CF6DC654A586}">
      <dgm:prSet/>
      <dgm:spPr/>
      <dgm:t>
        <a:bodyPr/>
        <a:lstStyle/>
        <a:p>
          <a:endParaRPr lang="en-US"/>
        </a:p>
      </dgm:t>
    </dgm:pt>
    <dgm:pt modelId="{F0F390D4-C97E-4C47-94A2-FAF784EB54DF}" type="sibTrans" cxnId="{FCA19481-FFA4-4060-97EB-CF6DC654A586}">
      <dgm:prSet/>
      <dgm:spPr/>
      <dgm:t>
        <a:bodyPr/>
        <a:lstStyle/>
        <a:p>
          <a:endParaRPr lang="en-US"/>
        </a:p>
      </dgm:t>
    </dgm:pt>
    <dgm:pt modelId="{36ADD895-DC9E-423D-A0AC-499445165758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spc="-5" dirty="0" err="1">
              <a:cs typeface="Tahoma"/>
            </a:rPr>
            <a:t>Berpikir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adalah</a:t>
          </a:r>
          <a:r>
            <a:rPr lang="en-US" sz="2200" spc="-5" dirty="0">
              <a:cs typeface="Tahoma"/>
            </a:rPr>
            <a:t> salah </a:t>
          </a:r>
          <a:r>
            <a:rPr lang="en-US" sz="2200" spc="-9" dirty="0" err="1">
              <a:cs typeface="Tahoma"/>
            </a:rPr>
            <a:t>satu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kekhasan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manusia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dibanding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makhluk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lainnya</a:t>
          </a:r>
          <a:r>
            <a:rPr lang="en-US" sz="2200" dirty="0">
              <a:cs typeface="Tahoma"/>
            </a:rPr>
            <a:t>. 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>
              <a:cs typeface="Tahoma"/>
            </a:rPr>
            <a:t>Charles</a:t>
          </a:r>
          <a:r>
            <a:rPr lang="en-US" sz="2200" spc="177" dirty="0">
              <a:cs typeface="Tahoma"/>
            </a:rPr>
            <a:t> </a:t>
          </a:r>
          <a:r>
            <a:rPr lang="en-US" sz="2200" spc="-5" dirty="0">
              <a:cs typeface="Tahoma"/>
            </a:rPr>
            <a:t>Robert</a:t>
          </a:r>
          <a:r>
            <a:rPr lang="en-US" sz="2200" spc="191" dirty="0">
              <a:cs typeface="Tahoma"/>
            </a:rPr>
            <a:t> </a:t>
          </a:r>
          <a:r>
            <a:rPr lang="en-US" sz="2200" spc="-5" dirty="0">
              <a:cs typeface="Tahoma"/>
            </a:rPr>
            <a:t>Darwin,</a:t>
          </a:r>
          <a:r>
            <a:rPr lang="en-US" sz="2200" spc="1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meletakkan</a:t>
          </a:r>
          <a:r>
            <a:rPr lang="en-US" sz="2200" spc="1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keberangkatan</a:t>
          </a:r>
          <a:r>
            <a:rPr lang="en-US" sz="2200" spc="177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teorinya</a:t>
          </a:r>
          <a:r>
            <a:rPr lang="en-US" sz="2200" spc="191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dari</a:t>
          </a:r>
          <a:r>
            <a:rPr lang="en-US" sz="2200" spc="18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pijakan</a:t>
          </a:r>
          <a:r>
            <a:rPr lang="en-US" sz="2200" spc="195" dirty="0">
              <a:cs typeface="Tahoma"/>
            </a:rPr>
            <a:t> </a:t>
          </a:r>
          <a:r>
            <a:rPr lang="en-US" sz="2200" spc="5" dirty="0" err="1">
              <a:cs typeface="Tahoma"/>
            </a:rPr>
            <a:t>bahwa</a:t>
          </a:r>
          <a:r>
            <a:rPr lang="en-US" sz="2200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secara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biologis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manusia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tidak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berbeda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dengan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monyet</a:t>
          </a:r>
          <a:r>
            <a:rPr lang="en-US" sz="2200" spc="-5" dirty="0">
              <a:cs typeface="Tahoma"/>
            </a:rPr>
            <a:t>. </a:t>
          </a:r>
          <a:endParaRPr lang="en-US" sz="2200" dirty="0"/>
        </a:p>
      </dgm:t>
    </dgm:pt>
    <dgm:pt modelId="{8A66B54D-59E2-441D-85EC-957C8810C1EC}" type="parTrans" cxnId="{C38A87F9-5538-43B9-BF12-ECB45279C7C8}">
      <dgm:prSet/>
      <dgm:spPr/>
      <dgm:t>
        <a:bodyPr/>
        <a:lstStyle/>
        <a:p>
          <a:endParaRPr lang="en-US"/>
        </a:p>
      </dgm:t>
    </dgm:pt>
    <dgm:pt modelId="{35C45D1D-17B0-44BF-9F6A-65A296DF1F50}" type="sibTrans" cxnId="{C38A87F9-5538-43B9-BF12-ECB45279C7C8}">
      <dgm:prSet/>
      <dgm:spPr/>
      <dgm:t>
        <a:bodyPr/>
        <a:lstStyle/>
        <a:p>
          <a:endParaRPr lang="en-US"/>
        </a:p>
      </dgm:t>
    </dgm:pt>
    <dgm:pt modelId="{7E8365DE-8CC3-46F6-B843-37A323057719}">
      <dgm:prSet phldrT="[Text]" custT="1"/>
      <dgm:spPr/>
      <dgm:t>
        <a:bodyPr/>
        <a:lstStyle/>
        <a:p>
          <a:pPr algn="ctr"/>
          <a:r>
            <a:rPr lang="en-US" sz="4000" dirty="0"/>
            <a:t>3</a:t>
          </a:r>
        </a:p>
      </dgm:t>
    </dgm:pt>
    <dgm:pt modelId="{FF856CB4-A90D-47D2-B6DA-700E6A1F768E}" type="parTrans" cxnId="{8B0CF739-CB45-4FC1-BF0F-B1876E2F719E}">
      <dgm:prSet/>
      <dgm:spPr/>
      <dgm:t>
        <a:bodyPr/>
        <a:lstStyle/>
        <a:p>
          <a:endParaRPr lang="en-US"/>
        </a:p>
      </dgm:t>
    </dgm:pt>
    <dgm:pt modelId="{BF46ECAE-61BA-43B5-87EC-4437C09566A5}" type="sibTrans" cxnId="{8B0CF739-CB45-4FC1-BF0F-B1876E2F719E}">
      <dgm:prSet/>
      <dgm:spPr/>
      <dgm:t>
        <a:bodyPr/>
        <a:lstStyle/>
        <a:p>
          <a:endParaRPr lang="en-US"/>
        </a:p>
      </dgm:t>
    </dgm:pt>
    <dgm:pt modelId="{3B8D5BCB-4A6C-48A5-93B1-3C0777462499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dirty="0" err="1">
              <a:cs typeface="Tahoma"/>
            </a:rPr>
            <a:t>Namun</a:t>
          </a:r>
          <a:r>
            <a:rPr lang="en-US" sz="2200" dirty="0">
              <a:cs typeface="Tahoma"/>
            </a:rPr>
            <a:t>, </a:t>
          </a:r>
          <a:r>
            <a:rPr lang="en-US" sz="2200" spc="-9" dirty="0" err="1">
              <a:cs typeface="Tahoma"/>
            </a:rPr>
            <a:t>bagi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>
              <a:cs typeface="Tahoma"/>
            </a:rPr>
            <a:t>orang-orang </a:t>
          </a:r>
          <a:r>
            <a:rPr lang="en-US" sz="2200" spc="-499" dirty="0">
              <a:cs typeface="Tahoma"/>
            </a:rPr>
            <a:t> </a:t>
          </a:r>
          <a:r>
            <a:rPr lang="en-US" sz="2200" spc="-5" dirty="0">
              <a:cs typeface="Tahoma"/>
            </a:rPr>
            <a:t>yang</a:t>
          </a:r>
          <a:r>
            <a:rPr lang="en-US" sz="2200" spc="788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budiman</a:t>
          </a:r>
          <a:r>
            <a:rPr lang="en-US" sz="2200" spc="-5" dirty="0">
              <a:cs typeface="Tahoma"/>
            </a:rPr>
            <a:t>,</a:t>
          </a:r>
          <a:r>
            <a:rPr lang="en-US" sz="2200" spc="788" dirty="0">
              <a:cs typeface="Tahoma"/>
            </a:rPr>
            <a:t> </a:t>
          </a:r>
          <a:r>
            <a:rPr lang="en-US" sz="2200" dirty="0" err="1">
              <a:cs typeface="Tahoma"/>
            </a:rPr>
            <a:t>teori</a:t>
          </a:r>
          <a:r>
            <a:rPr lang="en-US" sz="2200" spc="780" dirty="0">
              <a:cs typeface="Tahoma"/>
            </a:rPr>
            <a:t> </a:t>
          </a:r>
          <a:r>
            <a:rPr lang="en-US" sz="2200" dirty="0">
              <a:cs typeface="Tahoma"/>
            </a:rPr>
            <a:t>Darwin</a:t>
          </a:r>
          <a:r>
            <a:rPr lang="en-US" sz="2200" spc="78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tersebut</a:t>
          </a:r>
          <a:r>
            <a:rPr lang="en-US" sz="2200" spc="807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dapat</a:t>
          </a:r>
          <a:r>
            <a:rPr lang="en-US" sz="2200" spc="7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dipandang</a:t>
          </a:r>
          <a:r>
            <a:rPr lang="en-US" sz="2200" spc="771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rentang</a:t>
          </a:r>
          <a:r>
            <a:rPr lang="en-US" sz="2200" spc="535" dirty="0">
              <a:cs typeface="Tahoma"/>
            </a:rPr>
            <a:t> </a:t>
          </a:r>
          <a:r>
            <a:rPr lang="en-US" sz="2200" dirty="0" err="1">
              <a:cs typeface="Tahoma"/>
            </a:rPr>
            <a:t>khazanah</a:t>
          </a:r>
          <a:r>
            <a:rPr lang="en-US" sz="2200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perbedaan</a:t>
          </a:r>
          <a:r>
            <a:rPr lang="en-US" sz="2200" spc="340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besarnya</a:t>
          </a:r>
          <a:r>
            <a:rPr lang="en-US" sz="2200" spc="-9" dirty="0">
              <a:cs typeface="Tahoma"/>
            </a:rPr>
            <a:t>,</a:t>
          </a:r>
          <a:r>
            <a:rPr lang="en-US" sz="2200" spc="34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dimana</a:t>
          </a:r>
          <a:r>
            <a:rPr lang="en-US" sz="2200" spc="32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manusia</a:t>
          </a:r>
          <a:r>
            <a:rPr lang="en-US" sz="2200" spc="2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mampu</a:t>
          </a:r>
          <a:r>
            <a:rPr lang="en-US" sz="2200" spc="317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untuk</a:t>
          </a:r>
          <a:r>
            <a:rPr lang="en-US" sz="2200" spc="4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memikirkan</a:t>
          </a:r>
          <a:r>
            <a:rPr lang="en-US" sz="2200" spc="336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asal-usulnya</a:t>
          </a:r>
          <a:r>
            <a:rPr lang="en-US" sz="2200" spc="-5" dirty="0">
              <a:cs typeface="Tahoma"/>
            </a:rPr>
            <a:t>,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sedangkan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hewan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tidak</a:t>
          </a:r>
          <a:r>
            <a:rPr lang="en-US" sz="2200" spc="-5" dirty="0">
              <a:cs typeface="Tahoma"/>
            </a:rPr>
            <a:t>.</a:t>
          </a:r>
          <a:r>
            <a:rPr lang="en-US" sz="2200" dirty="0">
              <a:cs typeface="Tahoma"/>
            </a:rPr>
            <a:t> </a:t>
          </a:r>
          <a:r>
            <a:rPr lang="en-US" sz="2200" spc="5" dirty="0">
              <a:cs typeface="Tahoma"/>
            </a:rPr>
            <a:t>Oleh</a:t>
          </a:r>
          <a:r>
            <a:rPr lang="en-US" sz="2200" spc="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karena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itulah</a:t>
          </a:r>
          <a:r>
            <a:rPr lang="en-US" sz="2200" spc="-5" dirty="0">
              <a:cs typeface="Tahoma"/>
            </a:rPr>
            <a:t>,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manusia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dalam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keberadaannya</a:t>
          </a:r>
          <a:r>
            <a:rPr lang="en-US" sz="2200" dirty="0">
              <a:cs typeface="Tahoma"/>
            </a:rPr>
            <a:t> </a:t>
          </a:r>
          <a:r>
            <a:rPr lang="en-US" sz="2200" spc="-4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mampu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memahami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bahwa</a:t>
          </a:r>
          <a:r>
            <a:rPr lang="en-US" sz="2200" spc="-5" dirty="0">
              <a:cs typeface="Tahoma"/>
            </a:rPr>
            <a:t> </a:t>
          </a:r>
          <a:r>
            <a:rPr lang="en-US" sz="2200" spc="9" dirty="0" err="1">
              <a:cs typeface="Tahoma"/>
            </a:rPr>
            <a:t>ia</a:t>
          </a:r>
          <a:r>
            <a:rPr lang="en-US" sz="2200" spc="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dapat</a:t>
          </a:r>
          <a:r>
            <a:rPr lang="en-US" sz="2200" spc="-5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bertindak</a:t>
          </a:r>
          <a:r>
            <a:rPr lang="en-US" sz="2200" spc="-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sebagai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subjek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maupun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objek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dari</a:t>
          </a:r>
          <a:r>
            <a:rPr lang="en-US" sz="2200" spc="-5" dirty="0">
              <a:cs typeface="Tahoma"/>
            </a:rPr>
            <a:t> 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pengamatanya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sendiri</a:t>
          </a:r>
          <a:r>
            <a:rPr lang="en-US" sz="2200" spc="-5" dirty="0">
              <a:cs typeface="Tahoma"/>
            </a:rPr>
            <a:t>.</a:t>
          </a:r>
          <a:endParaRPr lang="en-US" sz="2200" dirty="0"/>
        </a:p>
      </dgm:t>
    </dgm:pt>
    <dgm:pt modelId="{9B63446F-D07B-44C2-9D6B-103E7D83E538}" type="parTrans" cxnId="{D233CD9A-308C-47FA-AF14-3EE47F06D9B8}">
      <dgm:prSet/>
      <dgm:spPr/>
      <dgm:t>
        <a:bodyPr/>
        <a:lstStyle/>
        <a:p>
          <a:endParaRPr lang="en-US"/>
        </a:p>
      </dgm:t>
    </dgm:pt>
    <dgm:pt modelId="{AE43BFDE-B9B2-40D4-B820-D1D4824B777D}" type="sibTrans" cxnId="{D233CD9A-308C-47FA-AF14-3EE47F06D9B8}">
      <dgm:prSet/>
      <dgm:spPr/>
      <dgm:t>
        <a:bodyPr/>
        <a:lstStyle/>
        <a:p>
          <a:endParaRPr lang="en-US"/>
        </a:p>
      </dgm:t>
    </dgm:pt>
    <dgm:pt modelId="{AE3DFFB2-44C9-444F-B469-50B65FA2362E}" type="pres">
      <dgm:prSet presAssocID="{2D5B9BFB-6BE2-4D36-85F7-7965F5AB06FB}" presName="vert0" presStyleCnt="0">
        <dgm:presLayoutVars>
          <dgm:dir/>
          <dgm:animOne val="branch"/>
          <dgm:animLvl val="lvl"/>
        </dgm:presLayoutVars>
      </dgm:prSet>
      <dgm:spPr/>
    </dgm:pt>
    <dgm:pt modelId="{39D1CA32-2232-41FC-9724-8C77B68F71FD}" type="pres">
      <dgm:prSet presAssocID="{68A5A176-3806-496F-9883-EB5F882011C7}" presName="thickLine" presStyleLbl="alignNode1" presStyleIdx="0" presStyleCnt="3"/>
      <dgm:spPr/>
    </dgm:pt>
    <dgm:pt modelId="{095CA1D1-5467-4B32-901D-91814E0A5F8C}" type="pres">
      <dgm:prSet presAssocID="{68A5A176-3806-496F-9883-EB5F882011C7}" presName="horz1" presStyleCnt="0"/>
      <dgm:spPr/>
    </dgm:pt>
    <dgm:pt modelId="{BC53C427-11BF-415B-9352-1D120CB32227}" type="pres">
      <dgm:prSet presAssocID="{68A5A176-3806-496F-9883-EB5F882011C7}" presName="tx1" presStyleLbl="revTx" presStyleIdx="0" presStyleCnt="6" custScaleX="30370"/>
      <dgm:spPr/>
    </dgm:pt>
    <dgm:pt modelId="{CFAFB98E-574C-49B8-8DD1-3DD889F74508}" type="pres">
      <dgm:prSet presAssocID="{68A5A176-3806-496F-9883-EB5F882011C7}" presName="vert1" presStyleCnt="0"/>
      <dgm:spPr/>
    </dgm:pt>
    <dgm:pt modelId="{0854845F-9D1B-429A-870D-47D020E14B6D}" type="pres">
      <dgm:prSet presAssocID="{9CABAE50-57D2-46B3-96EF-B24543DC9986}" presName="vertSpace2a" presStyleCnt="0"/>
      <dgm:spPr/>
    </dgm:pt>
    <dgm:pt modelId="{7177EBCA-381B-43A7-BB9A-C591D4B023E7}" type="pres">
      <dgm:prSet presAssocID="{9CABAE50-57D2-46B3-96EF-B24543DC9986}" presName="horz2" presStyleCnt="0"/>
      <dgm:spPr/>
    </dgm:pt>
    <dgm:pt modelId="{E2265B78-C889-492A-806D-A336D0565328}" type="pres">
      <dgm:prSet presAssocID="{9CABAE50-57D2-46B3-96EF-B24543DC9986}" presName="horzSpace2" presStyleCnt="0"/>
      <dgm:spPr/>
    </dgm:pt>
    <dgm:pt modelId="{4798EA41-546B-44A6-908A-BBC967C7BE12}" type="pres">
      <dgm:prSet presAssocID="{9CABAE50-57D2-46B3-96EF-B24543DC9986}" presName="tx2" presStyleLbl="revTx" presStyleIdx="1" presStyleCnt="6" custScaleX="115903"/>
      <dgm:spPr/>
    </dgm:pt>
    <dgm:pt modelId="{CAEFFF5B-8171-4D96-BBDE-BE537BABF12F}" type="pres">
      <dgm:prSet presAssocID="{9CABAE50-57D2-46B3-96EF-B24543DC9986}" presName="vert2" presStyleCnt="0"/>
      <dgm:spPr/>
    </dgm:pt>
    <dgm:pt modelId="{F273215E-44FE-4456-8F48-872594591261}" type="pres">
      <dgm:prSet presAssocID="{9CABAE50-57D2-46B3-96EF-B24543DC9986}" presName="thinLine2b" presStyleLbl="callout" presStyleIdx="0" presStyleCnt="3"/>
      <dgm:spPr/>
    </dgm:pt>
    <dgm:pt modelId="{E4DA2A10-8040-4D22-B631-D215B5A729F2}" type="pres">
      <dgm:prSet presAssocID="{9CABAE50-57D2-46B3-96EF-B24543DC9986}" presName="vertSpace2b" presStyleCnt="0"/>
      <dgm:spPr/>
    </dgm:pt>
    <dgm:pt modelId="{0053C666-A077-4D42-88C4-8BC7220D765E}" type="pres">
      <dgm:prSet presAssocID="{242B6C64-33E1-4EDD-BBD1-9A076348DE49}" presName="thickLine" presStyleLbl="alignNode1" presStyleIdx="1" presStyleCnt="3"/>
      <dgm:spPr/>
    </dgm:pt>
    <dgm:pt modelId="{30F707D7-1CCD-41D9-8635-DD45AD4A1451}" type="pres">
      <dgm:prSet presAssocID="{242B6C64-33E1-4EDD-BBD1-9A076348DE49}" presName="horz1" presStyleCnt="0"/>
      <dgm:spPr/>
    </dgm:pt>
    <dgm:pt modelId="{E1739552-71A5-46C2-BC2E-7794CA8DF78D}" type="pres">
      <dgm:prSet presAssocID="{242B6C64-33E1-4EDD-BBD1-9A076348DE49}" presName="tx1" presStyleLbl="revTx" presStyleIdx="2" presStyleCnt="6" custScaleX="30370"/>
      <dgm:spPr/>
    </dgm:pt>
    <dgm:pt modelId="{DED823DF-DF60-4250-9366-9156797431F8}" type="pres">
      <dgm:prSet presAssocID="{242B6C64-33E1-4EDD-BBD1-9A076348DE49}" presName="vert1" presStyleCnt="0"/>
      <dgm:spPr/>
    </dgm:pt>
    <dgm:pt modelId="{F72E4D67-1F13-4627-9885-858259B4DACA}" type="pres">
      <dgm:prSet presAssocID="{36ADD895-DC9E-423D-A0AC-499445165758}" presName="vertSpace2a" presStyleCnt="0"/>
      <dgm:spPr/>
    </dgm:pt>
    <dgm:pt modelId="{A7FD8C2A-498C-4E10-87D2-6F77508D4175}" type="pres">
      <dgm:prSet presAssocID="{36ADD895-DC9E-423D-A0AC-499445165758}" presName="horz2" presStyleCnt="0"/>
      <dgm:spPr/>
    </dgm:pt>
    <dgm:pt modelId="{90525EB6-008E-4C4B-9192-CC1F64E43EEA}" type="pres">
      <dgm:prSet presAssocID="{36ADD895-DC9E-423D-A0AC-499445165758}" presName="horzSpace2" presStyleCnt="0"/>
      <dgm:spPr/>
    </dgm:pt>
    <dgm:pt modelId="{7873FA3A-B5A7-419C-9704-6E0BFA4872C9}" type="pres">
      <dgm:prSet presAssocID="{36ADD895-DC9E-423D-A0AC-499445165758}" presName="tx2" presStyleLbl="revTx" presStyleIdx="3" presStyleCnt="6" custScaleX="115903"/>
      <dgm:spPr/>
    </dgm:pt>
    <dgm:pt modelId="{49FF74F0-C319-4AD1-9C1C-0C174E5A286F}" type="pres">
      <dgm:prSet presAssocID="{36ADD895-DC9E-423D-A0AC-499445165758}" presName="vert2" presStyleCnt="0"/>
      <dgm:spPr/>
    </dgm:pt>
    <dgm:pt modelId="{78B80E69-AB57-471B-8D4D-FDF95AB8FFE6}" type="pres">
      <dgm:prSet presAssocID="{36ADD895-DC9E-423D-A0AC-499445165758}" presName="thinLine2b" presStyleLbl="callout" presStyleIdx="1" presStyleCnt="3"/>
      <dgm:spPr/>
    </dgm:pt>
    <dgm:pt modelId="{B5C34119-DA0A-447A-93E9-D1D28BA0354D}" type="pres">
      <dgm:prSet presAssocID="{36ADD895-DC9E-423D-A0AC-499445165758}" presName="vertSpace2b" presStyleCnt="0"/>
      <dgm:spPr/>
    </dgm:pt>
    <dgm:pt modelId="{CDF655D3-E853-4F01-8A42-14C0AE20D871}" type="pres">
      <dgm:prSet presAssocID="{7E8365DE-8CC3-46F6-B843-37A323057719}" presName="thickLine" presStyleLbl="alignNode1" presStyleIdx="2" presStyleCnt="3"/>
      <dgm:spPr/>
    </dgm:pt>
    <dgm:pt modelId="{D749A000-03C3-4ADA-A5BA-9B42156ED23F}" type="pres">
      <dgm:prSet presAssocID="{7E8365DE-8CC3-46F6-B843-37A323057719}" presName="horz1" presStyleCnt="0"/>
      <dgm:spPr/>
    </dgm:pt>
    <dgm:pt modelId="{DA8675E6-442D-4590-9803-811CEFD1AE5D}" type="pres">
      <dgm:prSet presAssocID="{7E8365DE-8CC3-46F6-B843-37A323057719}" presName="tx1" presStyleLbl="revTx" presStyleIdx="4" presStyleCnt="6" custScaleX="30370"/>
      <dgm:spPr/>
    </dgm:pt>
    <dgm:pt modelId="{B5680D7D-D07A-490D-A47F-3016D21335D4}" type="pres">
      <dgm:prSet presAssocID="{7E8365DE-8CC3-46F6-B843-37A323057719}" presName="vert1" presStyleCnt="0"/>
      <dgm:spPr/>
    </dgm:pt>
    <dgm:pt modelId="{5A86E7A3-27CF-4788-9573-08A9EE015CCC}" type="pres">
      <dgm:prSet presAssocID="{3B8D5BCB-4A6C-48A5-93B1-3C0777462499}" presName="vertSpace2a" presStyleCnt="0"/>
      <dgm:spPr/>
    </dgm:pt>
    <dgm:pt modelId="{24AD57E9-B3D4-436A-B23F-656821621F01}" type="pres">
      <dgm:prSet presAssocID="{3B8D5BCB-4A6C-48A5-93B1-3C0777462499}" presName="horz2" presStyleCnt="0"/>
      <dgm:spPr/>
    </dgm:pt>
    <dgm:pt modelId="{A960A038-9046-4FD6-9CC6-E10C6E3E10C9}" type="pres">
      <dgm:prSet presAssocID="{3B8D5BCB-4A6C-48A5-93B1-3C0777462499}" presName="horzSpace2" presStyleCnt="0"/>
      <dgm:spPr/>
    </dgm:pt>
    <dgm:pt modelId="{58A7BD7D-042C-4F39-ACB4-62A85509A3FB}" type="pres">
      <dgm:prSet presAssocID="{3B8D5BCB-4A6C-48A5-93B1-3C0777462499}" presName="tx2" presStyleLbl="revTx" presStyleIdx="5" presStyleCnt="6" custScaleX="115903"/>
      <dgm:spPr/>
    </dgm:pt>
    <dgm:pt modelId="{EAB9F1A8-C780-4D2E-9E25-41E2EB848723}" type="pres">
      <dgm:prSet presAssocID="{3B8D5BCB-4A6C-48A5-93B1-3C0777462499}" presName="vert2" presStyleCnt="0"/>
      <dgm:spPr/>
    </dgm:pt>
    <dgm:pt modelId="{50BE788C-F2A4-4C0D-8A43-7B48D633DD96}" type="pres">
      <dgm:prSet presAssocID="{3B8D5BCB-4A6C-48A5-93B1-3C0777462499}" presName="thinLine2b" presStyleLbl="callout" presStyleIdx="2" presStyleCnt="3"/>
      <dgm:spPr/>
    </dgm:pt>
    <dgm:pt modelId="{0B4D8427-4535-44F9-BE9E-D044D0B73B5A}" type="pres">
      <dgm:prSet presAssocID="{3B8D5BCB-4A6C-48A5-93B1-3C0777462499}" presName="vertSpace2b" presStyleCnt="0"/>
      <dgm:spPr/>
    </dgm:pt>
  </dgm:ptLst>
  <dgm:cxnLst>
    <dgm:cxn modelId="{7733460E-0771-4AD1-AD1D-468561DA82BF}" type="presOf" srcId="{7E8365DE-8CC3-46F6-B843-37A323057719}" destId="{DA8675E6-442D-4590-9803-811CEFD1AE5D}" srcOrd="0" destOrd="0" presId="urn:microsoft.com/office/officeart/2008/layout/LinedList"/>
    <dgm:cxn modelId="{8B0CF739-CB45-4FC1-BF0F-B1876E2F719E}" srcId="{2D5B9BFB-6BE2-4D36-85F7-7965F5AB06FB}" destId="{7E8365DE-8CC3-46F6-B843-37A323057719}" srcOrd="2" destOrd="0" parTransId="{FF856CB4-A90D-47D2-B6DA-700E6A1F768E}" sibTransId="{BF46ECAE-61BA-43B5-87EC-4437C09566A5}"/>
    <dgm:cxn modelId="{3BFA835D-F19A-4B08-80A4-042919D3FCD4}" type="presOf" srcId="{68A5A176-3806-496F-9883-EB5F882011C7}" destId="{BC53C427-11BF-415B-9352-1D120CB32227}" srcOrd="0" destOrd="0" presId="urn:microsoft.com/office/officeart/2008/layout/LinedList"/>
    <dgm:cxn modelId="{15FEAF5D-66A6-4532-9AFA-4B80F5289664}" type="presOf" srcId="{242B6C64-33E1-4EDD-BBD1-9A076348DE49}" destId="{E1739552-71A5-46C2-BC2E-7794CA8DF78D}" srcOrd="0" destOrd="0" presId="urn:microsoft.com/office/officeart/2008/layout/LinedList"/>
    <dgm:cxn modelId="{5EFF7F71-7E06-4A9F-8096-34062AE50F5C}" srcId="{2D5B9BFB-6BE2-4D36-85F7-7965F5AB06FB}" destId="{68A5A176-3806-496F-9883-EB5F882011C7}" srcOrd="0" destOrd="0" parTransId="{F1883DBC-919C-45D9-A042-805AB33C95FE}" sibTransId="{728FD50F-196C-42DF-A338-801DE31FF3D3}"/>
    <dgm:cxn modelId="{BDB07952-7407-42E7-8F4D-A5F271D25D25}" type="presOf" srcId="{2D5B9BFB-6BE2-4D36-85F7-7965F5AB06FB}" destId="{AE3DFFB2-44C9-444F-B469-50B65FA2362E}" srcOrd="0" destOrd="0" presId="urn:microsoft.com/office/officeart/2008/layout/LinedList"/>
    <dgm:cxn modelId="{5AE6C153-199F-40DA-8779-6BBFA2B42F52}" type="presOf" srcId="{3B8D5BCB-4A6C-48A5-93B1-3C0777462499}" destId="{58A7BD7D-042C-4F39-ACB4-62A85509A3FB}" srcOrd="0" destOrd="0" presId="urn:microsoft.com/office/officeart/2008/layout/LinedList"/>
    <dgm:cxn modelId="{FCA19481-FFA4-4060-97EB-CF6DC654A586}" srcId="{2D5B9BFB-6BE2-4D36-85F7-7965F5AB06FB}" destId="{242B6C64-33E1-4EDD-BBD1-9A076348DE49}" srcOrd="1" destOrd="0" parTransId="{2451D025-80BF-4E28-9ABE-D123AB80251B}" sibTransId="{F0F390D4-C97E-4C47-94A2-FAF784EB54DF}"/>
    <dgm:cxn modelId="{B93AF884-928A-448C-9D8D-084F731E65FE}" type="presOf" srcId="{9CABAE50-57D2-46B3-96EF-B24543DC9986}" destId="{4798EA41-546B-44A6-908A-BBC967C7BE12}" srcOrd="0" destOrd="0" presId="urn:microsoft.com/office/officeart/2008/layout/LinedList"/>
    <dgm:cxn modelId="{D233CD9A-308C-47FA-AF14-3EE47F06D9B8}" srcId="{7E8365DE-8CC3-46F6-B843-37A323057719}" destId="{3B8D5BCB-4A6C-48A5-93B1-3C0777462499}" srcOrd="0" destOrd="0" parTransId="{9B63446F-D07B-44C2-9D6B-103E7D83E538}" sibTransId="{AE43BFDE-B9B2-40D4-B820-D1D4824B777D}"/>
    <dgm:cxn modelId="{85AA79A3-620B-4681-8704-4C3118BB5591}" type="presOf" srcId="{36ADD895-DC9E-423D-A0AC-499445165758}" destId="{7873FA3A-B5A7-419C-9704-6E0BFA4872C9}" srcOrd="0" destOrd="0" presId="urn:microsoft.com/office/officeart/2008/layout/LinedList"/>
    <dgm:cxn modelId="{F02E01F8-EC34-42DC-A07F-359124372720}" srcId="{68A5A176-3806-496F-9883-EB5F882011C7}" destId="{9CABAE50-57D2-46B3-96EF-B24543DC9986}" srcOrd="0" destOrd="0" parTransId="{72406A81-8A5F-44E0-B126-74D3EE3115AB}" sibTransId="{BEA1D52A-F907-4AAB-8BF9-5844D4140DD9}"/>
    <dgm:cxn modelId="{C38A87F9-5538-43B9-BF12-ECB45279C7C8}" srcId="{242B6C64-33E1-4EDD-BBD1-9A076348DE49}" destId="{36ADD895-DC9E-423D-A0AC-499445165758}" srcOrd="0" destOrd="0" parTransId="{8A66B54D-59E2-441D-85EC-957C8810C1EC}" sibTransId="{35C45D1D-17B0-44BF-9F6A-65A296DF1F50}"/>
    <dgm:cxn modelId="{82044E9A-C087-4569-93ED-6B4209AD196C}" type="presParOf" srcId="{AE3DFFB2-44C9-444F-B469-50B65FA2362E}" destId="{39D1CA32-2232-41FC-9724-8C77B68F71FD}" srcOrd="0" destOrd="0" presId="urn:microsoft.com/office/officeart/2008/layout/LinedList"/>
    <dgm:cxn modelId="{8B6721B4-799F-4090-ADDD-C0A8CA3162CE}" type="presParOf" srcId="{AE3DFFB2-44C9-444F-B469-50B65FA2362E}" destId="{095CA1D1-5467-4B32-901D-91814E0A5F8C}" srcOrd="1" destOrd="0" presId="urn:microsoft.com/office/officeart/2008/layout/LinedList"/>
    <dgm:cxn modelId="{426E00B2-4FA4-49B6-9CA5-50CFD4F3B475}" type="presParOf" srcId="{095CA1D1-5467-4B32-901D-91814E0A5F8C}" destId="{BC53C427-11BF-415B-9352-1D120CB32227}" srcOrd="0" destOrd="0" presId="urn:microsoft.com/office/officeart/2008/layout/LinedList"/>
    <dgm:cxn modelId="{1DCC5C50-C424-4AA4-8247-5B31CFF26F71}" type="presParOf" srcId="{095CA1D1-5467-4B32-901D-91814E0A5F8C}" destId="{CFAFB98E-574C-49B8-8DD1-3DD889F74508}" srcOrd="1" destOrd="0" presId="urn:microsoft.com/office/officeart/2008/layout/LinedList"/>
    <dgm:cxn modelId="{F6FF6B3F-B925-4E3F-A41C-C683FF28D8CB}" type="presParOf" srcId="{CFAFB98E-574C-49B8-8DD1-3DD889F74508}" destId="{0854845F-9D1B-429A-870D-47D020E14B6D}" srcOrd="0" destOrd="0" presId="urn:microsoft.com/office/officeart/2008/layout/LinedList"/>
    <dgm:cxn modelId="{29A6F3AA-B8BD-496A-B723-03C389FDBD88}" type="presParOf" srcId="{CFAFB98E-574C-49B8-8DD1-3DD889F74508}" destId="{7177EBCA-381B-43A7-BB9A-C591D4B023E7}" srcOrd="1" destOrd="0" presId="urn:microsoft.com/office/officeart/2008/layout/LinedList"/>
    <dgm:cxn modelId="{254120B6-7F88-4E94-8FD6-9C8E1F611139}" type="presParOf" srcId="{7177EBCA-381B-43A7-BB9A-C591D4B023E7}" destId="{E2265B78-C889-492A-806D-A336D0565328}" srcOrd="0" destOrd="0" presId="urn:microsoft.com/office/officeart/2008/layout/LinedList"/>
    <dgm:cxn modelId="{5CDF7C71-4D61-45E7-B8E0-0D7DBDDB58EC}" type="presParOf" srcId="{7177EBCA-381B-43A7-BB9A-C591D4B023E7}" destId="{4798EA41-546B-44A6-908A-BBC967C7BE12}" srcOrd="1" destOrd="0" presId="urn:microsoft.com/office/officeart/2008/layout/LinedList"/>
    <dgm:cxn modelId="{16693BFB-3FB9-4364-A4CF-C7D98408BC50}" type="presParOf" srcId="{7177EBCA-381B-43A7-BB9A-C591D4B023E7}" destId="{CAEFFF5B-8171-4D96-BBDE-BE537BABF12F}" srcOrd="2" destOrd="0" presId="urn:microsoft.com/office/officeart/2008/layout/LinedList"/>
    <dgm:cxn modelId="{A86A61D0-A9AF-4129-8C68-7B04C9A1DAB3}" type="presParOf" srcId="{CFAFB98E-574C-49B8-8DD1-3DD889F74508}" destId="{F273215E-44FE-4456-8F48-872594591261}" srcOrd="2" destOrd="0" presId="urn:microsoft.com/office/officeart/2008/layout/LinedList"/>
    <dgm:cxn modelId="{7A6E4175-8182-467F-97DD-FAF74BB0835B}" type="presParOf" srcId="{CFAFB98E-574C-49B8-8DD1-3DD889F74508}" destId="{E4DA2A10-8040-4D22-B631-D215B5A729F2}" srcOrd="3" destOrd="0" presId="urn:microsoft.com/office/officeart/2008/layout/LinedList"/>
    <dgm:cxn modelId="{AB485C24-F37A-425D-97DD-DC49095CAAFF}" type="presParOf" srcId="{AE3DFFB2-44C9-444F-B469-50B65FA2362E}" destId="{0053C666-A077-4D42-88C4-8BC7220D765E}" srcOrd="2" destOrd="0" presId="urn:microsoft.com/office/officeart/2008/layout/LinedList"/>
    <dgm:cxn modelId="{37DF5E58-9816-40A4-AADB-B69C5227482F}" type="presParOf" srcId="{AE3DFFB2-44C9-444F-B469-50B65FA2362E}" destId="{30F707D7-1CCD-41D9-8635-DD45AD4A1451}" srcOrd="3" destOrd="0" presId="urn:microsoft.com/office/officeart/2008/layout/LinedList"/>
    <dgm:cxn modelId="{1A09575C-B341-4964-818B-5CB85B3405B6}" type="presParOf" srcId="{30F707D7-1CCD-41D9-8635-DD45AD4A1451}" destId="{E1739552-71A5-46C2-BC2E-7794CA8DF78D}" srcOrd="0" destOrd="0" presId="urn:microsoft.com/office/officeart/2008/layout/LinedList"/>
    <dgm:cxn modelId="{A49AA558-2C86-4ABF-A51D-BC094E596878}" type="presParOf" srcId="{30F707D7-1CCD-41D9-8635-DD45AD4A1451}" destId="{DED823DF-DF60-4250-9366-9156797431F8}" srcOrd="1" destOrd="0" presId="urn:microsoft.com/office/officeart/2008/layout/LinedList"/>
    <dgm:cxn modelId="{52626E38-BB88-4D9F-802C-1A1B7AB2FC49}" type="presParOf" srcId="{DED823DF-DF60-4250-9366-9156797431F8}" destId="{F72E4D67-1F13-4627-9885-858259B4DACA}" srcOrd="0" destOrd="0" presId="urn:microsoft.com/office/officeart/2008/layout/LinedList"/>
    <dgm:cxn modelId="{A792F65E-9F73-4F5B-8634-EB35C76D88B2}" type="presParOf" srcId="{DED823DF-DF60-4250-9366-9156797431F8}" destId="{A7FD8C2A-498C-4E10-87D2-6F77508D4175}" srcOrd="1" destOrd="0" presId="urn:microsoft.com/office/officeart/2008/layout/LinedList"/>
    <dgm:cxn modelId="{B8B8CFEF-FDE1-4FBC-A421-62BF02183915}" type="presParOf" srcId="{A7FD8C2A-498C-4E10-87D2-6F77508D4175}" destId="{90525EB6-008E-4C4B-9192-CC1F64E43EEA}" srcOrd="0" destOrd="0" presId="urn:microsoft.com/office/officeart/2008/layout/LinedList"/>
    <dgm:cxn modelId="{D450FA5B-CB81-47F3-BD63-11456010CAEB}" type="presParOf" srcId="{A7FD8C2A-498C-4E10-87D2-6F77508D4175}" destId="{7873FA3A-B5A7-419C-9704-6E0BFA4872C9}" srcOrd="1" destOrd="0" presId="urn:microsoft.com/office/officeart/2008/layout/LinedList"/>
    <dgm:cxn modelId="{7A271F58-D389-4929-8900-F168118E8A76}" type="presParOf" srcId="{A7FD8C2A-498C-4E10-87D2-6F77508D4175}" destId="{49FF74F0-C319-4AD1-9C1C-0C174E5A286F}" srcOrd="2" destOrd="0" presId="urn:microsoft.com/office/officeart/2008/layout/LinedList"/>
    <dgm:cxn modelId="{E4984FA0-4B2D-49DB-9BC8-99DC486043C8}" type="presParOf" srcId="{DED823DF-DF60-4250-9366-9156797431F8}" destId="{78B80E69-AB57-471B-8D4D-FDF95AB8FFE6}" srcOrd="2" destOrd="0" presId="urn:microsoft.com/office/officeart/2008/layout/LinedList"/>
    <dgm:cxn modelId="{DB4843C4-56B5-411A-B8AA-2E3FA8BAEECA}" type="presParOf" srcId="{DED823DF-DF60-4250-9366-9156797431F8}" destId="{B5C34119-DA0A-447A-93E9-D1D28BA0354D}" srcOrd="3" destOrd="0" presId="urn:microsoft.com/office/officeart/2008/layout/LinedList"/>
    <dgm:cxn modelId="{BDC8576E-C51C-40E6-8FFF-8085E4B6FD45}" type="presParOf" srcId="{AE3DFFB2-44C9-444F-B469-50B65FA2362E}" destId="{CDF655D3-E853-4F01-8A42-14C0AE20D871}" srcOrd="4" destOrd="0" presId="urn:microsoft.com/office/officeart/2008/layout/LinedList"/>
    <dgm:cxn modelId="{8953E659-029B-4F07-819B-71919F20FABA}" type="presParOf" srcId="{AE3DFFB2-44C9-444F-B469-50B65FA2362E}" destId="{D749A000-03C3-4ADA-A5BA-9B42156ED23F}" srcOrd="5" destOrd="0" presId="urn:microsoft.com/office/officeart/2008/layout/LinedList"/>
    <dgm:cxn modelId="{D63198E9-81B7-4B34-9751-E93D2E1F21F7}" type="presParOf" srcId="{D749A000-03C3-4ADA-A5BA-9B42156ED23F}" destId="{DA8675E6-442D-4590-9803-811CEFD1AE5D}" srcOrd="0" destOrd="0" presId="urn:microsoft.com/office/officeart/2008/layout/LinedList"/>
    <dgm:cxn modelId="{7E329BC0-E28B-4748-BCCC-4463FB2551E9}" type="presParOf" srcId="{D749A000-03C3-4ADA-A5BA-9B42156ED23F}" destId="{B5680D7D-D07A-490D-A47F-3016D21335D4}" srcOrd="1" destOrd="0" presId="urn:microsoft.com/office/officeart/2008/layout/LinedList"/>
    <dgm:cxn modelId="{1D461F5B-EFED-4BBB-AF93-E1045D2C0639}" type="presParOf" srcId="{B5680D7D-D07A-490D-A47F-3016D21335D4}" destId="{5A86E7A3-27CF-4788-9573-08A9EE015CCC}" srcOrd="0" destOrd="0" presId="urn:microsoft.com/office/officeart/2008/layout/LinedList"/>
    <dgm:cxn modelId="{4C83CBBA-40F6-4951-9170-290E57AE091E}" type="presParOf" srcId="{B5680D7D-D07A-490D-A47F-3016D21335D4}" destId="{24AD57E9-B3D4-436A-B23F-656821621F01}" srcOrd="1" destOrd="0" presId="urn:microsoft.com/office/officeart/2008/layout/LinedList"/>
    <dgm:cxn modelId="{FEF1CAE8-CCAA-4E5F-942F-65AE533ED634}" type="presParOf" srcId="{24AD57E9-B3D4-436A-B23F-656821621F01}" destId="{A960A038-9046-4FD6-9CC6-E10C6E3E10C9}" srcOrd="0" destOrd="0" presId="urn:microsoft.com/office/officeart/2008/layout/LinedList"/>
    <dgm:cxn modelId="{0B408B73-4957-44DE-B037-9A9FDC20ADBB}" type="presParOf" srcId="{24AD57E9-B3D4-436A-B23F-656821621F01}" destId="{58A7BD7D-042C-4F39-ACB4-62A85509A3FB}" srcOrd="1" destOrd="0" presId="urn:microsoft.com/office/officeart/2008/layout/LinedList"/>
    <dgm:cxn modelId="{94768FA1-3A85-4BB8-88E2-2A64E9E1DEB1}" type="presParOf" srcId="{24AD57E9-B3D4-436A-B23F-656821621F01}" destId="{EAB9F1A8-C780-4D2E-9E25-41E2EB848723}" srcOrd="2" destOrd="0" presId="urn:microsoft.com/office/officeart/2008/layout/LinedList"/>
    <dgm:cxn modelId="{C1CE3C5E-FFE6-46A7-AD9B-C7BCC9D0E9F0}" type="presParOf" srcId="{B5680D7D-D07A-490D-A47F-3016D21335D4}" destId="{50BE788C-F2A4-4C0D-8A43-7B48D633DD96}" srcOrd="2" destOrd="0" presId="urn:microsoft.com/office/officeart/2008/layout/LinedList"/>
    <dgm:cxn modelId="{CFC4ECB5-CCB5-43B6-8B0F-A31CB07E5802}" type="presParOf" srcId="{B5680D7D-D07A-490D-A47F-3016D21335D4}" destId="{0B4D8427-4535-44F9-BE9E-D044D0B73B5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430AB2-0854-4E9C-AEB8-F8740A9E91E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1BB4AA-79CF-4FDD-80B8-8C72A0957796}">
      <dgm:prSet phldrT="[Text]" custT="1"/>
      <dgm:spPr/>
      <dgm:t>
        <a:bodyPr/>
        <a:lstStyle/>
        <a:p>
          <a:pPr algn="ctr"/>
          <a:r>
            <a:rPr lang="en-US" sz="4000" dirty="0"/>
            <a:t>4</a:t>
          </a:r>
        </a:p>
      </dgm:t>
    </dgm:pt>
    <dgm:pt modelId="{35F8C126-A7AD-4A58-9159-6FD6F9A92AEF}" type="parTrans" cxnId="{05D4355F-5162-45F2-9CEF-C313A7FD7791}">
      <dgm:prSet/>
      <dgm:spPr/>
      <dgm:t>
        <a:bodyPr/>
        <a:lstStyle/>
        <a:p>
          <a:endParaRPr lang="en-US"/>
        </a:p>
      </dgm:t>
    </dgm:pt>
    <dgm:pt modelId="{A8B3E640-4D70-448C-87EE-F4F483F6C8DF}" type="sibTrans" cxnId="{05D4355F-5162-45F2-9CEF-C313A7FD7791}">
      <dgm:prSet/>
      <dgm:spPr/>
      <dgm:t>
        <a:bodyPr/>
        <a:lstStyle/>
        <a:p>
          <a:endParaRPr lang="en-US"/>
        </a:p>
      </dgm:t>
    </dgm:pt>
    <dgm:pt modelId="{4D6B9251-566D-4ECB-BA36-B495A4ACB938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spc="-5" dirty="0">
              <a:cs typeface="Tahoma"/>
            </a:rPr>
            <a:t>Jika </a:t>
          </a:r>
          <a:r>
            <a:rPr lang="en-US" sz="2200" spc="-5" dirty="0" err="1">
              <a:cs typeface="Tahoma"/>
            </a:rPr>
            <a:t>dilihat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dari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sudut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pandang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penciptaan</a:t>
          </a:r>
          <a:r>
            <a:rPr lang="en-US" sz="2200" spc="-5" dirty="0">
              <a:cs typeface="Tahoma"/>
            </a:rPr>
            <a:t> Allah </a:t>
          </a:r>
          <a:r>
            <a:rPr lang="en-US" sz="2200" dirty="0" err="1">
              <a:cs typeface="Tahoma"/>
            </a:rPr>
            <a:t>maka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manusia</a:t>
          </a:r>
          <a:r>
            <a:rPr lang="en-US" sz="2200" dirty="0">
              <a:cs typeface="Tahoma"/>
            </a:rPr>
            <a:t> 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merupakan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mahkluk</a:t>
          </a:r>
          <a:r>
            <a:rPr lang="en-US" sz="2200" dirty="0">
              <a:cs typeface="Tahoma"/>
            </a:rPr>
            <a:t> yang </a:t>
          </a:r>
          <a:r>
            <a:rPr lang="en-US" sz="2200" dirty="0" err="1">
              <a:cs typeface="Tahoma"/>
            </a:rPr>
            <a:t>istimewa</a:t>
          </a:r>
          <a:r>
            <a:rPr lang="en-US" sz="2200" dirty="0">
              <a:cs typeface="Tahoma"/>
            </a:rPr>
            <a:t> </a:t>
          </a:r>
          <a:r>
            <a:rPr lang="en-US" sz="2200" spc="-5" dirty="0">
              <a:cs typeface="Tahoma"/>
            </a:rPr>
            <a:t>yang </a:t>
          </a:r>
          <a:r>
            <a:rPr lang="en-US" sz="2200" spc="-5" dirty="0" err="1">
              <a:cs typeface="Tahoma"/>
            </a:rPr>
            <a:t>serupa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dengan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gambar</a:t>
          </a:r>
          <a:r>
            <a:rPr lang="en-US" sz="2200" spc="-5" dirty="0">
              <a:cs typeface="Tahoma"/>
            </a:rPr>
            <a:t> Allah. </a:t>
          </a:r>
          <a:endParaRPr lang="en-US" sz="2200" dirty="0"/>
        </a:p>
      </dgm:t>
    </dgm:pt>
    <dgm:pt modelId="{283CB21C-0639-4419-AAEA-89FBB7850310}" type="parTrans" cxnId="{BCBA8425-7B26-49BF-A8FF-3E046A441762}">
      <dgm:prSet/>
      <dgm:spPr/>
      <dgm:t>
        <a:bodyPr/>
        <a:lstStyle/>
        <a:p>
          <a:endParaRPr lang="en-US"/>
        </a:p>
      </dgm:t>
    </dgm:pt>
    <dgm:pt modelId="{DF536C57-C0DE-498D-B894-40E4B4B1414C}" type="sibTrans" cxnId="{BCBA8425-7B26-49BF-A8FF-3E046A441762}">
      <dgm:prSet/>
      <dgm:spPr/>
      <dgm:t>
        <a:bodyPr/>
        <a:lstStyle/>
        <a:p>
          <a:endParaRPr lang="en-US"/>
        </a:p>
      </dgm:t>
    </dgm:pt>
    <dgm:pt modelId="{0F99FB31-3B50-44EB-B933-AF4D2C2E39BB}">
      <dgm:prSet phldrT="[Text]" custT="1"/>
      <dgm:spPr/>
      <dgm:t>
        <a:bodyPr/>
        <a:lstStyle/>
        <a:p>
          <a:pPr algn="ctr"/>
          <a:r>
            <a:rPr lang="en-US" sz="4000" dirty="0"/>
            <a:t>5</a:t>
          </a:r>
        </a:p>
      </dgm:t>
    </dgm:pt>
    <dgm:pt modelId="{DAC35839-5B86-4410-82B3-5E94F0572608}" type="parTrans" cxnId="{A0A67884-EA5A-46C1-810F-4E9C35C91AA7}">
      <dgm:prSet/>
      <dgm:spPr/>
      <dgm:t>
        <a:bodyPr/>
        <a:lstStyle/>
        <a:p>
          <a:endParaRPr lang="en-US"/>
        </a:p>
      </dgm:t>
    </dgm:pt>
    <dgm:pt modelId="{E86FB113-DA6C-494D-A1CB-6B56FD48B3F0}" type="sibTrans" cxnId="{A0A67884-EA5A-46C1-810F-4E9C35C91AA7}">
      <dgm:prSet/>
      <dgm:spPr/>
      <dgm:t>
        <a:bodyPr/>
        <a:lstStyle/>
        <a:p>
          <a:endParaRPr lang="en-US"/>
        </a:p>
      </dgm:t>
    </dgm:pt>
    <dgm:pt modelId="{6669559D-41D3-4348-A148-7CFEA46BC870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200" dirty="0" err="1">
              <a:cs typeface="Tahoma"/>
            </a:rPr>
            <a:t>Manusia</a:t>
          </a:r>
          <a:r>
            <a:rPr lang="en-US" sz="2200" dirty="0">
              <a:cs typeface="Tahoma"/>
            </a:rPr>
            <a:t> 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memiliki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keunikan</a:t>
          </a:r>
          <a:r>
            <a:rPr lang="en-US" sz="2200" dirty="0">
              <a:cs typeface="Tahoma"/>
            </a:rPr>
            <a:t> </a:t>
          </a:r>
          <a:r>
            <a:rPr lang="en-US" sz="2200" spc="-9" dirty="0">
              <a:cs typeface="Tahoma"/>
            </a:rPr>
            <a:t>dan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kekhasan</a:t>
          </a:r>
          <a:r>
            <a:rPr lang="en-US" sz="2200" dirty="0">
              <a:cs typeface="Tahoma"/>
            </a:rPr>
            <a:t> </a:t>
          </a:r>
          <a:r>
            <a:rPr lang="en-US" sz="2200" spc="-5" dirty="0">
              <a:cs typeface="Tahoma"/>
            </a:rPr>
            <a:t>yang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berharga</a:t>
          </a:r>
          <a:r>
            <a:rPr lang="en-US" sz="2200" dirty="0">
              <a:cs typeface="Tahoma"/>
            </a:rPr>
            <a:t> </a:t>
          </a:r>
          <a:r>
            <a:rPr lang="en-US" sz="2200" spc="-9" dirty="0">
              <a:cs typeface="Tahoma"/>
            </a:rPr>
            <a:t>dan </a:t>
          </a:r>
          <a:r>
            <a:rPr lang="en-US" sz="2200" dirty="0" err="1">
              <a:cs typeface="Tahoma"/>
            </a:rPr>
            <a:t>terpuji</a:t>
          </a:r>
          <a:r>
            <a:rPr lang="en-US" sz="2200" spc="508" dirty="0">
              <a:cs typeface="Tahoma"/>
            </a:rPr>
            <a:t> </a:t>
          </a:r>
          <a:r>
            <a:rPr lang="en-US" sz="2200" dirty="0">
              <a:cs typeface="Tahoma"/>
            </a:rPr>
            <a:t>yang</a:t>
          </a:r>
          <a:r>
            <a:rPr lang="en-US" sz="2200" spc="512" dirty="0">
              <a:cs typeface="Tahoma"/>
            </a:rPr>
            <a:t> </a:t>
          </a:r>
          <a:r>
            <a:rPr lang="en-US" sz="2200" dirty="0" err="1">
              <a:cs typeface="Tahoma"/>
            </a:rPr>
            <a:t>berbeda</a:t>
          </a:r>
          <a:r>
            <a:rPr lang="en-US" sz="2200" dirty="0">
              <a:cs typeface="Tahoma"/>
            </a:rPr>
            <a:t> 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dengan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keunikan</a:t>
          </a:r>
          <a:r>
            <a:rPr lang="en-US" sz="2200" spc="-5" dirty="0">
              <a:cs typeface="Tahoma"/>
            </a:rPr>
            <a:t> </a:t>
          </a:r>
          <a:r>
            <a:rPr lang="en-US" sz="2200" dirty="0" err="1">
              <a:cs typeface="Tahoma"/>
            </a:rPr>
            <a:t>makhluk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lainnya</a:t>
          </a:r>
          <a:r>
            <a:rPr lang="en-US" sz="2200" spc="-5" dirty="0">
              <a:cs typeface="Tahoma"/>
            </a:rPr>
            <a:t>. </a:t>
          </a:r>
          <a:r>
            <a:rPr lang="en-US" sz="2200" spc="-5" dirty="0" err="1">
              <a:cs typeface="Tahoma"/>
            </a:rPr>
            <a:t>Artinya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manusia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memiliki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martabat</a:t>
          </a:r>
          <a:r>
            <a:rPr lang="en-US" sz="2200" spc="-5" dirty="0">
              <a:cs typeface="Tahoma"/>
            </a:rPr>
            <a:t> </a:t>
          </a:r>
          <a:r>
            <a:rPr lang="en-US" sz="2200" dirty="0">
              <a:cs typeface="Tahoma"/>
            </a:rPr>
            <a:t>yang </a:t>
          </a:r>
          <a:r>
            <a:rPr lang="en-US" sz="2200" spc="-5" dirty="0" err="1">
              <a:cs typeface="Tahoma"/>
            </a:rPr>
            <a:t>lebih</a:t>
          </a:r>
          <a:r>
            <a:rPr lang="en-US" sz="2200" spc="-5" dirty="0">
              <a:cs typeface="Tahoma"/>
            </a:rPr>
            <a:t> </a:t>
          </a:r>
          <a:r>
            <a:rPr lang="en-US" sz="2200" spc="-499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tinggi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dari</a:t>
          </a:r>
          <a:r>
            <a:rPr lang="en-US" sz="2200" dirty="0">
              <a:cs typeface="Tahoma"/>
            </a:rPr>
            <a:t> </a:t>
          </a:r>
          <a:r>
            <a:rPr lang="en-US" sz="2200" spc="-5" dirty="0">
              <a:cs typeface="Tahoma"/>
            </a:rPr>
            <a:t>pada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makhluk</a:t>
          </a:r>
          <a:r>
            <a:rPr lang="en-US" sz="2200" spc="5" dirty="0">
              <a:cs typeface="Tahoma"/>
            </a:rPr>
            <a:t> </a:t>
          </a:r>
          <a:r>
            <a:rPr lang="en-US" sz="2200" dirty="0" err="1">
              <a:cs typeface="Tahoma"/>
            </a:rPr>
            <a:t>lainnya</a:t>
          </a:r>
          <a:r>
            <a:rPr lang="en-US" sz="2200" dirty="0">
              <a:cs typeface="Tahoma"/>
            </a:rPr>
            <a:t>,</a:t>
          </a:r>
          <a:r>
            <a:rPr lang="en-US" sz="2200" spc="5" dirty="0">
              <a:cs typeface="Tahoma"/>
            </a:rPr>
            <a:t> </a:t>
          </a:r>
          <a:r>
            <a:rPr lang="en-US" sz="2200" dirty="0" err="1">
              <a:cs typeface="Tahoma"/>
            </a:rPr>
            <a:t>atau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martabat</a:t>
          </a:r>
          <a:r>
            <a:rPr lang="en-US" sz="2200" dirty="0">
              <a:cs typeface="Tahoma"/>
            </a:rPr>
            <a:t> yang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membedakan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secara</a:t>
          </a:r>
          <a:r>
            <a:rPr lang="en-US" sz="2200" spc="-5" dirty="0">
              <a:cs typeface="Tahoma"/>
            </a:rPr>
            <a:t> </a:t>
          </a:r>
          <a:r>
            <a:rPr lang="en-US" sz="2200" spc="-499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kualitatif</a:t>
          </a:r>
          <a:r>
            <a:rPr lang="en-US" sz="2200" spc="-5" dirty="0">
              <a:cs typeface="Tahoma"/>
            </a:rPr>
            <a:t> </a:t>
          </a:r>
          <a:r>
            <a:rPr lang="en-US" sz="2200" spc="-9" dirty="0" err="1">
              <a:cs typeface="Tahoma"/>
            </a:rPr>
            <a:t>dari</a:t>
          </a:r>
          <a:r>
            <a:rPr lang="en-US" sz="2200" spc="-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semuanya</a:t>
          </a:r>
          <a:r>
            <a:rPr lang="en-US" sz="2200" spc="-5" dirty="0">
              <a:cs typeface="Tahoma"/>
            </a:rPr>
            <a:t>.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Martabat</a:t>
          </a:r>
          <a:r>
            <a:rPr lang="en-US" sz="2200" dirty="0">
              <a:cs typeface="Tahoma"/>
            </a:rPr>
            <a:t> </a:t>
          </a:r>
          <a:r>
            <a:rPr lang="en-US" sz="2200" dirty="0" err="1">
              <a:cs typeface="Tahoma"/>
            </a:rPr>
            <a:t>manusia</a:t>
          </a:r>
          <a:r>
            <a:rPr lang="en-US" sz="2200" spc="5" dirty="0">
              <a:cs typeface="Tahoma"/>
            </a:rPr>
            <a:t> </a:t>
          </a:r>
          <a:r>
            <a:rPr lang="en-US" sz="2200" spc="-5" dirty="0">
              <a:cs typeface="Tahoma"/>
            </a:rPr>
            <a:t>yang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lebih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tinggi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secara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teoritis</a:t>
          </a:r>
          <a:r>
            <a:rPr lang="en-US" sz="2200" spc="-5" dirty="0">
              <a:cs typeface="Tahoma"/>
            </a:rPr>
            <a:t> </a:t>
          </a:r>
          <a:r>
            <a:rPr lang="en-US" sz="2200" spc="-49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didasarkan</a:t>
          </a:r>
          <a:r>
            <a:rPr lang="en-US" sz="2200" spc="-5" dirty="0">
              <a:cs typeface="Tahoma"/>
            </a:rPr>
            <a:t> </a:t>
          </a:r>
          <a:r>
            <a:rPr lang="en-US" sz="2200" dirty="0">
              <a:cs typeface="Tahoma"/>
            </a:rPr>
            <a:t>pada</a:t>
          </a:r>
          <a:r>
            <a:rPr lang="en-US" sz="2200" spc="-1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diskontinuitas</a:t>
          </a:r>
          <a:r>
            <a:rPr lang="en-US" sz="2200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manusia</a:t>
          </a:r>
          <a:r>
            <a:rPr lang="en-US" sz="2200" spc="9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dengan</a:t>
          </a:r>
          <a:r>
            <a:rPr lang="en-US" sz="2200" spc="15" dirty="0">
              <a:cs typeface="Tahoma"/>
            </a:rPr>
            <a:t> </a:t>
          </a:r>
          <a:r>
            <a:rPr lang="en-US" sz="2200" spc="-5" dirty="0" err="1">
              <a:cs typeface="Tahoma"/>
            </a:rPr>
            <a:t>alam</a:t>
          </a:r>
          <a:r>
            <a:rPr lang="en-US" sz="2200" spc="-5" dirty="0">
              <a:cs typeface="Tahoma"/>
            </a:rPr>
            <a:t>.</a:t>
          </a:r>
          <a:endParaRPr lang="en-US" sz="2200" dirty="0"/>
        </a:p>
      </dgm:t>
    </dgm:pt>
    <dgm:pt modelId="{F15934E3-D2FA-4301-BC13-F73C7369E6F1}" type="parTrans" cxnId="{A9D894AC-CCE3-4764-B297-DE6FA8D3C8E4}">
      <dgm:prSet/>
      <dgm:spPr/>
      <dgm:t>
        <a:bodyPr/>
        <a:lstStyle/>
        <a:p>
          <a:endParaRPr lang="en-US"/>
        </a:p>
      </dgm:t>
    </dgm:pt>
    <dgm:pt modelId="{0BB573D4-721C-400E-BF17-9C8686272AD8}" type="sibTrans" cxnId="{A9D894AC-CCE3-4764-B297-DE6FA8D3C8E4}">
      <dgm:prSet/>
      <dgm:spPr/>
      <dgm:t>
        <a:bodyPr/>
        <a:lstStyle/>
        <a:p>
          <a:endParaRPr lang="en-US"/>
        </a:p>
      </dgm:t>
    </dgm:pt>
    <dgm:pt modelId="{C28BCEC8-85DE-45CB-9E1B-5858CC4AD083}" type="pres">
      <dgm:prSet presAssocID="{57430AB2-0854-4E9C-AEB8-F8740A9E91EB}" presName="vert0" presStyleCnt="0">
        <dgm:presLayoutVars>
          <dgm:dir/>
          <dgm:animOne val="branch"/>
          <dgm:animLvl val="lvl"/>
        </dgm:presLayoutVars>
      </dgm:prSet>
      <dgm:spPr/>
    </dgm:pt>
    <dgm:pt modelId="{A2F7977D-3BE0-4963-87C1-9A65020DC336}" type="pres">
      <dgm:prSet presAssocID="{AF1BB4AA-79CF-4FDD-80B8-8C72A0957796}" presName="thickLine" presStyleLbl="alignNode1" presStyleIdx="0" presStyleCnt="2"/>
      <dgm:spPr/>
    </dgm:pt>
    <dgm:pt modelId="{D507B805-EC67-4C24-82CD-486735A63D0B}" type="pres">
      <dgm:prSet presAssocID="{AF1BB4AA-79CF-4FDD-80B8-8C72A0957796}" presName="horz1" presStyleCnt="0"/>
      <dgm:spPr/>
    </dgm:pt>
    <dgm:pt modelId="{B563D982-81E9-470C-8E20-024642AC7705}" type="pres">
      <dgm:prSet presAssocID="{AF1BB4AA-79CF-4FDD-80B8-8C72A0957796}" presName="tx1" presStyleLbl="revTx" presStyleIdx="0" presStyleCnt="4" custScaleX="30435"/>
      <dgm:spPr/>
    </dgm:pt>
    <dgm:pt modelId="{942026A2-01D5-4F89-B5A8-0EDA64F80B2A}" type="pres">
      <dgm:prSet presAssocID="{AF1BB4AA-79CF-4FDD-80B8-8C72A0957796}" presName="vert1" presStyleCnt="0"/>
      <dgm:spPr/>
    </dgm:pt>
    <dgm:pt modelId="{23C5F984-7E57-4B8A-8490-51C62C645696}" type="pres">
      <dgm:prSet presAssocID="{4D6B9251-566D-4ECB-BA36-B495A4ACB938}" presName="vertSpace2a" presStyleCnt="0"/>
      <dgm:spPr/>
    </dgm:pt>
    <dgm:pt modelId="{12AA40E0-1D77-4673-868C-E4D65BB2A678}" type="pres">
      <dgm:prSet presAssocID="{4D6B9251-566D-4ECB-BA36-B495A4ACB938}" presName="horz2" presStyleCnt="0"/>
      <dgm:spPr/>
    </dgm:pt>
    <dgm:pt modelId="{E9F67D89-FB91-42D5-AE8C-89198D709533}" type="pres">
      <dgm:prSet presAssocID="{4D6B9251-566D-4ECB-BA36-B495A4ACB938}" presName="horzSpace2" presStyleCnt="0"/>
      <dgm:spPr/>
    </dgm:pt>
    <dgm:pt modelId="{754B88F6-4E1E-4D7E-90F4-8C6AF93605C4}" type="pres">
      <dgm:prSet presAssocID="{4D6B9251-566D-4ECB-BA36-B495A4ACB938}" presName="tx2" presStyleLbl="revTx" presStyleIdx="1" presStyleCnt="4" custScaleX="116405"/>
      <dgm:spPr/>
    </dgm:pt>
    <dgm:pt modelId="{4A83EB93-D484-4856-B894-AD1EF2074F66}" type="pres">
      <dgm:prSet presAssocID="{4D6B9251-566D-4ECB-BA36-B495A4ACB938}" presName="vert2" presStyleCnt="0"/>
      <dgm:spPr/>
    </dgm:pt>
    <dgm:pt modelId="{CB26AF49-200C-48F0-86CC-03A11822F70B}" type="pres">
      <dgm:prSet presAssocID="{4D6B9251-566D-4ECB-BA36-B495A4ACB938}" presName="thinLine2b" presStyleLbl="callout" presStyleIdx="0" presStyleCnt="2"/>
      <dgm:spPr/>
    </dgm:pt>
    <dgm:pt modelId="{7D949160-F165-4858-B0FD-499DC4F118E2}" type="pres">
      <dgm:prSet presAssocID="{4D6B9251-566D-4ECB-BA36-B495A4ACB938}" presName="vertSpace2b" presStyleCnt="0"/>
      <dgm:spPr/>
    </dgm:pt>
    <dgm:pt modelId="{13A82768-601A-428C-AD4F-EDFBAC5F1ABF}" type="pres">
      <dgm:prSet presAssocID="{0F99FB31-3B50-44EB-B933-AF4D2C2E39BB}" presName="thickLine" presStyleLbl="alignNode1" presStyleIdx="1" presStyleCnt="2"/>
      <dgm:spPr/>
    </dgm:pt>
    <dgm:pt modelId="{3BFF6BAE-6C03-4D35-85C6-98CABFCD4FD3}" type="pres">
      <dgm:prSet presAssocID="{0F99FB31-3B50-44EB-B933-AF4D2C2E39BB}" presName="horz1" presStyleCnt="0"/>
      <dgm:spPr/>
    </dgm:pt>
    <dgm:pt modelId="{864D8251-F51A-4C64-98FC-F4805254672F}" type="pres">
      <dgm:prSet presAssocID="{0F99FB31-3B50-44EB-B933-AF4D2C2E39BB}" presName="tx1" presStyleLbl="revTx" presStyleIdx="2" presStyleCnt="4" custScaleX="30435"/>
      <dgm:spPr/>
    </dgm:pt>
    <dgm:pt modelId="{1AE92359-8232-476F-943D-A3F3EF8E9708}" type="pres">
      <dgm:prSet presAssocID="{0F99FB31-3B50-44EB-B933-AF4D2C2E39BB}" presName="vert1" presStyleCnt="0"/>
      <dgm:spPr/>
    </dgm:pt>
    <dgm:pt modelId="{F2B074C7-E655-4176-BB10-9D352C2DB203}" type="pres">
      <dgm:prSet presAssocID="{6669559D-41D3-4348-A148-7CFEA46BC870}" presName="vertSpace2a" presStyleCnt="0"/>
      <dgm:spPr/>
    </dgm:pt>
    <dgm:pt modelId="{92F2BF8D-BBC0-4475-9257-70D1ACAE8C0E}" type="pres">
      <dgm:prSet presAssocID="{6669559D-41D3-4348-A148-7CFEA46BC870}" presName="horz2" presStyleCnt="0"/>
      <dgm:spPr/>
    </dgm:pt>
    <dgm:pt modelId="{696E1096-E622-4CCD-BA59-FD01B76E5EA7}" type="pres">
      <dgm:prSet presAssocID="{6669559D-41D3-4348-A148-7CFEA46BC870}" presName="horzSpace2" presStyleCnt="0"/>
      <dgm:spPr/>
    </dgm:pt>
    <dgm:pt modelId="{50322214-0CAF-46C4-8495-EFC3D365CC47}" type="pres">
      <dgm:prSet presAssocID="{6669559D-41D3-4348-A148-7CFEA46BC870}" presName="tx2" presStyleLbl="revTx" presStyleIdx="3" presStyleCnt="4" custScaleX="116405"/>
      <dgm:spPr/>
    </dgm:pt>
    <dgm:pt modelId="{8B228F5D-0DF0-4585-B87A-6D7556BBAB2E}" type="pres">
      <dgm:prSet presAssocID="{6669559D-41D3-4348-A148-7CFEA46BC870}" presName="vert2" presStyleCnt="0"/>
      <dgm:spPr/>
    </dgm:pt>
    <dgm:pt modelId="{7F194AF3-093C-4D2B-908F-9015CC135590}" type="pres">
      <dgm:prSet presAssocID="{6669559D-41D3-4348-A148-7CFEA46BC870}" presName="thinLine2b" presStyleLbl="callout" presStyleIdx="1" presStyleCnt="2"/>
      <dgm:spPr/>
    </dgm:pt>
    <dgm:pt modelId="{B290BE37-5EC0-4FE6-9722-71297A50CB85}" type="pres">
      <dgm:prSet presAssocID="{6669559D-41D3-4348-A148-7CFEA46BC870}" presName="vertSpace2b" presStyleCnt="0"/>
      <dgm:spPr/>
    </dgm:pt>
  </dgm:ptLst>
  <dgm:cxnLst>
    <dgm:cxn modelId="{BD079E00-C2E9-4C76-9403-397DE30088B3}" type="presOf" srcId="{6669559D-41D3-4348-A148-7CFEA46BC870}" destId="{50322214-0CAF-46C4-8495-EFC3D365CC47}" srcOrd="0" destOrd="0" presId="urn:microsoft.com/office/officeart/2008/layout/LinedList"/>
    <dgm:cxn modelId="{BCBA8425-7B26-49BF-A8FF-3E046A441762}" srcId="{AF1BB4AA-79CF-4FDD-80B8-8C72A0957796}" destId="{4D6B9251-566D-4ECB-BA36-B495A4ACB938}" srcOrd="0" destOrd="0" parTransId="{283CB21C-0639-4419-AAEA-89FBB7850310}" sibTransId="{DF536C57-C0DE-498D-B894-40E4B4B1414C}"/>
    <dgm:cxn modelId="{05D4355F-5162-45F2-9CEF-C313A7FD7791}" srcId="{57430AB2-0854-4E9C-AEB8-F8740A9E91EB}" destId="{AF1BB4AA-79CF-4FDD-80B8-8C72A0957796}" srcOrd="0" destOrd="0" parTransId="{35F8C126-A7AD-4A58-9159-6FD6F9A92AEF}" sibTransId="{A8B3E640-4D70-448C-87EE-F4F483F6C8DF}"/>
    <dgm:cxn modelId="{C6062D68-1DC2-4377-9B90-BA9974814D2D}" type="presOf" srcId="{AF1BB4AA-79CF-4FDD-80B8-8C72A0957796}" destId="{B563D982-81E9-470C-8E20-024642AC7705}" srcOrd="0" destOrd="0" presId="urn:microsoft.com/office/officeart/2008/layout/LinedList"/>
    <dgm:cxn modelId="{682A4769-A444-48F4-8810-81D827EF4CA2}" type="presOf" srcId="{0F99FB31-3B50-44EB-B933-AF4D2C2E39BB}" destId="{864D8251-F51A-4C64-98FC-F4805254672F}" srcOrd="0" destOrd="0" presId="urn:microsoft.com/office/officeart/2008/layout/LinedList"/>
    <dgm:cxn modelId="{A0A67884-EA5A-46C1-810F-4E9C35C91AA7}" srcId="{57430AB2-0854-4E9C-AEB8-F8740A9E91EB}" destId="{0F99FB31-3B50-44EB-B933-AF4D2C2E39BB}" srcOrd="1" destOrd="0" parTransId="{DAC35839-5B86-4410-82B3-5E94F0572608}" sibTransId="{E86FB113-DA6C-494D-A1CB-6B56FD48B3F0}"/>
    <dgm:cxn modelId="{A9D894AC-CCE3-4764-B297-DE6FA8D3C8E4}" srcId="{0F99FB31-3B50-44EB-B933-AF4D2C2E39BB}" destId="{6669559D-41D3-4348-A148-7CFEA46BC870}" srcOrd="0" destOrd="0" parTransId="{F15934E3-D2FA-4301-BC13-F73C7369E6F1}" sibTransId="{0BB573D4-721C-400E-BF17-9C8686272AD8}"/>
    <dgm:cxn modelId="{948C84B0-D283-4D62-AC10-3FF02CE32DC2}" type="presOf" srcId="{57430AB2-0854-4E9C-AEB8-F8740A9E91EB}" destId="{C28BCEC8-85DE-45CB-9E1B-5858CC4AD083}" srcOrd="0" destOrd="0" presId="urn:microsoft.com/office/officeart/2008/layout/LinedList"/>
    <dgm:cxn modelId="{A4A69DBB-2F89-4D70-A432-C418C58ED972}" type="presOf" srcId="{4D6B9251-566D-4ECB-BA36-B495A4ACB938}" destId="{754B88F6-4E1E-4D7E-90F4-8C6AF93605C4}" srcOrd="0" destOrd="0" presId="urn:microsoft.com/office/officeart/2008/layout/LinedList"/>
    <dgm:cxn modelId="{B8AFFA90-B91A-4401-88CE-83A0A045FB35}" type="presParOf" srcId="{C28BCEC8-85DE-45CB-9E1B-5858CC4AD083}" destId="{A2F7977D-3BE0-4963-87C1-9A65020DC336}" srcOrd="0" destOrd="0" presId="urn:microsoft.com/office/officeart/2008/layout/LinedList"/>
    <dgm:cxn modelId="{A46633AD-FE05-435D-ABF9-4EBC4DA9A369}" type="presParOf" srcId="{C28BCEC8-85DE-45CB-9E1B-5858CC4AD083}" destId="{D507B805-EC67-4C24-82CD-486735A63D0B}" srcOrd="1" destOrd="0" presId="urn:microsoft.com/office/officeart/2008/layout/LinedList"/>
    <dgm:cxn modelId="{14734077-853B-4131-9D3F-94511E113603}" type="presParOf" srcId="{D507B805-EC67-4C24-82CD-486735A63D0B}" destId="{B563D982-81E9-470C-8E20-024642AC7705}" srcOrd="0" destOrd="0" presId="urn:microsoft.com/office/officeart/2008/layout/LinedList"/>
    <dgm:cxn modelId="{46E2D666-5E7D-4F65-A389-1CF286C36DD2}" type="presParOf" srcId="{D507B805-EC67-4C24-82CD-486735A63D0B}" destId="{942026A2-01D5-4F89-B5A8-0EDA64F80B2A}" srcOrd="1" destOrd="0" presId="urn:microsoft.com/office/officeart/2008/layout/LinedList"/>
    <dgm:cxn modelId="{107A605D-05F3-4976-A954-426CFDF2A9BD}" type="presParOf" srcId="{942026A2-01D5-4F89-B5A8-0EDA64F80B2A}" destId="{23C5F984-7E57-4B8A-8490-51C62C645696}" srcOrd="0" destOrd="0" presId="urn:microsoft.com/office/officeart/2008/layout/LinedList"/>
    <dgm:cxn modelId="{A8221DD1-FD2C-4D92-AC03-A28EED65C4DF}" type="presParOf" srcId="{942026A2-01D5-4F89-B5A8-0EDA64F80B2A}" destId="{12AA40E0-1D77-4673-868C-E4D65BB2A678}" srcOrd="1" destOrd="0" presId="urn:microsoft.com/office/officeart/2008/layout/LinedList"/>
    <dgm:cxn modelId="{58F82E40-A30C-4069-A9CB-FC7ECF5E743C}" type="presParOf" srcId="{12AA40E0-1D77-4673-868C-E4D65BB2A678}" destId="{E9F67D89-FB91-42D5-AE8C-89198D709533}" srcOrd="0" destOrd="0" presId="urn:microsoft.com/office/officeart/2008/layout/LinedList"/>
    <dgm:cxn modelId="{7C82EC00-AA9F-479B-A497-26643B8D17D4}" type="presParOf" srcId="{12AA40E0-1D77-4673-868C-E4D65BB2A678}" destId="{754B88F6-4E1E-4D7E-90F4-8C6AF93605C4}" srcOrd="1" destOrd="0" presId="urn:microsoft.com/office/officeart/2008/layout/LinedList"/>
    <dgm:cxn modelId="{86BB2358-A1DD-4223-9530-FFC389450190}" type="presParOf" srcId="{12AA40E0-1D77-4673-868C-E4D65BB2A678}" destId="{4A83EB93-D484-4856-B894-AD1EF2074F66}" srcOrd="2" destOrd="0" presId="urn:microsoft.com/office/officeart/2008/layout/LinedList"/>
    <dgm:cxn modelId="{76493E76-869E-4DA0-B29D-967723EFBA9C}" type="presParOf" srcId="{942026A2-01D5-4F89-B5A8-0EDA64F80B2A}" destId="{CB26AF49-200C-48F0-86CC-03A11822F70B}" srcOrd="2" destOrd="0" presId="urn:microsoft.com/office/officeart/2008/layout/LinedList"/>
    <dgm:cxn modelId="{E87F4655-6108-45E1-B729-30A74984AA78}" type="presParOf" srcId="{942026A2-01D5-4F89-B5A8-0EDA64F80B2A}" destId="{7D949160-F165-4858-B0FD-499DC4F118E2}" srcOrd="3" destOrd="0" presId="urn:microsoft.com/office/officeart/2008/layout/LinedList"/>
    <dgm:cxn modelId="{2DB88C43-9420-43EB-9D5A-61AE61AEA088}" type="presParOf" srcId="{C28BCEC8-85DE-45CB-9E1B-5858CC4AD083}" destId="{13A82768-601A-428C-AD4F-EDFBAC5F1ABF}" srcOrd="2" destOrd="0" presId="urn:microsoft.com/office/officeart/2008/layout/LinedList"/>
    <dgm:cxn modelId="{30614659-1298-4F40-BC14-A026DC84AE8E}" type="presParOf" srcId="{C28BCEC8-85DE-45CB-9E1B-5858CC4AD083}" destId="{3BFF6BAE-6C03-4D35-85C6-98CABFCD4FD3}" srcOrd="3" destOrd="0" presId="urn:microsoft.com/office/officeart/2008/layout/LinedList"/>
    <dgm:cxn modelId="{8B1A3F22-6D01-4C43-852C-80C4E32BB65D}" type="presParOf" srcId="{3BFF6BAE-6C03-4D35-85C6-98CABFCD4FD3}" destId="{864D8251-F51A-4C64-98FC-F4805254672F}" srcOrd="0" destOrd="0" presId="urn:microsoft.com/office/officeart/2008/layout/LinedList"/>
    <dgm:cxn modelId="{92704CAC-F73D-40ED-91A0-27A58F456EFE}" type="presParOf" srcId="{3BFF6BAE-6C03-4D35-85C6-98CABFCD4FD3}" destId="{1AE92359-8232-476F-943D-A3F3EF8E9708}" srcOrd="1" destOrd="0" presId="urn:microsoft.com/office/officeart/2008/layout/LinedList"/>
    <dgm:cxn modelId="{8E8C5A34-93B7-41D0-B01C-5A997DD46A57}" type="presParOf" srcId="{1AE92359-8232-476F-943D-A3F3EF8E9708}" destId="{F2B074C7-E655-4176-BB10-9D352C2DB203}" srcOrd="0" destOrd="0" presId="urn:microsoft.com/office/officeart/2008/layout/LinedList"/>
    <dgm:cxn modelId="{4BE4D171-E45D-4BD9-B1DC-B0577D4D484C}" type="presParOf" srcId="{1AE92359-8232-476F-943D-A3F3EF8E9708}" destId="{92F2BF8D-BBC0-4475-9257-70D1ACAE8C0E}" srcOrd="1" destOrd="0" presId="urn:microsoft.com/office/officeart/2008/layout/LinedList"/>
    <dgm:cxn modelId="{9616F39B-1187-40ED-A4CB-F3BF644EFFD0}" type="presParOf" srcId="{92F2BF8D-BBC0-4475-9257-70D1ACAE8C0E}" destId="{696E1096-E622-4CCD-BA59-FD01B76E5EA7}" srcOrd="0" destOrd="0" presId="urn:microsoft.com/office/officeart/2008/layout/LinedList"/>
    <dgm:cxn modelId="{D54EC8F6-A42B-4559-B45E-CFA6B3254228}" type="presParOf" srcId="{92F2BF8D-BBC0-4475-9257-70D1ACAE8C0E}" destId="{50322214-0CAF-46C4-8495-EFC3D365CC47}" srcOrd="1" destOrd="0" presId="urn:microsoft.com/office/officeart/2008/layout/LinedList"/>
    <dgm:cxn modelId="{8B0C0F83-4E69-4843-B5B6-7A0E553DEF3A}" type="presParOf" srcId="{92F2BF8D-BBC0-4475-9257-70D1ACAE8C0E}" destId="{8B228F5D-0DF0-4585-B87A-6D7556BBAB2E}" srcOrd="2" destOrd="0" presId="urn:microsoft.com/office/officeart/2008/layout/LinedList"/>
    <dgm:cxn modelId="{497111AB-0457-47BE-8B50-0FC287FC31C2}" type="presParOf" srcId="{1AE92359-8232-476F-943D-A3F3EF8E9708}" destId="{7F194AF3-093C-4D2B-908F-9015CC135590}" srcOrd="2" destOrd="0" presId="urn:microsoft.com/office/officeart/2008/layout/LinedList"/>
    <dgm:cxn modelId="{5C1BEE50-F1D1-409A-A43D-42A6F9D66C78}" type="presParOf" srcId="{1AE92359-8232-476F-943D-A3F3EF8E9708}" destId="{B290BE37-5EC0-4FE6-9722-71297A50CB85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080E67-8A2F-4D96-B528-8B3DFC7FFF4B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98E8B76-B830-4AEC-A12F-51643DC7CC4E}">
      <dgm:prSet phldrT="[Text]" custT="1"/>
      <dgm:spPr/>
      <dgm:t>
        <a:bodyPr/>
        <a:lstStyle/>
        <a:p>
          <a:pPr algn="ctr"/>
          <a:r>
            <a:rPr lang="en-US" sz="3600" dirty="0"/>
            <a:t>a</a:t>
          </a:r>
        </a:p>
      </dgm:t>
    </dgm:pt>
    <dgm:pt modelId="{F0B9747A-CF53-4CB1-9FBE-FE17B9959E56}" type="parTrans" cxnId="{DDFFB5CF-CEAD-49D3-BD05-9FCEC5100E43}">
      <dgm:prSet/>
      <dgm:spPr/>
      <dgm:t>
        <a:bodyPr/>
        <a:lstStyle/>
        <a:p>
          <a:endParaRPr lang="en-US"/>
        </a:p>
      </dgm:t>
    </dgm:pt>
    <dgm:pt modelId="{E1B8DC17-F0AC-4A8F-9861-524318E77195}" type="sibTrans" cxnId="{DDFFB5CF-CEAD-49D3-BD05-9FCEC5100E43}">
      <dgm:prSet/>
      <dgm:spPr/>
      <dgm:t>
        <a:bodyPr/>
        <a:lstStyle/>
        <a:p>
          <a:endParaRPr lang="en-US"/>
        </a:p>
      </dgm:t>
    </dgm:pt>
    <dgm:pt modelId="{F85129D9-EAEE-4463-B143-28EC296AF430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>
              <a:cs typeface="Tahoma"/>
            </a:rPr>
            <a:t>Prof. </a:t>
          </a:r>
          <a:r>
            <a:rPr lang="en-US" sz="2000" spc="-5" dirty="0" err="1">
              <a:cs typeface="Tahoma"/>
            </a:rPr>
            <a:t>Hembing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menjelaskan</a:t>
          </a:r>
          <a:r>
            <a:rPr lang="en-US" sz="2000" spc="-5" dirty="0">
              <a:cs typeface="Tahoma"/>
            </a:rPr>
            <a:t>;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adalah</a:t>
          </a:r>
          <a:r>
            <a:rPr lang="en-US" sz="2000" spc="-5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sistem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pikiran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 </a:t>
          </a:r>
          <a:r>
            <a:rPr lang="en-US" sz="2000" spc="-9" dirty="0">
              <a:cs typeface="Tahoma"/>
            </a:rPr>
            <a:t>dan </a:t>
          </a:r>
          <a:r>
            <a:rPr lang="en-US" sz="2000" spc="-5" dirty="0" err="1">
              <a:cs typeface="Tahoma"/>
            </a:rPr>
            <a:t>tindakan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yang </a:t>
          </a:r>
          <a:r>
            <a:rPr lang="en-US" sz="2000" spc="-5" dirty="0" err="1">
              <a:cs typeface="Tahoma"/>
            </a:rPr>
            <a:t>memberi</a:t>
          </a:r>
          <a:r>
            <a:rPr lang="en-US" sz="2000" spc="-5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perhatian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berdasarkan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nilai</a:t>
          </a:r>
          <a:r>
            <a:rPr lang="en-US" sz="2000" dirty="0">
              <a:cs typeface="Tahoma"/>
            </a:rPr>
            <a:t> </a:t>
          </a:r>
          <a:r>
            <a:rPr lang="en-US" sz="2000" spc="-9" dirty="0">
              <a:cs typeface="Tahoma"/>
            </a:rPr>
            <a:t>dan </a:t>
          </a:r>
          <a:r>
            <a:rPr lang="en-US" sz="2000" spc="-5" dirty="0" err="1">
              <a:cs typeface="Tahoma"/>
            </a:rPr>
            <a:t>kepentingan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dengan</a:t>
          </a:r>
          <a:r>
            <a:rPr lang="en-US" sz="2000" spc="-5" dirty="0">
              <a:cs typeface="Tahoma"/>
            </a:rPr>
            <a:t> </a:t>
          </a:r>
          <a:r>
            <a:rPr lang="en-US" sz="2000" spc="-49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mencurahkan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hidup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hanya</a:t>
          </a:r>
          <a:r>
            <a:rPr lang="en-US" sz="2000" dirty="0">
              <a:cs typeface="Tahoma"/>
            </a:rPr>
            <a:t> </a:t>
          </a:r>
          <a:r>
            <a:rPr lang="en-US" sz="2000" spc="5" dirty="0" err="1">
              <a:cs typeface="Tahoma"/>
            </a:rPr>
            <a:t>untuk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kesejahteraan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umat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manusia</a:t>
          </a:r>
          <a:r>
            <a:rPr lang="en-US" sz="2000" dirty="0">
              <a:cs typeface="Tahoma"/>
            </a:rPr>
            <a:t>. </a:t>
          </a:r>
          <a:endParaRPr lang="en-US" sz="2000" dirty="0"/>
        </a:p>
      </dgm:t>
    </dgm:pt>
    <dgm:pt modelId="{59D36EA4-2B5F-4FB4-8AF0-1240226B785C}" type="parTrans" cxnId="{672E2B89-302C-4F85-B807-3B1DCEE4B5AF}">
      <dgm:prSet/>
      <dgm:spPr/>
      <dgm:t>
        <a:bodyPr/>
        <a:lstStyle/>
        <a:p>
          <a:endParaRPr lang="en-US"/>
        </a:p>
      </dgm:t>
    </dgm:pt>
    <dgm:pt modelId="{D12B48A6-2125-4852-8CC9-89746BC1CC13}" type="sibTrans" cxnId="{672E2B89-302C-4F85-B807-3B1DCEE4B5AF}">
      <dgm:prSet/>
      <dgm:spPr/>
      <dgm:t>
        <a:bodyPr/>
        <a:lstStyle/>
        <a:p>
          <a:endParaRPr lang="en-US"/>
        </a:p>
      </dgm:t>
    </dgm:pt>
    <dgm:pt modelId="{4390A608-7653-4D0A-AB17-71B01E6244BE}">
      <dgm:prSet phldrT="[Text]" custT="1"/>
      <dgm:spPr/>
      <dgm:t>
        <a:bodyPr/>
        <a:lstStyle/>
        <a:p>
          <a:pPr algn="ctr"/>
          <a:r>
            <a:rPr lang="en-US" sz="3600" dirty="0"/>
            <a:t>b</a:t>
          </a:r>
        </a:p>
      </dgm:t>
    </dgm:pt>
    <dgm:pt modelId="{DDF314FA-CDE5-4C25-ACD1-E89658337856}" type="parTrans" cxnId="{E3DAE971-F55A-4CA4-B7D0-4F6E6837B0BC}">
      <dgm:prSet/>
      <dgm:spPr/>
      <dgm:t>
        <a:bodyPr/>
        <a:lstStyle/>
        <a:p>
          <a:endParaRPr lang="en-US"/>
        </a:p>
      </dgm:t>
    </dgm:pt>
    <dgm:pt modelId="{B450AEF9-FD23-4F47-8109-76A836D41514}" type="sibTrans" cxnId="{E3DAE971-F55A-4CA4-B7D0-4F6E6837B0BC}">
      <dgm:prSet/>
      <dgm:spPr/>
      <dgm:t>
        <a:bodyPr/>
        <a:lstStyle/>
        <a:p>
          <a:endParaRPr lang="en-US"/>
        </a:p>
      </dgm:t>
    </dgm:pt>
    <dgm:pt modelId="{AC1CEA02-1667-4FFA-B9FF-D3700FA6ECAE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 err="1">
              <a:cs typeface="Tahoma"/>
            </a:rPr>
            <a:t>Kemanusiaan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mengambarkan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kelembutan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manusia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5" dirty="0">
              <a:cs typeface="Tahoma"/>
            </a:rPr>
            <a:t>rasa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belas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kasih</a:t>
          </a:r>
          <a:r>
            <a:rPr lang="en-US" sz="2000" dirty="0">
              <a:cs typeface="Tahoma"/>
            </a:rPr>
            <a:t> dan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sikap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mengasihi</a:t>
          </a:r>
          <a:r>
            <a:rPr lang="en-US" sz="2000" dirty="0">
              <a:cs typeface="Tahoma"/>
            </a:rPr>
            <a:t> </a:t>
          </a:r>
          <a:r>
            <a:rPr lang="en-US" sz="2000" spc="-49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terhadap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sesama</a:t>
          </a:r>
          <a:r>
            <a:rPr lang="en-US" sz="2000" spc="-5" dirty="0">
              <a:cs typeface="Tahoma"/>
            </a:rPr>
            <a:t>, </a:t>
          </a:r>
          <a:r>
            <a:rPr lang="en-US" sz="2000" spc="-5" dirty="0" err="1">
              <a:cs typeface="Tahoma"/>
            </a:rPr>
            <a:t>lingkungan</a:t>
          </a:r>
          <a:r>
            <a:rPr lang="en-US" sz="2000" spc="-5" dirty="0">
              <a:cs typeface="Tahoma"/>
            </a:rPr>
            <a:t>, </a:t>
          </a:r>
          <a:r>
            <a:rPr lang="en-US" sz="2000" spc="-5" dirty="0" err="1">
              <a:cs typeface="Tahoma"/>
            </a:rPr>
            <a:t>binatang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meskipun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dalam</a:t>
          </a:r>
          <a:r>
            <a:rPr lang="en-US" sz="2000" spc="-5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keadaan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menderita</a:t>
          </a:r>
          <a:r>
            <a:rPr lang="en-US" sz="2000" spc="-5" dirty="0">
              <a:cs typeface="Tahoma"/>
            </a:rPr>
            <a:t> </a:t>
          </a:r>
          <a:r>
            <a:rPr lang="en-US" sz="2000" spc="5" dirty="0">
              <a:cs typeface="Tahoma"/>
            </a:rPr>
            <a:t>dan </a:t>
          </a:r>
          <a:r>
            <a:rPr lang="en-US" sz="2000" spc="9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sengsara</a:t>
          </a:r>
          <a:r>
            <a:rPr lang="en-US" sz="2000" spc="-9" dirty="0">
              <a:cs typeface="Tahoma"/>
            </a:rPr>
            <a:t>.</a:t>
          </a:r>
          <a:endParaRPr lang="en-US" sz="2000" dirty="0"/>
        </a:p>
      </dgm:t>
    </dgm:pt>
    <dgm:pt modelId="{A2523E12-6DA5-4A27-8AE0-A4A765D7E7A7}" type="parTrans" cxnId="{8749ADE8-A650-418C-85F7-B92ADAA2CDFE}">
      <dgm:prSet/>
      <dgm:spPr/>
      <dgm:t>
        <a:bodyPr/>
        <a:lstStyle/>
        <a:p>
          <a:endParaRPr lang="en-US"/>
        </a:p>
      </dgm:t>
    </dgm:pt>
    <dgm:pt modelId="{FB0CE6C3-164A-4786-BBFB-11C35B847086}" type="sibTrans" cxnId="{8749ADE8-A650-418C-85F7-B92ADAA2CDFE}">
      <dgm:prSet/>
      <dgm:spPr/>
      <dgm:t>
        <a:bodyPr/>
        <a:lstStyle/>
        <a:p>
          <a:endParaRPr lang="en-US"/>
        </a:p>
      </dgm:t>
    </dgm:pt>
    <dgm:pt modelId="{6FC9F140-0D28-4C79-9CC0-84C52A69C15E}">
      <dgm:prSet phldrT="[Text]" custT="1"/>
      <dgm:spPr/>
      <dgm:t>
        <a:bodyPr/>
        <a:lstStyle/>
        <a:p>
          <a:pPr algn="ctr"/>
          <a:r>
            <a:rPr lang="en-US" sz="3600" dirty="0"/>
            <a:t>c</a:t>
          </a:r>
        </a:p>
      </dgm:t>
    </dgm:pt>
    <dgm:pt modelId="{924475D7-1A92-450D-BD69-F996B0AA02A9}" type="parTrans" cxnId="{E8C2B1B4-F2D8-49B0-A6FC-96AECE196BEC}">
      <dgm:prSet/>
      <dgm:spPr/>
      <dgm:t>
        <a:bodyPr/>
        <a:lstStyle/>
        <a:p>
          <a:endParaRPr lang="en-US"/>
        </a:p>
      </dgm:t>
    </dgm:pt>
    <dgm:pt modelId="{992BC1A2-EADB-4629-8DE5-F8A2EC02F570}" type="sibTrans" cxnId="{E8C2B1B4-F2D8-49B0-A6FC-96AECE196BEC}">
      <dgm:prSet/>
      <dgm:spPr/>
      <dgm:t>
        <a:bodyPr/>
        <a:lstStyle/>
        <a:p>
          <a:endParaRPr lang="en-US"/>
        </a:p>
      </dgm:t>
    </dgm:pt>
    <dgm:pt modelId="{62979076-0B10-474F-B3EC-D3C0DC538BC3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9" dirty="0" err="1">
              <a:cs typeface="Tahoma"/>
            </a:rPr>
            <a:t>Pengertian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mencakup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segala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sifat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pandangan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cara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berpikir</a:t>
          </a:r>
          <a:r>
            <a:rPr lang="en-US" sz="2000" dirty="0">
              <a:cs typeface="Tahoma"/>
            </a:rPr>
            <a:t> </a:t>
          </a:r>
          <a:r>
            <a:rPr lang="en-US" sz="2000" spc="-9" dirty="0">
              <a:cs typeface="Tahoma"/>
            </a:rPr>
            <a:t>dan </a:t>
          </a:r>
          <a:r>
            <a:rPr lang="en-US" sz="2000" spc="-5" dirty="0" err="1">
              <a:cs typeface="Tahoma"/>
            </a:rPr>
            <a:t>perbuatan</a:t>
          </a:r>
          <a:r>
            <a:rPr lang="en-US" sz="2000" dirty="0">
              <a:cs typeface="Tahoma"/>
            </a:rPr>
            <a:t> yang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karena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kodratnya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manusia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harus</a:t>
          </a:r>
          <a:r>
            <a:rPr lang="en-US" sz="2000" spc="49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memilikinya</a:t>
          </a:r>
          <a:r>
            <a:rPr lang="en-US" sz="2000" spc="-5" dirty="0">
              <a:cs typeface="Tahoma"/>
            </a:rPr>
            <a:t>, </a:t>
          </a:r>
          <a:r>
            <a:rPr lang="en-US" sz="2000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sebab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>
              <a:cs typeface="Tahoma"/>
            </a:rPr>
            <a:t>rasa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merupakan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dorongan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batin</a:t>
          </a:r>
          <a:r>
            <a:rPr lang="en-US" sz="2000" spc="-5" dirty="0">
              <a:cs typeface="Tahoma"/>
            </a:rPr>
            <a:t> </a:t>
          </a:r>
          <a:r>
            <a:rPr lang="en-US" sz="2000" spc="5" dirty="0" err="1">
              <a:cs typeface="Tahoma"/>
            </a:rPr>
            <a:t>untuk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melahirkan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suatu</a:t>
          </a:r>
          <a:r>
            <a:rPr lang="en-US" sz="2000" dirty="0">
              <a:cs typeface="Tahoma"/>
            </a:rPr>
            <a:t> 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sikap</a:t>
          </a:r>
          <a:r>
            <a:rPr lang="en-US" sz="2000" spc="508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atau</a:t>
          </a:r>
          <a:r>
            <a:rPr lang="en-US" sz="2000" spc="527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perbuatan</a:t>
          </a:r>
          <a:r>
            <a:rPr lang="en-US" sz="2000" spc="521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.</a:t>
          </a:r>
          <a:r>
            <a:rPr lang="en-US" sz="2000" spc="508" dirty="0">
              <a:cs typeface="Tahoma"/>
            </a:rPr>
            <a:t> </a:t>
          </a:r>
          <a:endParaRPr lang="en-US" sz="2000" dirty="0"/>
        </a:p>
      </dgm:t>
    </dgm:pt>
    <dgm:pt modelId="{719A7F11-0B39-4FF4-A6BB-0C18A5A7B66D}" type="parTrans" cxnId="{87F4A6A4-1CAD-4878-9DFB-210C81068D4A}">
      <dgm:prSet/>
      <dgm:spPr/>
      <dgm:t>
        <a:bodyPr/>
        <a:lstStyle/>
        <a:p>
          <a:endParaRPr lang="en-US"/>
        </a:p>
      </dgm:t>
    </dgm:pt>
    <dgm:pt modelId="{54889125-01DC-466A-BA65-14CE37DBA3E2}" type="sibTrans" cxnId="{87F4A6A4-1CAD-4878-9DFB-210C81068D4A}">
      <dgm:prSet/>
      <dgm:spPr/>
      <dgm:t>
        <a:bodyPr/>
        <a:lstStyle/>
        <a:p>
          <a:endParaRPr lang="en-US"/>
        </a:p>
      </dgm:t>
    </dgm:pt>
    <dgm:pt modelId="{810343B4-89BF-4B7C-AF39-0EACDAE8EE92}">
      <dgm:prSet phldrT="[Text]" custT="1"/>
      <dgm:spPr/>
      <dgm:t>
        <a:bodyPr/>
        <a:lstStyle/>
        <a:p>
          <a:pPr algn="ctr"/>
          <a:r>
            <a:rPr lang="en-US" sz="3600" dirty="0"/>
            <a:t>d</a:t>
          </a:r>
        </a:p>
      </dgm:t>
    </dgm:pt>
    <dgm:pt modelId="{3F1AF11E-F393-4C10-BAF4-6250FB25339A}" type="parTrans" cxnId="{4613E0AA-9E5A-4896-9E33-CC7EB16FF2E8}">
      <dgm:prSet/>
      <dgm:spPr/>
      <dgm:t>
        <a:bodyPr/>
        <a:lstStyle/>
        <a:p>
          <a:endParaRPr lang="en-US"/>
        </a:p>
      </dgm:t>
    </dgm:pt>
    <dgm:pt modelId="{11F6C8C1-B1EB-4739-ADB1-59E0F895373E}" type="sibTrans" cxnId="{4613E0AA-9E5A-4896-9E33-CC7EB16FF2E8}">
      <dgm:prSet/>
      <dgm:spPr/>
      <dgm:t>
        <a:bodyPr/>
        <a:lstStyle/>
        <a:p>
          <a:endParaRPr lang="en-US"/>
        </a:p>
      </dgm:t>
    </dgm:pt>
    <dgm:pt modelId="{48064F46-8B10-4C3F-AA0F-F09D9AF820C2}">
      <dgm:prSet phldrT="[Text]" custT="1"/>
      <dgm:spPr/>
      <dgm:t>
        <a:bodyPr/>
        <a:lstStyle/>
        <a:p>
          <a:pPr algn="ctr"/>
          <a:r>
            <a:rPr lang="en-US" sz="3600" dirty="0"/>
            <a:t>e</a:t>
          </a:r>
        </a:p>
      </dgm:t>
    </dgm:pt>
    <dgm:pt modelId="{330DFBBC-342B-4352-B502-4FF42CB153DE}" type="parTrans" cxnId="{6C1D43C4-DCAC-4607-A6D5-2E83BA974743}">
      <dgm:prSet/>
      <dgm:spPr/>
      <dgm:t>
        <a:bodyPr/>
        <a:lstStyle/>
        <a:p>
          <a:endParaRPr lang="en-US"/>
        </a:p>
      </dgm:t>
    </dgm:pt>
    <dgm:pt modelId="{F07F484C-AFF9-4893-BF0E-2970F5248CCA}" type="sibTrans" cxnId="{6C1D43C4-DCAC-4607-A6D5-2E83BA974743}">
      <dgm:prSet/>
      <dgm:spPr/>
      <dgm:t>
        <a:bodyPr/>
        <a:lstStyle/>
        <a:p>
          <a:endParaRPr lang="en-US"/>
        </a:p>
      </dgm:t>
    </dgm:pt>
    <dgm:pt modelId="{AD373EC8-793D-4D6D-92F2-F776152BCFA5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 err="1">
              <a:cs typeface="Tahoma"/>
            </a:rPr>
            <a:t>Seseorang</a:t>
          </a:r>
          <a:r>
            <a:rPr lang="en-US" sz="2000" spc="544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dapat</a:t>
          </a:r>
          <a:r>
            <a:rPr lang="en-US" sz="2000" spc="512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bertindak</a:t>
          </a:r>
          <a:r>
            <a:rPr lang="en-US" sz="2000" spc="512" dirty="0">
              <a:cs typeface="Tahoma"/>
            </a:rPr>
            <a:t> </a:t>
          </a:r>
          <a:r>
            <a:rPr lang="en-US" sz="2000" spc="-9" dirty="0">
              <a:cs typeface="Tahoma"/>
            </a:rPr>
            <a:t>dan</a:t>
          </a:r>
          <a:r>
            <a:rPr lang="en-US" sz="2000" spc="521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berpikir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manusiawi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atau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berdasarkan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prinsip-prinsip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apabila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memiliki</a:t>
          </a:r>
          <a:r>
            <a:rPr lang="en-US" sz="2000" spc="-5" dirty="0">
              <a:cs typeface="Tahoma"/>
            </a:rPr>
            <a:t> moral  yang </a:t>
          </a:r>
          <a:r>
            <a:rPr lang="en-US" sz="2000" spc="-5" dirty="0" err="1">
              <a:cs typeface="Tahoma"/>
            </a:rPr>
            <a:t>baik</a:t>
          </a:r>
          <a:r>
            <a:rPr lang="en-US" sz="2000" spc="-5" dirty="0">
              <a:cs typeface="Tahoma"/>
            </a:rPr>
            <a:t>. </a:t>
          </a:r>
          <a:endParaRPr lang="en-US" sz="2000" dirty="0"/>
        </a:p>
      </dgm:t>
    </dgm:pt>
    <dgm:pt modelId="{A9D92408-99A2-4C4C-85CF-6BCB01A6AE6A}" type="parTrans" cxnId="{3154E1E8-7D43-4C82-AC30-454C6C03CF87}">
      <dgm:prSet/>
      <dgm:spPr/>
      <dgm:t>
        <a:bodyPr/>
        <a:lstStyle/>
        <a:p>
          <a:endParaRPr lang="en-US"/>
        </a:p>
      </dgm:t>
    </dgm:pt>
    <dgm:pt modelId="{4A3B4F07-338D-4525-BF8F-FA985F367298}" type="sibTrans" cxnId="{3154E1E8-7D43-4C82-AC30-454C6C03CF87}">
      <dgm:prSet/>
      <dgm:spPr/>
      <dgm:t>
        <a:bodyPr/>
        <a:lstStyle/>
        <a:p>
          <a:endParaRPr lang="en-US"/>
        </a:p>
      </dgm:t>
    </dgm:pt>
    <dgm:pt modelId="{279CB75D-7822-454E-9D17-C754C1E31020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>
              <a:cs typeface="Tahoma"/>
            </a:rPr>
            <a:t>Orang yang </a:t>
          </a:r>
          <a:r>
            <a:rPr lang="en-US" sz="2000" spc="-5" dirty="0" err="1">
              <a:cs typeface="Tahoma"/>
            </a:rPr>
            <a:t>bermoral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tidak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baik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tentu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tidak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mungkin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memiliki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sikap</a:t>
          </a:r>
          <a:r>
            <a:rPr lang="en-US" sz="2000" spc="-5" dirty="0">
              <a:cs typeface="Tahoma"/>
            </a:rPr>
            <a:t> dan </a:t>
          </a:r>
          <a:r>
            <a:rPr lang="en-US" sz="2000" spc="-5" dirty="0" err="1">
              <a:cs typeface="Tahoma"/>
            </a:rPr>
            <a:t>perbuatan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, </a:t>
          </a:r>
          <a:r>
            <a:rPr lang="en-US" sz="2000" spc="-5" dirty="0" err="1">
              <a:cs typeface="Tahoma"/>
            </a:rPr>
            <a:t>sebab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perbuatan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seluruhnya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bernilai</a:t>
          </a:r>
          <a:r>
            <a:rPr lang="en-US" sz="2000" spc="-5" dirty="0">
              <a:cs typeface="Tahoma"/>
            </a:rPr>
            <a:t>  </a:t>
          </a:r>
          <a:r>
            <a:rPr lang="en-US" sz="2000" spc="-5" dirty="0" err="1">
              <a:cs typeface="Tahoma"/>
            </a:rPr>
            <a:t>baik</a:t>
          </a:r>
          <a:r>
            <a:rPr lang="en-US" sz="2000" spc="-5" dirty="0">
              <a:cs typeface="Tahoma"/>
            </a:rPr>
            <a:t>.</a:t>
          </a:r>
          <a:endParaRPr lang="en-US" sz="2000" dirty="0"/>
        </a:p>
      </dgm:t>
    </dgm:pt>
    <dgm:pt modelId="{0E508F0A-352B-4A31-911B-3E28AA68F21A}" type="parTrans" cxnId="{FD552E8D-BC44-40E0-B9EE-3B38521E23D3}">
      <dgm:prSet/>
      <dgm:spPr/>
      <dgm:t>
        <a:bodyPr/>
        <a:lstStyle/>
        <a:p>
          <a:endParaRPr lang="en-US"/>
        </a:p>
      </dgm:t>
    </dgm:pt>
    <dgm:pt modelId="{A9B1F5BE-2820-4F7F-9066-E65296C19302}" type="sibTrans" cxnId="{FD552E8D-BC44-40E0-B9EE-3B38521E23D3}">
      <dgm:prSet/>
      <dgm:spPr/>
      <dgm:t>
        <a:bodyPr/>
        <a:lstStyle/>
        <a:p>
          <a:endParaRPr lang="en-US"/>
        </a:p>
      </dgm:t>
    </dgm:pt>
    <dgm:pt modelId="{26C3E745-B1B3-449D-AB48-7B781D454F54}" type="pres">
      <dgm:prSet presAssocID="{9C080E67-8A2F-4D96-B528-8B3DFC7FFF4B}" presName="vert0" presStyleCnt="0">
        <dgm:presLayoutVars>
          <dgm:dir/>
          <dgm:animOne val="branch"/>
          <dgm:animLvl val="lvl"/>
        </dgm:presLayoutVars>
      </dgm:prSet>
      <dgm:spPr/>
    </dgm:pt>
    <dgm:pt modelId="{946D7C6B-8CB6-413A-8DDE-D230D9358E2F}" type="pres">
      <dgm:prSet presAssocID="{F98E8B76-B830-4AEC-A12F-51643DC7CC4E}" presName="thickLine" presStyleLbl="alignNode1" presStyleIdx="0" presStyleCnt="5"/>
      <dgm:spPr/>
    </dgm:pt>
    <dgm:pt modelId="{E14AD5E1-2CAC-49DA-81E6-8CC168C064C4}" type="pres">
      <dgm:prSet presAssocID="{F98E8B76-B830-4AEC-A12F-51643DC7CC4E}" presName="horz1" presStyleCnt="0"/>
      <dgm:spPr/>
    </dgm:pt>
    <dgm:pt modelId="{34A03661-A3D7-478E-B5AC-BDBA89C50EB3}" type="pres">
      <dgm:prSet presAssocID="{F98E8B76-B830-4AEC-A12F-51643DC7CC4E}" presName="tx1" presStyleLbl="revTx" presStyleIdx="0" presStyleCnt="10" custScaleX="27610"/>
      <dgm:spPr/>
    </dgm:pt>
    <dgm:pt modelId="{D589BDCF-9C7B-4100-8E20-3E53CBAF6016}" type="pres">
      <dgm:prSet presAssocID="{F98E8B76-B830-4AEC-A12F-51643DC7CC4E}" presName="vert1" presStyleCnt="0"/>
      <dgm:spPr/>
    </dgm:pt>
    <dgm:pt modelId="{BCC734C1-838B-4ED8-8F04-EA0BDA49DEFB}" type="pres">
      <dgm:prSet presAssocID="{F85129D9-EAEE-4463-B143-28EC296AF430}" presName="vertSpace2a" presStyleCnt="0"/>
      <dgm:spPr/>
    </dgm:pt>
    <dgm:pt modelId="{7C9CF167-EE0B-4823-82E7-A7D09E44745E}" type="pres">
      <dgm:prSet presAssocID="{F85129D9-EAEE-4463-B143-28EC296AF430}" presName="horz2" presStyleCnt="0"/>
      <dgm:spPr/>
    </dgm:pt>
    <dgm:pt modelId="{FEFC2DEF-D556-4B3F-9D96-B74A723CDA54}" type="pres">
      <dgm:prSet presAssocID="{F85129D9-EAEE-4463-B143-28EC296AF430}" presName="horzSpace2" presStyleCnt="0"/>
      <dgm:spPr/>
    </dgm:pt>
    <dgm:pt modelId="{660654DE-8532-4D8F-8567-56C4D4502679}" type="pres">
      <dgm:prSet presAssocID="{F85129D9-EAEE-4463-B143-28EC296AF430}" presName="tx2" presStyleLbl="revTx" presStyleIdx="1" presStyleCnt="10" custScaleX="114424"/>
      <dgm:spPr/>
    </dgm:pt>
    <dgm:pt modelId="{79C60D38-2D7E-42CB-A42A-A4C8A7AFDDB4}" type="pres">
      <dgm:prSet presAssocID="{F85129D9-EAEE-4463-B143-28EC296AF430}" presName="vert2" presStyleCnt="0"/>
      <dgm:spPr/>
    </dgm:pt>
    <dgm:pt modelId="{81D48884-F529-45AD-88C6-4B9BCE082D1F}" type="pres">
      <dgm:prSet presAssocID="{F85129D9-EAEE-4463-B143-28EC296AF430}" presName="thinLine2b" presStyleLbl="callout" presStyleIdx="0" presStyleCnt="5"/>
      <dgm:spPr/>
    </dgm:pt>
    <dgm:pt modelId="{50072ACA-5993-4F9F-ACD0-F227E1E2D859}" type="pres">
      <dgm:prSet presAssocID="{F85129D9-EAEE-4463-B143-28EC296AF430}" presName="vertSpace2b" presStyleCnt="0"/>
      <dgm:spPr/>
    </dgm:pt>
    <dgm:pt modelId="{CCEA1972-6125-428F-A93F-CFF541C54187}" type="pres">
      <dgm:prSet presAssocID="{4390A608-7653-4D0A-AB17-71B01E6244BE}" presName="thickLine" presStyleLbl="alignNode1" presStyleIdx="1" presStyleCnt="5"/>
      <dgm:spPr/>
    </dgm:pt>
    <dgm:pt modelId="{60C0AA21-1592-40F5-B4C4-26567C904D4E}" type="pres">
      <dgm:prSet presAssocID="{4390A608-7653-4D0A-AB17-71B01E6244BE}" presName="horz1" presStyleCnt="0"/>
      <dgm:spPr/>
    </dgm:pt>
    <dgm:pt modelId="{B5D79E58-CD59-44C8-92E1-12BEC7997083}" type="pres">
      <dgm:prSet presAssocID="{4390A608-7653-4D0A-AB17-71B01E6244BE}" presName="tx1" presStyleLbl="revTx" presStyleIdx="2" presStyleCnt="10" custScaleX="27610"/>
      <dgm:spPr/>
    </dgm:pt>
    <dgm:pt modelId="{30C902E9-B5FE-4855-B10B-92EBD3DD69F4}" type="pres">
      <dgm:prSet presAssocID="{4390A608-7653-4D0A-AB17-71B01E6244BE}" presName="vert1" presStyleCnt="0"/>
      <dgm:spPr/>
    </dgm:pt>
    <dgm:pt modelId="{6222CF8F-0290-4372-89D4-4726AD83AF4A}" type="pres">
      <dgm:prSet presAssocID="{AC1CEA02-1667-4FFA-B9FF-D3700FA6ECAE}" presName="vertSpace2a" presStyleCnt="0"/>
      <dgm:spPr/>
    </dgm:pt>
    <dgm:pt modelId="{2E18E103-7DA9-4E32-85E2-EF6B79158093}" type="pres">
      <dgm:prSet presAssocID="{AC1CEA02-1667-4FFA-B9FF-D3700FA6ECAE}" presName="horz2" presStyleCnt="0"/>
      <dgm:spPr/>
    </dgm:pt>
    <dgm:pt modelId="{C1149961-7C45-4FF4-9D43-4BD9E7A9B827}" type="pres">
      <dgm:prSet presAssocID="{AC1CEA02-1667-4FFA-B9FF-D3700FA6ECAE}" presName="horzSpace2" presStyleCnt="0"/>
      <dgm:spPr/>
    </dgm:pt>
    <dgm:pt modelId="{32DE65FE-1EBC-45C0-B0BD-7B27CAF9AB50}" type="pres">
      <dgm:prSet presAssocID="{AC1CEA02-1667-4FFA-B9FF-D3700FA6ECAE}" presName="tx2" presStyleLbl="revTx" presStyleIdx="3" presStyleCnt="10" custScaleX="114424"/>
      <dgm:spPr/>
    </dgm:pt>
    <dgm:pt modelId="{14C7053C-1B5F-45B2-983F-4C3031E09987}" type="pres">
      <dgm:prSet presAssocID="{AC1CEA02-1667-4FFA-B9FF-D3700FA6ECAE}" presName="vert2" presStyleCnt="0"/>
      <dgm:spPr/>
    </dgm:pt>
    <dgm:pt modelId="{2A7B4C0C-EE67-42A7-A0E2-869B9FEAA2C6}" type="pres">
      <dgm:prSet presAssocID="{AC1CEA02-1667-4FFA-B9FF-D3700FA6ECAE}" presName="thinLine2b" presStyleLbl="callout" presStyleIdx="1" presStyleCnt="5"/>
      <dgm:spPr/>
    </dgm:pt>
    <dgm:pt modelId="{24D27B6F-1235-4F41-91FA-D03F76D9CB55}" type="pres">
      <dgm:prSet presAssocID="{AC1CEA02-1667-4FFA-B9FF-D3700FA6ECAE}" presName="vertSpace2b" presStyleCnt="0"/>
      <dgm:spPr/>
    </dgm:pt>
    <dgm:pt modelId="{567288D2-0481-4C71-AF44-2AA145CD7BA4}" type="pres">
      <dgm:prSet presAssocID="{6FC9F140-0D28-4C79-9CC0-84C52A69C15E}" presName="thickLine" presStyleLbl="alignNode1" presStyleIdx="2" presStyleCnt="5"/>
      <dgm:spPr/>
    </dgm:pt>
    <dgm:pt modelId="{36F05A25-EA09-4D68-8A8B-F0D8671705C3}" type="pres">
      <dgm:prSet presAssocID="{6FC9F140-0D28-4C79-9CC0-84C52A69C15E}" presName="horz1" presStyleCnt="0"/>
      <dgm:spPr/>
    </dgm:pt>
    <dgm:pt modelId="{DEB36C80-F00F-45D3-827F-257AAAEA3312}" type="pres">
      <dgm:prSet presAssocID="{6FC9F140-0D28-4C79-9CC0-84C52A69C15E}" presName="tx1" presStyleLbl="revTx" presStyleIdx="4" presStyleCnt="10" custScaleX="27610"/>
      <dgm:spPr/>
    </dgm:pt>
    <dgm:pt modelId="{FF39BEE7-8ABA-416F-A405-2BF3E57EEC84}" type="pres">
      <dgm:prSet presAssocID="{6FC9F140-0D28-4C79-9CC0-84C52A69C15E}" presName="vert1" presStyleCnt="0"/>
      <dgm:spPr/>
    </dgm:pt>
    <dgm:pt modelId="{1EE9476C-4D96-4365-8BB6-CA367C9BF512}" type="pres">
      <dgm:prSet presAssocID="{62979076-0B10-474F-B3EC-D3C0DC538BC3}" presName="vertSpace2a" presStyleCnt="0"/>
      <dgm:spPr/>
    </dgm:pt>
    <dgm:pt modelId="{AD9AD12E-BBE5-4285-9A20-29112B996D01}" type="pres">
      <dgm:prSet presAssocID="{62979076-0B10-474F-B3EC-D3C0DC538BC3}" presName="horz2" presStyleCnt="0"/>
      <dgm:spPr/>
    </dgm:pt>
    <dgm:pt modelId="{ABF4AA14-0F76-4E17-A23D-BA36DE7B5F2D}" type="pres">
      <dgm:prSet presAssocID="{62979076-0B10-474F-B3EC-D3C0DC538BC3}" presName="horzSpace2" presStyleCnt="0"/>
      <dgm:spPr/>
    </dgm:pt>
    <dgm:pt modelId="{3EEBE194-2AB3-476D-88F3-80C30D826696}" type="pres">
      <dgm:prSet presAssocID="{62979076-0B10-474F-B3EC-D3C0DC538BC3}" presName="tx2" presStyleLbl="revTx" presStyleIdx="5" presStyleCnt="10" custScaleX="114424"/>
      <dgm:spPr/>
    </dgm:pt>
    <dgm:pt modelId="{1D9A084A-E9F7-41CD-A59F-8C0C0975BAE3}" type="pres">
      <dgm:prSet presAssocID="{62979076-0B10-474F-B3EC-D3C0DC538BC3}" presName="vert2" presStyleCnt="0"/>
      <dgm:spPr/>
    </dgm:pt>
    <dgm:pt modelId="{1F37D480-3A9E-4E70-96EE-C3E252CCA08B}" type="pres">
      <dgm:prSet presAssocID="{62979076-0B10-474F-B3EC-D3C0DC538BC3}" presName="thinLine2b" presStyleLbl="callout" presStyleIdx="2" presStyleCnt="5"/>
      <dgm:spPr/>
    </dgm:pt>
    <dgm:pt modelId="{4DA6328A-F4F4-48B3-B325-4E5C22E493CA}" type="pres">
      <dgm:prSet presAssocID="{62979076-0B10-474F-B3EC-D3C0DC538BC3}" presName="vertSpace2b" presStyleCnt="0"/>
      <dgm:spPr/>
    </dgm:pt>
    <dgm:pt modelId="{9EEB05A0-F970-4594-9E64-28997428AE09}" type="pres">
      <dgm:prSet presAssocID="{810343B4-89BF-4B7C-AF39-0EACDAE8EE92}" presName="thickLine" presStyleLbl="alignNode1" presStyleIdx="3" presStyleCnt="5"/>
      <dgm:spPr/>
    </dgm:pt>
    <dgm:pt modelId="{E65BB0AD-06A3-40A5-97D5-1EE35AE21652}" type="pres">
      <dgm:prSet presAssocID="{810343B4-89BF-4B7C-AF39-0EACDAE8EE92}" presName="horz1" presStyleCnt="0"/>
      <dgm:spPr/>
    </dgm:pt>
    <dgm:pt modelId="{59351437-32C3-4DF7-9966-E7B7E8401D20}" type="pres">
      <dgm:prSet presAssocID="{810343B4-89BF-4B7C-AF39-0EACDAE8EE92}" presName="tx1" presStyleLbl="revTx" presStyleIdx="6" presStyleCnt="10" custScaleX="27610"/>
      <dgm:spPr/>
    </dgm:pt>
    <dgm:pt modelId="{4FB125EA-0A80-488F-8170-BCB7FD98DEEB}" type="pres">
      <dgm:prSet presAssocID="{810343B4-89BF-4B7C-AF39-0EACDAE8EE92}" presName="vert1" presStyleCnt="0"/>
      <dgm:spPr/>
    </dgm:pt>
    <dgm:pt modelId="{08E8463A-B42B-4442-9D3C-E205A0121969}" type="pres">
      <dgm:prSet presAssocID="{AD373EC8-793D-4D6D-92F2-F776152BCFA5}" presName="vertSpace2a" presStyleCnt="0"/>
      <dgm:spPr/>
    </dgm:pt>
    <dgm:pt modelId="{7691CC14-4E9C-4998-8CF3-329DD5570140}" type="pres">
      <dgm:prSet presAssocID="{AD373EC8-793D-4D6D-92F2-F776152BCFA5}" presName="horz2" presStyleCnt="0"/>
      <dgm:spPr/>
    </dgm:pt>
    <dgm:pt modelId="{FB2C6A49-24A2-4A86-A2F3-F59737225DD5}" type="pres">
      <dgm:prSet presAssocID="{AD373EC8-793D-4D6D-92F2-F776152BCFA5}" presName="horzSpace2" presStyleCnt="0"/>
      <dgm:spPr/>
    </dgm:pt>
    <dgm:pt modelId="{8F3F000B-EF13-42D0-9D86-9DA1ED9F9534}" type="pres">
      <dgm:prSet presAssocID="{AD373EC8-793D-4D6D-92F2-F776152BCFA5}" presName="tx2" presStyleLbl="revTx" presStyleIdx="7" presStyleCnt="10" custScaleX="114424"/>
      <dgm:spPr/>
    </dgm:pt>
    <dgm:pt modelId="{BEF33D69-2DBA-49CE-B1AC-403070FA92C3}" type="pres">
      <dgm:prSet presAssocID="{AD373EC8-793D-4D6D-92F2-F776152BCFA5}" presName="vert2" presStyleCnt="0"/>
      <dgm:spPr/>
    </dgm:pt>
    <dgm:pt modelId="{1CA20F67-5F3C-4F75-9DBF-830D0D485634}" type="pres">
      <dgm:prSet presAssocID="{AD373EC8-793D-4D6D-92F2-F776152BCFA5}" presName="thinLine2b" presStyleLbl="callout" presStyleIdx="3" presStyleCnt="5"/>
      <dgm:spPr/>
    </dgm:pt>
    <dgm:pt modelId="{F7B264B7-DB4A-4B46-8B5F-A96D85D58AD0}" type="pres">
      <dgm:prSet presAssocID="{AD373EC8-793D-4D6D-92F2-F776152BCFA5}" presName="vertSpace2b" presStyleCnt="0"/>
      <dgm:spPr/>
    </dgm:pt>
    <dgm:pt modelId="{8445FFCF-1DE6-425A-9C79-E7AA46FFA638}" type="pres">
      <dgm:prSet presAssocID="{48064F46-8B10-4C3F-AA0F-F09D9AF820C2}" presName="thickLine" presStyleLbl="alignNode1" presStyleIdx="4" presStyleCnt="5"/>
      <dgm:spPr/>
    </dgm:pt>
    <dgm:pt modelId="{1C277D0F-AC91-45A3-B6CD-3883B7DD3810}" type="pres">
      <dgm:prSet presAssocID="{48064F46-8B10-4C3F-AA0F-F09D9AF820C2}" presName="horz1" presStyleCnt="0"/>
      <dgm:spPr/>
    </dgm:pt>
    <dgm:pt modelId="{17AB68D5-8100-4839-8437-87AB07C6DD9A}" type="pres">
      <dgm:prSet presAssocID="{48064F46-8B10-4C3F-AA0F-F09D9AF820C2}" presName="tx1" presStyleLbl="revTx" presStyleIdx="8" presStyleCnt="10" custScaleX="27610"/>
      <dgm:spPr/>
    </dgm:pt>
    <dgm:pt modelId="{7E39FE2E-DBE8-45E5-8E9B-CA1E6E7A269F}" type="pres">
      <dgm:prSet presAssocID="{48064F46-8B10-4C3F-AA0F-F09D9AF820C2}" presName="vert1" presStyleCnt="0"/>
      <dgm:spPr/>
    </dgm:pt>
    <dgm:pt modelId="{9C575A4D-EB83-4FD3-8E39-55883AFE1E59}" type="pres">
      <dgm:prSet presAssocID="{279CB75D-7822-454E-9D17-C754C1E31020}" presName="vertSpace2a" presStyleCnt="0"/>
      <dgm:spPr/>
    </dgm:pt>
    <dgm:pt modelId="{8E5D6D0E-7D86-496D-8339-A7E00E917F8B}" type="pres">
      <dgm:prSet presAssocID="{279CB75D-7822-454E-9D17-C754C1E31020}" presName="horz2" presStyleCnt="0"/>
      <dgm:spPr/>
    </dgm:pt>
    <dgm:pt modelId="{D6A00EEC-6A7E-4CC6-8AF9-E9C9522902B3}" type="pres">
      <dgm:prSet presAssocID="{279CB75D-7822-454E-9D17-C754C1E31020}" presName="horzSpace2" presStyleCnt="0"/>
      <dgm:spPr/>
    </dgm:pt>
    <dgm:pt modelId="{DD45E86A-6BA4-41CC-B443-9CC4A4E76E95}" type="pres">
      <dgm:prSet presAssocID="{279CB75D-7822-454E-9D17-C754C1E31020}" presName="tx2" presStyleLbl="revTx" presStyleIdx="9" presStyleCnt="10" custScaleX="114424"/>
      <dgm:spPr/>
    </dgm:pt>
    <dgm:pt modelId="{6D7CC5F4-7648-47EC-9700-AD432669A1B3}" type="pres">
      <dgm:prSet presAssocID="{279CB75D-7822-454E-9D17-C754C1E31020}" presName="vert2" presStyleCnt="0"/>
      <dgm:spPr/>
    </dgm:pt>
    <dgm:pt modelId="{A0B7FBFD-F8E2-42B5-B89A-48FBD1365E20}" type="pres">
      <dgm:prSet presAssocID="{279CB75D-7822-454E-9D17-C754C1E31020}" presName="thinLine2b" presStyleLbl="callout" presStyleIdx="4" presStyleCnt="5"/>
      <dgm:spPr/>
    </dgm:pt>
    <dgm:pt modelId="{C2A9B970-AA99-45CE-B2E1-09D7FC9A7938}" type="pres">
      <dgm:prSet presAssocID="{279CB75D-7822-454E-9D17-C754C1E31020}" presName="vertSpace2b" presStyleCnt="0"/>
      <dgm:spPr/>
    </dgm:pt>
  </dgm:ptLst>
  <dgm:cxnLst>
    <dgm:cxn modelId="{D9FE6100-7CE2-418E-ACD0-B6183446210E}" type="presOf" srcId="{AC1CEA02-1667-4FFA-B9FF-D3700FA6ECAE}" destId="{32DE65FE-1EBC-45C0-B0BD-7B27CAF9AB50}" srcOrd="0" destOrd="0" presId="urn:microsoft.com/office/officeart/2008/layout/LinedList"/>
    <dgm:cxn modelId="{F986C303-CBFE-4D0B-BACF-1C10FB8A0F33}" type="presOf" srcId="{6FC9F140-0D28-4C79-9CC0-84C52A69C15E}" destId="{DEB36C80-F00F-45D3-827F-257AAAEA3312}" srcOrd="0" destOrd="0" presId="urn:microsoft.com/office/officeart/2008/layout/LinedList"/>
    <dgm:cxn modelId="{D594EB06-C74C-4472-92AD-2A78A9E359E7}" type="presOf" srcId="{62979076-0B10-474F-B3EC-D3C0DC538BC3}" destId="{3EEBE194-2AB3-476D-88F3-80C30D826696}" srcOrd="0" destOrd="0" presId="urn:microsoft.com/office/officeart/2008/layout/LinedList"/>
    <dgm:cxn modelId="{9BBD6B12-66D6-4576-ACF1-1E132F6339DC}" type="presOf" srcId="{AD373EC8-793D-4D6D-92F2-F776152BCFA5}" destId="{8F3F000B-EF13-42D0-9D86-9DA1ED9F9534}" srcOrd="0" destOrd="0" presId="urn:microsoft.com/office/officeart/2008/layout/LinedList"/>
    <dgm:cxn modelId="{A4445F22-80B4-4658-BDB4-88A2A2C4B129}" type="presOf" srcId="{9C080E67-8A2F-4D96-B528-8B3DFC7FFF4B}" destId="{26C3E745-B1B3-449D-AB48-7B781D454F54}" srcOrd="0" destOrd="0" presId="urn:microsoft.com/office/officeart/2008/layout/LinedList"/>
    <dgm:cxn modelId="{4588603F-02F7-45DE-A1B1-FD3269D0DDC5}" type="presOf" srcId="{48064F46-8B10-4C3F-AA0F-F09D9AF820C2}" destId="{17AB68D5-8100-4839-8437-87AB07C6DD9A}" srcOrd="0" destOrd="0" presId="urn:microsoft.com/office/officeart/2008/layout/LinedList"/>
    <dgm:cxn modelId="{E3DAE971-F55A-4CA4-B7D0-4F6E6837B0BC}" srcId="{9C080E67-8A2F-4D96-B528-8B3DFC7FFF4B}" destId="{4390A608-7653-4D0A-AB17-71B01E6244BE}" srcOrd="1" destOrd="0" parTransId="{DDF314FA-CDE5-4C25-ACD1-E89658337856}" sibTransId="{B450AEF9-FD23-4F47-8109-76A836D41514}"/>
    <dgm:cxn modelId="{663F0075-E143-4849-85A7-B521D8D13C27}" type="presOf" srcId="{4390A608-7653-4D0A-AB17-71B01E6244BE}" destId="{B5D79E58-CD59-44C8-92E1-12BEC7997083}" srcOrd="0" destOrd="0" presId="urn:microsoft.com/office/officeart/2008/layout/LinedList"/>
    <dgm:cxn modelId="{338DA755-2B14-4B1E-85F7-F016AFABD470}" type="presOf" srcId="{F98E8B76-B830-4AEC-A12F-51643DC7CC4E}" destId="{34A03661-A3D7-478E-B5AC-BDBA89C50EB3}" srcOrd="0" destOrd="0" presId="urn:microsoft.com/office/officeart/2008/layout/LinedList"/>
    <dgm:cxn modelId="{672E2B89-302C-4F85-B807-3B1DCEE4B5AF}" srcId="{F98E8B76-B830-4AEC-A12F-51643DC7CC4E}" destId="{F85129D9-EAEE-4463-B143-28EC296AF430}" srcOrd="0" destOrd="0" parTransId="{59D36EA4-2B5F-4FB4-8AF0-1240226B785C}" sibTransId="{D12B48A6-2125-4852-8CC9-89746BC1CC13}"/>
    <dgm:cxn modelId="{FD552E8D-BC44-40E0-B9EE-3B38521E23D3}" srcId="{48064F46-8B10-4C3F-AA0F-F09D9AF820C2}" destId="{279CB75D-7822-454E-9D17-C754C1E31020}" srcOrd="0" destOrd="0" parTransId="{0E508F0A-352B-4A31-911B-3E28AA68F21A}" sibTransId="{A9B1F5BE-2820-4F7F-9066-E65296C19302}"/>
    <dgm:cxn modelId="{87F4A6A4-1CAD-4878-9DFB-210C81068D4A}" srcId="{6FC9F140-0D28-4C79-9CC0-84C52A69C15E}" destId="{62979076-0B10-474F-B3EC-D3C0DC538BC3}" srcOrd="0" destOrd="0" parTransId="{719A7F11-0B39-4FF4-A6BB-0C18A5A7B66D}" sibTransId="{54889125-01DC-466A-BA65-14CE37DBA3E2}"/>
    <dgm:cxn modelId="{4613E0AA-9E5A-4896-9E33-CC7EB16FF2E8}" srcId="{9C080E67-8A2F-4D96-B528-8B3DFC7FFF4B}" destId="{810343B4-89BF-4B7C-AF39-0EACDAE8EE92}" srcOrd="3" destOrd="0" parTransId="{3F1AF11E-F393-4C10-BAF4-6250FB25339A}" sibTransId="{11F6C8C1-B1EB-4739-ADB1-59E0F895373E}"/>
    <dgm:cxn modelId="{79B5EFB3-C3AB-4A11-A3D3-35DF3FE5B0B4}" type="presOf" srcId="{F85129D9-EAEE-4463-B143-28EC296AF430}" destId="{660654DE-8532-4D8F-8567-56C4D4502679}" srcOrd="0" destOrd="0" presId="urn:microsoft.com/office/officeart/2008/layout/LinedList"/>
    <dgm:cxn modelId="{E8C2B1B4-F2D8-49B0-A6FC-96AECE196BEC}" srcId="{9C080E67-8A2F-4D96-B528-8B3DFC7FFF4B}" destId="{6FC9F140-0D28-4C79-9CC0-84C52A69C15E}" srcOrd="2" destOrd="0" parTransId="{924475D7-1A92-450D-BD69-F996B0AA02A9}" sibTransId="{992BC1A2-EADB-4629-8DE5-F8A2EC02F570}"/>
    <dgm:cxn modelId="{47F251B8-6F92-4622-A6E4-A52D6C95A3DC}" type="presOf" srcId="{279CB75D-7822-454E-9D17-C754C1E31020}" destId="{DD45E86A-6BA4-41CC-B443-9CC4A4E76E95}" srcOrd="0" destOrd="0" presId="urn:microsoft.com/office/officeart/2008/layout/LinedList"/>
    <dgm:cxn modelId="{6C1D43C4-DCAC-4607-A6D5-2E83BA974743}" srcId="{9C080E67-8A2F-4D96-B528-8B3DFC7FFF4B}" destId="{48064F46-8B10-4C3F-AA0F-F09D9AF820C2}" srcOrd="4" destOrd="0" parTransId="{330DFBBC-342B-4352-B502-4FF42CB153DE}" sibTransId="{F07F484C-AFF9-4893-BF0E-2970F5248CCA}"/>
    <dgm:cxn modelId="{DDFFB5CF-CEAD-49D3-BD05-9FCEC5100E43}" srcId="{9C080E67-8A2F-4D96-B528-8B3DFC7FFF4B}" destId="{F98E8B76-B830-4AEC-A12F-51643DC7CC4E}" srcOrd="0" destOrd="0" parTransId="{F0B9747A-CF53-4CB1-9FBE-FE17B9959E56}" sibTransId="{E1B8DC17-F0AC-4A8F-9861-524318E77195}"/>
    <dgm:cxn modelId="{8749ADE8-A650-418C-85F7-B92ADAA2CDFE}" srcId="{4390A608-7653-4D0A-AB17-71B01E6244BE}" destId="{AC1CEA02-1667-4FFA-B9FF-D3700FA6ECAE}" srcOrd="0" destOrd="0" parTransId="{A2523E12-6DA5-4A27-8AE0-A4A765D7E7A7}" sibTransId="{FB0CE6C3-164A-4786-BBFB-11C35B847086}"/>
    <dgm:cxn modelId="{3154E1E8-7D43-4C82-AC30-454C6C03CF87}" srcId="{810343B4-89BF-4B7C-AF39-0EACDAE8EE92}" destId="{AD373EC8-793D-4D6D-92F2-F776152BCFA5}" srcOrd="0" destOrd="0" parTransId="{A9D92408-99A2-4C4C-85CF-6BCB01A6AE6A}" sibTransId="{4A3B4F07-338D-4525-BF8F-FA985F367298}"/>
    <dgm:cxn modelId="{B04836E9-D865-4D54-B835-9A3B0FAE3A10}" type="presOf" srcId="{810343B4-89BF-4B7C-AF39-0EACDAE8EE92}" destId="{59351437-32C3-4DF7-9966-E7B7E8401D20}" srcOrd="0" destOrd="0" presId="urn:microsoft.com/office/officeart/2008/layout/LinedList"/>
    <dgm:cxn modelId="{58D62F93-4CAF-4DFD-AF64-6FC1F1002B25}" type="presParOf" srcId="{26C3E745-B1B3-449D-AB48-7B781D454F54}" destId="{946D7C6B-8CB6-413A-8DDE-D230D9358E2F}" srcOrd="0" destOrd="0" presId="urn:microsoft.com/office/officeart/2008/layout/LinedList"/>
    <dgm:cxn modelId="{8277B857-1827-40F4-849A-7B1EB17CB9C8}" type="presParOf" srcId="{26C3E745-B1B3-449D-AB48-7B781D454F54}" destId="{E14AD5E1-2CAC-49DA-81E6-8CC168C064C4}" srcOrd="1" destOrd="0" presId="urn:microsoft.com/office/officeart/2008/layout/LinedList"/>
    <dgm:cxn modelId="{3EB12497-60BA-4394-A551-FB82D6F49C6B}" type="presParOf" srcId="{E14AD5E1-2CAC-49DA-81E6-8CC168C064C4}" destId="{34A03661-A3D7-478E-B5AC-BDBA89C50EB3}" srcOrd="0" destOrd="0" presId="urn:microsoft.com/office/officeart/2008/layout/LinedList"/>
    <dgm:cxn modelId="{3D33ECC4-D8BF-48CE-ADA8-905DE3927E12}" type="presParOf" srcId="{E14AD5E1-2CAC-49DA-81E6-8CC168C064C4}" destId="{D589BDCF-9C7B-4100-8E20-3E53CBAF6016}" srcOrd="1" destOrd="0" presId="urn:microsoft.com/office/officeart/2008/layout/LinedList"/>
    <dgm:cxn modelId="{5565EF98-61F4-4EEA-9BD2-7804A92734B5}" type="presParOf" srcId="{D589BDCF-9C7B-4100-8E20-3E53CBAF6016}" destId="{BCC734C1-838B-4ED8-8F04-EA0BDA49DEFB}" srcOrd="0" destOrd="0" presId="urn:microsoft.com/office/officeart/2008/layout/LinedList"/>
    <dgm:cxn modelId="{FBB1E867-FA22-470C-A95F-C750AB6F171C}" type="presParOf" srcId="{D589BDCF-9C7B-4100-8E20-3E53CBAF6016}" destId="{7C9CF167-EE0B-4823-82E7-A7D09E44745E}" srcOrd="1" destOrd="0" presId="urn:microsoft.com/office/officeart/2008/layout/LinedList"/>
    <dgm:cxn modelId="{40032004-3B47-4B1E-BC89-6A732B989355}" type="presParOf" srcId="{7C9CF167-EE0B-4823-82E7-A7D09E44745E}" destId="{FEFC2DEF-D556-4B3F-9D96-B74A723CDA54}" srcOrd="0" destOrd="0" presId="urn:microsoft.com/office/officeart/2008/layout/LinedList"/>
    <dgm:cxn modelId="{A6CDBE3C-EDE6-47D8-BF1F-F7E4FAE3F0FA}" type="presParOf" srcId="{7C9CF167-EE0B-4823-82E7-A7D09E44745E}" destId="{660654DE-8532-4D8F-8567-56C4D4502679}" srcOrd="1" destOrd="0" presId="urn:microsoft.com/office/officeart/2008/layout/LinedList"/>
    <dgm:cxn modelId="{C51C091B-FA45-48AF-98F8-BFEF851E506A}" type="presParOf" srcId="{7C9CF167-EE0B-4823-82E7-A7D09E44745E}" destId="{79C60D38-2D7E-42CB-A42A-A4C8A7AFDDB4}" srcOrd="2" destOrd="0" presId="urn:microsoft.com/office/officeart/2008/layout/LinedList"/>
    <dgm:cxn modelId="{E8FC5017-CC43-4CD0-8F67-1E35846EEDF2}" type="presParOf" srcId="{D589BDCF-9C7B-4100-8E20-3E53CBAF6016}" destId="{81D48884-F529-45AD-88C6-4B9BCE082D1F}" srcOrd="2" destOrd="0" presId="urn:microsoft.com/office/officeart/2008/layout/LinedList"/>
    <dgm:cxn modelId="{E9641BC3-54D2-4FF0-8F00-C810DE2F39C2}" type="presParOf" srcId="{D589BDCF-9C7B-4100-8E20-3E53CBAF6016}" destId="{50072ACA-5993-4F9F-ACD0-F227E1E2D859}" srcOrd="3" destOrd="0" presId="urn:microsoft.com/office/officeart/2008/layout/LinedList"/>
    <dgm:cxn modelId="{48689925-9814-44D4-BCA9-C90AD11AF2A0}" type="presParOf" srcId="{26C3E745-B1B3-449D-AB48-7B781D454F54}" destId="{CCEA1972-6125-428F-A93F-CFF541C54187}" srcOrd="2" destOrd="0" presId="urn:microsoft.com/office/officeart/2008/layout/LinedList"/>
    <dgm:cxn modelId="{183CE3F2-55D8-449C-8C96-8A42C9C2A5B2}" type="presParOf" srcId="{26C3E745-B1B3-449D-AB48-7B781D454F54}" destId="{60C0AA21-1592-40F5-B4C4-26567C904D4E}" srcOrd="3" destOrd="0" presId="urn:microsoft.com/office/officeart/2008/layout/LinedList"/>
    <dgm:cxn modelId="{5B012DF6-F779-4F42-80BB-24771761081E}" type="presParOf" srcId="{60C0AA21-1592-40F5-B4C4-26567C904D4E}" destId="{B5D79E58-CD59-44C8-92E1-12BEC7997083}" srcOrd="0" destOrd="0" presId="urn:microsoft.com/office/officeart/2008/layout/LinedList"/>
    <dgm:cxn modelId="{7E7AF26E-4188-4FDE-B597-E6BF64779690}" type="presParOf" srcId="{60C0AA21-1592-40F5-B4C4-26567C904D4E}" destId="{30C902E9-B5FE-4855-B10B-92EBD3DD69F4}" srcOrd="1" destOrd="0" presId="urn:microsoft.com/office/officeart/2008/layout/LinedList"/>
    <dgm:cxn modelId="{9230792B-8E1E-4748-9606-67FE9F46045D}" type="presParOf" srcId="{30C902E9-B5FE-4855-B10B-92EBD3DD69F4}" destId="{6222CF8F-0290-4372-89D4-4726AD83AF4A}" srcOrd="0" destOrd="0" presId="urn:microsoft.com/office/officeart/2008/layout/LinedList"/>
    <dgm:cxn modelId="{0353D291-522E-4BD6-ACE7-D14500FAF30C}" type="presParOf" srcId="{30C902E9-B5FE-4855-B10B-92EBD3DD69F4}" destId="{2E18E103-7DA9-4E32-85E2-EF6B79158093}" srcOrd="1" destOrd="0" presId="urn:microsoft.com/office/officeart/2008/layout/LinedList"/>
    <dgm:cxn modelId="{77D56E88-4F73-4C88-A29E-C1003F145BB5}" type="presParOf" srcId="{2E18E103-7DA9-4E32-85E2-EF6B79158093}" destId="{C1149961-7C45-4FF4-9D43-4BD9E7A9B827}" srcOrd="0" destOrd="0" presId="urn:microsoft.com/office/officeart/2008/layout/LinedList"/>
    <dgm:cxn modelId="{F0DF25FA-119A-4463-AB7D-D1B412197A1A}" type="presParOf" srcId="{2E18E103-7DA9-4E32-85E2-EF6B79158093}" destId="{32DE65FE-1EBC-45C0-B0BD-7B27CAF9AB50}" srcOrd="1" destOrd="0" presId="urn:microsoft.com/office/officeart/2008/layout/LinedList"/>
    <dgm:cxn modelId="{344B0BD7-4DB7-446B-A405-BD266BECE106}" type="presParOf" srcId="{2E18E103-7DA9-4E32-85E2-EF6B79158093}" destId="{14C7053C-1B5F-45B2-983F-4C3031E09987}" srcOrd="2" destOrd="0" presId="urn:microsoft.com/office/officeart/2008/layout/LinedList"/>
    <dgm:cxn modelId="{5448BC42-48AD-4C18-9AA4-74B1470E45E7}" type="presParOf" srcId="{30C902E9-B5FE-4855-B10B-92EBD3DD69F4}" destId="{2A7B4C0C-EE67-42A7-A0E2-869B9FEAA2C6}" srcOrd="2" destOrd="0" presId="urn:microsoft.com/office/officeart/2008/layout/LinedList"/>
    <dgm:cxn modelId="{E385D685-1CEE-4540-BB1C-558F96A1E0FC}" type="presParOf" srcId="{30C902E9-B5FE-4855-B10B-92EBD3DD69F4}" destId="{24D27B6F-1235-4F41-91FA-D03F76D9CB55}" srcOrd="3" destOrd="0" presId="urn:microsoft.com/office/officeart/2008/layout/LinedList"/>
    <dgm:cxn modelId="{D6D6FAEF-97BA-4B1E-A7A6-9679D75B1056}" type="presParOf" srcId="{26C3E745-B1B3-449D-AB48-7B781D454F54}" destId="{567288D2-0481-4C71-AF44-2AA145CD7BA4}" srcOrd="4" destOrd="0" presId="urn:microsoft.com/office/officeart/2008/layout/LinedList"/>
    <dgm:cxn modelId="{83AA237C-83D6-4899-89F4-050EC3AB4E32}" type="presParOf" srcId="{26C3E745-B1B3-449D-AB48-7B781D454F54}" destId="{36F05A25-EA09-4D68-8A8B-F0D8671705C3}" srcOrd="5" destOrd="0" presId="urn:microsoft.com/office/officeart/2008/layout/LinedList"/>
    <dgm:cxn modelId="{0F5423BE-53F1-4B7E-B507-96032FE3674E}" type="presParOf" srcId="{36F05A25-EA09-4D68-8A8B-F0D8671705C3}" destId="{DEB36C80-F00F-45D3-827F-257AAAEA3312}" srcOrd="0" destOrd="0" presId="urn:microsoft.com/office/officeart/2008/layout/LinedList"/>
    <dgm:cxn modelId="{E222E35F-8723-4D77-B33B-5CC7B5B005A1}" type="presParOf" srcId="{36F05A25-EA09-4D68-8A8B-F0D8671705C3}" destId="{FF39BEE7-8ABA-416F-A405-2BF3E57EEC84}" srcOrd="1" destOrd="0" presId="urn:microsoft.com/office/officeart/2008/layout/LinedList"/>
    <dgm:cxn modelId="{3A560470-A4C4-448D-993B-390375FE3217}" type="presParOf" srcId="{FF39BEE7-8ABA-416F-A405-2BF3E57EEC84}" destId="{1EE9476C-4D96-4365-8BB6-CA367C9BF512}" srcOrd="0" destOrd="0" presId="urn:microsoft.com/office/officeart/2008/layout/LinedList"/>
    <dgm:cxn modelId="{E7CCF1CD-C406-4259-83CA-94E24D22D659}" type="presParOf" srcId="{FF39BEE7-8ABA-416F-A405-2BF3E57EEC84}" destId="{AD9AD12E-BBE5-4285-9A20-29112B996D01}" srcOrd="1" destOrd="0" presId="urn:microsoft.com/office/officeart/2008/layout/LinedList"/>
    <dgm:cxn modelId="{A17B54BF-A7D8-4FDF-A5D9-4D5FD9F41061}" type="presParOf" srcId="{AD9AD12E-BBE5-4285-9A20-29112B996D01}" destId="{ABF4AA14-0F76-4E17-A23D-BA36DE7B5F2D}" srcOrd="0" destOrd="0" presId="urn:microsoft.com/office/officeart/2008/layout/LinedList"/>
    <dgm:cxn modelId="{EC5C3B07-1A63-40CD-AAE5-8039D0A22507}" type="presParOf" srcId="{AD9AD12E-BBE5-4285-9A20-29112B996D01}" destId="{3EEBE194-2AB3-476D-88F3-80C30D826696}" srcOrd="1" destOrd="0" presId="urn:microsoft.com/office/officeart/2008/layout/LinedList"/>
    <dgm:cxn modelId="{DA514B62-1493-49E4-A04B-2939A0AD3F85}" type="presParOf" srcId="{AD9AD12E-BBE5-4285-9A20-29112B996D01}" destId="{1D9A084A-E9F7-41CD-A59F-8C0C0975BAE3}" srcOrd="2" destOrd="0" presId="urn:microsoft.com/office/officeart/2008/layout/LinedList"/>
    <dgm:cxn modelId="{16C6E864-2C5D-4A6E-8A86-40E3D74A7A47}" type="presParOf" srcId="{FF39BEE7-8ABA-416F-A405-2BF3E57EEC84}" destId="{1F37D480-3A9E-4E70-96EE-C3E252CCA08B}" srcOrd="2" destOrd="0" presId="urn:microsoft.com/office/officeart/2008/layout/LinedList"/>
    <dgm:cxn modelId="{30521374-3114-44A5-BA8E-8A36C70B53E6}" type="presParOf" srcId="{FF39BEE7-8ABA-416F-A405-2BF3E57EEC84}" destId="{4DA6328A-F4F4-48B3-B325-4E5C22E493CA}" srcOrd="3" destOrd="0" presId="urn:microsoft.com/office/officeart/2008/layout/LinedList"/>
    <dgm:cxn modelId="{CE79532F-8B7D-4469-9BD4-4ABA20167604}" type="presParOf" srcId="{26C3E745-B1B3-449D-AB48-7B781D454F54}" destId="{9EEB05A0-F970-4594-9E64-28997428AE09}" srcOrd="6" destOrd="0" presId="urn:microsoft.com/office/officeart/2008/layout/LinedList"/>
    <dgm:cxn modelId="{45BBE16F-D2D6-44A8-B01E-638369939E5C}" type="presParOf" srcId="{26C3E745-B1B3-449D-AB48-7B781D454F54}" destId="{E65BB0AD-06A3-40A5-97D5-1EE35AE21652}" srcOrd="7" destOrd="0" presId="urn:microsoft.com/office/officeart/2008/layout/LinedList"/>
    <dgm:cxn modelId="{78DC82D5-A3D7-4CD9-81B2-B01EA859326D}" type="presParOf" srcId="{E65BB0AD-06A3-40A5-97D5-1EE35AE21652}" destId="{59351437-32C3-4DF7-9966-E7B7E8401D20}" srcOrd="0" destOrd="0" presId="urn:microsoft.com/office/officeart/2008/layout/LinedList"/>
    <dgm:cxn modelId="{BCB85943-F9D6-471B-99EB-972D659802D6}" type="presParOf" srcId="{E65BB0AD-06A3-40A5-97D5-1EE35AE21652}" destId="{4FB125EA-0A80-488F-8170-BCB7FD98DEEB}" srcOrd="1" destOrd="0" presId="urn:microsoft.com/office/officeart/2008/layout/LinedList"/>
    <dgm:cxn modelId="{C0B2228D-123F-4706-8F18-DBD6C2441A03}" type="presParOf" srcId="{4FB125EA-0A80-488F-8170-BCB7FD98DEEB}" destId="{08E8463A-B42B-4442-9D3C-E205A0121969}" srcOrd="0" destOrd="0" presId="urn:microsoft.com/office/officeart/2008/layout/LinedList"/>
    <dgm:cxn modelId="{2359C71F-61AF-4125-B1A8-AA2208423AF2}" type="presParOf" srcId="{4FB125EA-0A80-488F-8170-BCB7FD98DEEB}" destId="{7691CC14-4E9C-4998-8CF3-329DD5570140}" srcOrd="1" destOrd="0" presId="urn:microsoft.com/office/officeart/2008/layout/LinedList"/>
    <dgm:cxn modelId="{D14860CF-21AF-4B80-B09A-F06571F0DEAE}" type="presParOf" srcId="{7691CC14-4E9C-4998-8CF3-329DD5570140}" destId="{FB2C6A49-24A2-4A86-A2F3-F59737225DD5}" srcOrd="0" destOrd="0" presId="urn:microsoft.com/office/officeart/2008/layout/LinedList"/>
    <dgm:cxn modelId="{EE040921-174E-4B59-988D-F9F3A788FF20}" type="presParOf" srcId="{7691CC14-4E9C-4998-8CF3-329DD5570140}" destId="{8F3F000B-EF13-42D0-9D86-9DA1ED9F9534}" srcOrd="1" destOrd="0" presId="urn:microsoft.com/office/officeart/2008/layout/LinedList"/>
    <dgm:cxn modelId="{94A7042D-813B-4159-8E63-6B0B814E054A}" type="presParOf" srcId="{7691CC14-4E9C-4998-8CF3-329DD5570140}" destId="{BEF33D69-2DBA-49CE-B1AC-403070FA92C3}" srcOrd="2" destOrd="0" presId="urn:microsoft.com/office/officeart/2008/layout/LinedList"/>
    <dgm:cxn modelId="{099BFDB5-541A-4E7C-91CB-4D163C551A03}" type="presParOf" srcId="{4FB125EA-0A80-488F-8170-BCB7FD98DEEB}" destId="{1CA20F67-5F3C-4F75-9DBF-830D0D485634}" srcOrd="2" destOrd="0" presId="urn:microsoft.com/office/officeart/2008/layout/LinedList"/>
    <dgm:cxn modelId="{6367F35A-90B9-4880-A050-C2FA6E244FC9}" type="presParOf" srcId="{4FB125EA-0A80-488F-8170-BCB7FD98DEEB}" destId="{F7B264B7-DB4A-4B46-8B5F-A96D85D58AD0}" srcOrd="3" destOrd="0" presId="urn:microsoft.com/office/officeart/2008/layout/LinedList"/>
    <dgm:cxn modelId="{308DA58E-66CF-400A-9F96-D3065F76C349}" type="presParOf" srcId="{26C3E745-B1B3-449D-AB48-7B781D454F54}" destId="{8445FFCF-1DE6-425A-9C79-E7AA46FFA638}" srcOrd="8" destOrd="0" presId="urn:microsoft.com/office/officeart/2008/layout/LinedList"/>
    <dgm:cxn modelId="{A38C05CA-52B8-45B6-8522-F4C6A737A609}" type="presParOf" srcId="{26C3E745-B1B3-449D-AB48-7B781D454F54}" destId="{1C277D0F-AC91-45A3-B6CD-3883B7DD3810}" srcOrd="9" destOrd="0" presId="urn:microsoft.com/office/officeart/2008/layout/LinedList"/>
    <dgm:cxn modelId="{892EFE3F-7E8D-4691-936C-0DFB2D344792}" type="presParOf" srcId="{1C277D0F-AC91-45A3-B6CD-3883B7DD3810}" destId="{17AB68D5-8100-4839-8437-87AB07C6DD9A}" srcOrd="0" destOrd="0" presId="urn:microsoft.com/office/officeart/2008/layout/LinedList"/>
    <dgm:cxn modelId="{F472B927-C94F-49DB-A8C4-41AFF43E4094}" type="presParOf" srcId="{1C277D0F-AC91-45A3-B6CD-3883B7DD3810}" destId="{7E39FE2E-DBE8-45E5-8E9B-CA1E6E7A269F}" srcOrd="1" destOrd="0" presId="urn:microsoft.com/office/officeart/2008/layout/LinedList"/>
    <dgm:cxn modelId="{4EE293B9-B676-46E4-8EA7-4E42D975B65F}" type="presParOf" srcId="{7E39FE2E-DBE8-45E5-8E9B-CA1E6E7A269F}" destId="{9C575A4D-EB83-4FD3-8E39-55883AFE1E59}" srcOrd="0" destOrd="0" presId="urn:microsoft.com/office/officeart/2008/layout/LinedList"/>
    <dgm:cxn modelId="{3CD8BC93-ADDD-45EF-B3ED-A70EA3464B56}" type="presParOf" srcId="{7E39FE2E-DBE8-45E5-8E9B-CA1E6E7A269F}" destId="{8E5D6D0E-7D86-496D-8339-A7E00E917F8B}" srcOrd="1" destOrd="0" presId="urn:microsoft.com/office/officeart/2008/layout/LinedList"/>
    <dgm:cxn modelId="{A5B81DC4-6CCF-43A2-872E-77E37BB291D4}" type="presParOf" srcId="{8E5D6D0E-7D86-496D-8339-A7E00E917F8B}" destId="{D6A00EEC-6A7E-4CC6-8AF9-E9C9522902B3}" srcOrd="0" destOrd="0" presId="urn:microsoft.com/office/officeart/2008/layout/LinedList"/>
    <dgm:cxn modelId="{D450C2A3-5826-4CA3-9377-506815BD7292}" type="presParOf" srcId="{8E5D6D0E-7D86-496D-8339-A7E00E917F8B}" destId="{DD45E86A-6BA4-41CC-B443-9CC4A4E76E95}" srcOrd="1" destOrd="0" presId="urn:microsoft.com/office/officeart/2008/layout/LinedList"/>
    <dgm:cxn modelId="{5FE347E6-9D91-484A-9C4D-7702E4EA5023}" type="presParOf" srcId="{8E5D6D0E-7D86-496D-8339-A7E00E917F8B}" destId="{6D7CC5F4-7648-47EC-9700-AD432669A1B3}" srcOrd="2" destOrd="0" presId="urn:microsoft.com/office/officeart/2008/layout/LinedList"/>
    <dgm:cxn modelId="{20ACCFD1-98C4-4C6D-BC4F-E737F3798224}" type="presParOf" srcId="{7E39FE2E-DBE8-45E5-8E9B-CA1E6E7A269F}" destId="{A0B7FBFD-F8E2-42B5-B89A-48FBD1365E20}" srcOrd="2" destOrd="0" presId="urn:microsoft.com/office/officeart/2008/layout/LinedList"/>
    <dgm:cxn modelId="{CB8A7B57-E294-4D8A-A7C9-5C64B5A475C0}" type="presParOf" srcId="{7E39FE2E-DBE8-45E5-8E9B-CA1E6E7A269F}" destId="{C2A9B970-AA99-45CE-B2E1-09D7FC9A7938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9EB24D-50CA-427A-8677-D20464624D4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82F29E-9C1E-4C37-8428-472E1B04C79E}">
      <dgm:prSet phldrT="[Text]" custT="1"/>
      <dgm:spPr/>
      <dgm:t>
        <a:bodyPr/>
        <a:lstStyle/>
        <a:p>
          <a:pPr algn="ctr"/>
          <a:r>
            <a:rPr lang="en-US" sz="3600" dirty="0"/>
            <a:t>f</a:t>
          </a:r>
        </a:p>
      </dgm:t>
    </dgm:pt>
    <dgm:pt modelId="{BF4B941A-A510-479E-B1AF-F68AF3223976}" type="parTrans" cxnId="{FE7E1ED0-B26E-4A98-A44F-3DE3F4DEB96A}">
      <dgm:prSet/>
      <dgm:spPr/>
      <dgm:t>
        <a:bodyPr/>
        <a:lstStyle/>
        <a:p>
          <a:endParaRPr lang="en-US"/>
        </a:p>
      </dgm:t>
    </dgm:pt>
    <dgm:pt modelId="{B81611EE-CC29-4D5B-AC3D-FC821AFBD740}" type="sibTrans" cxnId="{FE7E1ED0-B26E-4A98-A44F-3DE3F4DEB96A}">
      <dgm:prSet/>
      <dgm:spPr/>
      <dgm:t>
        <a:bodyPr/>
        <a:lstStyle/>
        <a:p>
          <a:endParaRPr lang="en-US"/>
        </a:p>
      </dgm:t>
    </dgm:pt>
    <dgm:pt modelId="{B467ADC8-260D-4D3F-AB2E-B59F53276FCA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>
              <a:cs typeface="Tahoma"/>
            </a:rPr>
            <a:t>Dari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pendapat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Hembing</a:t>
          </a:r>
          <a:r>
            <a:rPr lang="en-US" sz="2000" dirty="0">
              <a:cs typeface="Tahoma"/>
            </a:rPr>
            <a:t> </a:t>
          </a:r>
          <a:r>
            <a:rPr lang="en-US" sz="2000" spc="-5" dirty="0">
              <a:cs typeface="Tahoma"/>
            </a:rPr>
            <a:t>di </a:t>
          </a:r>
          <a:r>
            <a:rPr lang="en-US" sz="2000" spc="-5" dirty="0" err="1">
              <a:cs typeface="Tahoma"/>
            </a:rPr>
            <a:t>atas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dapat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ditarik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suatu</a:t>
          </a:r>
          <a:r>
            <a:rPr lang="en-US" sz="2000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pengertian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bahwa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seluruhnya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bernilai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baik</a:t>
          </a:r>
          <a:r>
            <a:rPr lang="en-US" sz="2000" spc="5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dalam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segala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sifat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pandangan</a:t>
          </a:r>
          <a:r>
            <a:rPr lang="en-US" sz="2000" spc="-5" dirty="0">
              <a:cs typeface="Tahoma"/>
            </a:rPr>
            <a:t>,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cara</a:t>
          </a:r>
          <a:r>
            <a:rPr lang="en-US" sz="2000" dirty="0">
              <a:cs typeface="Tahoma"/>
            </a:rPr>
            <a:t> 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berpikir</a:t>
          </a:r>
          <a:r>
            <a:rPr lang="en-US" sz="2000" dirty="0">
              <a:cs typeface="Tahoma"/>
            </a:rPr>
            <a:t> </a:t>
          </a:r>
          <a:r>
            <a:rPr lang="en-US" sz="2000" spc="-9" dirty="0">
              <a:cs typeface="Tahoma"/>
            </a:rPr>
            <a:t>dan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perbuatan</a:t>
          </a:r>
          <a:r>
            <a:rPr lang="en-US" sz="2000" spc="-5" dirty="0">
              <a:cs typeface="Tahoma"/>
            </a:rPr>
            <a:t>.</a:t>
          </a:r>
          <a:r>
            <a:rPr lang="en-US" sz="2000" dirty="0">
              <a:cs typeface="Tahoma"/>
            </a:rPr>
            <a:t> </a:t>
          </a:r>
          <a:endParaRPr lang="en-US" sz="2000" dirty="0"/>
        </a:p>
      </dgm:t>
    </dgm:pt>
    <dgm:pt modelId="{86D50F32-A7B8-46D7-BDA9-A8A64D5C41AD}" type="parTrans" cxnId="{45FF995F-1D98-4070-97CE-040EDA38EBBF}">
      <dgm:prSet/>
      <dgm:spPr/>
      <dgm:t>
        <a:bodyPr/>
        <a:lstStyle/>
        <a:p>
          <a:endParaRPr lang="en-US"/>
        </a:p>
      </dgm:t>
    </dgm:pt>
    <dgm:pt modelId="{8793619E-DBAA-47CB-ABB3-F9E4E067AFC5}" type="sibTrans" cxnId="{45FF995F-1D98-4070-97CE-040EDA38EBBF}">
      <dgm:prSet/>
      <dgm:spPr/>
      <dgm:t>
        <a:bodyPr/>
        <a:lstStyle/>
        <a:p>
          <a:endParaRPr lang="en-US"/>
        </a:p>
      </dgm:t>
    </dgm:pt>
    <dgm:pt modelId="{2892C87F-20D5-45E3-A907-C77BB5A317C2}">
      <dgm:prSet phldrT="[Text]" custT="1"/>
      <dgm:spPr/>
      <dgm:t>
        <a:bodyPr/>
        <a:lstStyle/>
        <a:p>
          <a:pPr algn="ctr"/>
          <a:r>
            <a:rPr lang="en-US" sz="3600" dirty="0"/>
            <a:t>g</a:t>
          </a:r>
        </a:p>
      </dgm:t>
    </dgm:pt>
    <dgm:pt modelId="{6B693743-16EC-4935-AD2C-BE539C1A4F5B}" type="parTrans" cxnId="{6AA56462-AF79-4531-A975-F2FEFA29CAB2}">
      <dgm:prSet/>
      <dgm:spPr/>
      <dgm:t>
        <a:bodyPr/>
        <a:lstStyle/>
        <a:p>
          <a:endParaRPr lang="en-US"/>
        </a:p>
      </dgm:t>
    </dgm:pt>
    <dgm:pt modelId="{A4B1FA8C-077F-489D-ADA0-DD72538EA64F}" type="sibTrans" cxnId="{6AA56462-AF79-4531-A975-F2FEFA29CAB2}">
      <dgm:prSet/>
      <dgm:spPr/>
      <dgm:t>
        <a:bodyPr/>
        <a:lstStyle/>
        <a:p>
          <a:endParaRPr lang="en-US"/>
        </a:p>
      </dgm:t>
    </dgm:pt>
    <dgm:pt modelId="{CAECD0ED-FC0F-4C7D-B9DE-124CD3E0D135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 err="1">
              <a:cs typeface="Tahoma"/>
            </a:rPr>
            <a:t>Sehingga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ini</a:t>
          </a:r>
          <a:r>
            <a:rPr lang="en-US" sz="2000" spc="5" dirty="0">
              <a:cs typeface="Tahoma"/>
            </a:rPr>
            <a:t> </a:t>
          </a:r>
          <a:r>
            <a:rPr lang="en-US" sz="2000" dirty="0" err="1">
              <a:cs typeface="Tahoma"/>
            </a:rPr>
            <a:t>menjadi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suatu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cerminan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manusia</a:t>
          </a:r>
          <a:r>
            <a:rPr lang="en-US" sz="2000" spc="91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dalam</a:t>
          </a:r>
          <a:r>
            <a:rPr lang="en-US" sz="2000" spc="1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mewujudkan</a:t>
          </a:r>
          <a:r>
            <a:rPr lang="en-US" sz="2000" spc="34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martabatnya</a:t>
          </a:r>
          <a:r>
            <a:rPr lang="en-US" sz="2000" spc="336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sebagai</a:t>
          </a:r>
          <a:r>
            <a:rPr lang="en-US" sz="2000" spc="323" dirty="0">
              <a:cs typeface="Tahoma"/>
            </a:rPr>
            <a:t> </a:t>
          </a:r>
          <a:r>
            <a:rPr lang="en-US" sz="2000" dirty="0" err="1">
              <a:cs typeface="Tahoma"/>
            </a:rPr>
            <a:t>manusia</a:t>
          </a:r>
          <a:r>
            <a:rPr lang="en-US" sz="2000" spc="331" dirty="0">
              <a:cs typeface="Tahoma"/>
            </a:rPr>
            <a:t> </a:t>
          </a:r>
          <a:r>
            <a:rPr lang="en-US" sz="2000" dirty="0">
              <a:cs typeface="Tahoma"/>
            </a:rPr>
            <a:t>yang</a:t>
          </a:r>
          <a:r>
            <a:rPr lang="en-US" sz="2000" spc="336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dimiliki</a:t>
          </a:r>
          <a:r>
            <a:rPr lang="en-US" sz="2000" spc="340" dirty="0">
              <a:cs typeface="Tahoma"/>
            </a:rPr>
            <a:t> </a:t>
          </a:r>
          <a:r>
            <a:rPr lang="en-US" sz="2000" spc="5" dirty="0" err="1">
              <a:cs typeface="Tahoma"/>
            </a:rPr>
            <a:t>sejak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lahir</a:t>
          </a:r>
          <a:r>
            <a:rPr lang="en-US" sz="2000" spc="-5" dirty="0">
              <a:cs typeface="Tahoma"/>
            </a:rPr>
            <a:t>.</a:t>
          </a:r>
          <a:endParaRPr lang="en-US" sz="2000" dirty="0"/>
        </a:p>
      </dgm:t>
    </dgm:pt>
    <dgm:pt modelId="{D1D2EE49-E49C-43D5-A19C-C4811FED6EA1}" type="parTrans" cxnId="{37E3D7CA-1A85-4C2F-94C0-FA781F253DE2}">
      <dgm:prSet/>
      <dgm:spPr/>
      <dgm:t>
        <a:bodyPr/>
        <a:lstStyle/>
        <a:p>
          <a:endParaRPr lang="en-US"/>
        </a:p>
      </dgm:t>
    </dgm:pt>
    <dgm:pt modelId="{C90DAC0A-8730-4A93-8240-83ECA5E2DD9B}" type="sibTrans" cxnId="{37E3D7CA-1A85-4C2F-94C0-FA781F253DE2}">
      <dgm:prSet/>
      <dgm:spPr/>
      <dgm:t>
        <a:bodyPr/>
        <a:lstStyle/>
        <a:p>
          <a:endParaRPr lang="en-US"/>
        </a:p>
      </dgm:t>
    </dgm:pt>
    <dgm:pt modelId="{BC89F372-76FA-445E-B99E-D168BAB6A933}">
      <dgm:prSet phldrT="[Text]" custT="1"/>
      <dgm:spPr/>
      <dgm:t>
        <a:bodyPr/>
        <a:lstStyle/>
        <a:p>
          <a:pPr algn="ctr"/>
          <a:r>
            <a:rPr lang="en-US" sz="3600" dirty="0"/>
            <a:t>h</a:t>
          </a:r>
        </a:p>
      </dgm:t>
    </dgm:pt>
    <dgm:pt modelId="{7E373CAC-FFE3-4CA4-9206-8B31B181251E}" type="parTrans" cxnId="{4FEC6504-D92C-4F21-AF16-5BAD08B0E72B}">
      <dgm:prSet/>
      <dgm:spPr/>
      <dgm:t>
        <a:bodyPr/>
        <a:lstStyle/>
        <a:p>
          <a:endParaRPr lang="en-US"/>
        </a:p>
      </dgm:t>
    </dgm:pt>
    <dgm:pt modelId="{0C08FC3E-B906-44C2-94F5-1EB537B147EB}" type="sibTrans" cxnId="{4FEC6504-D92C-4F21-AF16-5BAD08B0E72B}">
      <dgm:prSet/>
      <dgm:spPr/>
      <dgm:t>
        <a:bodyPr/>
        <a:lstStyle/>
        <a:p>
          <a:endParaRPr lang="en-US"/>
        </a:p>
      </dgm:t>
    </dgm:pt>
    <dgm:pt modelId="{130EA829-F4E3-4795-B4E2-9133BE87A335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sz="2000" spc="-5" dirty="0" err="1">
              <a:cs typeface="Tahoma"/>
            </a:rPr>
            <a:t>Kemanusiaan</a:t>
          </a:r>
          <a:r>
            <a:rPr lang="en-US" sz="2000" dirty="0">
              <a:cs typeface="Tahoma"/>
            </a:rPr>
            <a:t> </a:t>
          </a:r>
          <a:r>
            <a:rPr lang="en-US" sz="2000" spc="-9" dirty="0">
              <a:cs typeface="Tahoma"/>
            </a:rPr>
            <a:t>dan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martabat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manusia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hakikatnya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itu</a:t>
          </a:r>
          <a:r>
            <a:rPr lang="en-US" sz="2000" spc="508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sama</a:t>
          </a:r>
          <a:r>
            <a:rPr lang="en-US" sz="2000" spc="49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yaitu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sebagai</a:t>
          </a:r>
          <a:r>
            <a:rPr lang="en-US" sz="2000" spc="-5" dirty="0">
              <a:cs typeface="Tahoma"/>
            </a:rPr>
            <a:t> </a:t>
          </a:r>
          <a:r>
            <a:rPr lang="en-US" sz="2000" spc="-49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nilai</a:t>
          </a:r>
          <a:r>
            <a:rPr lang="en-US" sz="2000" spc="-32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manusia</a:t>
          </a:r>
          <a:r>
            <a:rPr lang="en-US" sz="2000" spc="-15" dirty="0">
              <a:cs typeface="Tahoma"/>
            </a:rPr>
            <a:t> </a:t>
          </a:r>
          <a:r>
            <a:rPr lang="en-US" sz="2000" spc="-5" dirty="0">
              <a:cs typeface="Tahoma"/>
            </a:rPr>
            <a:t>yang</a:t>
          </a:r>
          <a:r>
            <a:rPr lang="en-US" sz="2000" spc="-41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tidak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terpisah</a:t>
          </a:r>
          <a:r>
            <a:rPr lang="en-US" sz="2000" spc="-27" dirty="0">
              <a:cs typeface="Tahoma"/>
            </a:rPr>
            <a:t> </a:t>
          </a:r>
          <a:r>
            <a:rPr lang="en-US" sz="2000" dirty="0" err="1">
              <a:cs typeface="Tahoma"/>
            </a:rPr>
            <a:t>atau</a:t>
          </a:r>
          <a:r>
            <a:rPr lang="en-US" sz="2000" spc="-27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melekat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secara</a:t>
          </a:r>
          <a:r>
            <a:rPr lang="en-US" sz="2000" spc="-249" dirty="0">
              <a:cs typeface="Tahoma"/>
            </a:rPr>
            <a:t> </a:t>
          </a:r>
          <a:r>
            <a:rPr lang="en-US" sz="2000" dirty="0" err="1">
              <a:cs typeface="Tahoma"/>
            </a:rPr>
            <a:t>alamiah</a:t>
          </a:r>
          <a:r>
            <a:rPr lang="en-US" sz="2000" spc="1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dalam</a:t>
          </a:r>
          <a:r>
            <a:rPr lang="en-US" sz="2000" spc="36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diri</a:t>
          </a:r>
          <a:r>
            <a:rPr lang="en-US" sz="2000" spc="23" dirty="0">
              <a:cs typeface="Tahoma"/>
            </a:rPr>
            <a:t> </a:t>
          </a:r>
          <a:r>
            <a:rPr lang="en-US" sz="2000" dirty="0" err="1">
              <a:cs typeface="Tahoma"/>
            </a:rPr>
            <a:t>manusia</a:t>
          </a:r>
          <a:r>
            <a:rPr lang="en-US" sz="2000" dirty="0">
              <a:cs typeface="Tahoma"/>
            </a:rPr>
            <a:t> </a:t>
          </a:r>
          <a:r>
            <a:rPr lang="en-US" sz="2000" spc="-499" dirty="0">
              <a:cs typeface="Tahoma"/>
            </a:rPr>
            <a:t> </a:t>
          </a:r>
          <a:r>
            <a:rPr lang="en-US" sz="2000" spc="-5" dirty="0">
              <a:cs typeface="Tahoma"/>
            </a:rPr>
            <a:t>yang </a:t>
          </a:r>
          <a:r>
            <a:rPr lang="en-US" sz="2000" spc="-5" dirty="0" err="1">
              <a:cs typeface="Tahoma"/>
            </a:rPr>
            <a:t>diberikan</a:t>
          </a:r>
          <a:r>
            <a:rPr lang="en-US" sz="2000" spc="-5" dirty="0">
              <a:cs typeface="Tahoma"/>
            </a:rPr>
            <a:t> oleh </a:t>
          </a:r>
          <a:r>
            <a:rPr lang="en-US" sz="2000" dirty="0" err="1">
              <a:cs typeface="Tahoma"/>
            </a:rPr>
            <a:t>Tuhan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sejak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kelahirannya</a:t>
          </a:r>
          <a:r>
            <a:rPr lang="en-US" sz="2000" spc="-5" dirty="0">
              <a:cs typeface="Tahoma"/>
            </a:rPr>
            <a:t> </a:t>
          </a:r>
          <a:r>
            <a:rPr lang="en-US" sz="2000" spc="-9" dirty="0" err="1">
              <a:cs typeface="Tahoma"/>
            </a:rPr>
            <a:t>atau</a:t>
          </a:r>
          <a:r>
            <a:rPr lang="en-US" sz="2000" spc="-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sebagai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tempat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berakarnya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nilai-nilai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kemanusiaan</a:t>
          </a:r>
          <a:r>
            <a:rPr lang="en-US" sz="2000" spc="-5" dirty="0">
              <a:cs typeface="Tahoma"/>
            </a:rPr>
            <a:t>.</a:t>
          </a:r>
          <a:r>
            <a:rPr lang="en-US" sz="2000" dirty="0">
              <a:cs typeface="Tahoma"/>
            </a:rPr>
            <a:t> </a:t>
          </a:r>
          <a:endParaRPr lang="en-US" sz="2000" dirty="0"/>
        </a:p>
      </dgm:t>
    </dgm:pt>
    <dgm:pt modelId="{56DCDC5C-B664-4EC4-A6C0-AC0358E5C493}" type="parTrans" cxnId="{2A779F2B-D9E3-456E-BC8F-E013A0AA2CEE}">
      <dgm:prSet/>
      <dgm:spPr/>
      <dgm:t>
        <a:bodyPr/>
        <a:lstStyle/>
        <a:p>
          <a:endParaRPr lang="en-US"/>
        </a:p>
      </dgm:t>
    </dgm:pt>
    <dgm:pt modelId="{20E0AC3F-2276-4684-A1ED-98CBA804B474}" type="sibTrans" cxnId="{2A779F2B-D9E3-456E-BC8F-E013A0AA2CEE}">
      <dgm:prSet/>
      <dgm:spPr/>
      <dgm:t>
        <a:bodyPr/>
        <a:lstStyle/>
        <a:p>
          <a:endParaRPr lang="en-US"/>
        </a:p>
      </dgm:t>
    </dgm:pt>
    <dgm:pt modelId="{2752E806-5468-47A7-B044-2FE7F5A7448F}" type="pres">
      <dgm:prSet presAssocID="{1B9EB24D-50CA-427A-8677-D20464624D46}" presName="vert0" presStyleCnt="0">
        <dgm:presLayoutVars>
          <dgm:dir/>
          <dgm:animOne val="branch"/>
          <dgm:animLvl val="lvl"/>
        </dgm:presLayoutVars>
      </dgm:prSet>
      <dgm:spPr/>
    </dgm:pt>
    <dgm:pt modelId="{6D9C1E63-BAF6-4C6E-A06F-B9388CCDEC54}" type="pres">
      <dgm:prSet presAssocID="{9F82F29E-9C1E-4C37-8428-472E1B04C79E}" presName="thickLine" presStyleLbl="alignNode1" presStyleIdx="0" presStyleCnt="3"/>
      <dgm:spPr/>
    </dgm:pt>
    <dgm:pt modelId="{B7FDE8DB-A24F-4306-B44F-34110EDAC72C}" type="pres">
      <dgm:prSet presAssocID="{9F82F29E-9C1E-4C37-8428-472E1B04C79E}" presName="horz1" presStyleCnt="0"/>
      <dgm:spPr/>
    </dgm:pt>
    <dgm:pt modelId="{D24EB38B-D503-48D2-A3E6-F96E0F17A340}" type="pres">
      <dgm:prSet presAssocID="{9F82F29E-9C1E-4C37-8428-472E1B04C79E}" presName="tx1" presStyleLbl="revTx" presStyleIdx="0" presStyleCnt="6" custScaleX="28558"/>
      <dgm:spPr/>
    </dgm:pt>
    <dgm:pt modelId="{CF7496DA-5190-4D9E-A70A-F765E4B4FAF3}" type="pres">
      <dgm:prSet presAssocID="{9F82F29E-9C1E-4C37-8428-472E1B04C79E}" presName="vert1" presStyleCnt="0"/>
      <dgm:spPr/>
    </dgm:pt>
    <dgm:pt modelId="{4CE05A99-B7FF-4A91-83C2-84C363D992FE}" type="pres">
      <dgm:prSet presAssocID="{B467ADC8-260D-4D3F-AB2E-B59F53276FCA}" presName="vertSpace2a" presStyleCnt="0"/>
      <dgm:spPr/>
    </dgm:pt>
    <dgm:pt modelId="{739E5338-3D7C-44E5-A901-BCE58CC42FB0}" type="pres">
      <dgm:prSet presAssocID="{B467ADC8-260D-4D3F-AB2E-B59F53276FCA}" presName="horz2" presStyleCnt="0"/>
      <dgm:spPr/>
    </dgm:pt>
    <dgm:pt modelId="{48A5DC32-A985-470D-A33C-7CC19C70295D}" type="pres">
      <dgm:prSet presAssocID="{B467ADC8-260D-4D3F-AB2E-B59F53276FCA}" presName="horzSpace2" presStyleCnt="0"/>
      <dgm:spPr/>
    </dgm:pt>
    <dgm:pt modelId="{55D993E4-2E62-483E-BAA7-78BFB2FAF565}" type="pres">
      <dgm:prSet presAssocID="{B467ADC8-260D-4D3F-AB2E-B59F53276FCA}" presName="tx2" presStyleLbl="revTx" presStyleIdx="1" presStyleCnt="6" custScaleX="118292"/>
      <dgm:spPr/>
    </dgm:pt>
    <dgm:pt modelId="{BD86407E-88A3-4DF2-8D80-812E3497768E}" type="pres">
      <dgm:prSet presAssocID="{B467ADC8-260D-4D3F-AB2E-B59F53276FCA}" presName="vert2" presStyleCnt="0"/>
      <dgm:spPr/>
    </dgm:pt>
    <dgm:pt modelId="{6B93626F-CA54-4CB8-B661-ABC2637E186E}" type="pres">
      <dgm:prSet presAssocID="{B467ADC8-260D-4D3F-AB2E-B59F53276FCA}" presName="thinLine2b" presStyleLbl="callout" presStyleIdx="0" presStyleCnt="3"/>
      <dgm:spPr/>
    </dgm:pt>
    <dgm:pt modelId="{074CECEA-B2CE-4EBC-8747-980BF08D8C52}" type="pres">
      <dgm:prSet presAssocID="{B467ADC8-260D-4D3F-AB2E-B59F53276FCA}" presName="vertSpace2b" presStyleCnt="0"/>
      <dgm:spPr/>
    </dgm:pt>
    <dgm:pt modelId="{20FBA1FD-8183-4505-96D1-5DE86177588A}" type="pres">
      <dgm:prSet presAssocID="{2892C87F-20D5-45E3-A907-C77BB5A317C2}" presName="thickLine" presStyleLbl="alignNode1" presStyleIdx="1" presStyleCnt="3"/>
      <dgm:spPr/>
    </dgm:pt>
    <dgm:pt modelId="{9AA6A80A-124B-4F97-ADFC-BD8CFBADA84F}" type="pres">
      <dgm:prSet presAssocID="{2892C87F-20D5-45E3-A907-C77BB5A317C2}" presName="horz1" presStyleCnt="0"/>
      <dgm:spPr/>
    </dgm:pt>
    <dgm:pt modelId="{2AD4BF4E-0F39-4305-9196-DEFEF29DF7C3}" type="pres">
      <dgm:prSet presAssocID="{2892C87F-20D5-45E3-A907-C77BB5A317C2}" presName="tx1" presStyleLbl="revTx" presStyleIdx="2" presStyleCnt="6" custScaleX="28558"/>
      <dgm:spPr/>
    </dgm:pt>
    <dgm:pt modelId="{B3219DF1-42CB-4C2A-ACA6-1474A70D9BA3}" type="pres">
      <dgm:prSet presAssocID="{2892C87F-20D5-45E3-A907-C77BB5A317C2}" presName="vert1" presStyleCnt="0"/>
      <dgm:spPr/>
    </dgm:pt>
    <dgm:pt modelId="{B2E1819E-1BBD-4212-BE6F-7CE104C0A315}" type="pres">
      <dgm:prSet presAssocID="{CAECD0ED-FC0F-4C7D-B9DE-124CD3E0D135}" presName="vertSpace2a" presStyleCnt="0"/>
      <dgm:spPr/>
    </dgm:pt>
    <dgm:pt modelId="{3C88CFC9-8780-40A6-9B77-775C20ABD4AC}" type="pres">
      <dgm:prSet presAssocID="{CAECD0ED-FC0F-4C7D-B9DE-124CD3E0D135}" presName="horz2" presStyleCnt="0"/>
      <dgm:spPr/>
    </dgm:pt>
    <dgm:pt modelId="{1376EE19-4D86-4023-8FBF-AA3368EBDD8D}" type="pres">
      <dgm:prSet presAssocID="{CAECD0ED-FC0F-4C7D-B9DE-124CD3E0D135}" presName="horzSpace2" presStyleCnt="0"/>
      <dgm:spPr/>
    </dgm:pt>
    <dgm:pt modelId="{6547CF86-6FAB-467A-989C-3DEC9E31E685}" type="pres">
      <dgm:prSet presAssocID="{CAECD0ED-FC0F-4C7D-B9DE-124CD3E0D135}" presName="tx2" presStyleLbl="revTx" presStyleIdx="3" presStyleCnt="6" custScaleX="118292"/>
      <dgm:spPr/>
    </dgm:pt>
    <dgm:pt modelId="{F1ED7F4C-6E1A-49A6-83EA-C8438334DF6F}" type="pres">
      <dgm:prSet presAssocID="{CAECD0ED-FC0F-4C7D-B9DE-124CD3E0D135}" presName="vert2" presStyleCnt="0"/>
      <dgm:spPr/>
    </dgm:pt>
    <dgm:pt modelId="{DB04079F-8309-4C6D-9549-CA4FD47A9048}" type="pres">
      <dgm:prSet presAssocID="{CAECD0ED-FC0F-4C7D-B9DE-124CD3E0D135}" presName="thinLine2b" presStyleLbl="callout" presStyleIdx="1" presStyleCnt="3"/>
      <dgm:spPr/>
    </dgm:pt>
    <dgm:pt modelId="{1911D951-2C85-469D-B339-D27289511D74}" type="pres">
      <dgm:prSet presAssocID="{CAECD0ED-FC0F-4C7D-B9DE-124CD3E0D135}" presName="vertSpace2b" presStyleCnt="0"/>
      <dgm:spPr/>
    </dgm:pt>
    <dgm:pt modelId="{56E7CBB2-E0B3-40DB-9395-38B2F91A0DC3}" type="pres">
      <dgm:prSet presAssocID="{BC89F372-76FA-445E-B99E-D168BAB6A933}" presName="thickLine" presStyleLbl="alignNode1" presStyleIdx="2" presStyleCnt="3"/>
      <dgm:spPr/>
    </dgm:pt>
    <dgm:pt modelId="{374EE906-0436-4248-9A7C-0A06662DD59F}" type="pres">
      <dgm:prSet presAssocID="{BC89F372-76FA-445E-B99E-D168BAB6A933}" presName="horz1" presStyleCnt="0"/>
      <dgm:spPr/>
    </dgm:pt>
    <dgm:pt modelId="{73AB91D7-CF50-4029-AFA8-C1200B65637E}" type="pres">
      <dgm:prSet presAssocID="{BC89F372-76FA-445E-B99E-D168BAB6A933}" presName="tx1" presStyleLbl="revTx" presStyleIdx="4" presStyleCnt="6" custScaleX="28558"/>
      <dgm:spPr/>
    </dgm:pt>
    <dgm:pt modelId="{F4461722-7E76-44E6-A31E-EFB79C78BCC6}" type="pres">
      <dgm:prSet presAssocID="{BC89F372-76FA-445E-B99E-D168BAB6A933}" presName="vert1" presStyleCnt="0"/>
      <dgm:spPr/>
    </dgm:pt>
    <dgm:pt modelId="{36CBAC5E-E8A4-43D8-A8CD-29159E0B019C}" type="pres">
      <dgm:prSet presAssocID="{130EA829-F4E3-4795-B4E2-9133BE87A335}" presName="vertSpace2a" presStyleCnt="0"/>
      <dgm:spPr/>
    </dgm:pt>
    <dgm:pt modelId="{9BC5062C-B405-4AEB-911F-A252DD7C3B6B}" type="pres">
      <dgm:prSet presAssocID="{130EA829-F4E3-4795-B4E2-9133BE87A335}" presName="horz2" presStyleCnt="0"/>
      <dgm:spPr/>
    </dgm:pt>
    <dgm:pt modelId="{3C5EACA1-0CCD-4517-9429-6B4EDEE7F1C2}" type="pres">
      <dgm:prSet presAssocID="{130EA829-F4E3-4795-B4E2-9133BE87A335}" presName="horzSpace2" presStyleCnt="0"/>
      <dgm:spPr/>
    </dgm:pt>
    <dgm:pt modelId="{4E088C5F-0CA3-418B-8F9C-3B3048F50DD1}" type="pres">
      <dgm:prSet presAssocID="{130EA829-F4E3-4795-B4E2-9133BE87A335}" presName="tx2" presStyleLbl="revTx" presStyleIdx="5" presStyleCnt="6" custScaleX="118292"/>
      <dgm:spPr/>
    </dgm:pt>
    <dgm:pt modelId="{0595E3B4-120D-4EE6-B698-65ECDAC26035}" type="pres">
      <dgm:prSet presAssocID="{130EA829-F4E3-4795-B4E2-9133BE87A335}" presName="vert2" presStyleCnt="0"/>
      <dgm:spPr/>
    </dgm:pt>
    <dgm:pt modelId="{D0E26CB6-9B6B-4B74-B11A-5C7B83528539}" type="pres">
      <dgm:prSet presAssocID="{130EA829-F4E3-4795-B4E2-9133BE87A335}" presName="thinLine2b" presStyleLbl="callout" presStyleIdx="2" presStyleCnt="3"/>
      <dgm:spPr/>
    </dgm:pt>
    <dgm:pt modelId="{8DE9489F-1B9F-469F-BD30-D0EEE3D420DB}" type="pres">
      <dgm:prSet presAssocID="{130EA829-F4E3-4795-B4E2-9133BE87A335}" presName="vertSpace2b" presStyleCnt="0"/>
      <dgm:spPr/>
    </dgm:pt>
  </dgm:ptLst>
  <dgm:cxnLst>
    <dgm:cxn modelId="{4FEC6504-D92C-4F21-AF16-5BAD08B0E72B}" srcId="{1B9EB24D-50CA-427A-8677-D20464624D46}" destId="{BC89F372-76FA-445E-B99E-D168BAB6A933}" srcOrd="2" destOrd="0" parTransId="{7E373CAC-FFE3-4CA4-9206-8B31B181251E}" sibTransId="{0C08FC3E-B906-44C2-94F5-1EB537B147EB}"/>
    <dgm:cxn modelId="{E11B850E-40A8-48BF-AED9-96794DD8F878}" type="presOf" srcId="{9F82F29E-9C1E-4C37-8428-472E1B04C79E}" destId="{D24EB38B-D503-48D2-A3E6-F96E0F17A340}" srcOrd="0" destOrd="0" presId="urn:microsoft.com/office/officeart/2008/layout/LinedList"/>
    <dgm:cxn modelId="{2A779F2B-D9E3-456E-BC8F-E013A0AA2CEE}" srcId="{BC89F372-76FA-445E-B99E-D168BAB6A933}" destId="{130EA829-F4E3-4795-B4E2-9133BE87A335}" srcOrd="0" destOrd="0" parTransId="{56DCDC5C-B664-4EC4-A6C0-AC0358E5C493}" sibTransId="{20E0AC3F-2276-4684-A1ED-98CBA804B474}"/>
    <dgm:cxn modelId="{DAEA312C-E9AA-4B5B-BA1A-AD223D13622B}" type="presOf" srcId="{BC89F372-76FA-445E-B99E-D168BAB6A933}" destId="{73AB91D7-CF50-4029-AFA8-C1200B65637E}" srcOrd="0" destOrd="0" presId="urn:microsoft.com/office/officeart/2008/layout/LinedList"/>
    <dgm:cxn modelId="{5BFF6D3F-3B4E-4263-A0A0-C2321EC2F12E}" type="presOf" srcId="{CAECD0ED-FC0F-4C7D-B9DE-124CD3E0D135}" destId="{6547CF86-6FAB-467A-989C-3DEC9E31E685}" srcOrd="0" destOrd="0" presId="urn:microsoft.com/office/officeart/2008/layout/LinedList"/>
    <dgm:cxn modelId="{61CB7B5C-4872-475D-9FD2-10D9DB533057}" type="presOf" srcId="{1B9EB24D-50CA-427A-8677-D20464624D46}" destId="{2752E806-5468-47A7-B044-2FE7F5A7448F}" srcOrd="0" destOrd="0" presId="urn:microsoft.com/office/officeart/2008/layout/LinedList"/>
    <dgm:cxn modelId="{45FF995F-1D98-4070-97CE-040EDA38EBBF}" srcId="{9F82F29E-9C1E-4C37-8428-472E1B04C79E}" destId="{B467ADC8-260D-4D3F-AB2E-B59F53276FCA}" srcOrd="0" destOrd="0" parTransId="{86D50F32-A7B8-46D7-BDA9-A8A64D5C41AD}" sibTransId="{8793619E-DBAA-47CB-ABB3-F9E4E067AFC5}"/>
    <dgm:cxn modelId="{6AA56462-AF79-4531-A975-F2FEFA29CAB2}" srcId="{1B9EB24D-50CA-427A-8677-D20464624D46}" destId="{2892C87F-20D5-45E3-A907-C77BB5A317C2}" srcOrd="1" destOrd="0" parTransId="{6B693743-16EC-4935-AD2C-BE539C1A4F5B}" sibTransId="{A4B1FA8C-077F-489D-ADA0-DD72538EA64F}"/>
    <dgm:cxn modelId="{4D450E74-2C5C-40CB-9364-1CEEF3EFD8C2}" type="presOf" srcId="{2892C87F-20D5-45E3-A907-C77BB5A317C2}" destId="{2AD4BF4E-0F39-4305-9196-DEFEF29DF7C3}" srcOrd="0" destOrd="0" presId="urn:microsoft.com/office/officeart/2008/layout/LinedList"/>
    <dgm:cxn modelId="{4FD1FDAE-00BC-4244-8006-6EFBD5A83AC2}" type="presOf" srcId="{130EA829-F4E3-4795-B4E2-9133BE87A335}" destId="{4E088C5F-0CA3-418B-8F9C-3B3048F50DD1}" srcOrd="0" destOrd="0" presId="urn:microsoft.com/office/officeart/2008/layout/LinedList"/>
    <dgm:cxn modelId="{37E3D7CA-1A85-4C2F-94C0-FA781F253DE2}" srcId="{2892C87F-20D5-45E3-A907-C77BB5A317C2}" destId="{CAECD0ED-FC0F-4C7D-B9DE-124CD3E0D135}" srcOrd="0" destOrd="0" parTransId="{D1D2EE49-E49C-43D5-A19C-C4811FED6EA1}" sibTransId="{C90DAC0A-8730-4A93-8240-83ECA5E2DD9B}"/>
    <dgm:cxn modelId="{FE7E1ED0-B26E-4A98-A44F-3DE3F4DEB96A}" srcId="{1B9EB24D-50CA-427A-8677-D20464624D46}" destId="{9F82F29E-9C1E-4C37-8428-472E1B04C79E}" srcOrd="0" destOrd="0" parTransId="{BF4B941A-A510-479E-B1AF-F68AF3223976}" sibTransId="{B81611EE-CC29-4D5B-AC3D-FC821AFBD740}"/>
    <dgm:cxn modelId="{B12CDFD1-9A4A-43B6-9A24-AC9980D84B61}" type="presOf" srcId="{B467ADC8-260D-4D3F-AB2E-B59F53276FCA}" destId="{55D993E4-2E62-483E-BAA7-78BFB2FAF565}" srcOrd="0" destOrd="0" presId="urn:microsoft.com/office/officeart/2008/layout/LinedList"/>
    <dgm:cxn modelId="{266AD03A-097D-42AC-8028-C67DA763C8E8}" type="presParOf" srcId="{2752E806-5468-47A7-B044-2FE7F5A7448F}" destId="{6D9C1E63-BAF6-4C6E-A06F-B9388CCDEC54}" srcOrd="0" destOrd="0" presId="urn:microsoft.com/office/officeart/2008/layout/LinedList"/>
    <dgm:cxn modelId="{EDB9C3BA-213A-40A4-BD99-73680A7560F6}" type="presParOf" srcId="{2752E806-5468-47A7-B044-2FE7F5A7448F}" destId="{B7FDE8DB-A24F-4306-B44F-34110EDAC72C}" srcOrd="1" destOrd="0" presId="urn:microsoft.com/office/officeart/2008/layout/LinedList"/>
    <dgm:cxn modelId="{EBEB1BA1-E9D9-42F1-A816-79DBED1BBBA8}" type="presParOf" srcId="{B7FDE8DB-A24F-4306-B44F-34110EDAC72C}" destId="{D24EB38B-D503-48D2-A3E6-F96E0F17A340}" srcOrd="0" destOrd="0" presId="urn:microsoft.com/office/officeart/2008/layout/LinedList"/>
    <dgm:cxn modelId="{CE4E5575-D710-4FF6-8582-42CCDFA3DD85}" type="presParOf" srcId="{B7FDE8DB-A24F-4306-B44F-34110EDAC72C}" destId="{CF7496DA-5190-4D9E-A70A-F765E4B4FAF3}" srcOrd="1" destOrd="0" presId="urn:microsoft.com/office/officeart/2008/layout/LinedList"/>
    <dgm:cxn modelId="{D1611F80-955E-40D7-BE80-5642B95A8765}" type="presParOf" srcId="{CF7496DA-5190-4D9E-A70A-F765E4B4FAF3}" destId="{4CE05A99-B7FF-4A91-83C2-84C363D992FE}" srcOrd="0" destOrd="0" presId="urn:microsoft.com/office/officeart/2008/layout/LinedList"/>
    <dgm:cxn modelId="{85C3C51E-39C2-4D3D-93D2-C008BA033062}" type="presParOf" srcId="{CF7496DA-5190-4D9E-A70A-F765E4B4FAF3}" destId="{739E5338-3D7C-44E5-A901-BCE58CC42FB0}" srcOrd="1" destOrd="0" presId="urn:microsoft.com/office/officeart/2008/layout/LinedList"/>
    <dgm:cxn modelId="{7B0C6F68-C097-4BAD-96B1-BDF318EE10A9}" type="presParOf" srcId="{739E5338-3D7C-44E5-A901-BCE58CC42FB0}" destId="{48A5DC32-A985-470D-A33C-7CC19C70295D}" srcOrd="0" destOrd="0" presId="urn:microsoft.com/office/officeart/2008/layout/LinedList"/>
    <dgm:cxn modelId="{F7ECC8D7-B24C-4645-B6E9-AD08A2DCC9B6}" type="presParOf" srcId="{739E5338-3D7C-44E5-A901-BCE58CC42FB0}" destId="{55D993E4-2E62-483E-BAA7-78BFB2FAF565}" srcOrd="1" destOrd="0" presId="urn:microsoft.com/office/officeart/2008/layout/LinedList"/>
    <dgm:cxn modelId="{F25EC6A8-5859-4CC9-903A-86346011D864}" type="presParOf" srcId="{739E5338-3D7C-44E5-A901-BCE58CC42FB0}" destId="{BD86407E-88A3-4DF2-8D80-812E3497768E}" srcOrd="2" destOrd="0" presId="urn:microsoft.com/office/officeart/2008/layout/LinedList"/>
    <dgm:cxn modelId="{8A5711FD-8748-479A-8BD2-5BB833B80BBD}" type="presParOf" srcId="{CF7496DA-5190-4D9E-A70A-F765E4B4FAF3}" destId="{6B93626F-CA54-4CB8-B661-ABC2637E186E}" srcOrd="2" destOrd="0" presId="urn:microsoft.com/office/officeart/2008/layout/LinedList"/>
    <dgm:cxn modelId="{9D16E82D-A902-4378-81AC-860BF76B0A98}" type="presParOf" srcId="{CF7496DA-5190-4D9E-A70A-F765E4B4FAF3}" destId="{074CECEA-B2CE-4EBC-8747-980BF08D8C52}" srcOrd="3" destOrd="0" presId="urn:microsoft.com/office/officeart/2008/layout/LinedList"/>
    <dgm:cxn modelId="{D10D1A4A-0A1A-40D5-A5B8-2F32BA98B100}" type="presParOf" srcId="{2752E806-5468-47A7-B044-2FE7F5A7448F}" destId="{20FBA1FD-8183-4505-96D1-5DE86177588A}" srcOrd="2" destOrd="0" presId="urn:microsoft.com/office/officeart/2008/layout/LinedList"/>
    <dgm:cxn modelId="{C7F402A9-8F92-4373-B389-BE65B7F85F00}" type="presParOf" srcId="{2752E806-5468-47A7-B044-2FE7F5A7448F}" destId="{9AA6A80A-124B-4F97-ADFC-BD8CFBADA84F}" srcOrd="3" destOrd="0" presId="urn:microsoft.com/office/officeart/2008/layout/LinedList"/>
    <dgm:cxn modelId="{6A4B45C7-8750-4C68-9704-AC0ED810D120}" type="presParOf" srcId="{9AA6A80A-124B-4F97-ADFC-BD8CFBADA84F}" destId="{2AD4BF4E-0F39-4305-9196-DEFEF29DF7C3}" srcOrd="0" destOrd="0" presId="urn:microsoft.com/office/officeart/2008/layout/LinedList"/>
    <dgm:cxn modelId="{0EC6A82C-D3F1-4786-AEF2-D642C51CEECD}" type="presParOf" srcId="{9AA6A80A-124B-4F97-ADFC-BD8CFBADA84F}" destId="{B3219DF1-42CB-4C2A-ACA6-1474A70D9BA3}" srcOrd="1" destOrd="0" presId="urn:microsoft.com/office/officeart/2008/layout/LinedList"/>
    <dgm:cxn modelId="{EC38A04B-82BF-4329-9E49-748AEBBEF056}" type="presParOf" srcId="{B3219DF1-42CB-4C2A-ACA6-1474A70D9BA3}" destId="{B2E1819E-1BBD-4212-BE6F-7CE104C0A315}" srcOrd="0" destOrd="0" presId="urn:microsoft.com/office/officeart/2008/layout/LinedList"/>
    <dgm:cxn modelId="{23100594-8484-4B6C-A8F2-A0755F227F09}" type="presParOf" srcId="{B3219DF1-42CB-4C2A-ACA6-1474A70D9BA3}" destId="{3C88CFC9-8780-40A6-9B77-775C20ABD4AC}" srcOrd="1" destOrd="0" presId="urn:microsoft.com/office/officeart/2008/layout/LinedList"/>
    <dgm:cxn modelId="{DB08D4BB-7FE5-460F-8F45-81D9BE88443F}" type="presParOf" srcId="{3C88CFC9-8780-40A6-9B77-775C20ABD4AC}" destId="{1376EE19-4D86-4023-8FBF-AA3368EBDD8D}" srcOrd="0" destOrd="0" presId="urn:microsoft.com/office/officeart/2008/layout/LinedList"/>
    <dgm:cxn modelId="{8F40D70C-53F5-44F5-836D-24D83B2C9B9A}" type="presParOf" srcId="{3C88CFC9-8780-40A6-9B77-775C20ABD4AC}" destId="{6547CF86-6FAB-467A-989C-3DEC9E31E685}" srcOrd="1" destOrd="0" presId="urn:microsoft.com/office/officeart/2008/layout/LinedList"/>
    <dgm:cxn modelId="{E540FEDE-201E-4900-A0A2-4354DAB64F40}" type="presParOf" srcId="{3C88CFC9-8780-40A6-9B77-775C20ABD4AC}" destId="{F1ED7F4C-6E1A-49A6-83EA-C8438334DF6F}" srcOrd="2" destOrd="0" presId="urn:microsoft.com/office/officeart/2008/layout/LinedList"/>
    <dgm:cxn modelId="{0C2E4C06-796B-4F5C-8D4F-9AE419FCCE3D}" type="presParOf" srcId="{B3219DF1-42CB-4C2A-ACA6-1474A70D9BA3}" destId="{DB04079F-8309-4C6D-9549-CA4FD47A9048}" srcOrd="2" destOrd="0" presId="urn:microsoft.com/office/officeart/2008/layout/LinedList"/>
    <dgm:cxn modelId="{9756CF73-3382-4C75-B45A-6CFA2FFD628F}" type="presParOf" srcId="{B3219DF1-42CB-4C2A-ACA6-1474A70D9BA3}" destId="{1911D951-2C85-469D-B339-D27289511D74}" srcOrd="3" destOrd="0" presId="urn:microsoft.com/office/officeart/2008/layout/LinedList"/>
    <dgm:cxn modelId="{E169D2DE-B1BA-4EBC-A690-783C0BBE96E8}" type="presParOf" srcId="{2752E806-5468-47A7-B044-2FE7F5A7448F}" destId="{56E7CBB2-E0B3-40DB-9395-38B2F91A0DC3}" srcOrd="4" destOrd="0" presId="urn:microsoft.com/office/officeart/2008/layout/LinedList"/>
    <dgm:cxn modelId="{6CDB57CA-0888-4AD6-A657-91DA5F672454}" type="presParOf" srcId="{2752E806-5468-47A7-B044-2FE7F5A7448F}" destId="{374EE906-0436-4248-9A7C-0A06662DD59F}" srcOrd="5" destOrd="0" presId="urn:microsoft.com/office/officeart/2008/layout/LinedList"/>
    <dgm:cxn modelId="{30D57407-EFAF-4001-A7BE-2632B42FD839}" type="presParOf" srcId="{374EE906-0436-4248-9A7C-0A06662DD59F}" destId="{73AB91D7-CF50-4029-AFA8-C1200B65637E}" srcOrd="0" destOrd="0" presId="urn:microsoft.com/office/officeart/2008/layout/LinedList"/>
    <dgm:cxn modelId="{64E257DE-E673-4BC2-9511-2CEF626213F7}" type="presParOf" srcId="{374EE906-0436-4248-9A7C-0A06662DD59F}" destId="{F4461722-7E76-44E6-A31E-EFB79C78BCC6}" srcOrd="1" destOrd="0" presId="urn:microsoft.com/office/officeart/2008/layout/LinedList"/>
    <dgm:cxn modelId="{1FC3CC17-9793-4079-BB69-0FAD11860888}" type="presParOf" srcId="{F4461722-7E76-44E6-A31E-EFB79C78BCC6}" destId="{36CBAC5E-E8A4-43D8-A8CD-29159E0B019C}" srcOrd="0" destOrd="0" presId="urn:microsoft.com/office/officeart/2008/layout/LinedList"/>
    <dgm:cxn modelId="{9D9B67C5-BBC7-46ED-88F3-002525BD2017}" type="presParOf" srcId="{F4461722-7E76-44E6-A31E-EFB79C78BCC6}" destId="{9BC5062C-B405-4AEB-911F-A252DD7C3B6B}" srcOrd="1" destOrd="0" presId="urn:microsoft.com/office/officeart/2008/layout/LinedList"/>
    <dgm:cxn modelId="{7094E2D0-52BB-4C42-B669-26AD7A4B9008}" type="presParOf" srcId="{9BC5062C-B405-4AEB-911F-A252DD7C3B6B}" destId="{3C5EACA1-0CCD-4517-9429-6B4EDEE7F1C2}" srcOrd="0" destOrd="0" presId="urn:microsoft.com/office/officeart/2008/layout/LinedList"/>
    <dgm:cxn modelId="{8EB2088D-E1FD-421B-9D63-14ADFAECD34D}" type="presParOf" srcId="{9BC5062C-B405-4AEB-911F-A252DD7C3B6B}" destId="{4E088C5F-0CA3-418B-8F9C-3B3048F50DD1}" srcOrd="1" destOrd="0" presId="urn:microsoft.com/office/officeart/2008/layout/LinedList"/>
    <dgm:cxn modelId="{397D30CE-B40B-4658-8199-8A81D9ED4305}" type="presParOf" srcId="{9BC5062C-B405-4AEB-911F-A252DD7C3B6B}" destId="{0595E3B4-120D-4EE6-B698-65ECDAC26035}" srcOrd="2" destOrd="0" presId="urn:microsoft.com/office/officeart/2008/layout/LinedList"/>
    <dgm:cxn modelId="{DF556EDD-1737-42E7-A8A7-053A19F1395B}" type="presParOf" srcId="{F4461722-7E76-44E6-A31E-EFB79C78BCC6}" destId="{D0E26CB6-9B6B-4B74-B11A-5C7B83528539}" srcOrd="2" destOrd="0" presId="urn:microsoft.com/office/officeart/2008/layout/LinedList"/>
    <dgm:cxn modelId="{64256578-D02A-44C0-B844-F72CEA9FD523}" type="presParOf" srcId="{F4461722-7E76-44E6-A31E-EFB79C78BCC6}" destId="{8DE9489F-1B9F-469F-BD30-D0EEE3D420DB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660127-E444-4284-9E3E-84366307BADF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EBBD254E-282B-4A94-9228-E5F82FA4FCE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i-FI" sz="2000" spc="-9" dirty="0">
              <a:cs typeface="Tahoma"/>
            </a:rPr>
            <a:t>Kesamaan semua </a:t>
          </a:r>
          <a:r>
            <a:rPr lang="fi-FI" sz="2000" spc="-5" dirty="0">
              <a:cs typeface="Tahoma"/>
            </a:rPr>
            <a:t>orang sebagai manusia </a:t>
          </a:r>
          <a:endParaRPr lang="en-US" sz="2000" dirty="0"/>
        </a:p>
      </dgm:t>
    </dgm:pt>
    <dgm:pt modelId="{E22C14FF-80B1-4D7A-9033-ED32AE63EBDE}" type="parTrans" cxnId="{86E25EFF-7176-43B0-ABE8-909397F1C6E1}">
      <dgm:prSet/>
      <dgm:spPr/>
      <dgm:t>
        <a:bodyPr/>
        <a:lstStyle/>
        <a:p>
          <a:endParaRPr lang="en-US"/>
        </a:p>
      </dgm:t>
    </dgm:pt>
    <dgm:pt modelId="{24F06D52-7539-468C-9D06-AD3DACF43004}" type="sibTrans" cxnId="{86E25EFF-7176-43B0-ABE8-909397F1C6E1}">
      <dgm:prSet/>
      <dgm:spPr/>
      <dgm:t>
        <a:bodyPr/>
        <a:lstStyle/>
        <a:p>
          <a:endParaRPr lang="en-US"/>
        </a:p>
      </dgm:t>
    </dgm:pt>
    <dgm:pt modelId="{5B03E18E-8AC7-4E4C-B5E0-F0B94D01B75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>
              <a:cs typeface="Tahoma"/>
            </a:rPr>
            <a:t>Hak-</a:t>
          </a:r>
          <a:r>
            <a:rPr lang="en-US" sz="2000" dirty="0" err="1">
              <a:cs typeface="Tahoma"/>
            </a:rPr>
            <a:t>hak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asasi</a:t>
          </a:r>
          <a:r>
            <a:rPr lang="en-US" sz="2000" spc="-5" dirty="0">
              <a:cs typeface="Tahoma"/>
            </a:rPr>
            <a:t>, </a:t>
          </a:r>
          <a:endParaRPr lang="en-US" sz="2000" dirty="0"/>
        </a:p>
      </dgm:t>
    </dgm:pt>
    <dgm:pt modelId="{6D8E1D32-FA6C-4819-9664-0DF5154E155B}" type="parTrans" cxnId="{D810959F-30E2-4910-A78B-21F48D8134B5}">
      <dgm:prSet/>
      <dgm:spPr/>
      <dgm:t>
        <a:bodyPr/>
        <a:lstStyle/>
        <a:p>
          <a:endParaRPr lang="en-US"/>
        </a:p>
      </dgm:t>
    </dgm:pt>
    <dgm:pt modelId="{B8E1336C-A50F-4146-B6F8-5E6FDE85224B}" type="sibTrans" cxnId="{D810959F-30E2-4910-A78B-21F48D8134B5}">
      <dgm:prSet/>
      <dgm:spPr/>
      <dgm:t>
        <a:bodyPr/>
        <a:lstStyle/>
        <a:p>
          <a:endParaRPr lang="en-US"/>
        </a:p>
      </dgm:t>
    </dgm:pt>
    <dgm:pt modelId="{4E80E7CF-09B6-48C4-9122-1C5AB1740E8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Penghapusan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hukuman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 </a:t>
          </a:r>
          <a:r>
            <a:rPr lang="en-US" sz="2000" spc="-5" dirty="0">
              <a:cs typeface="Tahoma"/>
            </a:rPr>
            <a:t>yang </a:t>
          </a:r>
          <a:r>
            <a:rPr lang="en-US" sz="2000" spc="-9" dirty="0">
              <a:cs typeface="Tahoma"/>
            </a:rPr>
            <a:t>brutal</a:t>
          </a:r>
          <a:endParaRPr lang="en-US" sz="2000" dirty="0"/>
        </a:p>
      </dgm:t>
    </dgm:pt>
    <dgm:pt modelId="{B6DEC3DB-42BC-4D7C-B845-1F6A5E6EE8DB}" type="parTrans" cxnId="{D21A1E2B-71BF-4818-BD49-7189614C0AE2}">
      <dgm:prSet/>
      <dgm:spPr/>
      <dgm:t>
        <a:bodyPr/>
        <a:lstStyle/>
        <a:p>
          <a:endParaRPr lang="en-US"/>
        </a:p>
      </dgm:t>
    </dgm:pt>
    <dgm:pt modelId="{3609572F-83BF-48C5-9AAA-C6C1555C7C6D}" type="sibTrans" cxnId="{D21A1E2B-71BF-4818-BD49-7189614C0AE2}">
      <dgm:prSet/>
      <dgm:spPr/>
      <dgm:t>
        <a:bodyPr/>
        <a:lstStyle/>
        <a:p>
          <a:endParaRPr lang="en-US"/>
        </a:p>
      </dgm:t>
    </dgm:pt>
    <dgm:pt modelId="{2350D2F4-1315-4178-8922-EC2BFA159A2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Larangan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terhadap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penyiksaan</a:t>
          </a:r>
          <a:endParaRPr lang="en-US" sz="2000" dirty="0"/>
        </a:p>
      </dgm:t>
    </dgm:pt>
    <dgm:pt modelId="{A821B378-A8E9-4D26-97F7-A764DF1E5431}" type="parTrans" cxnId="{B49977E7-AB6A-48A4-8FBD-2A93836DB3BE}">
      <dgm:prSet/>
      <dgm:spPr/>
      <dgm:t>
        <a:bodyPr/>
        <a:lstStyle/>
        <a:p>
          <a:endParaRPr lang="en-US"/>
        </a:p>
      </dgm:t>
    </dgm:pt>
    <dgm:pt modelId="{2B83D859-8B0F-48AF-B4DB-7CC70AF4A9F7}" type="sibTrans" cxnId="{B49977E7-AB6A-48A4-8FBD-2A93836DB3BE}">
      <dgm:prSet/>
      <dgm:spPr/>
      <dgm:t>
        <a:bodyPr/>
        <a:lstStyle/>
        <a:p>
          <a:endParaRPr lang="en-US"/>
        </a:p>
      </dgm:t>
    </dgm:pt>
    <dgm:pt modelId="{55A72726-5152-40F5-A85F-EB10C0D17B0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Kebebasan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berpikir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dan </a:t>
          </a:r>
          <a:r>
            <a:rPr lang="en-US" sz="2000" spc="-5" dirty="0" err="1">
              <a:cs typeface="Tahoma"/>
            </a:rPr>
            <a:t>beragama</a:t>
          </a:r>
          <a:r>
            <a:rPr lang="en-US" sz="2000" spc="-5" dirty="0">
              <a:cs typeface="Tahoma"/>
            </a:rPr>
            <a:t>, </a:t>
          </a:r>
          <a:endParaRPr lang="en-US" sz="2000" dirty="0"/>
        </a:p>
      </dgm:t>
    </dgm:pt>
    <dgm:pt modelId="{874BB29A-18A7-419C-8D41-8FDD198D0FE1}" type="parTrans" cxnId="{86C8AD57-9300-40D6-9D9E-057F7E13C319}">
      <dgm:prSet/>
      <dgm:spPr/>
      <dgm:t>
        <a:bodyPr/>
        <a:lstStyle/>
        <a:p>
          <a:endParaRPr lang="en-US"/>
        </a:p>
      </dgm:t>
    </dgm:pt>
    <dgm:pt modelId="{9E27A5A8-CF73-42DA-BF99-FF5353791E96}" type="sibTrans" cxnId="{86C8AD57-9300-40D6-9D9E-057F7E13C319}">
      <dgm:prSet/>
      <dgm:spPr/>
      <dgm:t>
        <a:bodyPr/>
        <a:lstStyle/>
        <a:p>
          <a:endParaRPr lang="en-US"/>
        </a:p>
      </dgm:t>
    </dgm:pt>
    <dgm:pt modelId="{53518BD0-B993-44A0-ADD1-A04EA553B9B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Toleransi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religius</a:t>
          </a:r>
          <a:r>
            <a:rPr lang="en-US" sz="2000" dirty="0">
              <a:cs typeface="Tahoma"/>
            </a:rPr>
            <a:t> </a:t>
          </a:r>
          <a:endParaRPr lang="en-US" sz="2000" dirty="0"/>
        </a:p>
      </dgm:t>
    </dgm:pt>
    <dgm:pt modelId="{F5933B78-5733-4F75-8758-C088114A5E84}" type="parTrans" cxnId="{B985D4AB-4CD8-4E30-A9E4-97962047B1F5}">
      <dgm:prSet/>
      <dgm:spPr/>
      <dgm:t>
        <a:bodyPr/>
        <a:lstStyle/>
        <a:p>
          <a:endParaRPr lang="en-US"/>
        </a:p>
      </dgm:t>
    </dgm:pt>
    <dgm:pt modelId="{D0350A24-2E02-42B6-A3CD-E4BAF42D6926}" type="sibTrans" cxnId="{B985D4AB-4CD8-4E30-A9E4-97962047B1F5}">
      <dgm:prSet/>
      <dgm:spPr/>
      <dgm:t>
        <a:bodyPr/>
        <a:lstStyle/>
        <a:p>
          <a:endParaRPr lang="en-US"/>
        </a:p>
      </dgm:t>
    </dgm:pt>
    <dgm:pt modelId="{AFD50C59-981D-44CE-B92A-1DA2540BCEB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Demokrasi</a:t>
          </a:r>
          <a:r>
            <a:rPr lang="en-US" sz="2000" dirty="0">
              <a:cs typeface="Tahoma"/>
            </a:rPr>
            <a:t> </a:t>
          </a:r>
          <a:endParaRPr lang="en-US" sz="2000" dirty="0"/>
        </a:p>
      </dgm:t>
    </dgm:pt>
    <dgm:pt modelId="{4DD1DBA0-128F-4997-8135-8CABDB47B52F}" type="parTrans" cxnId="{59EF0AA2-6299-4ED5-B446-94D0B9D5DDDF}">
      <dgm:prSet/>
      <dgm:spPr/>
      <dgm:t>
        <a:bodyPr/>
        <a:lstStyle/>
        <a:p>
          <a:endParaRPr lang="en-US"/>
        </a:p>
      </dgm:t>
    </dgm:pt>
    <dgm:pt modelId="{A6408E01-4A71-4444-A113-C67C0CC0EBE5}" type="sibTrans" cxnId="{59EF0AA2-6299-4ED5-B446-94D0B9D5DDDF}">
      <dgm:prSet/>
      <dgm:spPr/>
      <dgm:t>
        <a:bodyPr/>
        <a:lstStyle/>
        <a:p>
          <a:endParaRPr lang="en-US"/>
        </a:p>
      </dgm:t>
    </dgm:pt>
    <dgm:pt modelId="{D909A25C-AC23-4C26-BED1-53F4785170E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9" dirty="0" err="1">
              <a:cs typeface="Tahoma"/>
            </a:rPr>
            <a:t>Keadilan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sosial</a:t>
          </a:r>
          <a:r>
            <a:rPr lang="en-US" sz="2000" dirty="0">
              <a:cs typeface="Tahoma"/>
            </a:rPr>
            <a:t> </a:t>
          </a:r>
          <a:endParaRPr lang="en-US" sz="2000" dirty="0"/>
        </a:p>
      </dgm:t>
    </dgm:pt>
    <dgm:pt modelId="{41DBE18F-9324-4C56-8494-149375401C6D}" type="parTrans" cxnId="{71A5537C-9D83-45A7-88BF-B62B42C4E5E5}">
      <dgm:prSet/>
      <dgm:spPr/>
      <dgm:t>
        <a:bodyPr/>
        <a:lstStyle/>
        <a:p>
          <a:endParaRPr lang="en-US"/>
        </a:p>
      </dgm:t>
    </dgm:pt>
    <dgm:pt modelId="{60615A6E-5811-46CB-AB64-7807EB29202C}" type="sibTrans" cxnId="{71A5537C-9D83-45A7-88BF-B62B42C4E5E5}">
      <dgm:prSet/>
      <dgm:spPr/>
      <dgm:t>
        <a:bodyPr/>
        <a:lstStyle/>
        <a:p>
          <a:endParaRPr lang="en-US"/>
        </a:p>
      </dgm:t>
    </dgm:pt>
    <dgm:pt modelId="{0CC77CB8-5726-4134-B5C3-2F77AA3D8D75}" type="pres">
      <dgm:prSet presAssocID="{86660127-E444-4284-9E3E-84366307BADF}" presName="Name0" presStyleCnt="0">
        <dgm:presLayoutVars>
          <dgm:dir/>
          <dgm:resizeHandles val="exact"/>
        </dgm:presLayoutVars>
      </dgm:prSet>
      <dgm:spPr/>
    </dgm:pt>
    <dgm:pt modelId="{C3EFCDF9-A6B9-42E8-A040-4A5BF0B3409D}" type="pres">
      <dgm:prSet presAssocID="{EBBD254E-282B-4A94-9228-E5F82FA4FCE9}" presName="node" presStyleLbl="node1" presStyleIdx="0" presStyleCnt="8">
        <dgm:presLayoutVars>
          <dgm:bulletEnabled val="1"/>
        </dgm:presLayoutVars>
      </dgm:prSet>
      <dgm:spPr/>
    </dgm:pt>
    <dgm:pt modelId="{CBABC63C-470C-4DDB-8655-313006CFA949}" type="pres">
      <dgm:prSet presAssocID="{24F06D52-7539-468C-9D06-AD3DACF43004}" presName="sibTrans" presStyleLbl="sibTrans1D1" presStyleIdx="0" presStyleCnt="7"/>
      <dgm:spPr/>
    </dgm:pt>
    <dgm:pt modelId="{2C6A725D-99AE-4113-B09D-BC9331906017}" type="pres">
      <dgm:prSet presAssocID="{24F06D52-7539-468C-9D06-AD3DACF43004}" presName="connectorText" presStyleLbl="sibTrans1D1" presStyleIdx="0" presStyleCnt="7"/>
      <dgm:spPr/>
    </dgm:pt>
    <dgm:pt modelId="{A0D28FD6-072D-41B8-8B70-9651DBF62B66}" type="pres">
      <dgm:prSet presAssocID="{5B03E18E-8AC7-4E4C-B5E0-F0B94D01B75D}" presName="node" presStyleLbl="node1" presStyleIdx="1" presStyleCnt="8">
        <dgm:presLayoutVars>
          <dgm:bulletEnabled val="1"/>
        </dgm:presLayoutVars>
      </dgm:prSet>
      <dgm:spPr/>
    </dgm:pt>
    <dgm:pt modelId="{8E411AE6-8825-4A19-89FD-35BF9B2A9C2E}" type="pres">
      <dgm:prSet presAssocID="{B8E1336C-A50F-4146-B6F8-5E6FDE85224B}" presName="sibTrans" presStyleLbl="sibTrans1D1" presStyleIdx="1" presStyleCnt="7"/>
      <dgm:spPr/>
    </dgm:pt>
    <dgm:pt modelId="{A9639592-0676-46E8-80A8-27AE18789B74}" type="pres">
      <dgm:prSet presAssocID="{B8E1336C-A50F-4146-B6F8-5E6FDE85224B}" presName="connectorText" presStyleLbl="sibTrans1D1" presStyleIdx="1" presStyleCnt="7"/>
      <dgm:spPr/>
    </dgm:pt>
    <dgm:pt modelId="{4838AE79-8014-4662-AC2C-9DADB9ADDB4E}" type="pres">
      <dgm:prSet presAssocID="{4E80E7CF-09B6-48C4-9122-1C5AB1740E8C}" presName="node" presStyleLbl="node1" presStyleIdx="2" presStyleCnt="8">
        <dgm:presLayoutVars>
          <dgm:bulletEnabled val="1"/>
        </dgm:presLayoutVars>
      </dgm:prSet>
      <dgm:spPr/>
    </dgm:pt>
    <dgm:pt modelId="{876A2A96-E53A-4DED-BF94-A20990EAA581}" type="pres">
      <dgm:prSet presAssocID="{3609572F-83BF-48C5-9AAA-C6C1555C7C6D}" presName="sibTrans" presStyleLbl="sibTrans1D1" presStyleIdx="2" presStyleCnt="7"/>
      <dgm:spPr/>
    </dgm:pt>
    <dgm:pt modelId="{F7514BDB-2097-4EF2-B130-FF17AA803896}" type="pres">
      <dgm:prSet presAssocID="{3609572F-83BF-48C5-9AAA-C6C1555C7C6D}" presName="connectorText" presStyleLbl="sibTrans1D1" presStyleIdx="2" presStyleCnt="7"/>
      <dgm:spPr/>
    </dgm:pt>
    <dgm:pt modelId="{8FB4D89B-454F-48E7-9765-F004A80F022C}" type="pres">
      <dgm:prSet presAssocID="{2350D2F4-1315-4178-8922-EC2BFA159A27}" presName="node" presStyleLbl="node1" presStyleIdx="3" presStyleCnt="8">
        <dgm:presLayoutVars>
          <dgm:bulletEnabled val="1"/>
        </dgm:presLayoutVars>
      </dgm:prSet>
      <dgm:spPr/>
    </dgm:pt>
    <dgm:pt modelId="{D8797ED2-BBF3-426F-8029-A0CC19D6DAF5}" type="pres">
      <dgm:prSet presAssocID="{2B83D859-8B0F-48AF-B4DB-7CC70AF4A9F7}" presName="sibTrans" presStyleLbl="sibTrans1D1" presStyleIdx="3" presStyleCnt="7"/>
      <dgm:spPr/>
    </dgm:pt>
    <dgm:pt modelId="{9274BB8F-4B9B-47D2-984E-35DC271C4982}" type="pres">
      <dgm:prSet presAssocID="{2B83D859-8B0F-48AF-B4DB-7CC70AF4A9F7}" presName="connectorText" presStyleLbl="sibTrans1D1" presStyleIdx="3" presStyleCnt="7"/>
      <dgm:spPr/>
    </dgm:pt>
    <dgm:pt modelId="{79B15E15-C284-4140-B0E5-1BE73BD7E7F3}" type="pres">
      <dgm:prSet presAssocID="{55A72726-5152-40F5-A85F-EB10C0D17B0B}" presName="node" presStyleLbl="node1" presStyleIdx="4" presStyleCnt="8">
        <dgm:presLayoutVars>
          <dgm:bulletEnabled val="1"/>
        </dgm:presLayoutVars>
      </dgm:prSet>
      <dgm:spPr/>
    </dgm:pt>
    <dgm:pt modelId="{C1922C23-BCA7-4956-AB79-38A2F65412EF}" type="pres">
      <dgm:prSet presAssocID="{9E27A5A8-CF73-42DA-BF99-FF5353791E96}" presName="sibTrans" presStyleLbl="sibTrans1D1" presStyleIdx="4" presStyleCnt="7"/>
      <dgm:spPr/>
    </dgm:pt>
    <dgm:pt modelId="{BF574B09-83EC-42B6-900D-5369A5B1C0F3}" type="pres">
      <dgm:prSet presAssocID="{9E27A5A8-CF73-42DA-BF99-FF5353791E96}" presName="connectorText" presStyleLbl="sibTrans1D1" presStyleIdx="4" presStyleCnt="7"/>
      <dgm:spPr/>
    </dgm:pt>
    <dgm:pt modelId="{5DEA20E7-3F3C-410E-BF09-82897BFEE57D}" type="pres">
      <dgm:prSet presAssocID="{53518BD0-B993-44A0-ADD1-A04EA553B9B9}" presName="node" presStyleLbl="node1" presStyleIdx="5" presStyleCnt="8">
        <dgm:presLayoutVars>
          <dgm:bulletEnabled val="1"/>
        </dgm:presLayoutVars>
      </dgm:prSet>
      <dgm:spPr/>
    </dgm:pt>
    <dgm:pt modelId="{B5B6C510-BFB3-4D66-BECE-F69FC30F09C7}" type="pres">
      <dgm:prSet presAssocID="{D0350A24-2E02-42B6-A3CD-E4BAF42D6926}" presName="sibTrans" presStyleLbl="sibTrans1D1" presStyleIdx="5" presStyleCnt="7"/>
      <dgm:spPr/>
    </dgm:pt>
    <dgm:pt modelId="{D62D0631-80AA-4D92-99BF-D7EA2F9256C8}" type="pres">
      <dgm:prSet presAssocID="{D0350A24-2E02-42B6-A3CD-E4BAF42D6926}" presName="connectorText" presStyleLbl="sibTrans1D1" presStyleIdx="5" presStyleCnt="7"/>
      <dgm:spPr/>
    </dgm:pt>
    <dgm:pt modelId="{F3A6C261-C45B-4B10-8A74-FBBD472E5B84}" type="pres">
      <dgm:prSet presAssocID="{AFD50C59-981D-44CE-B92A-1DA2540BCEB7}" presName="node" presStyleLbl="node1" presStyleIdx="6" presStyleCnt="8">
        <dgm:presLayoutVars>
          <dgm:bulletEnabled val="1"/>
        </dgm:presLayoutVars>
      </dgm:prSet>
      <dgm:spPr/>
    </dgm:pt>
    <dgm:pt modelId="{C63A83C8-F9DA-4A87-B7F9-BE1BA0BF1C50}" type="pres">
      <dgm:prSet presAssocID="{A6408E01-4A71-4444-A113-C67C0CC0EBE5}" presName="sibTrans" presStyleLbl="sibTrans1D1" presStyleIdx="6" presStyleCnt="7"/>
      <dgm:spPr/>
    </dgm:pt>
    <dgm:pt modelId="{0F0AB275-A21B-4DEA-8BAD-DD08B50F2AA3}" type="pres">
      <dgm:prSet presAssocID="{A6408E01-4A71-4444-A113-C67C0CC0EBE5}" presName="connectorText" presStyleLbl="sibTrans1D1" presStyleIdx="6" presStyleCnt="7"/>
      <dgm:spPr/>
    </dgm:pt>
    <dgm:pt modelId="{4D1D8C0C-308A-4172-9536-A9764F40CCAD}" type="pres">
      <dgm:prSet presAssocID="{D909A25C-AC23-4C26-BED1-53F4785170E3}" presName="node" presStyleLbl="node1" presStyleIdx="7" presStyleCnt="8">
        <dgm:presLayoutVars>
          <dgm:bulletEnabled val="1"/>
        </dgm:presLayoutVars>
      </dgm:prSet>
      <dgm:spPr/>
    </dgm:pt>
  </dgm:ptLst>
  <dgm:cxnLst>
    <dgm:cxn modelId="{B693C709-C21C-417F-A0BD-52D4D383AA16}" type="presOf" srcId="{9E27A5A8-CF73-42DA-BF99-FF5353791E96}" destId="{C1922C23-BCA7-4956-AB79-38A2F65412EF}" srcOrd="0" destOrd="0" presId="urn:microsoft.com/office/officeart/2005/8/layout/bProcess3"/>
    <dgm:cxn modelId="{A07A7224-9881-482A-B286-6F793D20832D}" type="presOf" srcId="{53518BD0-B993-44A0-ADD1-A04EA553B9B9}" destId="{5DEA20E7-3F3C-410E-BF09-82897BFEE57D}" srcOrd="0" destOrd="0" presId="urn:microsoft.com/office/officeart/2005/8/layout/bProcess3"/>
    <dgm:cxn modelId="{A402BD24-2D26-4323-8C4B-23A0B9976EF4}" type="presOf" srcId="{2B83D859-8B0F-48AF-B4DB-7CC70AF4A9F7}" destId="{D8797ED2-BBF3-426F-8029-A0CC19D6DAF5}" srcOrd="0" destOrd="0" presId="urn:microsoft.com/office/officeart/2005/8/layout/bProcess3"/>
    <dgm:cxn modelId="{D21A1E2B-71BF-4818-BD49-7189614C0AE2}" srcId="{86660127-E444-4284-9E3E-84366307BADF}" destId="{4E80E7CF-09B6-48C4-9122-1C5AB1740E8C}" srcOrd="2" destOrd="0" parTransId="{B6DEC3DB-42BC-4D7C-B845-1F6A5E6EE8DB}" sibTransId="{3609572F-83BF-48C5-9AAA-C6C1555C7C6D}"/>
    <dgm:cxn modelId="{CD4F7632-6FE4-4BF7-8750-747ACB5F5404}" type="presOf" srcId="{2350D2F4-1315-4178-8922-EC2BFA159A27}" destId="{8FB4D89B-454F-48E7-9765-F004A80F022C}" srcOrd="0" destOrd="0" presId="urn:microsoft.com/office/officeart/2005/8/layout/bProcess3"/>
    <dgm:cxn modelId="{DF27FC5F-8DE8-480B-9B55-A4D992243629}" type="presOf" srcId="{D0350A24-2E02-42B6-A3CD-E4BAF42D6926}" destId="{D62D0631-80AA-4D92-99BF-D7EA2F9256C8}" srcOrd="1" destOrd="0" presId="urn:microsoft.com/office/officeart/2005/8/layout/bProcess3"/>
    <dgm:cxn modelId="{89087E60-6826-40CB-B672-2F5DC2B956D9}" type="presOf" srcId="{D0350A24-2E02-42B6-A3CD-E4BAF42D6926}" destId="{B5B6C510-BFB3-4D66-BECE-F69FC30F09C7}" srcOrd="0" destOrd="0" presId="urn:microsoft.com/office/officeart/2005/8/layout/bProcess3"/>
    <dgm:cxn modelId="{83F11D41-8B1E-4698-9A8A-4396CB20F7B8}" type="presOf" srcId="{5B03E18E-8AC7-4E4C-B5E0-F0B94D01B75D}" destId="{A0D28FD6-072D-41B8-8B70-9651DBF62B66}" srcOrd="0" destOrd="0" presId="urn:microsoft.com/office/officeart/2005/8/layout/bProcess3"/>
    <dgm:cxn modelId="{854F0166-DFEC-47F4-997F-278B8C0F0663}" type="presOf" srcId="{D909A25C-AC23-4C26-BED1-53F4785170E3}" destId="{4D1D8C0C-308A-4172-9536-A9764F40CCAD}" srcOrd="0" destOrd="0" presId="urn:microsoft.com/office/officeart/2005/8/layout/bProcess3"/>
    <dgm:cxn modelId="{7C57EF6C-303C-434C-AC5C-E03C4E1E0042}" type="presOf" srcId="{86660127-E444-4284-9E3E-84366307BADF}" destId="{0CC77CB8-5726-4134-B5C3-2F77AA3D8D75}" srcOrd="0" destOrd="0" presId="urn:microsoft.com/office/officeart/2005/8/layout/bProcess3"/>
    <dgm:cxn modelId="{529E3E74-7517-413B-A083-2E60F10EE6A0}" type="presOf" srcId="{3609572F-83BF-48C5-9AAA-C6C1555C7C6D}" destId="{876A2A96-E53A-4DED-BF94-A20990EAA581}" srcOrd="0" destOrd="0" presId="urn:microsoft.com/office/officeart/2005/8/layout/bProcess3"/>
    <dgm:cxn modelId="{86C8AD57-9300-40D6-9D9E-057F7E13C319}" srcId="{86660127-E444-4284-9E3E-84366307BADF}" destId="{55A72726-5152-40F5-A85F-EB10C0D17B0B}" srcOrd="4" destOrd="0" parTransId="{874BB29A-18A7-419C-8D41-8FDD198D0FE1}" sibTransId="{9E27A5A8-CF73-42DA-BF99-FF5353791E96}"/>
    <dgm:cxn modelId="{71A5537C-9D83-45A7-88BF-B62B42C4E5E5}" srcId="{86660127-E444-4284-9E3E-84366307BADF}" destId="{D909A25C-AC23-4C26-BED1-53F4785170E3}" srcOrd="7" destOrd="0" parTransId="{41DBE18F-9324-4C56-8494-149375401C6D}" sibTransId="{60615A6E-5811-46CB-AB64-7807EB29202C}"/>
    <dgm:cxn modelId="{EF482F7D-F814-48F8-8D33-E7E3D3452CFA}" type="presOf" srcId="{2B83D859-8B0F-48AF-B4DB-7CC70AF4A9F7}" destId="{9274BB8F-4B9B-47D2-984E-35DC271C4982}" srcOrd="1" destOrd="0" presId="urn:microsoft.com/office/officeart/2005/8/layout/bProcess3"/>
    <dgm:cxn modelId="{24B89D8B-7B65-40C3-AEF0-CC0749E7104B}" type="presOf" srcId="{B8E1336C-A50F-4146-B6F8-5E6FDE85224B}" destId="{8E411AE6-8825-4A19-89FD-35BF9B2A9C2E}" srcOrd="0" destOrd="0" presId="urn:microsoft.com/office/officeart/2005/8/layout/bProcess3"/>
    <dgm:cxn modelId="{10EB1C9B-7B4C-4BAE-8AFD-E72F4074C715}" type="presOf" srcId="{A6408E01-4A71-4444-A113-C67C0CC0EBE5}" destId="{C63A83C8-F9DA-4A87-B7F9-BE1BA0BF1C50}" srcOrd="0" destOrd="0" presId="urn:microsoft.com/office/officeart/2005/8/layout/bProcess3"/>
    <dgm:cxn modelId="{D810959F-30E2-4910-A78B-21F48D8134B5}" srcId="{86660127-E444-4284-9E3E-84366307BADF}" destId="{5B03E18E-8AC7-4E4C-B5E0-F0B94D01B75D}" srcOrd="1" destOrd="0" parTransId="{6D8E1D32-FA6C-4819-9664-0DF5154E155B}" sibTransId="{B8E1336C-A50F-4146-B6F8-5E6FDE85224B}"/>
    <dgm:cxn modelId="{359565A0-41C8-44FA-AF87-F39192A63934}" type="presOf" srcId="{A6408E01-4A71-4444-A113-C67C0CC0EBE5}" destId="{0F0AB275-A21B-4DEA-8BAD-DD08B50F2AA3}" srcOrd="1" destOrd="0" presId="urn:microsoft.com/office/officeart/2005/8/layout/bProcess3"/>
    <dgm:cxn modelId="{59EF0AA2-6299-4ED5-B446-94D0B9D5DDDF}" srcId="{86660127-E444-4284-9E3E-84366307BADF}" destId="{AFD50C59-981D-44CE-B92A-1DA2540BCEB7}" srcOrd="6" destOrd="0" parTransId="{4DD1DBA0-128F-4997-8135-8CABDB47B52F}" sibTransId="{A6408E01-4A71-4444-A113-C67C0CC0EBE5}"/>
    <dgm:cxn modelId="{6CF5CFAA-FB01-481D-BC19-C4F82EA9955F}" type="presOf" srcId="{24F06D52-7539-468C-9D06-AD3DACF43004}" destId="{CBABC63C-470C-4DDB-8655-313006CFA949}" srcOrd="0" destOrd="0" presId="urn:microsoft.com/office/officeart/2005/8/layout/bProcess3"/>
    <dgm:cxn modelId="{B985D4AB-4CD8-4E30-A9E4-97962047B1F5}" srcId="{86660127-E444-4284-9E3E-84366307BADF}" destId="{53518BD0-B993-44A0-ADD1-A04EA553B9B9}" srcOrd="5" destOrd="0" parTransId="{F5933B78-5733-4F75-8758-C088114A5E84}" sibTransId="{D0350A24-2E02-42B6-A3CD-E4BAF42D6926}"/>
    <dgm:cxn modelId="{A75636BA-03F6-4EF2-AA2B-E13E0A7C42DB}" type="presOf" srcId="{AFD50C59-981D-44CE-B92A-1DA2540BCEB7}" destId="{F3A6C261-C45B-4B10-8A74-FBBD472E5B84}" srcOrd="0" destOrd="0" presId="urn:microsoft.com/office/officeart/2005/8/layout/bProcess3"/>
    <dgm:cxn modelId="{A0C632D3-B4AF-4549-B931-043CECF536C3}" type="presOf" srcId="{B8E1336C-A50F-4146-B6F8-5E6FDE85224B}" destId="{A9639592-0676-46E8-80A8-27AE18789B74}" srcOrd="1" destOrd="0" presId="urn:microsoft.com/office/officeart/2005/8/layout/bProcess3"/>
    <dgm:cxn modelId="{0072D7D4-3030-417F-8D17-D4508885E4BF}" type="presOf" srcId="{EBBD254E-282B-4A94-9228-E5F82FA4FCE9}" destId="{C3EFCDF9-A6B9-42E8-A040-4A5BF0B3409D}" srcOrd="0" destOrd="0" presId="urn:microsoft.com/office/officeart/2005/8/layout/bProcess3"/>
    <dgm:cxn modelId="{6D5CEFE1-99CF-4AB6-9222-B2ECBA44B5B7}" type="presOf" srcId="{4E80E7CF-09B6-48C4-9122-1C5AB1740E8C}" destId="{4838AE79-8014-4662-AC2C-9DADB9ADDB4E}" srcOrd="0" destOrd="0" presId="urn:microsoft.com/office/officeart/2005/8/layout/bProcess3"/>
    <dgm:cxn modelId="{0E0EB1E2-D7B8-4087-A543-F948BB7B0E91}" type="presOf" srcId="{9E27A5A8-CF73-42DA-BF99-FF5353791E96}" destId="{BF574B09-83EC-42B6-900D-5369A5B1C0F3}" srcOrd="1" destOrd="0" presId="urn:microsoft.com/office/officeart/2005/8/layout/bProcess3"/>
    <dgm:cxn modelId="{3DDA41E5-B8B3-4090-AEF0-88CA00215CD6}" type="presOf" srcId="{24F06D52-7539-468C-9D06-AD3DACF43004}" destId="{2C6A725D-99AE-4113-B09D-BC9331906017}" srcOrd="1" destOrd="0" presId="urn:microsoft.com/office/officeart/2005/8/layout/bProcess3"/>
    <dgm:cxn modelId="{B49977E7-AB6A-48A4-8FBD-2A93836DB3BE}" srcId="{86660127-E444-4284-9E3E-84366307BADF}" destId="{2350D2F4-1315-4178-8922-EC2BFA159A27}" srcOrd="3" destOrd="0" parTransId="{A821B378-A8E9-4D26-97F7-A764DF1E5431}" sibTransId="{2B83D859-8B0F-48AF-B4DB-7CC70AF4A9F7}"/>
    <dgm:cxn modelId="{452DC3F0-0EF8-41B9-B525-B3F61836AC46}" type="presOf" srcId="{3609572F-83BF-48C5-9AAA-C6C1555C7C6D}" destId="{F7514BDB-2097-4EF2-B130-FF17AA803896}" srcOrd="1" destOrd="0" presId="urn:microsoft.com/office/officeart/2005/8/layout/bProcess3"/>
    <dgm:cxn modelId="{17F8BCFD-F326-48E1-BB0B-74ACB8B5785F}" type="presOf" srcId="{55A72726-5152-40F5-A85F-EB10C0D17B0B}" destId="{79B15E15-C284-4140-B0E5-1BE73BD7E7F3}" srcOrd="0" destOrd="0" presId="urn:microsoft.com/office/officeart/2005/8/layout/bProcess3"/>
    <dgm:cxn modelId="{86E25EFF-7176-43B0-ABE8-909397F1C6E1}" srcId="{86660127-E444-4284-9E3E-84366307BADF}" destId="{EBBD254E-282B-4A94-9228-E5F82FA4FCE9}" srcOrd="0" destOrd="0" parTransId="{E22C14FF-80B1-4D7A-9033-ED32AE63EBDE}" sibTransId="{24F06D52-7539-468C-9D06-AD3DACF43004}"/>
    <dgm:cxn modelId="{3378FA4E-9BE7-4DAB-ACBF-28A406BB84EC}" type="presParOf" srcId="{0CC77CB8-5726-4134-B5C3-2F77AA3D8D75}" destId="{C3EFCDF9-A6B9-42E8-A040-4A5BF0B3409D}" srcOrd="0" destOrd="0" presId="urn:microsoft.com/office/officeart/2005/8/layout/bProcess3"/>
    <dgm:cxn modelId="{9ED565B4-071A-419D-9552-02E75B6FAD40}" type="presParOf" srcId="{0CC77CB8-5726-4134-B5C3-2F77AA3D8D75}" destId="{CBABC63C-470C-4DDB-8655-313006CFA949}" srcOrd="1" destOrd="0" presId="urn:microsoft.com/office/officeart/2005/8/layout/bProcess3"/>
    <dgm:cxn modelId="{21A11AD2-E4D6-4AB4-A9E8-843621D7EB4F}" type="presParOf" srcId="{CBABC63C-470C-4DDB-8655-313006CFA949}" destId="{2C6A725D-99AE-4113-B09D-BC9331906017}" srcOrd="0" destOrd="0" presId="urn:microsoft.com/office/officeart/2005/8/layout/bProcess3"/>
    <dgm:cxn modelId="{A43CBFFC-2F78-4D65-BE27-4AA635141EB8}" type="presParOf" srcId="{0CC77CB8-5726-4134-B5C3-2F77AA3D8D75}" destId="{A0D28FD6-072D-41B8-8B70-9651DBF62B66}" srcOrd="2" destOrd="0" presId="urn:microsoft.com/office/officeart/2005/8/layout/bProcess3"/>
    <dgm:cxn modelId="{F9E8A4D0-AE08-4315-9021-96A71929F4CB}" type="presParOf" srcId="{0CC77CB8-5726-4134-B5C3-2F77AA3D8D75}" destId="{8E411AE6-8825-4A19-89FD-35BF9B2A9C2E}" srcOrd="3" destOrd="0" presId="urn:microsoft.com/office/officeart/2005/8/layout/bProcess3"/>
    <dgm:cxn modelId="{36039162-19DE-4133-BB9A-52F6663E80FD}" type="presParOf" srcId="{8E411AE6-8825-4A19-89FD-35BF9B2A9C2E}" destId="{A9639592-0676-46E8-80A8-27AE18789B74}" srcOrd="0" destOrd="0" presId="urn:microsoft.com/office/officeart/2005/8/layout/bProcess3"/>
    <dgm:cxn modelId="{D44A9F7C-752D-4098-9640-CC269FB03C5F}" type="presParOf" srcId="{0CC77CB8-5726-4134-B5C3-2F77AA3D8D75}" destId="{4838AE79-8014-4662-AC2C-9DADB9ADDB4E}" srcOrd="4" destOrd="0" presId="urn:microsoft.com/office/officeart/2005/8/layout/bProcess3"/>
    <dgm:cxn modelId="{5F5C5D30-8538-411D-9C94-F8E93BFE43A2}" type="presParOf" srcId="{0CC77CB8-5726-4134-B5C3-2F77AA3D8D75}" destId="{876A2A96-E53A-4DED-BF94-A20990EAA581}" srcOrd="5" destOrd="0" presId="urn:microsoft.com/office/officeart/2005/8/layout/bProcess3"/>
    <dgm:cxn modelId="{319C4FD5-EEB8-4929-A42D-AB8ED48C9338}" type="presParOf" srcId="{876A2A96-E53A-4DED-BF94-A20990EAA581}" destId="{F7514BDB-2097-4EF2-B130-FF17AA803896}" srcOrd="0" destOrd="0" presId="urn:microsoft.com/office/officeart/2005/8/layout/bProcess3"/>
    <dgm:cxn modelId="{60E1766E-A5CD-4C8A-B479-5D48B36161FE}" type="presParOf" srcId="{0CC77CB8-5726-4134-B5C3-2F77AA3D8D75}" destId="{8FB4D89B-454F-48E7-9765-F004A80F022C}" srcOrd="6" destOrd="0" presId="urn:microsoft.com/office/officeart/2005/8/layout/bProcess3"/>
    <dgm:cxn modelId="{463D1906-0C3D-447B-A148-7A4126313870}" type="presParOf" srcId="{0CC77CB8-5726-4134-B5C3-2F77AA3D8D75}" destId="{D8797ED2-BBF3-426F-8029-A0CC19D6DAF5}" srcOrd="7" destOrd="0" presId="urn:microsoft.com/office/officeart/2005/8/layout/bProcess3"/>
    <dgm:cxn modelId="{8747BE66-09D4-439A-85B2-D0B5F26B85DB}" type="presParOf" srcId="{D8797ED2-BBF3-426F-8029-A0CC19D6DAF5}" destId="{9274BB8F-4B9B-47D2-984E-35DC271C4982}" srcOrd="0" destOrd="0" presId="urn:microsoft.com/office/officeart/2005/8/layout/bProcess3"/>
    <dgm:cxn modelId="{03DB8573-AC72-48E6-9A6A-1B7B8001D50E}" type="presParOf" srcId="{0CC77CB8-5726-4134-B5C3-2F77AA3D8D75}" destId="{79B15E15-C284-4140-B0E5-1BE73BD7E7F3}" srcOrd="8" destOrd="0" presId="urn:microsoft.com/office/officeart/2005/8/layout/bProcess3"/>
    <dgm:cxn modelId="{6C00CD0A-CDE3-4578-8352-2881EE3F8879}" type="presParOf" srcId="{0CC77CB8-5726-4134-B5C3-2F77AA3D8D75}" destId="{C1922C23-BCA7-4956-AB79-38A2F65412EF}" srcOrd="9" destOrd="0" presId="urn:microsoft.com/office/officeart/2005/8/layout/bProcess3"/>
    <dgm:cxn modelId="{CA64B028-3DDB-4C75-9092-9C76746B6B76}" type="presParOf" srcId="{C1922C23-BCA7-4956-AB79-38A2F65412EF}" destId="{BF574B09-83EC-42B6-900D-5369A5B1C0F3}" srcOrd="0" destOrd="0" presId="urn:microsoft.com/office/officeart/2005/8/layout/bProcess3"/>
    <dgm:cxn modelId="{57111ADA-44C7-473B-8CD8-39F5749BCE4A}" type="presParOf" srcId="{0CC77CB8-5726-4134-B5C3-2F77AA3D8D75}" destId="{5DEA20E7-3F3C-410E-BF09-82897BFEE57D}" srcOrd="10" destOrd="0" presId="urn:microsoft.com/office/officeart/2005/8/layout/bProcess3"/>
    <dgm:cxn modelId="{774EC818-6C19-4CFE-A0E9-C94B65E837F1}" type="presParOf" srcId="{0CC77CB8-5726-4134-B5C3-2F77AA3D8D75}" destId="{B5B6C510-BFB3-4D66-BECE-F69FC30F09C7}" srcOrd="11" destOrd="0" presId="urn:microsoft.com/office/officeart/2005/8/layout/bProcess3"/>
    <dgm:cxn modelId="{94401E10-E45F-4C25-8B8D-6669CCE9AFF4}" type="presParOf" srcId="{B5B6C510-BFB3-4D66-BECE-F69FC30F09C7}" destId="{D62D0631-80AA-4D92-99BF-D7EA2F9256C8}" srcOrd="0" destOrd="0" presId="urn:microsoft.com/office/officeart/2005/8/layout/bProcess3"/>
    <dgm:cxn modelId="{67F620EF-2F34-4A2E-B3A4-FAF6A8F909AB}" type="presParOf" srcId="{0CC77CB8-5726-4134-B5C3-2F77AA3D8D75}" destId="{F3A6C261-C45B-4B10-8A74-FBBD472E5B84}" srcOrd="12" destOrd="0" presId="urn:microsoft.com/office/officeart/2005/8/layout/bProcess3"/>
    <dgm:cxn modelId="{8305FCDB-4E06-4200-8085-4CC557C98026}" type="presParOf" srcId="{0CC77CB8-5726-4134-B5C3-2F77AA3D8D75}" destId="{C63A83C8-F9DA-4A87-B7F9-BE1BA0BF1C50}" srcOrd="13" destOrd="0" presId="urn:microsoft.com/office/officeart/2005/8/layout/bProcess3"/>
    <dgm:cxn modelId="{C46042DC-5E31-4585-9A1A-B590CF788B8C}" type="presParOf" srcId="{C63A83C8-F9DA-4A87-B7F9-BE1BA0BF1C50}" destId="{0F0AB275-A21B-4DEA-8BAD-DD08B50F2AA3}" srcOrd="0" destOrd="0" presId="urn:microsoft.com/office/officeart/2005/8/layout/bProcess3"/>
    <dgm:cxn modelId="{A2AA88D7-8325-49F1-A9F2-9AAB5E53FB56}" type="presParOf" srcId="{0CC77CB8-5726-4134-B5C3-2F77AA3D8D75}" destId="{4D1D8C0C-308A-4172-9536-A9764F40CCAD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660127-E444-4284-9E3E-84366307BADF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EBBD254E-282B-4A94-9228-E5F82FA4FCE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Solidaritas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nasional</a:t>
          </a:r>
          <a:r>
            <a:rPr lang="en-US" sz="2000" dirty="0">
              <a:cs typeface="Tahoma"/>
            </a:rPr>
            <a:t> </a:t>
          </a:r>
          <a:r>
            <a:rPr lang="en-US" sz="2000" dirty="0" err="1">
              <a:cs typeface="Tahoma"/>
            </a:rPr>
            <a:t>maupun</a:t>
          </a:r>
          <a:r>
            <a:rPr lang="en-US" sz="2000" dirty="0">
              <a:cs typeface="Tahoma"/>
            </a:rPr>
            <a:t> </a:t>
          </a:r>
          <a:r>
            <a:rPr lang="en-US" sz="2000" spc="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internasional</a:t>
          </a:r>
          <a:endParaRPr lang="en-US" sz="2000" dirty="0"/>
        </a:p>
      </dgm:t>
    </dgm:pt>
    <dgm:pt modelId="{E22C14FF-80B1-4D7A-9033-ED32AE63EBDE}" type="parTrans" cxnId="{86E25EFF-7176-43B0-ABE8-909397F1C6E1}">
      <dgm:prSet/>
      <dgm:spPr/>
      <dgm:t>
        <a:bodyPr/>
        <a:lstStyle/>
        <a:p>
          <a:endParaRPr lang="en-US"/>
        </a:p>
      </dgm:t>
    </dgm:pt>
    <dgm:pt modelId="{24F06D52-7539-468C-9D06-AD3DACF43004}" type="sibTrans" cxnId="{86E25EFF-7176-43B0-ABE8-909397F1C6E1}">
      <dgm:prSet/>
      <dgm:spPr/>
      <dgm:t>
        <a:bodyPr/>
        <a:lstStyle/>
        <a:p>
          <a:endParaRPr lang="en-US"/>
        </a:p>
      </dgm:t>
    </dgm:pt>
    <dgm:pt modelId="{5B03E18E-8AC7-4E4C-B5E0-F0B94D01B75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Perlindungan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terhadap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mereka</a:t>
          </a:r>
          <a:r>
            <a:rPr lang="en-US" sz="2000" spc="-5" dirty="0">
              <a:cs typeface="Tahoma"/>
            </a:rPr>
            <a:t> </a:t>
          </a:r>
          <a:r>
            <a:rPr lang="en-US" sz="2000" dirty="0">
              <a:cs typeface="Tahoma"/>
            </a:rPr>
            <a:t>yang </a:t>
          </a:r>
          <a:r>
            <a:rPr lang="en-US" sz="2000" dirty="0" err="1">
              <a:cs typeface="Tahoma"/>
            </a:rPr>
            <a:t>lemah</a:t>
          </a:r>
          <a:r>
            <a:rPr lang="en-US" sz="2000" spc="5" dirty="0">
              <a:cs typeface="Tahoma"/>
            </a:rPr>
            <a:t> </a:t>
          </a:r>
          <a:endParaRPr lang="en-US" sz="2000" dirty="0"/>
        </a:p>
      </dgm:t>
    </dgm:pt>
    <dgm:pt modelId="{6D8E1D32-FA6C-4819-9664-0DF5154E155B}" type="parTrans" cxnId="{D810959F-30E2-4910-A78B-21F48D8134B5}">
      <dgm:prSet/>
      <dgm:spPr/>
      <dgm:t>
        <a:bodyPr/>
        <a:lstStyle/>
        <a:p>
          <a:endParaRPr lang="en-US"/>
        </a:p>
      </dgm:t>
    </dgm:pt>
    <dgm:pt modelId="{B8E1336C-A50F-4146-B6F8-5E6FDE85224B}" type="sibTrans" cxnId="{D810959F-30E2-4910-A78B-21F48D8134B5}">
      <dgm:prSet/>
      <dgm:spPr/>
      <dgm:t>
        <a:bodyPr/>
        <a:lstStyle/>
        <a:p>
          <a:endParaRPr lang="en-US"/>
        </a:p>
      </dgm:t>
    </dgm:pt>
    <dgm:pt modelId="{4E80E7CF-09B6-48C4-9122-1C5AB1740E8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Jaminan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hak</a:t>
          </a:r>
          <a:r>
            <a:rPr lang="en-US" sz="2000" dirty="0">
              <a:cs typeface="Tahoma"/>
            </a:rPr>
            <a:t> </a:t>
          </a:r>
          <a:r>
            <a:rPr lang="en-US" sz="2000" spc="5" dirty="0">
              <a:cs typeface="Tahoma"/>
            </a:rPr>
            <a:t>para </a:t>
          </a:r>
          <a:r>
            <a:rPr lang="en-US" sz="2000" spc="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minoritas</a:t>
          </a:r>
          <a:r>
            <a:rPr lang="en-US" sz="2000" spc="204" dirty="0">
              <a:cs typeface="Tahoma"/>
            </a:rPr>
            <a:t> </a:t>
          </a:r>
          <a:endParaRPr lang="en-US" sz="2000" dirty="0"/>
        </a:p>
      </dgm:t>
    </dgm:pt>
    <dgm:pt modelId="{B6DEC3DB-42BC-4D7C-B845-1F6A5E6EE8DB}" type="parTrans" cxnId="{D21A1E2B-71BF-4818-BD49-7189614C0AE2}">
      <dgm:prSet/>
      <dgm:spPr/>
      <dgm:t>
        <a:bodyPr/>
        <a:lstStyle/>
        <a:p>
          <a:endParaRPr lang="en-US"/>
        </a:p>
      </dgm:t>
    </dgm:pt>
    <dgm:pt modelId="{3609572F-83BF-48C5-9AAA-C6C1555C7C6D}" type="sibTrans" cxnId="{D21A1E2B-71BF-4818-BD49-7189614C0AE2}">
      <dgm:prSet/>
      <dgm:spPr/>
      <dgm:t>
        <a:bodyPr/>
        <a:lstStyle/>
        <a:p>
          <a:endParaRPr lang="en-US"/>
        </a:p>
      </dgm:t>
    </dgm:pt>
    <dgm:pt modelId="{2350D2F4-1315-4178-8922-EC2BFA159A2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9" dirty="0" err="1">
              <a:cs typeface="Tahoma"/>
            </a:rPr>
            <a:t>Sistem</a:t>
          </a:r>
          <a:r>
            <a:rPr lang="en-US" sz="2000" spc="213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peradilan</a:t>
          </a:r>
          <a:r>
            <a:rPr lang="en-US" sz="2000" spc="204" dirty="0">
              <a:cs typeface="Tahoma"/>
            </a:rPr>
            <a:t> </a:t>
          </a:r>
          <a:r>
            <a:rPr lang="en-US" sz="2000" dirty="0">
              <a:cs typeface="Tahoma"/>
            </a:rPr>
            <a:t>yang</a:t>
          </a:r>
          <a:r>
            <a:rPr lang="en-US" sz="2000" spc="18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tidak</a:t>
          </a:r>
          <a:r>
            <a:rPr lang="en-US" sz="2000" spc="191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berpihak</a:t>
          </a:r>
          <a:r>
            <a:rPr lang="en-US" sz="2000" spc="199" dirty="0">
              <a:cs typeface="Tahoma"/>
            </a:rPr>
            <a:t> </a:t>
          </a:r>
          <a:endParaRPr lang="en-US" sz="2000" dirty="0"/>
        </a:p>
      </dgm:t>
    </dgm:pt>
    <dgm:pt modelId="{A821B378-A8E9-4D26-97F7-A764DF1E5431}" type="parTrans" cxnId="{B49977E7-AB6A-48A4-8FBD-2A93836DB3BE}">
      <dgm:prSet/>
      <dgm:spPr/>
      <dgm:t>
        <a:bodyPr/>
        <a:lstStyle/>
        <a:p>
          <a:endParaRPr lang="en-US"/>
        </a:p>
      </dgm:t>
    </dgm:pt>
    <dgm:pt modelId="{2B83D859-8B0F-48AF-B4DB-7CC70AF4A9F7}" type="sibTrans" cxnId="{B49977E7-AB6A-48A4-8FBD-2A93836DB3BE}">
      <dgm:prSet/>
      <dgm:spPr/>
      <dgm:t>
        <a:bodyPr/>
        <a:lstStyle/>
        <a:p>
          <a:endParaRPr lang="en-US"/>
        </a:p>
      </dgm:t>
    </dgm:pt>
    <dgm:pt modelId="{55A72726-5152-40F5-A85F-EB10C0D17B0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Perlindungan</a:t>
          </a:r>
          <a:r>
            <a:rPr lang="en-US" sz="2000" spc="-5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hukum</a:t>
          </a:r>
          <a:r>
            <a:rPr lang="en-US" sz="2000" spc="195" dirty="0">
              <a:cs typeface="Tahoma"/>
            </a:rPr>
            <a:t> </a:t>
          </a:r>
          <a:r>
            <a:rPr lang="en-US" sz="2000" spc="-5" dirty="0">
              <a:cs typeface="Tahoma"/>
            </a:rPr>
            <a:t>universal </a:t>
          </a:r>
          <a:endParaRPr lang="en-US" sz="2000" dirty="0"/>
        </a:p>
      </dgm:t>
    </dgm:pt>
    <dgm:pt modelId="{874BB29A-18A7-419C-8D41-8FDD198D0FE1}" type="parTrans" cxnId="{86C8AD57-9300-40D6-9D9E-057F7E13C319}">
      <dgm:prSet/>
      <dgm:spPr/>
      <dgm:t>
        <a:bodyPr/>
        <a:lstStyle/>
        <a:p>
          <a:endParaRPr lang="en-US"/>
        </a:p>
      </dgm:t>
    </dgm:pt>
    <dgm:pt modelId="{9E27A5A8-CF73-42DA-BF99-FF5353791E96}" type="sibTrans" cxnId="{86C8AD57-9300-40D6-9D9E-057F7E13C319}">
      <dgm:prSet/>
      <dgm:spPr/>
      <dgm:t>
        <a:bodyPr/>
        <a:lstStyle/>
        <a:p>
          <a:endParaRPr lang="en-US"/>
        </a:p>
      </dgm:t>
    </dgm:pt>
    <dgm:pt modelId="{53518BD0-B993-44A0-ADD1-A04EA553B9B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9" dirty="0" err="1">
              <a:cs typeface="Tahoma"/>
            </a:rPr>
            <a:t>Prinsip</a:t>
          </a:r>
          <a:r>
            <a:rPr lang="en-US" sz="2000" spc="-9" dirty="0">
              <a:cs typeface="Tahoma"/>
            </a:rPr>
            <a:t> </a:t>
          </a:r>
          <a:r>
            <a:rPr lang="en-US" sz="2000" dirty="0">
              <a:cs typeface="Tahoma"/>
            </a:rPr>
            <a:t>non </a:t>
          </a:r>
          <a:r>
            <a:rPr lang="en-US" sz="2000" spc="-5" dirty="0" err="1">
              <a:cs typeface="Tahoma"/>
            </a:rPr>
            <a:t>diskriminasi</a:t>
          </a:r>
          <a:endParaRPr lang="en-US" sz="2000" dirty="0"/>
        </a:p>
      </dgm:t>
    </dgm:pt>
    <dgm:pt modelId="{F5933B78-5733-4F75-8758-C088114A5E84}" type="parTrans" cxnId="{B985D4AB-4CD8-4E30-A9E4-97962047B1F5}">
      <dgm:prSet/>
      <dgm:spPr/>
      <dgm:t>
        <a:bodyPr/>
        <a:lstStyle/>
        <a:p>
          <a:endParaRPr lang="en-US"/>
        </a:p>
      </dgm:t>
    </dgm:pt>
    <dgm:pt modelId="{D0350A24-2E02-42B6-A3CD-E4BAF42D6926}" type="sibTrans" cxnId="{B985D4AB-4CD8-4E30-A9E4-97962047B1F5}">
      <dgm:prSet/>
      <dgm:spPr/>
      <dgm:t>
        <a:bodyPr/>
        <a:lstStyle/>
        <a:p>
          <a:endParaRPr lang="en-US"/>
        </a:p>
      </dgm:t>
    </dgm:pt>
    <dgm:pt modelId="{AFD50C59-981D-44CE-B92A-1DA2540BCEB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spc="-5" dirty="0" err="1">
              <a:cs typeface="Tahoma"/>
            </a:rPr>
            <a:t>Pengakuan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martabat</a:t>
          </a:r>
          <a:r>
            <a:rPr lang="en-US" sz="2000" spc="-5" dirty="0">
              <a:cs typeface="Tahoma"/>
            </a:rPr>
            <a:t> </a:t>
          </a:r>
          <a:r>
            <a:rPr lang="en-US" sz="2000" dirty="0" err="1">
              <a:cs typeface="Tahoma"/>
            </a:rPr>
            <a:t>manusia</a:t>
          </a:r>
          <a:r>
            <a:rPr lang="en-US" sz="2000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tanpa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membedakan</a:t>
          </a:r>
          <a:r>
            <a:rPr lang="en-US" sz="2000" spc="-5" dirty="0">
              <a:cs typeface="Tahoma"/>
            </a:rPr>
            <a:t> </a:t>
          </a:r>
          <a:r>
            <a:rPr lang="en-US" sz="2000" spc="5" dirty="0" err="1">
              <a:cs typeface="Tahoma"/>
            </a:rPr>
            <a:t>jenis</a:t>
          </a:r>
          <a:r>
            <a:rPr lang="en-US" sz="2000" spc="5" dirty="0">
              <a:cs typeface="Tahoma"/>
            </a:rPr>
            <a:t> </a:t>
          </a:r>
          <a:r>
            <a:rPr lang="en-US" sz="2000" spc="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kelamin</a:t>
          </a:r>
          <a:r>
            <a:rPr lang="en-US" sz="2000" spc="-5" dirty="0">
              <a:cs typeface="Tahoma"/>
            </a:rPr>
            <a:t>,</a:t>
          </a:r>
          <a:r>
            <a:rPr lang="en-US" sz="2000" spc="15" dirty="0">
              <a:cs typeface="Tahoma"/>
            </a:rPr>
            <a:t> </a:t>
          </a:r>
          <a:r>
            <a:rPr lang="en-US" sz="2000" spc="-5" dirty="0">
              <a:cs typeface="Tahoma"/>
            </a:rPr>
            <a:t>agama, </a:t>
          </a:r>
          <a:r>
            <a:rPr lang="en-US" sz="2000" spc="-5" dirty="0" err="1">
              <a:cs typeface="Tahoma"/>
            </a:rPr>
            <a:t>warna</a:t>
          </a:r>
          <a:r>
            <a:rPr lang="en-US" sz="2000" spc="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kulit</a:t>
          </a:r>
          <a:r>
            <a:rPr lang="en-US" sz="2000" spc="-5" dirty="0">
              <a:cs typeface="Tahoma"/>
            </a:rPr>
            <a:t>,</a:t>
          </a:r>
          <a:r>
            <a:rPr lang="en-US" sz="2000" spc="32" dirty="0">
              <a:cs typeface="Tahoma"/>
            </a:rPr>
            <a:t> </a:t>
          </a:r>
          <a:r>
            <a:rPr lang="en-US" sz="2000" dirty="0" err="1">
              <a:cs typeface="Tahoma"/>
            </a:rPr>
            <a:t>pola</a:t>
          </a:r>
          <a:r>
            <a:rPr lang="en-US" sz="2000" spc="-1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kebudayaan</a:t>
          </a:r>
          <a:r>
            <a:rPr lang="en-US" sz="2000" spc="5" dirty="0">
              <a:cs typeface="Tahoma"/>
            </a:rPr>
            <a:t> </a:t>
          </a:r>
          <a:r>
            <a:rPr lang="en-US" sz="2000" spc="-9" dirty="0">
              <a:cs typeface="Tahoma"/>
            </a:rPr>
            <a:t>dan</a:t>
          </a:r>
          <a:r>
            <a:rPr lang="en-US" sz="2000" spc="19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kedudukan</a:t>
          </a:r>
          <a:r>
            <a:rPr lang="en-US" sz="2000" spc="-5" dirty="0">
              <a:cs typeface="Tahoma"/>
            </a:rPr>
            <a:t> </a:t>
          </a:r>
          <a:r>
            <a:rPr lang="en-US" sz="2000" spc="-5" dirty="0" err="1">
              <a:cs typeface="Tahoma"/>
            </a:rPr>
            <a:t>sosial</a:t>
          </a:r>
          <a:r>
            <a:rPr lang="en-US" sz="2000" spc="-5" dirty="0">
              <a:cs typeface="Tahoma"/>
            </a:rPr>
            <a:t>.</a:t>
          </a:r>
          <a:endParaRPr lang="en-US" sz="2000" dirty="0"/>
        </a:p>
      </dgm:t>
    </dgm:pt>
    <dgm:pt modelId="{4DD1DBA0-128F-4997-8135-8CABDB47B52F}" type="parTrans" cxnId="{59EF0AA2-6299-4ED5-B446-94D0B9D5DDDF}">
      <dgm:prSet/>
      <dgm:spPr/>
      <dgm:t>
        <a:bodyPr/>
        <a:lstStyle/>
        <a:p>
          <a:endParaRPr lang="en-US"/>
        </a:p>
      </dgm:t>
    </dgm:pt>
    <dgm:pt modelId="{A6408E01-4A71-4444-A113-C67C0CC0EBE5}" type="sibTrans" cxnId="{59EF0AA2-6299-4ED5-B446-94D0B9D5DDDF}">
      <dgm:prSet/>
      <dgm:spPr/>
      <dgm:t>
        <a:bodyPr/>
        <a:lstStyle/>
        <a:p>
          <a:endParaRPr lang="en-US"/>
        </a:p>
      </dgm:t>
    </dgm:pt>
    <dgm:pt modelId="{0CC77CB8-5726-4134-B5C3-2F77AA3D8D75}" type="pres">
      <dgm:prSet presAssocID="{86660127-E444-4284-9E3E-84366307BADF}" presName="Name0" presStyleCnt="0">
        <dgm:presLayoutVars>
          <dgm:dir/>
          <dgm:resizeHandles val="exact"/>
        </dgm:presLayoutVars>
      </dgm:prSet>
      <dgm:spPr/>
    </dgm:pt>
    <dgm:pt modelId="{C3EFCDF9-A6B9-42E8-A040-4A5BF0B3409D}" type="pres">
      <dgm:prSet presAssocID="{EBBD254E-282B-4A94-9228-E5F82FA4FCE9}" presName="node" presStyleLbl="node1" presStyleIdx="0" presStyleCnt="7">
        <dgm:presLayoutVars>
          <dgm:bulletEnabled val="1"/>
        </dgm:presLayoutVars>
      </dgm:prSet>
      <dgm:spPr/>
    </dgm:pt>
    <dgm:pt modelId="{CBABC63C-470C-4DDB-8655-313006CFA949}" type="pres">
      <dgm:prSet presAssocID="{24F06D52-7539-468C-9D06-AD3DACF43004}" presName="sibTrans" presStyleLbl="sibTrans1D1" presStyleIdx="0" presStyleCnt="6"/>
      <dgm:spPr/>
    </dgm:pt>
    <dgm:pt modelId="{2C6A725D-99AE-4113-B09D-BC9331906017}" type="pres">
      <dgm:prSet presAssocID="{24F06D52-7539-468C-9D06-AD3DACF43004}" presName="connectorText" presStyleLbl="sibTrans1D1" presStyleIdx="0" presStyleCnt="6"/>
      <dgm:spPr/>
    </dgm:pt>
    <dgm:pt modelId="{A0D28FD6-072D-41B8-8B70-9651DBF62B66}" type="pres">
      <dgm:prSet presAssocID="{5B03E18E-8AC7-4E4C-B5E0-F0B94D01B75D}" presName="node" presStyleLbl="node1" presStyleIdx="1" presStyleCnt="7">
        <dgm:presLayoutVars>
          <dgm:bulletEnabled val="1"/>
        </dgm:presLayoutVars>
      </dgm:prSet>
      <dgm:spPr/>
    </dgm:pt>
    <dgm:pt modelId="{8E411AE6-8825-4A19-89FD-35BF9B2A9C2E}" type="pres">
      <dgm:prSet presAssocID="{B8E1336C-A50F-4146-B6F8-5E6FDE85224B}" presName="sibTrans" presStyleLbl="sibTrans1D1" presStyleIdx="1" presStyleCnt="6"/>
      <dgm:spPr/>
    </dgm:pt>
    <dgm:pt modelId="{A9639592-0676-46E8-80A8-27AE18789B74}" type="pres">
      <dgm:prSet presAssocID="{B8E1336C-A50F-4146-B6F8-5E6FDE85224B}" presName="connectorText" presStyleLbl="sibTrans1D1" presStyleIdx="1" presStyleCnt="6"/>
      <dgm:spPr/>
    </dgm:pt>
    <dgm:pt modelId="{4838AE79-8014-4662-AC2C-9DADB9ADDB4E}" type="pres">
      <dgm:prSet presAssocID="{4E80E7CF-09B6-48C4-9122-1C5AB1740E8C}" presName="node" presStyleLbl="node1" presStyleIdx="2" presStyleCnt="7">
        <dgm:presLayoutVars>
          <dgm:bulletEnabled val="1"/>
        </dgm:presLayoutVars>
      </dgm:prSet>
      <dgm:spPr/>
    </dgm:pt>
    <dgm:pt modelId="{876A2A96-E53A-4DED-BF94-A20990EAA581}" type="pres">
      <dgm:prSet presAssocID="{3609572F-83BF-48C5-9AAA-C6C1555C7C6D}" presName="sibTrans" presStyleLbl="sibTrans1D1" presStyleIdx="2" presStyleCnt="6"/>
      <dgm:spPr/>
    </dgm:pt>
    <dgm:pt modelId="{F7514BDB-2097-4EF2-B130-FF17AA803896}" type="pres">
      <dgm:prSet presAssocID="{3609572F-83BF-48C5-9AAA-C6C1555C7C6D}" presName="connectorText" presStyleLbl="sibTrans1D1" presStyleIdx="2" presStyleCnt="6"/>
      <dgm:spPr/>
    </dgm:pt>
    <dgm:pt modelId="{8FB4D89B-454F-48E7-9765-F004A80F022C}" type="pres">
      <dgm:prSet presAssocID="{2350D2F4-1315-4178-8922-EC2BFA159A27}" presName="node" presStyleLbl="node1" presStyleIdx="3" presStyleCnt="7">
        <dgm:presLayoutVars>
          <dgm:bulletEnabled val="1"/>
        </dgm:presLayoutVars>
      </dgm:prSet>
      <dgm:spPr/>
    </dgm:pt>
    <dgm:pt modelId="{D8797ED2-BBF3-426F-8029-A0CC19D6DAF5}" type="pres">
      <dgm:prSet presAssocID="{2B83D859-8B0F-48AF-B4DB-7CC70AF4A9F7}" presName="sibTrans" presStyleLbl="sibTrans1D1" presStyleIdx="3" presStyleCnt="6"/>
      <dgm:spPr/>
    </dgm:pt>
    <dgm:pt modelId="{9274BB8F-4B9B-47D2-984E-35DC271C4982}" type="pres">
      <dgm:prSet presAssocID="{2B83D859-8B0F-48AF-B4DB-7CC70AF4A9F7}" presName="connectorText" presStyleLbl="sibTrans1D1" presStyleIdx="3" presStyleCnt="6"/>
      <dgm:spPr/>
    </dgm:pt>
    <dgm:pt modelId="{79B15E15-C284-4140-B0E5-1BE73BD7E7F3}" type="pres">
      <dgm:prSet presAssocID="{55A72726-5152-40F5-A85F-EB10C0D17B0B}" presName="node" presStyleLbl="node1" presStyleIdx="4" presStyleCnt="7">
        <dgm:presLayoutVars>
          <dgm:bulletEnabled val="1"/>
        </dgm:presLayoutVars>
      </dgm:prSet>
      <dgm:spPr/>
    </dgm:pt>
    <dgm:pt modelId="{C1922C23-BCA7-4956-AB79-38A2F65412EF}" type="pres">
      <dgm:prSet presAssocID="{9E27A5A8-CF73-42DA-BF99-FF5353791E96}" presName="sibTrans" presStyleLbl="sibTrans1D1" presStyleIdx="4" presStyleCnt="6"/>
      <dgm:spPr/>
    </dgm:pt>
    <dgm:pt modelId="{BF574B09-83EC-42B6-900D-5369A5B1C0F3}" type="pres">
      <dgm:prSet presAssocID="{9E27A5A8-CF73-42DA-BF99-FF5353791E96}" presName="connectorText" presStyleLbl="sibTrans1D1" presStyleIdx="4" presStyleCnt="6"/>
      <dgm:spPr/>
    </dgm:pt>
    <dgm:pt modelId="{5DEA20E7-3F3C-410E-BF09-82897BFEE57D}" type="pres">
      <dgm:prSet presAssocID="{53518BD0-B993-44A0-ADD1-A04EA553B9B9}" presName="node" presStyleLbl="node1" presStyleIdx="5" presStyleCnt="7">
        <dgm:presLayoutVars>
          <dgm:bulletEnabled val="1"/>
        </dgm:presLayoutVars>
      </dgm:prSet>
      <dgm:spPr/>
    </dgm:pt>
    <dgm:pt modelId="{B5B6C510-BFB3-4D66-BECE-F69FC30F09C7}" type="pres">
      <dgm:prSet presAssocID="{D0350A24-2E02-42B6-A3CD-E4BAF42D6926}" presName="sibTrans" presStyleLbl="sibTrans1D1" presStyleIdx="5" presStyleCnt="6"/>
      <dgm:spPr/>
    </dgm:pt>
    <dgm:pt modelId="{D62D0631-80AA-4D92-99BF-D7EA2F9256C8}" type="pres">
      <dgm:prSet presAssocID="{D0350A24-2E02-42B6-A3CD-E4BAF42D6926}" presName="connectorText" presStyleLbl="sibTrans1D1" presStyleIdx="5" presStyleCnt="6"/>
      <dgm:spPr/>
    </dgm:pt>
    <dgm:pt modelId="{F3A6C261-C45B-4B10-8A74-FBBD472E5B84}" type="pres">
      <dgm:prSet presAssocID="{AFD50C59-981D-44CE-B92A-1DA2540BCEB7}" presName="node" presStyleLbl="node1" presStyleIdx="6" presStyleCnt="7" custScaleX="221826">
        <dgm:presLayoutVars>
          <dgm:bulletEnabled val="1"/>
        </dgm:presLayoutVars>
      </dgm:prSet>
      <dgm:spPr/>
    </dgm:pt>
  </dgm:ptLst>
  <dgm:cxnLst>
    <dgm:cxn modelId="{B693C709-C21C-417F-A0BD-52D4D383AA16}" type="presOf" srcId="{9E27A5A8-CF73-42DA-BF99-FF5353791E96}" destId="{C1922C23-BCA7-4956-AB79-38A2F65412EF}" srcOrd="0" destOrd="0" presId="urn:microsoft.com/office/officeart/2005/8/layout/bProcess3"/>
    <dgm:cxn modelId="{A07A7224-9881-482A-B286-6F793D20832D}" type="presOf" srcId="{53518BD0-B993-44A0-ADD1-A04EA553B9B9}" destId="{5DEA20E7-3F3C-410E-BF09-82897BFEE57D}" srcOrd="0" destOrd="0" presId="urn:microsoft.com/office/officeart/2005/8/layout/bProcess3"/>
    <dgm:cxn modelId="{A402BD24-2D26-4323-8C4B-23A0B9976EF4}" type="presOf" srcId="{2B83D859-8B0F-48AF-B4DB-7CC70AF4A9F7}" destId="{D8797ED2-BBF3-426F-8029-A0CC19D6DAF5}" srcOrd="0" destOrd="0" presId="urn:microsoft.com/office/officeart/2005/8/layout/bProcess3"/>
    <dgm:cxn modelId="{D21A1E2B-71BF-4818-BD49-7189614C0AE2}" srcId="{86660127-E444-4284-9E3E-84366307BADF}" destId="{4E80E7CF-09B6-48C4-9122-1C5AB1740E8C}" srcOrd="2" destOrd="0" parTransId="{B6DEC3DB-42BC-4D7C-B845-1F6A5E6EE8DB}" sibTransId="{3609572F-83BF-48C5-9AAA-C6C1555C7C6D}"/>
    <dgm:cxn modelId="{CD4F7632-6FE4-4BF7-8750-747ACB5F5404}" type="presOf" srcId="{2350D2F4-1315-4178-8922-EC2BFA159A27}" destId="{8FB4D89B-454F-48E7-9765-F004A80F022C}" srcOrd="0" destOrd="0" presId="urn:microsoft.com/office/officeart/2005/8/layout/bProcess3"/>
    <dgm:cxn modelId="{DF27FC5F-8DE8-480B-9B55-A4D992243629}" type="presOf" srcId="{D0350A24-2E02-42B6-A3CD-E4BAF42D6926}" destId="{D62D0631-80AA-4D92-99BF-D7EA2F9256C8}" srcOrd="1" destOrd="0" presId="urn:microsoft.com/office/officeart/2005/8/layout/bProcess3"/>
    <dgm:cxn modelId="{89087E60-6826-40CB-B672-2F5DC2B956D9}" type="presOf" srcId="{D0350A24-2E02-42B6-A3CD-E4BAF42D6926}" destId="{B5B6C510-BFB3-4D66-BECE-F69FC30F09C7}" srcOrd="0" destOrd="0" presId="urn:microsoft.com/office/officeart/2005/8/layout/bProcess3"/>
    <dgm:cxn modelId="{83F11D41-8B1E-4698-9A8A-4396CB20F7B8}" type="presOf" srcId="{5B03E18E-8AC7-4E4C-B5E0-F0B94D01B75D}" destId="{A0D28FD6-072D-41B8-8B70-9651DBF62B66}" srcOrd="0" destOrd="0" presId="urn:microsoft.com/office/officeart/2005/8/layout/bProcess3"/>
    <dgm:cxn modelId="{7C57EF6C-303C-434C-AC5C-E03C4E1E0042}" type="presOf" srcId="{86660127-E444-4284-9E3E-84366307BADF}" destId="{0CC77CB8-5726-4134-B5C3-2F77AA3D8D75}" srcOrd="0" destOrd="0" presId="urn:microsoft.com/office/officeart/2005/8/layout/bProcess3"/>
    <dgm:cxn modelId="{529E3E74-7517-413B-A083-2E60F10EE6A0}" type="presOf" srcId="{3609572F-83BF-48C5-9AAA-C6C1555C7C6D}" destId="{876A2A96-E53A-4DED-BF94-A20990EAA581}" srcOrd="0" destOrd="0" presId="urn:microsoft.com/office/officeart/2005/8/layout/bProcess3"/>
    <dgm:cxn modelId="{86C8AD57-9300-40D6-9D9E-057F7E13C319}" srcId="{86660127-E444-4284-9E3E-84366307BADF}" destId="{55A72726-5152-40F5-A85F-EB10C0D17B0B}" srcOrd="4" destOrd="0" parTransId="{874BB29A-18A7-419C-8D41-8FDD198D0FE1}" sibTransId="{9E27A5A8-CF73-42DA-BF99-FF5353791E96}"/>
    <dgm:cxn modelId="{EF482F7D-F814-48F8-8D33-E7E3D3452CFA}" type="presOf" srcId="{2B83D859-8B0F-48AF-B4DB-7CC70AF4A9F7}" destId="{9274BB8F-4B9B-47D2-984E-35DC271C4982}" srcOrd="1" destOrd="0" presId="urn:microsoft.com/office/officeart/2005/8/layout/bProcess3"/>
    <dgm:cxn modelId="{24B89D8B-7B65-40C3-AEF0-CC0749E7104B}" type="presOf" srcId="{B8E1336C-A50F-4146-B6F8-5E6FDE85224B}" destId="{8E411AE6-8825-4A19-89FD-35BF9B2A9C2E}" srcOrd="0" destOrd="0" presId="urn:microsoft.com/office/officeart/2005/8/layout/bProcess3"/>
    <dgm:cxn modelId="{D810959F-30E2-4910-A78B-21F48D8134B5}" srcId="{86660127-E444-4284-9E3E-84366307BADF}" destId="{5B03E18E-8AC7-4E4C-B5E0-F0B94D01B75D}" srcOrd="1" destOrd="0" parTransId="{6D8E1D32-FA6C-4819-9664-0DF5154E155B}" sibTransId="{B8E1336C-A50F-4146-B6F8-5E6FDE85224B}"/>
    <dgm:cxn modelId="{59EF0AA2-6299-4ED5-B446-94D0B9D5DDDF}" srcId="{86660127-E444-4284-9E3E-84366307BADF}" destId="{AFD50C59-981D-44CE-B92A-1DA2540BCEB7}" srcOrd="6" destOrd="0" parTransId="{4DD1DBA0-128F-4997-8135-8CABDB47B52F}" sibTransId="{A6408E01-4A71-4444-A113-C67C0CC0EBE5}"/>
    <dgm:cxn modelId="{6CF5CFAA-FB01-481D-BC19-C4F82EA9955F}" type="presOf" srcId="{24F06D52-7539-468C-9D06-AD3DACF43004}" destId="{CBABC63C-470C-4DDB-8655-313006CFA949}" srcOrd="0" destOrd="0" presId="urn:microsoft.com/office/officeart/2005/8/layout/bProcess3"/>
    <dgm:cxn modelId="{B985D4AB-4CD8-4E30-A9E4-97962047B1F5}" srcId="{86660127-E444-4284-9E3E-84366307BADF}" destId="{53518BD0-B993-44A0-ADD1-A04EA553B9B9}" srcOrd="5" destOrd="0" parTransId="{F5933B78-5733-4F75-8758-C088114A5E84}" sibTransId="{D0350A24-2E02-42B6-A3CD-E4BAF42D6926}"/>
    <dgm:cxn modelId="{A75636BA-03F6-4EF2-AA2B-E13E0A7C42DB}" type="presOf" srcId="{AFD50C59-981D-44CE-B92A-1DA2540BCEB7}" destId="{F3A6C261-C45B-4B10-8A74-FBBD472E5B84}" srcOrd="0" destOrd="0" presId="urn:microsoft.com/office/officeart/2005/8/layout/bProcess3"/>
    <dgm:cxn modelId="{A0C632D3-B4AF-4549-B931-043CECF536C3}" type="presOf" srcId="{B8E1336C-A50F-4146-B6F8-5E6FDE85224B}" destId="{A9639592-0676-46E8-80A8-27AE18789B74}" srcOrd="1" destOrd="0" presId="urn:microsoft.com/office/officeart/2005/8/layout/bProcess3"/>
    <dgm:cxn modelId="{0072D7D4-3030-417F-8D17-D4508885E4BF}" type="presOf" srcId="{EBBD254E-282B-4A94-9228-E5F82FA4FCE9}" destId="{C3EFCDF9-A6B9-42E8-A040-4A5BF0B3409D}" srcOrd="0" destOrd="0" presId="urn:microsoft.com/office/officeart/2005/8/layout/bProcess3"/>
    <dgm:cxn modelId="{6D5CEFE1-99CF-4AB6-9222-B2ECBA44B5B7}" type="presOf" srcId="{4E80E7CF-09B6-48C4-9122-1C5AB1740E8C}" destId="{4838AE79-8014-4662-AC2C-9DADB9ADDB4E}" srcOrd="0" destOrd="0" presId="urn:microsoft.com/office/officeart/2005/8/layout/bProcess3"/>
    <dgm:cxn modelId="{0E0EB1E2-D7B8-4087-A543-F948BB7B0E91}" type="presOf" srcId="{9E27A5A8-CF73-42DA-BF99-FF5353791E96}" destId="{BF574B09-83EC-42B6-900D-5369A5B1C0F3}" srcOrd="1" destOrd="0" presId="urn:microsoft.com/office/officeart/2005/8/layout/bProcess3"/>
    <dgm:cxn modelId="{3DDA41E5-B8B3-4090-AEF0-88CA00215CD6}" type="presOf" srcId="{24F06D52-7539-468C-9D06-AD3DACF43004}" destId="{2C6A725D-99AE-4113-B09D-BC9331906017}" srcOrd="1" destOrd="0" presId="urn:microsoft.com/office/officeart/2005/8/layout/bProcess3"/>
    <dgm:cxn modelId="{B49977E7-AB6A-48A4-8FBD-2A93836DB3BE}" srcId="{86660127-E444-4284-9E3E-84366307BADF}" destId="{2350D2F4-1315-4178-8922-EC2BFA159A27}" srcOrd="3" destOrd="0" parTransId="{A821B378-A8E9-4D26-97F7-A764DF1E5431}" sibTransId="{2B83D859-8B0F-48AF-B4DB-7CC70AF4A9F7}"/>
    <dgm:cxn modelId="{452DC3F0-0EF8-41B9-B525-B3F61836AC46}" type="presOf" srcId="{3609572F-83BF-48C5-9AAA-C6C1555C7C6D}" destId="{F7514BDB-2097-4EF2-B130-FF17AA803896}" srcOrd="1" destOrd="0" presId="urn:microsoft.com/office/officeart/2005/8/layout/bProcess3"/>
    <dgm:cxn modelId="{17F8BCFD-F326-48E1-BB0B-74ACB8B5785F}" type="presOf" srcId="{55A72726-5152-40F5-A85F-EB10C0D17B0B}" destId="{79B15E15-C284-4140-B0E5-1BE73BD7E7F3}" srcOrd="0" destOrd="0" presId="urn:microsoft.com/office/officeart/2005/8/layout/bProcess3"/>
    <dgm:cxn modelId="{86E25EFF-7176-43B0-ABE8-909397F1C6E1}" srcId="{86660127-E444-4284-9E3E-84366307BADF}" destId="{EBBD254E-282B-4A94-9228-E5F82FA4FCE9}" srcOrd="0" destOrd="0" parTransId="{E22C14FF-80B1-4D7A-9033-ED32AE63EBDE}" sibTransId="{24F06D52-7539-468C-9D06-AD3DACF43004}"/>
    <dgm:cxn modelId="{3378FA4E-9BE7-4DAB-ACBF-28A406BB84EC}" type="presParOf" srcId="{0CC77CB8-5726-4134-B5C3-2F77AA3D8D75}" destId="{C3EFCDF9-A6B9-42E8-A040-4A5BF0B3409D}" srcOrd="0" destOrd="0" presId="urn:microsoft.com/office/officeart/2005/8/layout/bProcess3"/>
    <dgm:cxn modelId="{9ED565B4-071A-419D-9552-02E75B6FAD40}" type="presParOf" srcId="{0CC77CB8-5726-4134-B5C3-2F77AA3D8D75}" destId="{CBABC63C-470C-4DDB-8655-313006CFA949}" srcOrd="1" destOrd="0" presId="urn:microsoft.com/office/officeart/2005/8/layout/bProcess3"/>
    <dgm:cxn modelId="{21A11AD2-E4D6-4AB4-A9E8-843621D7EB4F}" type="presParOf" srcId="{CBABC63C-470C-4DDB-8655-313006CFA949}" destId="{2C6A725D-99AE-4113-B09D-BC9331906017}" srcOrd="0" destOrd="0" presId="urn:microsoft.com/office/officeart/2005/8/layout/bProcess3"/>
    <dgm:cxn modelId="{A43CBFFC-2F78-4D65-BE27-4AA635141EB8}" type="presParOf" srcId="{0CC77CB8-5726-4134-B5C3-2F77AA3D8D75}" destId="{A0D28FD6-072D-41B8-8B70-9651DBF62B66}" srcOrd="2" destOrd="0" presId="urn:microsoft.com/office/officeart/2005/8/layout/bProcess3"/>
    <dgm:cxn modelId="{F9E8A4D0-AE08-4315-9021-96A71929F4CB}" type="presParOf" srcId="{0CC77CB8-5726-4134-B5C3-2F77AA3D8D75}" destId="{8E411AE6-8825-4A19-89FD-35BF9B2A9C2E}" srcOrd="3" destOrd="0" presId="urn:microsoft.com/office/officeart/2005/8/layout/bProcess3"/>
    <dgm:cxn modelId="{36039162-19DE-4133-BB9A-52F6663E80FD}" type="presParOf" srcId="{8E411AE6-8825-4A19-89FD-35BF9B2A9C2E}" destId="{A9639592-0676-46E8-80A8-27AE18789B74}" srcOrd="0" destOrd="0" presId="urn:microsoft.com/office/officeart/2005/8/layout/bProcess3"/>
    <dgm:cxn modelId="{D44A9F7C-752D-4098-9640-CC269FB03C5F}" type="presParOf" srcId="{0CC77CB8-5726-4134-B5C3-2F77AA3D8D75}" destId="{4838AE79-8014-4662-AC2C-9DADB9ADDB4E}" srcOrd="4" destOrd="0" presId="urn:microsoft.com/office/officeart/2005/8/layout/bProcess3"/>
    <dgm:cxn modelId="{5F5C5D30-8538-411D-9C94-F8E93BFE43A2}" type="presParOf" srcId="{0CC77CB8-5726-4134-B5C3-2F77AA3D8D75}" destId="{876A2A96-E53A-4DED-BF94-A20990EAA581}" srcOrd="5" destOrd="0" presId="urn:microsoft.com/office/officeart/2005/8/layout/bProcess3"/>
    <dgm:cxn modelId="{319C4FD5-EEB8-4929-A42D-AB8ED48C9338}" type="presParOf" srcId="{876A2A96-E53A-4DED-BF94-A20990EAA581}" destId="{F7514BDB-2097-4EF2-B130-FF17AA803896}" srcOrd="0" destOrd="0" presId="urn:microsoft.com/office/officeart/2005/8/layout/bProcess3"/>
    <dgm:cxn modelId="{60E1766E-A5CD-4C8A-B479-5D48B36161FE}" type="presParOf" srcId="{0CC77CB8-5726-4134-B5C3-2F77AA3D8D75}" destId="{8FB4D89B-454F-48E7-9765-F004A80F022C}" srcOrd="6" destOrd="0" presId="urn:microsoft.com/office/officeart/2005/8/layout/bProcess3"/>
    <dgm:cxn modelId="{463D1906-0C3D-447B-A148-7A4126313870}" type="presParOf" srcId="{0CC77CB8-5726-4134-B5C3-2F77AA3D8D75}" destId="{D8797ED2-BBF3-426F-8029-A0CC19D6DAF5}" srcOrd="7" destOrd="0" presId="urn:microsoft.com/office/officeart/2005/8/layout/bProcess3"/>
    <dgm:cxn modelId="{8747BE66-09D4-439A-85B2-D0B5F26B85DB}" type="presParOf" srcId="{D8797ED2-BBF3-426F-8029-A0CC19D6DAF5}" destId="{9274BB8F-4B9B-47D2-984E-35DC271C4982}" srcOrd="0" destOrd="0" presId="urn:microsoft.com/office/officeart/2005/8/layout/bProcess3"/>
    <dgm:cxn modelId="{03DB8573-AC72-48E6-9A6A-1B7B8001D50E}" type="presParOf" srcId="{0CC77CB8-5726-4134-B5C3-2F77AA3D8D75}" destId="{79B15E15-C284-4140-B0E5-1BE73BD7E7F3}" srcOrd="8" destOrd="0" presId="urn:microsoft.com/office/officeart/2005/8/layout/bProcess3"/>
    <dgm:cxn modelId="{6C00CD0A-CDE3-4578-8352-2881EE3F8879}" type="presParOf" srcId="{0CC77CB8-5726-4134-B5C3-2F77AA3D8D75}" destId="{C1922C23-BCA7-4956-AB79-38A2F65412EF}" srcOrd="9" destOrd="0" presId="urn:microsoft.com/office/officeart/2005/8/layout/bProcess3"/>
    <dgm:cxn modelId="{CA64B028-3DDB-4C75-9092-9C76746B6B76}" type="presParOf" srcId="{C1922C23-BCA7-4956-AB79-38A2F65412EF}" destId="{BF574B09-83EC-42B6-900D-5369A5B1C0F3}" srcOrd="0" destOrd="0" presId="urn:microsoft.com/office/officeart/2005/8/layout/bProcess3"/>
    <dgm:cxn modelId="{57111ADA-44C7-473B-8CD8-39F5749BCE4A}" type="presParOf" srcId="{0CC77CB8-5726-4134-B5C3-2F77AA3D8D75}" destId="{5DEA20E7-3F3C-410E-BF09-82897BFEE57D}" srcOrd="10" destOrd="0" presId="urn:microsoft.com/office/officeart/2005/8/layout/bProcess3"/>
    <dgm:cxn modelId="{774EC818-6C19-4CFE-A0E9-C94B65E837F1}" type="presParOf" srcId="{0CC77CB8-5726-4134-B5C3-2F77AA3D8D75}" destId="{B5B6C510-BFB3-4D66-BECE-F69FC30F09C7}" srcOrd="11" destOrd="0" presId="urn:microsoft.com/office/officeart/2005/8/layout/bProcess3"/>
    <dgm:cxn modelId="{94401E10-E45F-4C25-8B8D-6669CCE9AFF4}" type="presParOf" srcId="{B5B6C510-BFB3-4D66-BECE-F69FC30F09C7}" destId="{D62D0631-80AA-4D92-99BF-D7EA2F9256C8}" srcOrd="0" destOrd="0" presId="urn:microsoft.com/office/officeart/2005/8/layout/bProcess3"/>
    <dgm:cxn modelId="{67F620EF-2F34-4A2E-B3A4-FAF6A8F909AB}" type="presParOf" srcId="{0CC77CB8-5726-4134-B5C3-2F77AA3D8D75}" destId="{F3A6C261-C45B-4B10-8A74-FBBD472E5B84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A22F182-A383-4BD3-BA5F-644F7291E2DA}" type="doc">
      <dgm:prSet loTypeId="urn:diagrams.loki3.com/Bracket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79A9A1-AF18-4572-A5E8-9733147AFCE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92BD3FD-1097-4C72-8CCE-D21F2036F3ED}" type="parTrans" cxnId="{4EDD0074-9689-4E13-9527-6CC370BE2037}">
      <dgm:prSet/>
      <dgm:spPr/>
      <dgm:t>
        <a:bodyPr/>
        <a:lstStyle/>
        <a:p>
          <a:endParaRPr lang="en-US"/>
        </a:p>
      </dgm:t>
    </dgm:pt>
    <dgm:pt modelId="{8F35D95B-6B43-4D04-BBF1-375963465696}" type="sibTrans" cxnId="{4EDD0074-9689-4E13-9527-6CC370BE2037}">
      <dgm:prSet/>
      <dgm:spPr/>
      <dgm:t>
        <a:bodyPr/>
        <a:lstStyle/>
        <a:p>
          <a:endParaRPr lang="en-US"/>
        </a:p>
      </dgm:t>
    </dgm:pt>
    <dgm:pt modelId="{A454170E-CAA8-4564-8882-3739BD2B6E53}">
      <dgm:prSet phldrT="[Text]"/>
      <dgm:spPr/>
      <dgm:t>
        <a:bodyPr/>
        <a:lstStyle/>
        <a:p>
          <a:pPr algn="just">
            <a:buSzPct val="88888"/>
            <a:buFont typeface="Wingdings" panose="05000000000000000000" pitchFamily="2" charset="2"/>
            <a:buChar char="v"/>
          </a:pPr>
          <a:r>
            <a:rPr lang="en-US" spc="-9" dirty="0" err="1">
              <a:cs typeface="Tahoma"/>
            </a:rPr>
            <a:t>Asas</a:t>
          </a:r>
          <a:r>
            <a:rPr lang="en-US" spc="-9" dirty="0">
              <a:cs typeface="Tahoma"/>
            </a:rPr>
            <a:t> </a:t>
          </a:r>
          <a:r>
            <a:rPr lang="en-US" spc="-5" dirty="0" err="1">
              <a:cs typeface="Tahoma"/>
            </a:rPr>
            <a:t>merupakan</a:t>
          </a:r>
          <a:r>
            <a:rPr lang="en-US" spc="-5" dirty="0">
              <a:cs typeface="Tahoma"/>
            </a:rPr>
            <a:t> </a:t>
          </a:r>
          <a:r>
            <a:rPr lang="en-US" spc="-9" dirty="0" err="1">
              <a:cs typeface="Tahoma"/>
            </a:rPr>
            <a:t>dasar</a:t>
          </a:r>
          <a:r>
            <a:rPr lang="en-US" spc="-9" dirty="0">
              <a:cs typeface="Tahoma"/>
            </a:rPr>
            <a:t> </a:t>
          </a:r>
          <a:r>
            <a:rPr lang="en-US" spc="-5" dirty="0" err="1">
              <a:cs typeface="Tahoma"/>
            </a:rPr>
            <a:t>pemikiran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yang </a:t>
          </a:r>
          <a:r>
            <a:rPr lang="en-US" dirty="0" err="1">
              <a:cs typeface="Tahoma"/>
            </a:rPr>
            <a:t>umum</a:t>
          </a:r>
          <a:r>
            <a:rPr lang="en-US" dirty="0">
              <a:cs typeface="Tahoma"/>
            </a:rPr>
            <a:t> </a:t>
          </a:r>
          <a:r>
            <a:rPr lang="en-US" spc="-9" dirty="0">
              <a:cs typeface="Tahoma"/>
            </a:rPr>
            <a:t>dan </a:t>
          </a:r>
          <a:r>
            <a:rPr lang="en-US" spc="-5" dirty="0" err="1">
              <a:cs typeface="Tahoma"/>
            </a:rPr>
            <a:t>abstrak</a:t>
          </a:r>
          <a:r>
            <a:rPr lang="en-US" spc="-5" dirty="0">
              <a:cs typeface="Tahoma"/>
            </a:rPr>
            <a:t>, </a:t>
          </a:r>
          <a:r>
            <a:rPr lang="en-US" spc="-5" dirty="0" err="1">
              <a:cs typeface="Tahoma"/>
            </a:rPr>
            <a:t>sedangkan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 </a:t>
          </a:r>
          <a:r>
            <a:rPr lang="en-US" spc="-9" dirty="0" err="1">
              <a:cs typeface="Tahoma"/>
            </a:rPr>
            <a:t>a</a:t>
          </a:r>
          <a:r>
            <a:rPr lang="en-US" spc="-5" dirty="0" err="1">
              <a:cs typeface="Tahoma"/>
            </a:rPr>
            <a:t>tur</a:t>
          </a:r>
          <a:r>
            <a:rPr lang="en-US" spc="-9" dirty="0" err="1">
              <a:cs typeface="Tahoma"/>
            </a:rPr>
            <a:t>a</a:t>
          </a:r>
          <a:r>
            <a:rPr lang="en-US" dirty="0" err="1">
              <a:cs typeface="Tahoma"/>
            </a:rPr>
            <a:t>n</a:t>
          </a:r>
          <a:r>
            <a:rPr lang="en-US" spc="-51" dirty="0">
              <a:cs typeface="Tahoma"/>
            </a:rPr>
            <a:t> </a:t>
          </a:r>
          <a:r>
            <a:rPr lang="en-US" dirty="0" err="1">
              <a:cs typeface="Tahoma"/>
            </a:rPr>
            <a:t>h</a:t>
          </a:r>
          <a:r>
            <a:rPr lang="en-US" spc="5" dirty="0" err="1">
              <a:cs typeface="Tahoma"/>
            </a:rPr>
            <a:t>u</a:t>
          </a:r>
          <a:r>
            <a:rPr lang="en-US" spc="-9" dirty="0" err="1">
              <a:cs typeface="Tahoma"/>
            </a:rPr>
            <a:t>k</a:t>
          </a:r>
          <a:r>
            <a:rPr lang="en-US" dirty="0" err="1">
              <a:cs typeface="Tahoma"/>
            </a:rPr>
            <a:t>um</a:t>
          </a:r>
          <a:r>
            <a:rPr lang="en-US" spc="-51" dirty="0">
              <a:cs typeface="Tahoma"/>
            </a:rPr>
            <a:t> </a:t>
          </a:r>
          <a:r>
            <a:rPr lang="en-US" dirty="0" err="1">
              <a:cs typeface="Tahoma"/>
            </a:rPr>
            <a:t>m</a:t>
          </a:r>
          <a:r>
            <a:rPr lang="en-US" spc="-15" dirty="0" err="1">
              <a:cs typeface="Tahoma"/>
            </a:rPr>
            <a:t>e</a:t>
          </a:r>
          <a:r>
            <a:rPr lang="en-US" spc="-5" dirty="0" err="1">
              <a:cs typeface="Tahoma"/>
            </a:rPr>
            <a:t>ru</a:t>
          </a:r>
          <a:r>
            <a:rPr lang="en-US" spc="9" dirty="0" err="1">
              <a:cs typeface="Tahoma"/>
            </a:rPr>
            <a:t>p</a:t>
          </a:r>
          <a:r>
            <a:rPr lang="en-US" spc="-9" dirty="0" err="1">
              <a:cs typeface="Tahoma"/>
            </a:rPr>
            <a:t>aka</a:t>
          </a:r>
          <a:r>
            <a:rPr lang="en-US" dirty="0" err="1">
              <a:cs typeface="Tahoma"/>
            </a:rPr>
            <a:t>n</a:t>
          </a:r>
          <a:r>
            <a:rPr lang="en-US" spc="-23" dirty="0">
              <a:cs typeface="Tahoma"/>
            </a:rPr>
            <a:t> </a:t>
          </a:r>
          <a:r>
            <a:rPr lang="en-US" spc="-15" dirty="0" err="1">
              <a:cs typeface="Tahoma"/>
            </a:rPr>
            <a:t>pe</a:t>
          </a:r>
          <a:r>
            <a:rPr lang="en-US" spc="19" dirty="0" err="1">
              <a:cs typeface="Tahoma"/>
            </a:rPr>
            <a:t>r</a:t>
          </a:r>
          <a:r>
            <a:rPr lang="en-US" spc="9" dirty="0" err="1">
              <a:cs typeface="Tahoma"/>
            </a:rPr>
            <a:t>a</a:t>
          </a:r>
          <a:r>
            <a:rPr lang="en-US" spc="-5" dirty="0" err="1">
              <a:cs typeface="Tahoma"/>
            </a:rPr>
            <a:t>tur</a:t>
          </a:r>
          <a:r>
            <a:rPr lang="en-US" spc="-9" dirty="0" err="1">
              <a:cs typeface="Tahoma"/>
            </a:rPr>
            <a:t>a</a:t>
          </a:r>
          <a:r>
            <a:rPr lang="en-US" dirty="0" err="1">
              <a:cs typeface="Tahoma"/>
            </a:rPr>
            <a:t>n</a:t>
          </a:r>
          <a:r>
            <a:rPr lang="en-US" spc="-259" dirty="0">
              <a:cs typeface="Tahoma"/>
            </a:rPr>
            <a:t> </a:t>
          </a:r>
          <a:r>
            <a:rPr lang="en-US" spc="-9" dirty="0">
              <a:cs typeface="Tahoma"/>
            </a:rPr>
            <a:t>ya</a:t>
          </a:r>
          <a:r>
            <a:rPr lang="en-US" dirty="0">
              <a:cs typeface="Tahoma"/>
            </a:rPr>
            <a:t>ng</a:t>
          </a:r>
          <a:r>
            <a:rPr lang="en-US" spc="-19" dirty="0">
              <a:cs typeface="Tahoma"/>
            </a:rPr>
            <a:t> </a:t>
          </a:r>
          <a:r>
            <a:rPr lang="en-US" spc="19" dirty="0">
              <a:cs typeface="Tahoma"/>
            </a:rPr>
            <a:t>r</a:t>
          </a:r>
          <a:r>
            <a:rPr lang="en-US" spc="-15" dirty="0">
              <a:cs typeface="Tahoma"/>
            </a:rPr>
            <a:t>e</a:t>
          </a:r>
          <a:r>
            <a:rPr lang="en-US" spc="-9" dirty="0">
              <a:cs typeface="Tahoma"/>
            </a:rPr>
            <a:t>a</a:t>
          </a:r>
          <a:r>
            <a:rPr lang="en-US" dirty="0">
              <a:cs typeface="Tahoma"/>
            </a:rPr>
            <a:t>l.</a:t>
          </a:r>
          <a:endParaRPr lang="en-US" dirty="0"/>
        </a:p>
      </dgm:t>
    </dgm:pt>
    <dgm:pt modelId="{D5FB0A7A-FBA0-4F11-BBBB-510CA16DBCD7}" type="parTrans" cxnId="{DE22E319-E602-44AF-A317-114A8EC41FB1}">
      <dgm:prSet/>
      <dgm:spPr/>
      <dgm:t>
        <a:bodyPr/>
        <a:lstStyle/>
        <a:p>
          <a:endParaRPr lang="en-US"/>
        </a:p>
      </dgm:t>
    </dgm:pt>
    <dgm:pt modelId="{C79B1944-C415-46D4-8548-4E6C74D5B8BD}" type="sibTrans" cxnId="{DE22E319-E602-44AF-A317-114A8EC41FB1}">
      <dgm:prSet/>
      <dgm:spPr/>
      <dgm:t>
        <a:bodyPr/>
        <a:lstStyle/>
        <a:p>
          <a:endParaRPr lang="en-US"/>
        </a:p>
      </dgm:t>
    </dgm:pt>
    <dgm:pt modelId="{BAC5808A-2082-4CCD-8AF7-3F6CD9F88032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E101A910-BA17-4FC1-84EA-8046E1000EB6}" type="parTrans" cxnId="{CB13C420-F19F-4F06-AA22-D81F56DCE5E7}">
      <dgm:prSet/>
      <dgm:spPr/>
      <dgm:t>
        <a:bodyPr/>
        <a:lstStyle/>
        <a:p>
          <a:endParaRPr lang="en-US"/>
        </a:p>
      </dgm:t>
    </dgm:pt>
    <dgm:pt modelId="{82968CBF-9B11-4938-A3EE-8BDF74868E91}" type="sibTrans" cxnId="{CB13C420-F19F-4F06-AA22-D81F56DCE5E7}">
      <dgm:prSet/>
      <dgm:spPr/>
      <dgm:t>
        <a:bodyPr/>
        <a:lstStyle/>
        <a:p>
          <a:endParaRPr lang="en-US"/>
        </a:p>
      </dgm:t>
    </dgm:pt>
    <dgm:pt modelId="{25638E06-5708-419E-BB81-35B138D1F2C7}">
      <dgm:prSet phldrT="[Text]"/>
      <dgm:spPr/>
      <dgm:t>
        <a:bodyPr/>
        <a:lstStyle/>
        <a:p>
          <a:pPr algn="just">
            <a:buSzPct val="88888"/>
            <a:buFont typeface="Wingdings" panose="05000000000000000000" pitchFamily="2" charset="2"/>
            <a:buChar char="v"/>
          </a:pPr>
          <a:r>
            <a:rPr lang="en-US" spc="-9" dirty="0" err="1">
              <a:cs typeface="Tahoma"/>
            </a:rPr>
            <a:t>Asas</a:t>
          </a:r>
          <a:r>
            <a:rPr lang="en-US" spc="-9" dirty="0">
              <a:cs typeface="Tahoma"/>
            </a:rPr>
            <a:t> </a:t>
          </a:r>
          <a:r>
            <a:rPr lang="en-US" spc="-5" dirty="0" err="1">
              <a:cs typeface="Tahoma"/>
            </a:rPr>
            <a:t>adalah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suatu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ide </a:t>
          </a:r>
          <a:r>
            <a:rPr lang="en-US" dirty="0" err="1">
              <a:cs typeface="Tahoma"/>
            </a:rPr>
            <a:t>atau</a:t>
          </a:r>
          <a:r>
            <a:rPr lang="en-US" dirty="0">
              <a:cs typeface="Tahoma"/>
            </a:rPr>
            <a:t> </a:t>
          </a:r>
          <a:r>
            <a:rPr lang="en-US" spc="-9" dirty="0" err="1">
              <a:cs typeface="Tahoma"/>
            </a:rPr>
            <a:t>konsep</a:t>
          </a:r>
          <a:r>
            <a:rPr lang="en-US" spc="-9" dirty="0">
              <a:cs typeface="Tahoma"/>
            </a:rPr>
            <a:t>,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sedangkan</a:t>
          </a:r>
          <a:r>
            <a:rPr lang="en-US" spc="-5" dirty="0">
              <a:cs typeface="Tahoma"/>
            </a:rPr>
            <a:t> </a:t>
          </a:r>
          <a:r>
            <a:rPr lang="en-US" spc="-9" dirty="0" err="1">
              <a:cs typeface="Tahoma"/>
            </a:rPr>
            <a:t>aturan</a:t>
          </a:r>
          <a:r>
            <a:rPr lang="en-US" spc="-5" dirty="0">
              <a:cs typeface="Tahoma"/>
            </a:rPr>
            <a:t> </a:t>
          </a:r>
          <a:r>
            <a:rPr lang="en-US" spc="5" dirty="0" err="1">
              <a:cs typeface="Tahoma"/>
            </a:rPr>
            <a:t>hukum</a:t>
          </a:r>
          <a:r>
            <a:rPr lang="en-US" spc="5" dirty="0">
              <a:cs typeface="Tahoma"/>
            </a:rPr>
            <a:t> </a:t>
          </a:r>
          <a:r>
            <a:rPr lang="en-US" spc="-5" dirty="0" err="1">
              <a:cs typeface="Tahoma"/>
            </a:rPr>
            <a:t>adalah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 </a:t>
          </a:r>
          <a:r>
            <a:rPr lang="en-US" spc="-9" dirty="0" err="1">
              <a:cs typeface="Tahoma"/>
            </a:rPr>
            <a:t>penjabaran</a:t>
          </a:r>
          <a:r>
            <a:rPr lang="en-US" spc="15" dirty="0">
              <a:cs typeface="Tahoma"/>
            </a:rPr>
            <a:t> </a:t>
          </a:r>
          <a:r>
            <a:rPr lang="en-US" spc="-9" dirty="0" err="1">
              <a:cs typeface="Tahoma"/>
            </a:rPr>
            <a:t>dari</a:t>
          </a:r>
          <a:r>
            <a:rPr lang="en-US" spc="5" dirty="0">
              <a:cs typeface="Tahoma"/>
            </a:rPr>
            <a:t> </a:t>
          </a:r>
          <a:r>
            <a:rPr lang="en-US" dirty="0">
              <a:cs typeface="Tahoma"/>
            </a:rPr>
            <a:t>ide</a:t>
          </a:r>
          <a:r>
            <a:rPr lang="en-US" spc="-19" dirty="0">
              <a:cs typeface="Tahoma"/>
            </a:rPr>
            <a:t> </a:t>
          </a:r>
          <a:r>
            <a:rPr lang="en-US" spc="-5" dirty="0" err="1">
              <a:cs typeface="Tahoma"/>
            </a:rPr>
            <a:t>tersebut</a:t>
          </a:r>
          <a:r>
            <a:rPr lang="en-US" spc="-5" dirty="0">
              <a:cs typeface="Tahoma"/>
            </a:rPr>
            <a:t>.</a:t>
          </a:r>
          <a:endParaRPr lang="en-US" dirty="0"/>
        </a:p>
      </dgm:t>
    </dgm:pt>
    <dgm:pt modelId="{ED9C541F-2122-46DB-AADC-844DEE3B06D4}" type="parTrans" cxnId="{1344F413-B056-4AE5-9138-57DED6A4B4D5}">
      <dgm:prSet/>
      <dgm:spPr/>
      <dgm:t>
        <a:bodyPr/>
        <a:lstStyle/>
        <a:p>
          <a:endParaRPr lang="en-US"/>
        </a:p>
      </dgm:t>
    </dgm:pt>
    <dgm:pt modelId="{2D06E28E-83A1-4DB8-B3C0-932CA19AC1AA}" type="sibTrans" cxnId="{1344F413-B056-4AE5-9138-57DED6A4B4D5}">
      <dgm:prSet/>
      <dgm:spPr/>
      <dgm:t>
        <a:bodyPr/>
        <a:lstStyle/>
        <a:p>
          <a:endParaRPr lang="en-US"/>
        </a:p>
      </dgm:t>
    </dgm:pt>
    <dgm:pt modelId="{B4260A82-5204-468B-99AF-E3C148A8971E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7F59662C-61E8-4AEB-A236-779DEFC38CA8}" type="parTrans" cxnId="{E5667013-39B3-404B-9FD2-14E6CDA9684D}">
      <dgm:prSet/>
      <dgm:spPr/>
      <dgm:t>
        <a:bodyPr/>
        <a:lstStyle/>
        <a:p>
          <a:endParaRPr lang="en-US"/>
        </a:p>
      </dgm:t>
    </dgm:pt>
    <dgm:pt modelId="{A3B3F560-4B58-415E-9E3F-02626F7D6562}" type="sibTrans" cxnId="{E5667013-39B3-404B-9FD2-14E6CDA9684D}">
      <dgm:prSet/>
      <dgm:spPr/>
      <dgm:t>
        <a:bodyPr/>
        <a:lstStyle/>
        <a:p>
          <a:endParaRPr lang="en-US"/>
        </a:p>
      </dgm:t>
    </dgm:pt>
    <dgm:pt modelId="{8263CB2C-325B-4CA0-8D39-A8BA50E968D7}">
      <dgm:prSet phldrT="[Text]"/>
      <dgm:spPr/>
      <dgm:t>
        <a:bodyPr/>
        <a:lstStyle/>
        <a:p>
          <a:pPr algn="just">
            <a:buSzPct val="88888"/>
            <a:buFont typeface="Wingdings" panose="05000000000000000000" pitchFamily="2" charset="2"/>
            <a:buChar char="v"/>
          </a:pPr>
          <a:r>
            <a:rPr lang="en-US" spc="-9" dirty="0" err="1">
              <a:cs typeface="Tahoma"/>
            </a:rPr>
            <a:t>Asas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dirty="0">
              <a:cs typeface="Tahoma"/>
            </a:rPr>
            <a:t> </a:t>
          </a:r>
          <a:r>
            <a:rPr lang="en-US" dirty="0" err="1">
              <a:cs typeface="Tahoma"/>
            </a:rPr>
            <a:t>tidak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mempunyai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sanksi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sedangkan</a:t>
          </a:r>
          <a:r>
            <a:rPr lang="en-US" spc="-5" dirty="0">
              <a:cs typeface="Tahoma"/>
            </a:rPr>
            <a:t> norma/</a:t>
          </a:r>
          <a:r>
            <a:rPr lang="en-US" spc="-5" dirty="0" err="1">
              <a:cs typeface="Tahoma"/>
            </a:rPr>
            <a:t>aturan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mempunyai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sanksi</a:t>
          </a:r>
          <a:r>
            <a:rPr lang="en-US" spc="-5" dirty="0">
              <a:cs typeface="Tahoma"/>
            </a:rPr>
            <a:t>. </a:t>
          </a:r>
          <a:r>
            <a:rPr lang="en-US" spc="-5" dirty="0" err="1">
              <a:cs typeface="Tahoma"/>
            </a:rPr>
            <a:t>Tentu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saja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keduanya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berbeda</a:t>
          </a:r>
          <a:r>
            <a:rPr lang="en-US" spc="-5" dirty="0">
              <a:cs typeface="Tahoma"/>
            </a:rPr>
            <a:t>, </a:t>
          </a:r>
          <a:r>
            <a:rPr lang="en-US" spc="-5" dirty="0" err="1">
              <a:cs typeface="Tahoma"/>
            </a:rPr>
            <a:t>karena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asas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spc="-5" dirty="0">
              <a:cs typeface="Tahoma"/>
            </a:rPr>
            <a:t> 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adalah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merupakan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latar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belakang</a:t>
          </a:r>
          <a:r>
            <a:rPr lang="en-US" dirty="0">
              <a:cs typeface="Tahoma"/>
            </a:rPr>
            <a:t> </a:t>
          </a:r>
          <a:r>
            <a:rPr lang="en-US" spc="-9" dirty="0" err="1">
              <a:cs typeface="Tahoma"/>
            </a:rPr>
            <a:t>dari</a:t>
          </a:r>
          <a:r>
            <a:rPr lang="en-US" spc="-5" dirty="0">
              <a:cs typeface="Tahoma"/>
            </a:rPr>
            <a:t> </a:t>
          </a:r>
          <a:r>
            <a:rPr lang="en-US" spc="-5" dirty="0" err="1">
              <a:cs typeface="Tahoma"/>
            </a:rPr>
            <a:t>adanya</a:t>
          </a:r>
          <a:r>
            <a:rPr lang="en-US" dirty="0">
              <a:cs typeface="Tahoma"/>
            </a:rPr>
            <a:t> </a:t>
          </a:r>
          <a:r>
            <a:rPr lang="en-US" spc="-5" dirty="0" err="1">
              <a:cs typeface="Tahoma"/>
            </a:rPr>
            <a:t>suatu</a:t>
          </a:r>
          <a:r>
            <a:rPr lang="en-US" dirty="0">
              <a:cs typeface="Tahoma"/>
            </a:rPr>
            <a:t> </a:t>
          </a:r>
          <a:r>
            <a:rPr lang="en-US" dirty="0" err="1">
              <a:cs typeface="Tahoma"/>
            </a:rPr>
            <a:t>hukum</a:t>
          </a:r>
          <a:r>
            <a:rPr lang="en-US" spc="5" dirty="0">
              <a:cs typeface="Tahoma"/>
            </a:rPr>
            <a:t> </a:t>
          </a:r>
          <a:r>
            <a:rPr lang="en-US" spc="-5" dirty="0" err="1">
              <a:cs typeface="Tahoma"/>
            </a:rPr>
            <a:t>konkret</a:t>
          </a:r>
          <a:r>
            <a:rPr lang="en-US" spc="-5" dirty="0">
              <a:cs typeface="Tahoma"/>
            </a:rPr>
            <a:t>, </a:t>
          </a:r>
          <a:r>
            <a:rPr lang="en-US" spc="-499" dirty="0">
              <a:cs typeface="Tahoma"/>
            </a:rPr>
            <a:t> </a:t>
          </a:r>
          <a:r>
            <a:rPr lang="en-US" spc="-5" dirty="0" err="1">
              <a:cs typeface="Tahoma"/>
            </a:rPr>
            <a:t>sedangkan</a:t>
          </a:r>
          <a:r>
            <a:rPr lang="en-US" spc="385" dirty="0">
              <a:cs typeface="Tahoma"/>
            </a:rPr>
            <a:t> </a:t>
          </a:r>
          <a:r>
            <a:rPr lang="en-US" spc="-9" dirty="0" err="1">
              <a:cs typeface="Tahoma"/>
            </a:rPr>
            <a:t>aturan</a:t>
          </a:r>
          <a:r>
            <a:rPr lang="en-US" spc="391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spc="391" dirty="0">
              <a:cs typeface="Tahoma"/>
            </a:rPr>
            <a:t> </a:t>
          </a:r>
          <a:r>
            <a:rPr lang="en-US" spc="-5" dirty="0" err="1">
              <a:cs typeface="Tahoma"/>
            </a:rPr>
            <a:t>adalah</a:t>
          </a:r>
          <a:r>
            <a:rPr lang="en-US" spc="391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spc="391" dirty="0">
              <a:cs typeface="Tahoma"/>
            </a:rPr>
            <a:t> </a:t>
          </a:r>
          <a:r>
            <a:rPr lang="en-US" spc="-5" dirty="0" err="1">
              <a:cs typeface="Tahoma"/>
            </a:rPr>
            <a:t>konkret</a:t>
          </a:r>
          <a:r>
            <a:rPr lang="en-US" spc="371" dirty="0">
              <a:cs typeface="Tahoma"/>
            </a:rPr>
            <a:t> </a:t>
          </a:r>
          <a:r>
            <a:rPr lang="en-US" dirty="0" err="1">
              <a:cs typeface="Tahoma"/>
            </a:rPr>
            <a:t>itu</a:t>
          </a:r>
          <a:r>
            <a:rPr lang="en-US" spc="376" dirty="0">
              <a:cs typeface="Tahoma"/>
            </a:rPr>
            <a:t> </a:t>
          </a:r>
          <a:r>
            <a:rPr lang="en-US" dirty="0" err="1">
              <a:cs typeface="Tahoma"/>
            </a:rPr>
            <a:t>sendiri</a:t>
          </a:r>
          <a:r>
            <a:rPr lang="en-US" dirty="0">
              <a:cs typeface="Tahoma"/>
            </a:rPr>
            <a:t>.</a:t>
          </a:r>
          <a:r>
            <a:rPr lang="en-US" spc="363" dirty="0">
              <a:cs typeface="Tahoma"/>
            </a:rPr>
            <a:t> </a:t>
          </a:r>
          <a:r>
            <a:rPr lang="en-US" spc="-5" dirty="0" err="1">
              <a:cs typeface="Tahoma"/>
            </a:rPr>
            <a:t>Atau</a:t>
          </a:r>
          <a:r>
            <a:rPr lang="en-US" spc="381" dirty="0">
              <a:cs typeface="Tahoma"/>
            </a:rPr>
            <a:t> </a:t>
          </a:r>
          <a:r>
            <a:rPr lang="en-US" spc="-5" dirty="0" err="1">
              <a:cs typeface="Tahoma"/>
            </a:rPr>
            <a:t>bisa</a:t>
          </a:r>
          <a:r>
            <a:rPr lang="en-US" dirty="0">
              <a:cs typeface="Tahoma"/>
            </a:rPr>
            <a:t> </a:t>
          </a:r>
          <a:r>
            <a:rPr lang="en-US" spc="-5" dirty="0">
              <a:cs typeface="Tahoma"/>
            </a:rPr>
            <a:t>juga</a:t>
          </a:r>
          <a:r>
            <a:rPr lang="en-US" spc="281" dirty="0">
              <a:cs typeface="Tahoma"/>
            </a:rPr>
            <a:t> </a:t>
          </a:r>
          <a:r>
            <a:rPr lang="en-US" spc="-5" dirty="0" err="1">
              <a:cs typeface="Tahoma"/>
            </a:rPr>
            <a:t>dikatakan</a:t>
          </a:r>
          <a:r>
            <a:rPr lang="en-US" spc="323" dirty="0">
              <a:cs typeface="Tahoma"/>
            </a:rPr>
            <a:t> </a:t>
          </a:r>
          <a:r>
            <a:rPr lang="en-US" spc="-5" dirty="0" err="1">
              <a:cs typeface="Tahoma"/>
            </a:rPr>
            <a:t>bahwa</a:t>
          </a:r>
          <a:r>
            <a:rPr lang="en-US" spc="313" dirty="0">
              <a:cs typeface="Tahoma"/>
            </a:rPr>
            <a:t> </a:t>
          </a:r>
          <a:r>
            <a:rPr lang="en-US" spc="-5" dirty="0" err="1">
              <a:cs typeface="Tahoma"/>
            </a:rPr>
            <a:t>asas</a:t>
          </a:r>
          <a:r>
            <a:rPr lang="en-US" spc="304" dirty="0">
              <a:cs typeface="Tahoma"/>
            </a:rPr>
            <a:t> </a:t>
          </a:r>
          <a:r>
            <a:rPr lang="en-US" spc="-5" dirty="0" err="1">
              <a:cs typeface="Tahoma"/>
            </a:rPr>
            <a:t>adalah</a:t>
          </a:r>
          <a:r>
            <a:rPr lang="en-US" spc="317" dirty="0">
              <a:cs typeface="Tahoma"/>
            </a:rPr>
            <a:t> </a:t>
          </a:r>
          <a:r>
            <a:rPr lang="en-US" spc="-5" dirty="0" err="1">
              <a:cs typeface="Tahoma"/>
            </a:rPr>
            <a:t>asal</a:t>
          </a:r>
          <a:r>
            <a:rPr lang="en-US" spc="289" dirty="0">
              <a:cs typeface="Tahoma"/>
            </a:rPr>
            <a:t> </a:t>
          </a:r>
          <a:r>
            <a:rPr lang="en-US" dirty="0" err="1">
              <a:cs typeface="Tahoma"/>
            </a:rPr>
            <a:t>mula</a:t>
          </a:r>
          <a:r>
            <a:rPr lang="en-US" spc="304" dirty="0">
              <a:cs typeface="Tahoma"/>
            </a:rPr>
            <a:t> </a:t>
          </a:r>
          <a:r>
            <a:rPr lang="en-US" spc="-9" dirty="0" err="1">
              <a:cs typeface="Tahoma"/>
            </a:rPr>
            <a:t>dari</a:t>
          </a:r>
          <a:r>
            <a:rPr lang="en-US" spc="308" dirty="0">
              <a:cs typeface="Tahoma"/>
            </a:rPr>
            <a:t> </a:t>
          </a:r>
          <a:r>
            <a:rPr lang="en-US" spc="-5" dirty="0" err="1">
              <a:cs typeface="Tahoma"/>
            </a:rPr>
            <a:t>adanya</a:t>
          </a:r>
          <a:r>
            <a:rPr lang="en-US" spc="299" dirty="0">
              <a:cs typeface="Tahoma"/>
            </a:rPr>
            <a:t> </a:t>
          </a:r>
          <a:r>
            <a:rPr lang="en-US" spc="-5" dirty="0" err="1">
              <a:cs typeface="Tahoma"/>
            </a:rPr>
            <a:t>suatu</a:t>
          </a:r>
          <a:r>
            <a:rPr lang="en-US" spc="295" dirty="0">
              <a:cs typeface="Tahoma"/>
            </a:rPr>
            <a:t> </a:t>
          </a:r>
          <a:r>
            <a:rPr lang="en-US" spc="-5" dirty="0">
              <a:cs typeface="Tahoma"/>
            </a:rPr>
            <a:t>norma </a:t>
          </a:r>
          <a:r>
            <a:rPr lang="en-US" spc="-503" dirty="0">
              <a:cs typeface="Tahoma"/>
            </a:rPr>
            <a:t> </a:t>
          </a:r>
          <a:r>
            <a:rPr lang="en-US" spc="-9" dirty="0" err="1">
              <a:cs typeface="Tahoma"/>
            </a:rPr>
            <a:t>atau</a:t>
          </a:r>
          <a:r>
            <a:rPr lang="en-US" spc="9" dirty="0">
              <a:cs typeface="Tahoma"/>
            </a:rPr>
            <a:t> </a:t>
          </a:r>
          <a:r>
            <a:rPr lang="en-US" spc="-5" dirty="0" err="1">
              <a:cs typeface="Tahoma"/>
            </a:rPr>
            <a:t>aturan</a:t>
          </a:r>
          <a:r>
            <a:rPr lang="en-US" spc="-9" dirty="0">
              <a:cs typeface="Tahoma"/>
            </a:rPr>
            <a:t> </a:t>
          </a:r>
          <a:r>
            <a:rPr lang="en-US" spc="-5" dirty="0" err="1">
              <a:cs typeface="Tahoma"/>
            </a:rPr>
            <a:t>hukum</a:t>
          </a:r>
          <a:r>
            <a:rPr lang="en-US" spc="-5" dirty="0">
              <a:cs typeface="Tahoma"/>
            </a:rPr>
            <a:t>.</a:t>
          </a:r>
          <a:endParaRPr lang="en-US" dirty="0"/>
        </a:p>
      </dgm:t>
    </dgm:pt>
    <dgm:pt modelId="{A06E7D46-5580-4FB7-B637-F604C05E794A}" type="parTrans" cxnId="{7438C678-C108-4174-B747-959978671A03}">
      <dgm:prSet/>
      <dgm:spPr/>
      <dgm:t>
        <a:bodyPr/>
        <a:lstStyle/>
        <a:p>
          <a:endParaRPr lang="en-US"/>
        </a:p>
      </dgm:t>
    </dgm:pt>
    <dgm:pt modelId="{170BE4A2-3518-44B9-BDB6-27D7F50EDA83}" type="sibTrans" cxnId="{7438C678-C108-4174-B747-959978671A03}">
      <dgm:prSet/>
      <dgm:spPr/>
      <dgm:t>
        <a:bodyPr/>
        <a:lstStyle/>
        <a:p>
          <a:endParaRPr lang="en-US"/>
        </a:p>
      </dgm:t>
    </dgm:pt>
    <dgm:pt modelId="{1B78F507-52B9-46C2-AF79-7AFD09DA12A8}" type="pres">
      <dgm:prSet presAssocID="{DA22F182-A383-4BD3-BA5F-644F7291E2DA}" presName="Name0" presStyleCnt="0">
        <dgm:presLayoutVars>
          <dgm:dir/>
          <dgm:animLvl val="lvl"/>
          <dgm:resizeHandles val="exact"/>
        </dgm:presLayoutVars>
      </dgm:prSet>
      <dgm:spPr/>
    </dgm:pt>
    <dgm:pt modelId="{5DCDFA7B-629A-4276-A51F-AD45156E76FC}" type="pres">
      <dgm:prSet presAssocID="{3479A9A1-AF18-4572-A5E8-9733147AFCEE}" presName="linNode" presStyleCnt="0"/>
      <dgm:spPr/>
    </dgm:pt>
    <dgm:pt modelId="{6FE989EA-DB50-4B97-BD9C-FDEA2A545BA1}" type="pres">
      <dgm:prSet presAssocID="{3479A9A1-AF18-4572-A5E8-9733147AFCEE}" presName="parTx" presStyleLbl="revTx" presStyleIdx="0" presStyleCnt="3" custScaleX="17567">
        <dgm:presLayoutVars>
          <dgm:chMax val="1"/>
          <dgm:bulletEnabled val="1"/>
        </dgm:presLayoutVars>
      </dgm:prSet>
      <dgm:spPr/>
    </dgm:pt>
    <dgm:pt modelId="{102C4CA4-C8B6-49A6-BA0C-E19118C98B10}" type="pres">
      <dgm:prSet presAssocID="{3479A9A1-AF18-4572-A5E8-9733147AFCEE}" presName="bracket" presStyleLbl="parChTrans1D1" presStyleIdx="0" presStyleCnt="3"/>
      <dgm:spPr/>
    </dgm:pt>
    <dgm:pt modelId="{D342E53E-3F50-4AF1-B89B-5949E77A8C74}" type="pres">
      <dgm:prSet presAssocID="{3479A9A1-AF18-4572-A5E8-9733147AFCEE}" presName="spH" presStyleCnt="0"/>
      <dgm:spPr/>
    </dgm:pt>
    <dgm:pt modelId="{691DBFE3-D1A8-4B85-ABC9-F345264A230A}" type="pres">
      <dgm:prSet presAssocID="{3479A9A1-AF18-4572-A5E8-9733147AFCEE}" presName="desTx" presStyleLbl="node1" presStyleIdx="0" presStyleCnt="3" custScaleX="126785">
        <dgm:presLayoutVars>
          <dgm:bulletEnabled val="1"/>
        </dgm:presLayoutVars>
      </dgm:prSet>
      <dgm:spPr/>
    </dgm:pt>
    <dgm:pt modelId="{A46F6CE9-74B6-4AB7-B188-8FEC8DA98EFB}" type="pres">
      <dgm:prSet presAssocID="{8F35D95B-6B43-4D04-BBF1-375963465696}" presName="spV" presStyleCnt="0"/>
      <dgm:spPr/>
    </dgm:pt>
    <dgm:pt modelId="{5EF4966A-8081-4950-9F7F-B9EC09B84084}" type="pres">
      <dgm:prSet presAssocID="{BAC5808A-2082-4CCD-8AF7-3F6CD9F88032}" presName="linNode" presStyleCnt="0"/>
      <dgm:spPr/>
    </dgm:pt>
    <dgm:pt modelId="{29ED9B07-5AAE-4801-8AF9-E4B13950C94C}" type="pres">
      <dgm:prSet presAssocID="{BAC5808A-2082-4CCD-8AF7-3F6CD9F88032}" presName="parTx" presStyleLbl="revTx" presStyleIdx="1" presStyleCnt="3" custScaleX="17567">
        <dgm:presLayoutVars>
          <dgm:chMax val="1"/>
          <dgm:bulletEnabled val="1"/>
        </dgm:presLayoutVars>
      </dgm:prSet>
      <dgm:spPr/>
    </dgm:pt>
    <dgm:pt modelId="{6830A269-D496-463D-82F7-AD3FC73FE58B}" type="pres">
      <dgm:prSet presAssocID="{BAC5808A-2082-4CCD-8AF7-3F6CD9F88032}" presName="bracket" presStyleLbl="parChTrans1D1" presStyleIdx="1" presStyleCnt="3"/>
      <dgm:spPr/>
    </dgm:pt>
    <dgm:pt modelId="{64D4A79A-1D05-4A4A-9A9B-790E4CFEB85F}" type="pres">
      <dgm:prSet presAssocID="{BAC5808A-2082-4CCD-8AF7-3F6CD9F88032}" presName="spH" presStyleCnt="0"/>
      <dgm:spPr/>
    </dgm:pt>
    <dgm:pt modelId="{65AA9244-129F-4A1B-A148-194A2C5F389A}" type="pres">
      <dgm:prSet presAssocID="{BAC5808A-2082-4CCD-8AF7-3F6CD9F88032}" presName="desTx" presStyleLbl="node1" presStyleIdx="1" presStyleCnt="3" custScaleX="126785">
        <dgm:presLayoutVars>
          <dgm:bulletEnabled val="1"/>
        </dgm:presLayoutVars>
      </dgm:prSet>
      <dgm:spPr/>
    </dgm:pt>
    <dgm:pt modelId="{3C292E2A-0B65-4AC6-88AF-24CF5AD36995}" type="pres">
      <dgm:prSet presAssocID="{82968CBF-9B11-4938-A3EE-8BDF74868E91}" presName="spV" presStyleCnt="0"/>
      <dgm:spPr/>
    </dgm:pt>
    <dgm:pt modelId="{A5563D79-435A-4742-8151-F626E38DBAC2}" type="pres">
      <dgm:prSet presAssocID="{B4260A82-5204-468B-99AF-E3C148A8971E}" presName="linNode" presStyleCnt="0"/>
      <dgm:spPr/>
    </dgm:pt>
    <dgm:pt modelId="{F046D951-8D7A-443A-8ADC-1B14EB24AA0E}" type="pres">
      <dgm:prSet presAssocID="{B4260A82-5204-468B-99AF-E3C148A8971E}" presName="parTx" presStyleLbl="revTx" presStyleIdx="2" presStyleCnt="3" custScaleX="17567">
        <dgm:presLayoutVars>
          <dgm:chMax val="1"/>
          <dgm:bulletEnabled val="1"/>
        </dgm:presLayoutVars>
      </dgm:prSet>
      <dgm:spPr/>
    </dgm:pt>
    <dgm:pt modelId="{4F0912F9-D878-44F7-BCB4-19DF21FDED67}" type="pres">
      <dgm:prSet presAssocID="{B4260A82-5204-468B-99AF-E3C148A8971E}" presName="bracket" presStyleLbl="parChTrans1D1" presStyleIdx="2" presStyleCnt="3"/>
      <dgm:spPr/>
    </dgm:pt>
    <dgm:pt modelId="{593591E5-3A74-4281-8D79-1682168F2B05}" type="pres">
      <dgm:prSet presAssocID="{B4260A82-5204-468B-99AF-E3C148A8971E}" presName="spH" presStyleCnt="0"/>
      <dgm:spPr/>
    </dgm:pt>
    <dgm:pt modelId="{5D8C95FE-BD0B-4EA7-B60E-505F84588FDF}" type="pres">
      <dgm:prSet presAssocID="{B4260A82-5204-468B-99AF-E3C148A8971E}" presName="desTx" presStyleLbl="node1" presStyleIdx="2" presStyleCnt="3" custScaleX="126785">
        <dgm:presLayoutVars>
          <dgm:bulletEnabled val="1"/>
        </dgm:presLayoutVars>
      </dgm:prSet>
      <dgm:spPr/>
    </dgm:pt>
  </dgm:ptLst>
  <dgm:cxnLst>
    <dgm:cxn modelId="{113AB011-1742-464E-A3AB-E42D28BBA31F}" type="presOf" srcId="{B4260A82-5204-468B-99AF-E3C148A8971E}" destId="{F046D951-8D7A-443A-8ADC-1B14EB24AA0E}" srcOrd="0" destOrd="0" presId="urn:diagrams.loki3.com/BracketList"/>
    <dgm:cxn modelId="{E5667013-39B3-404B-9FD2-14E6CDA9684D}" srcId="{DA22F182-A383-4BD3-BA5F-644F7291E2DA}" destId="{B4260A82-5204-468B-99AF-E3C148A8971E}" srcOrd="2" destOrd="0" parTransId="{7F59662C-61E8-4AEB-A236-779DEFC38CA8}" sibTransId="{A3B3F560-4B58-415E-9E3F-02626F7D6562}"/>
    <dgm:cxn modelId="{1344F413-B056-4AE5-9138-57DED6A4B4D5}" srcId="{BAC5808A-2082-4CCD-8AF7-3F6CD9F88032}" destId="{25638E06-5708-419E-BB81-35B138D1F2C7}" srcOrd="0" destOrd="0" parTransId="{ED9C541F-2122-46DB-AADC-844DEE3B06D4}" sibTransId="{2D06E28E-83A1-4DB8-B3C0-932CA19AC1AA}"/>
    <dgm:cxn modelId="{DE22E319-E602-44AF-A317-114A8EC41FB1}" srcId="{3479A9A1-AF18-4572-A5E8-9733147AFCEE}" destId="{A454170E-CAA8-4564-8882-3739BD2B6E53}" srcOrd="0" destOrd="0" parTransId="{D5FB0A7A-FBA0-4F11-BBBB-510CA16DBCD7}" sibTransId="{C79B1944-C415-46D4-8548-4E6C74D5B8BD}"/>
    <dgm:cxn modelId="{CB13C420-F19F-4F06-AA22-D81F56DCE5E7}" srcId="{DA22F182-A383-4BD3-BA5F-644F7291E2DA}" destId="{BAC5808A-2082-4CCD-8AF7-3F6CD9F88032}" srcOrd="1" destOrd="0" parTransId="{E101A910-BA17-4FC1-84EA-8046E1000EB6}" sibTransId="{82968CBF-9B11-4938-A3EE-8BDF74868E91}"/>
    <dgm:cxn modelId="{7C732443-9F16-46F6-9510-E500DD6060B9}" type="presOf" srcId="{DA22F182-A383-4BD3-BA5F-644F7291E2DA}" destId="{1B78F507-52B9-46C2-AF79-7AFD09DA12A8}" srcOrd="0" destOrd="0" presId="urn:diagrams.loki3.com/BracketList"/>
    <dgm:cxn modelId="{57AB1E6C-A6DB-4C44-A25D-546B614AF30E}" type="presOf" srcId="{25638E06-5708-419E-BB81-35B138D1F2C7}" destId="{65AA9244-129F-4A1B-A148-194A2C5F389A}" srcOrd="0" destOrd="0" presId="urn:diagrams.loki3.com/BracketList"/>
    <dgm:cxn modelId="{4EDD0074-9689-4E13-9527-6CC370BE2037}" srcId="{DA22F182-A383-4BD3-BA5F-644F7291E2DA}" destId="{3479A9A1-AF18-4572-A5E8-9733147AFCEE}" srcOrd="0" destOrd="0" parTransId="{092BD3FD-1097-4C72-8CCE-D21F2036F3ED}" sibTransId="{8F35D95B-6B43-4D04-BBF1-375963465696}"/>
    <dgm:cxn modelId="{7438C678-C108-4174-B747-959978671A03}" srcId="{B4260A82-5204-468B-99AF-E3C148A8971E}" destId="{8263CB2C-325B-4CA0-8D39-A8BA50E968D7}" srcOrd="0" destOrd="0" parTransId="{A06E7D46-5580-4FB7-B637-F604C05E794A}" sibTransId="{170BE4A2-3518-44B9-BDB6-27D7F50EDA83}"/>
    <dgm:cxn modelId="{6E15DECE-67B9-4CF8-9038-11B0F42CA487}" type="presOf" srcId="{3479A9A1-AF18-4572-A5E8-9733147AFCEE}" destId="{6FE989EA-DB50-4B97-BD9C-FDEA2A545BA1}" srcOrd="0" destOrd="0" presId="urn:diagrams.loki3.com/BracketList"/>
    <dgm:cxn modelId="{5A917BE0-8A00-486C-86ED-927580D9FD4D}" type="presOf" srcId="{BAC5808A-2082-4CCD-8AF7-3F6CD9F88032}" destId="{29ED9B07-5AAE-4801-8AF9-E4B13950C94C}" srcOrd="0" destOrd="0" presId="urn:diagrams.loki3.com/BracketList"/>
    <dgm:cxn modelId="{7AC318E5-89A0-41BB-A162-B5F4491A5410}" type="presOf" srcId="{A454170E-CAA8-4564-8882-3739BD2B6E53}" destId="{691DBFE3-D1A8-4B85-ABC9-F345264A230A}" srcOrd="0" destOrd="0" presId="urn:diagrams.loki3.com/BracketList"/>
    <dgm:cxn modelId="{9F756AF3-7DDF-49B7-B52A-460FFA63E601}" type="presOf" srcId="{8263CB2C-325B-4CA0-8D39-A8BA50E968D7}" destId="{5D8C95FE-BD0B-4EA7-B60E-505F84588FDF}" srcOrd="0" destOrd="0" presId="urn:diagrams.loki3.com/BracketList"/>
    <dgm:cxn modelId="{70525915-41F6-4427-8FE7-62E33E476DA2}" type="presParOf" srcId="{1B78F507-52B9-46C2-AF79-7AFD09DA12A8}" destId="{5DCDFA7B-629A-4276-A51F-AD45156E76FC}" srcOrd="0" destOrd="0" presId="urn:diagrams.loki3.com/BracketList"/>
    <dgm:cxn modelId="{BF5302C0-B314-4D2C-8B3F-F8B74F3D444A}" type="presParOf" srcId="{5DCDFA7B-629A-4276-A51F-AD45156E76FC}" destId="{6FE989EA-DB50-4B97-BD9C-FDEA2A545BA1}" srcOrd="0" destOrd="0" presId="urn:diagrams.loki3.com/BracketList"/>
    <dgm:cxn modelId="{14C15291-2EE8-4033-BCA3-D77CCBB8C1E4}" type="presParOf" srcId="{5DCDFA7B-629A-4276-A51F-AD45156E76FC}" destId="{102C4CA4-C8B6-49A6-BA0C-E19118C98B10}" srcOrd="1" destOrd="0" presId="urn:diagrams.loki3.com/BracketList"/>
    <dgm:cxn modelId="{DCD8531B-EF8F-4EF0-B06E-B7F4AF5CBE09}" type="presParOf" srcId="{5DCDFA7B-629A-4276-A51F-AD45156E76FC}" destId="{D342E53E-3F50-4AF1-B89B-5949E77A8C74}" srcOrd="2" destOrd="0" presId="urn:diagrams.loki3.com/BracketList"/>
    <dgm:cxn modelId="{C9DE35EE-C20C-4DC1-880A-79EE3077B975}" type="presParOf" srcId="{5DCDFA7B-629A-4276-A51F-AD45156E76FC}" destId="{691DBFE3-D1A8-4B85-ABC9-F345264A230A}" srcOrd="3" destOrd="0" presId="urn:diagrams.loki3.com/BracketList"/>
    <dgm:cxn modelId="{78A8FA01-3F76-4BA3-BE30-592B1B11679D}" type="presParOf" srcId="{1B78F507-52B9-46C2-AF79-7AFD09DA12A8}" destId="{A46F6CE9-74B6-4AB7-B188-8FEC8DA98EFB}" srcOrd="1" destOrd="0" presId="urn:diagrams.loki3.com/BracketList"/>
    <dgm:cxn modelId="{A223E13A-F35B-463E-AC50-7046B1699F58}" type="presParOf" srcId="{1B78F507-52B9-46C2-AF79-7AFD09DA12A8}" destId="{5EF4966A-8081-4950-9F7F-B9EC09B84084}" srcOrd="2" destOrd="0" presId="urn:diagrams.loki3.com/BracketList"/>
    <dgm:cxn modelId="{027FDBEB-67FA-48E8-B0B1-84168152B50E}" type="presParOf" srcId="{5EF4966A-8081-4950-9F7F-B9EC09B84084}" destId="{29ED9B07-5AAE-4801-8AF9-E4B13950C94C}" srcOrd="0" destOrd="0" presId="urn:diagrams.loki3.com/BracketList"/>
    <dgm:cxn modelId="{8F475872-BA60-4B7C-B66D-654053311231}" type="presParOf" srcId="{5EF4966A-8081-4950-9F7F-B9EC09B84084}" destId="{6830A269-D496-463D-82F7-AD3FC73FE58B}" srcOrd="1" destOrd="0" presId="urn:diagrams.loki3.com/BracketList"/>
    <dgm:cxn modelId="{0D6ECC5D-D76C-4047-8356-9A53CA9F1E14}" type="presParOf" srcId="{5EF4966A-8081-4950-9F7F-B9EC09B84084}" destId="{64D4A79A-1D05-4A4A-9A9B-790E4CFEB85F}" srcOrd="2" destOrd="0" presId="urn:diagrams.loki3.com/BracketList"/>
    <dgm:cxn modelId="{AE0524F9-865E-4506-8679-0ABB2B14A0EA}" type="presParOf" srcId="{5EF4966A-8081-4950-9F7F-B9EC09B84084}" destId="{65AA9244-129F-4A1B-A148-194A2C5F389A}" srcOrd="3" destOrd="0" presId="urn:diagrams.loki3.com/BracketList"/>
    <dgm:cxn modelId="{2C9456DE-39C2-44C3-BB91-12D14D839A13}" type="presParOf" srcId="{1B78F507-52B9-46C2-AF79-7AFD09DA12A8}" destId="{3C292E2A-0B65-4AC6-88AF-24CF5AD36995}" srcOrd="3" destOrd="0" presId="urn:diagrams.loki3.com/BracketList"/>
    <dgm:cxn modelId="{29614F48-A56A-4B73-9F1F-25FBF59EBBA9}" type="presParOf" srcId="{1B78F507-52B9-46C2-AF79-7AFD09DA12A8}" destId="{A5563D79-435A-4742-8151-F626E38DBAC2}" srcOrd="4" destOrd="0" presId="urn:diagrams.loki3.com/BracketList"/>
    <dgm:cxn modelId="{F0C4AC0A-0B14-419E-9DA7-964795DCCF3F}" type="presParOf" srcId="{A5563D79-435A-4742-8151-F626E38DBAC2}" destId="{F046D951-8D7A-443A-8ADC-1B14EB24AA0E}" srcOrd="0" destOrd="0" presId="urn:diagrams.loki3.com/BracketList"/>
    <dgm:cxn modelId="{6BF368CD-8254-463D-842A-52CD932F7CEB}" type="presParOf" srcId="{A5563D79-435A-4742-8151-F626E38DBAC2}" destId="{4F0912F9-D878-44F7-BCB4-19DF21FDED67}" srcOrd="1" destOrd="0" presId="urn:diagrams.loki3.com/BracketList"/>
    <dgm:cxn modelId="{F46498C2-12AA-442D-9DFF-7A0699A8B2B3}" type="presParOf" srcId="{A5563D79-435A-4742-8151-F626E38DBAC2}" destId="{593591E5-3A74-4281-8D79-1682168F2B05}" srcOrd="2" destOrd="0" presId="urn:diagrams.loki3.com/BracketList"/>
    <dgm:cxn modelId="{01FD1844-CD59-4D85-B7B9-F099D2E3F0C5}" type="presParOf" srcId="{A5563D79-435A-4742-8151-F626E38DBAC2}" destId="{5D8C95FE-BD0B-4EA7-B60E-505F84588FD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5DA23-E9A9-421E-B8B2-654DADC7B5E7}">
      <dsp:nvSpPr>
        <dsp:cNvPr id="0" name=""/>
        <dsp:cNvSpPr/>
      </dsp:nvSpPr>
      <dsp:spPr>
        <a:xfrm>
          <a:off x="3230" y="0"/>
          <a:ext cx="3935226" cy="132428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d-ID" sz="2400" b="1" kern="1200" dirty="0"/>
            <a:t>Konsep </a:t>
          </a:r>
          <a:r>
            <a:rPr lang="en-US" sz="2400" b="1" kern="1200" dirty="0" err="1"/>
            <a:t>Kemanusiaan</a:t>
          </a:r>
          <a:endParaRPr lang="en-US" sz="2400" b="1" kern="1200" dirty="0"/>
        </a:p>
      </dsp:txBody>
      <dsp:txXfrm>
        <a:off x="665374" y="0"/>
        <a:ext cx="2610939" cy="1324287"/>
      </dsp:txXfrm>
    </dsp:sp>
    <dsp:sp modelId="{9D6370F0-F719-4441-9620-4F1CEB991727}">
      <dsp:nvSpPr>
        <dsp:cNvPr id="0" name=""/>
        <dsp:cNvSpPr/>
      </dsp:nvSpPr>
      <dsp:spPr>
        <a:xfrm>
          <a:off x="3544933" y="0"/>
          <a:ext cx="3935226" cy="1324287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b="1" kern="1200" dirty="0" err="1"/>
            <a:t>Kemanusiaan</a:t>
          </a:r>
          <a:r>
            <a:rPr lang="en-US" sz="2400" b="1" kern="1200" dirty="0"/>
            <a:t> </a:t>
          </a:r>
          <a:r>
            <a:rPr lang="en-US" sz="2400" b="1" kern="1200" dirty="0" err="1"/>
            <a:t>adalah</a:t>
          </a:r>
          <a:r>
            <a:rPr lang="en-US" sz="2400" b="1" kern="1200" dirty="0"/>
            <a:t> Hukum</a:t>
          </a:r>
        </a:p>
      </dsp:txBody>
      <dsp:txXfrm>
        <a:off x="4207077" y="0"/>
        <a:ext cx="2610939" cy="1324287"/>
      </dsp:txXfrm>
    </dsp:sp>
    <dsp:sp modelId="{7E1E570C-A67E-4E78-92EC-F64EA6A44F3A}">
      <dsp:nvSpPr>
        <dsp:cNvPr id="0" name=""/>
        <dsp:cNvSpPr/>
      </dsp:nvSpPr>
      <dsp:spPr>
        <a:xfrm>
          <a:off x="7086637" y="0"/>
          <a:ext cx="3935226" cy="1324287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id-ID" sz="2400" b="1" kern="1200" spc="-10" dirty="0">
              <a:effectLst/>
              <a:ea typeface="Times New Roman" panose="02020603050405020304" pitchFamily="18" charset="0"/>
            </a:rPr>
            <a:t>Asas Kemanusiaan</a:t>
          </a:r>
          <a:r>
            <a:rPr lang="id-ID" sz="2400" b="1" kern="1200" spc="-25" dirty="0">
              <a:effectLst/>
              <a:ea typeface="Times New Roman" panose="02020603050405020304" pitchFamily="18" charset="0"/>
            </a:rPr>
            <a:t> </a:t>
          </a:r>
          <a:r>
            <a:rPr lang="id-ID" sz="2400" b="1" kern="1200" spc="-10" dirty="0">
              <a:effectLst/>
              <a:ea typeface="Times New Roman" panose="02020603050405020304" pitchFamily="18" charset="0"/>
            </a:rPr>
            <a:t>Sebagai</a:t>
          </a:r>
          <a:r>
            <a:rPr lang="id-ID" sz="2400" b="1" kern="1200" spc="5" dirty="0">
              <a:effectLst/>
              <a:ea typeface="Times New Roman" panose="02020603050405020304" pitchFamily="18" charset="0"/>
            </a:rPr>
            <a:t> </a:t>
          </a:r>
          <a:r>
            <a:rPr lang="id-ID" sz="2400" b="1" kern="1200" spc="-10" dirty="0">
              <a:effectLst/>
              <a:ea typeface="Times New Roman" panose="02020603050405020304" pitchFamily="18" charset="0"/>
            </a:rPr>
            <a:t>Hukum</a:t>
          </a:r>
          <a:endParaRPr lang="en-US" sz="2400" b="1" kern="1200" dirty="0"/>
        </a:p>
      </dsp:txBody>
      <dsp:txXfrm>
        <a:off x="7748781" y="0"/>
        <a:ext cx="2610939" cy="13242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1CA32-2232-41FC-9724-8C77B68F71FD}">
      <dsp:nvSpPr>
        <dsp:cNvPr id="0" name=""/>
        <dsp:cNvSpPr/>
      </dsp:nvSpPr>
      <dsp:spPr>
        <a:xfrm>
          <a:off x="0" y="2613"/>
          <a:ext cx="110250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3C427-11BF-415B-9352-1D120CB32227}">
      <dsp:nvSpPr>
        <dsp:cNvPr id="0" name=""/>
        <dsp:cNvSpPr/>
      </dsp:nvSpPr>
      <dsp:spPr>
        <a:xfrm>
          <a:off x="0" y="2613"/>
          <a:ext cx="669664" cy="1782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1</a:t>
          </a:r>
        </a:p>
      </dsp:txBody>
      <dsp:txXfrm>
        <a:off x="0" y="2613"/>
        <a:ext cx="669664" cy="1782234"/>
      </dsp:txXfrm>
    </dsp:sp>
    <dsp:sp modelId="{4798EA41-546B-44A6-908A-BBC967C7BE12}">
      <dsp:nvSpPr>
        <dsp:cNvPr id="0" name=""/>
        <dsp:cNvSpPr/>
      </dsp:nvSpPr>
      <dsp:spPr>
        <a:xfrm>
          <a:off x="835040" y="83544"/>
          <a:ext cx="10031057" cy="161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200" kern="1200" spc="-5" dirty="0">
              <a:cs typeface="Tahoma"/>
            </a:rPr>
            <a:t>Aristoteles</a:t>
          </a:r>
          <a:r>
            <a:rPr lang="en-US" sz="2200" kern="1200" dirty="0">
              <a:cs typeface="Tahoma"/>
            </a:rPr>
            <a:t> (384-347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dirty="0">
              <a:cs typeface="Tahoma"/>
            </a:rPr>
            <a:t>SM)</a:t>
          </a:r>
          <a:r>
            <a:rPr lang="en-US" sz="2200" kern="1200" spc="508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“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-5" dirty="0">
              <a:cs typeface="Tahoma"/>
            </a:rPr>
            <a:t> </a:t>
          </a:r>
          <a:r>
            <a:rPr lang="en-US" sz="2200" i="1" kern="1200" spc="-51" dirty="0">
              <a:cs typeface="Tahoma"/>
            </a:rPr>
            <a:t>animal</a:t>
          </a:r>
          <a:r>
            <a:rPr lang="en-US" sz="2200" kern="1200" spc="-51" dirty="0">
              <a:cs typeface="Tahoma"/>
            </a:rPr>
            <a:t> </a:t>
          </a:r>
          <a:r>
            <a:rPr lang="en-US" sz="2200" i="1" kern="1200" spc="-45" dirty="0" err="1">
              <a:cs typeface="Tahoma"/>
            </a:rPr>
            <a:t>rasionale</a:t>
          </a:r>
          <a:r>
            <a:rPr lang="en-US" sz="2200" kern="1200" spc="-45" dirty="0">
              <a:cs typeface="Tahoma"/>
            </a:rPr>
            <a:t>” </a:t>
          </a:r>
          <a:r>
            <a:rPr lang="en-US" sz="2200" kern="1200" dirty="0">
              <a:cs typeface="Tahoma"/>
            </a:rPr>
            <a:t>(</a:t>
          </a:r>
          <a:r>
            <a:rPr lang="en-US" sz="2200" kern="1200" dirty="0" err="1">
              <a:cs typeface="Tahoma"/>
            </a:rPr>
            <a:t>hewan</a:t>
          </a:r>
          <a:r>
            <a:rPr lang="en-US" sz="2200" kern="1200" dirty="0">
              <a:cs typeface="Tahoma"/>
            </a:rPr>
            <a:t> yang </a:t>
          </a:r>
          <a:r>
            <a:rPr lang="en-US" sz="2200" kern="1200" spc="-9" dirty="0" err="1">
              <a:cs typeface="Tahoma"/>
            </a:rPr>
            <a:t>berakal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budi</a:t>
          </a:r>
          <a:r>
            <a:rPr lang="en-US" sz="2200" kern="1200" spc="-5" dirty="0">
              <a:cs typeface="Tahoma"/>
            </a:rPr>
            <a:t>). </a:t>
          </a:r>
          <a:r>
            <a:rPr lang="en-US" sz="2200" kern="1200" dirty="0" err="1">
              <a:cs typeface="Tahoma"/>
            </a:rPr>
            <a:t>Menurut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logika</a:t>
          </a:r>
          <a:r>
            <a:rPr lang="en-US" sz="2200" kern="1200" spc="-5" dirty="0">
              <a:cs typeface="Tahoma"/>
            </a:rPr>
            <a:t> Aristoteles,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bagian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pertama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suatu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defenisi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haruslah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menyebut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jenisnya</a:t>
          </a:r>
          <a:r>
            <a:rPr lang="en-US" sz="2200" kern="1200" dirty="0">
              <a:cs typeface="Tahoma"/>
            </a:rPr>
            <a:t> yang </a:t>
          </a:r>
          <a:r>
            <a:rPr lang="en-US" sz="2200" kern="1200" spc="-9" dirty="0">
              <a:cs typeface="Tahoma"/>
            </a:rPr>
            <a:t>paling </a:t>
          </a:r>
          <a:r>
            <a:rPr lang="en-US" sz="2200" kern="1200" dirty="0" err="1">
              <a:cs typeface="Tahoma"/>
            </a:rPr>
            <a:t>dekat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9" dirty="0">
              <a:cs typeface="Tahoma"/>
            </a:rPr>
            <a:t>(</a:t>
          </a:r>
          <a:r>
            <a:rPr lang="en-US" sz="2200" kern="1200" spc="-9" dirty="0" err="1">
              <a:cs typeface="Tahoma"/>
            </a:rPr>
            <a:t>dalam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hal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ini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36" dirty="0">
              <a:cs typeface="Tahoma"/>
            </a:rPr>
            <a:t>animal),</a:t>
          </a:r>
          <a:r>
            <a:rPr lang="en-US" sz="2200" kern="1200" spc="-32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bagian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kedua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harus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menyebut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hal</a:t>
          </a:r>
          <a:r>
            <a:rPr lang="en-US" sz="2200" kern="1200" spc="499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yang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spesifik</a:t>
          </a:r>
          <a:r>
            <a:rPr lang="en-US" sz="2200" kern="1200" spc="-5" dirty="0">
              <a:cs typeface="Tahoma"/>
            </a:rPr>
            <a:t> (di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sini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45" dirty="0" err="1">
              <a:cs typeface="Tahoma"/>
            </a:rPr>
            <a:t>rasionale</a:t>
          </a:r>
          <a:r>
            <a:rPr lang="en-US" sz="2200" kern="1200" spc="-45" dirty="0">
              <a:cs typeface="Tahoma"/>
            </a:rPr>
            <a:t>:</a:t>
          </a:r>
          <a:r>
            <a:rPr lang="en-US" sz="2200" kern="1200" spc="-23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berakal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budi</a:t>
          </a:r>
          <a:r>
            <a:rPr lang="en-US" sz="2200" kern="1200" spc="-5" dirty="0">
              <a:cs typeface="Tahoma"/>
            </a:rPr>
            <a:t>).</a:t>
          </a:r>
          <a:endParaRPr lang="en-US" sz="2200" kern="1200" dirty="0"/>
        </a:p>
      </dsp:txBody>
      <dsp:txXfrm>
        <a:off x="835040" y="83544"/>
        <a:ext cx="10031057" cy="1618630"/>
      </dsp:txXfrm>
    </dsp:sp>
    <dsp:sp modelId="{F273215E-44FE-4456-8F48-872594591261}">
      <dsp:nvSpPr>
        <dsp:cNvPr id="0" name=""/>
        <dsp:cNvSpPr/>
      </dsp:nvSpPr>
      <dsp:spPr>
        <a:xfrm>
          <a:off x="669664" y="1702175"/>
          <a:ext cx="88200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3C666-A077-4D42-88C4-8BC7220D765E}">
      <dsp:nvSpPr>
        <dsp:cNvPr id="0" name=""/>
        <dsp:cNvSpPr/>
      </dsp:nvSpPr>
      <dsp:spPr>
        <a:xfrm>
          <a:off x="0" y="1784847"/>
          <a:ext cx="110250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39552-71A5-46C2-BC2E-7794CA8DF78D}">
      <dsp:nvSpPr>
        <dsp:cNvPr id="0" name=""/>
        <dsp:cNvSpPr/>
      </dsp:nvSpPr>
      <dsp:spPr>
        <a:xfrm>
          <a:off x="0" y="1784847"/>
          <a:ext cx="669664" cy="1782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2</a:t>
          </a:r>
        </a:p>
      </dsp:txBody>
      <dsp:txXfrm>
        <a:off x="0" y="1784847"/>
        <a:ext cx="669664" cy="1782234"/>
      </dsp:txXfrm>
    </dsp:sp>
    <dsp:sp modelId="{7873FA3A-B5A7-419C-9704-6E0BFA4872C9}">
      <dsp:nvSpPr>
        <dsp:cNvPr id="0" name=""/>
        <dsp:cNvSpPr/>
      </dsp:nvSpPr>
      <dsp:spPr>
        <a:xfrm>
          <a:off x="835040" y="1865779"/>
          <a:ext cx="10031057" cy="161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200" kern="1200" spc="-5" dirty="0" err="1">
              <a:cs typeface="Tahoma"/>
            </a:rPr>
            <a:t>Berpikir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-5" dirty="0">
              <a:cs typeface="Tahoma"/>
            </a:rPr>
            <a:t> salah </a:t>
          </a:r>
          <a:r>
            <a:rPr lang="en-US" sz="2200" kern="1200" spc="-9" dirty="0" err="1">
              <a:cs typeface="Tahoma"/>
            </a:rPr>
            <a:t>satu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kekhasan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dibanding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makhluk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lainnya</a:t>
          </a:r>
          <a:r>
            <a:rPr lang="en-US" sz="2200" kern="1200" dirty="0">
              <a:cs typeface="Tahoma"/>
            </a:rPr>
            <a:t>. 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Charles</a:t>
          </a:r>
          <a:r>
            <a:rPr lang="en-US" sz="2200" kern="1200" spc="177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Robert</a:t>
          </a:r>
          <a:r>
            <a:rPr lang="en-US" sz="2200" kern="1200" spc="191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Darwin,</a:t>
          </a:r>
          <a:r>
            <a:rPr lang="en-US" sz="2200" kern="1200" spc="1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meletakkan</a:t>
          </a:r>
          <a:r>
            <a:rPr lang="en-US" sz="2200" kern="1200" spc="1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keberangkatan</a:t>
          </a:r>
          <a:r>
            <a:rPr lang="en-US" sz="2200" kern="1200" spc="177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teorinya</a:t>
          </a:r>
          <a:r>
            <a:rPr lang="en-US" sz="2200" kern="1200" spc="19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dari</a:t>
          </a:r>
          <a:r>
            <a:rPr lang="en-US" sz="2200" kern="1200" spc="18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pijakan</a:t>
          </a:r>
          <a:r>
            <a:rPr lang="en-US" sz="2200" kern="1200" spc="195" dirty="0">
              <a:cs typeface="Tahoma"/>
            </a:rPr>
            <a:t> </a:t>
          </a:r>
          <a:r>
            <a:rPr lang="en-US" sz="2200" kern="1200" spc="5" dirty="0" err="1">
              <a:cs typeface="Tahoma"/>
            </a:rPr>
            <a:t>bahwa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secara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biologis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manusia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tidak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berbeda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dengan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monyet</a:t>
          </a:r>
          <a:r>
            <a:rPr lang="en-US" sz="2200" kern="1200" spc="-5" dirty="0">
              <a:cs typeface="Tahoma"/>
            </a:rPr>
            <a:t>. </a:t>
          </a:r>
          <a:endParaRPr lang="en-US" sz="2200" kern="1200" dirty="0"/>
        </a:p>
      </dsp:txBody>
      <dsp:txXfrm>
        <a:off x="835040" y="1865779"/>
        <a:ext cx="10031057" cy="1618630"/>
      </dsp:txXfrm>
    </dsp:sp>
    <dsp:sp modelId="{78B80E69-AB57-471B-8D4D-FDF95AB8FFE6}">
      <dsp:nvSpPr>
        <dsp:cNvPr id="0" name=""/>
        <dsp:cNvSpPr/>
      </dsp:nvSpPr>
      <dsp:spPr>
        <a:xfrm>
          <a:off x="669664" y="3484410"/>
          <a:ext cx="88200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655D3-E853-4F01-8A42-14C0AE20D871}">
      <dsp:nvSpPr>
        <dsp:cNvPr id="0" name=""/>
        <dsp:cNvSpPr/>
      </dsp:nvSpPr>
      <dsp:spPr>
        <a:xfrm>
          <a:off x="0" y="3567082"/>
          <a:ext cx="110250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675E6-442D-4590-9803-811CEFD1AE5D}">
      <dsp:nvSpPr>
        <dsp:cNvPr id="0" name=""/>
        <dsp:cNvSpPr/>
      </dsp:nvSpPr>
      <dsp:spPr>
        <a:xfrm>
          <a:off x="0" y="3567082"/>
          <a:ext cx="669664" cy="1782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3</a:t>
          </a:r>
        </a:p>
      </dsp:txBody>
      <dsp:txXfrm>
        <a:off x="0" y="3567082"/>
        <a:ext cx="669664" cy="1782234"/>
      </dsp:txXfrm>
    </dsp:sp>
    <dsp:sp modelId="{58A7BD7D-042C-4F39-ACB4-62A85509A3FB}">
      <dsp:nvSpPr>
        <dsp:cNvPr id="0" name=""/>
        <dsp:cNvSpPr/>
      </dsp:nvSpPr>
      <dsp:spPr>
        <a:xfrm>
          <a:off x="835040" y="3648013"/>
          <a:ext cx="10031057" cy="161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200" kern="1200" dirty="0" err="1">
              <a:cs typeface="Tahoma"/>
            </a:rPr>
            <a:t>Namun</a:t>
          </a:r>
          <a:r>
            <a:rPr lang="en-US" sz="2200" kern="1200" dirty="0">
              <a:cs typeface="Tahoma"/>
            </a:rPr>
            <a:t>, </a:t>
          </a:r>
          <a:r>
            <a:rPr lang="en-US" sz="2200" kern="1200" spc="-9" dirty="0" err="1">
              <a:cs typeface="Tahoma"/>
            </a:rPr>
            <a:t>bagi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orang-orang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yang</a:t>
          </a:r>
          <a:r>
            <a:rPr lang="en-US" sz="2200" kern="1200" spc="788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budiman</a:t>
          </a:r>
          <a:r>
            <a:rPr lang="en-US" sz="2200" kern="1200" spc="-5" dirty="0">
              <a:cs typeface="Tahoma"/>
            </a:rPr>
            <a:t>,</a:t>
          </a:r>
          <a:r>
            <a:rPr lang="en-US" sz="2200" kern="1200" spc="788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teori</a:t>
          </a:r>
          <a:r>
            <a:rPr lang="en-US" sz="2200" kern="1200" spc="780" dirty="0">
              <a:cs typeface="Tahoma"/>
            </a:rPr>
            <a:t> </a:t>
          </a:r>
          <a:r>
            <a:rPr lang="en-US" sz="2200" kern="1200" dirty="0">
              <a:cs typeface="Tahoma"/>
            </a:rPr>
            <a:t>Darwin</a:t>
          </a:r>
          <a:r>
            <a:rPr lang="en-US" sz="2200" kern="1200" spc="78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tersebut</a:t>
          </a:r>
          <a:r>
            <a:rPr lang="en-US" sz="2200" kern="1200" spc="807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dapat</a:t>
          </a:r>
          <a:r>
            <a:rPr lang="en-US" sz="2200" kern="1200" spc="7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dipandang</a:t>
          </a:r>
          <a:r>
            <a:rPr lang="en-US" sz="2200" kern="1200" spc="77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rentang</a:t>
          </a:r>
          <a:r>
            <a:rPr lang="en-US" sz="2200" kern="1200" spc="53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khazanah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perbedaan</a:t>
          </a:r>
          <a:r>
            <a:rPr lang="en-US" sz="2200" kern="1200" spc="34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besarnya</a:t>
          </a:r>
          <a:r>
            <a:rPr lang="en-US" sz="2200" kern="1200" spc="-9" dirty="0">
              <a:cs typeface="Tahoma"/>
            </a:rPr>
            <a:t>,</a:t>
          </a:r>
          <a:r>
            <a:rPr lang="en-US" sz="2200" kern="1200" spc="34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dimana</a:t>
          </a:r>
          <a:r>
            <a:rPr lang="en-US" sz="2200" kern="1200" spc="32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spc="2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mampu</a:t>
          </a:r>
          <a:r>
            <a:rPr lang="en-US" sz="2200" kern="1200" spc="317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untuk</a:t>
          </a:r>
          <a:r>
            <a:rPr lang="en-US" sz="2200" kern="1200" spc="4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memikirkan</a:t>
          </a:r>
          <a:r>
            <a:rPr lang="en-US" sz="2200" kern="1200" spc="336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asal-usulnya</a:t>
          </a:r>
          <a:r>
            <a:rPr lang="en-US" sz="2200" kern="1200" spc="-5" dirty="0">
              <a:cs typeface="Tahoma"/>
            </a:rPr>
            <a:t>,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hewan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tidak</a:t>
          </a:r>
          <a:r>
            <a:rPr lang="en-US" sz="2200" kern="1200" spc="-5" dirty="0">
              <a:cs typeface="Tahoma"/>
            </a:rPr>
            <a:t>.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5" dirty="0">
              <a:cs typeface="Tahoma"/>
            </a:rPr>
            <a:t>Oleh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karena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itulah</a:t>
          </a:r>
          <a:r>
            <a:rPr lang="en-US" sz="2200" kern="1200" spc="-5" dirty="0">
              <a:cs typeface="Tahoma"/>
            </a:rPr>
            <a:t>,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dalam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keberadaannya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mampu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memahami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bahwa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9" dirty="0" err="1">
              <a:cs typeface="Tahoma"/>
            </a:rPr>
            <a:t>ia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dapat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bertindak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sebagai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subjek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maupun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objek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dari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pengamatanya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sendiri</a:t>
          </a:r>
          <a:r>
            <a:rPr lang="en-US" sz="2200" kern="1200" spc="-5" dirty="0">
              <a:cs typeface="Tahoma"/>
            </a:rPr>
            <a:t>.</a:t>
          </a:r>
          <a:endParaRPr lang="en-US" sz="2200" kern="1200" dirty="0"/>
        </a:p>
      </dsp:txBody>
      <dsp:txXfrm>
        <a:off x="835040" y="3648013"/>
        <a:ext cx="10031057" cy="1618630"/>
      </dsp:txXfrm>
    </dsp:sp>
    <dsp:sp modelId="{50BE788C-F2A4-4C0D-8A43-7B48D633DD96}">
      <dsp:nvSpPr>
        <dsp:cNvPr id="0" name=""/>
        <dsp:cNvSpPr/>
      </dsp:nvSpPr>
      <dsp:spPr>
        <a:xfrm>
          <a:off x="669664" y="5266644"/>
          <a:ext cx="88200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7977D-3BE0-4963-87C1-9A65020DC336}">
      <dsp:nvSpPr>
        <dsp:cNvPr id="0" name=""/>
        <dsp:cNvSpPr/>
      </dsp:nvSpPr>
      <dsp:spPr>
        <a:xfrm>
          <a:off x="0" y="0"/>
          <a:ext cx="109279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3D982-81E9-470C-8E20-024642AC7705}">
      <dsp:nvSpPr>
        <dsp:cNvPr id="0" name=""/>
        <dsp:cNvSpPr/>
      </dsp:nvSpPr>
      <dsp:spPr>
        <a:xfrm>
          <a:off x="0" y="0"/>
          <a:ext cx="665186" cy="188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4</a:t>
          </a:r>
        </a:p>
      </dsp:txBody>
      <dsp:txXfrm>
        <a:off x="0" y="0"/>
        <a:ext cx="665186" cy="1889312"/>
      </dsp:txXfrm>
    </dsp:sp>
    <dsp:sp modelId="{754B88F6-4E1E-4D7E-90F4-8C6AF93605C4}">
      <dsp:nvSpPr>
        <dsp:cNvPr id="0" name=""/>
        <dsp:cNvSpPr/>
      </dsp:nvSpPr>
      <dsp:spPr>
        <a:xfrm>
          <a:off x="829105" y="85793"/>
          <a:ext cx="9985759" cy="1715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200" kern="1200" spc="-5" dirty="0">
              <a:cs typeface="Tahoma"/>
            </a:rPr>
            <a:t>Jika </a:t>
          </a:r>
          <a:r>
            <a:rPr lang="en-US" sz="2200" kern="1200" spc="-5" dirty="0" err="1">
              <a:cs typeface="Tahoma"/>
            </a:rPr>
            <a:t>dilihat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dari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sudut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pandang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penciptaan</a:t>
          </a:r>
          <a:r>
            <a:rPr lang="en-US" sz="2200" kern="1200" spc="-5" dirty="0">
              <a:cs typeface="Tahoma"/>
            </a:rPr>
            <a:t> Allah </a:t>
          </a:r>
          <a:r>
            <a:rPr lang="en-US" sz="2200" kern="1200" dirty="0" err="1">
              <a:cs typeface="Tahoma"/>
            </a:rPr>
            <a:t>maka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manusia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merupakan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mahkluk</a:t>
          </a:r>
          <a:r>
            <a:rPr lang="en-US" sz="2200" kern="1200" dirty="0">
              <a:cs typeface="Tahoma"/>
            </a:rPr>
            <a:t> yang </a:t>
          </a:r>
          <a:r>
            <a:rPr lang="en-US" sz="2200" kern="1200" dirty="0" err="1">
              <a:cs typeface="Tahoma"/>
            </a:rPr>
            <a:t>istimewa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yang </a:t>
          </a:r>
          <a:r>
            <a:rPr lang="en-US" sz="2200" kern="1200" spc="-5" dirty="0" err="1">
              <a:cs typeface="Tahoma"/>
            </a:rPr>
            <a:t>serupa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dengan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gambar</a:t>
          </a:r>
          <a:r>
            <a:rPr lang="en-US" sz="2200" kern="1200" spc="-5" dirty="0">
              <a:cs typeface="Tahoma"/>
            </a:rPr>
            <a:t> Allah. </a:t>
          </a:r>
          <a:endParaRPr lang="en-US" sz="2200" kern="1200" dirty="0"/>
        </a:p>
      </dsp:txBody>
      <dsp:txXfrm>
        <a:off x="829105" y="85793"/>
        <a:ext cx="9985759" cy="1715879"/>
      </dsp:txXfrm>
    </dsp:sp>
    <dsp:sp modelId="{CB26AF49-200C-48F0-86CC-03A11822F70B}">
      <dsp:nvSpPr>
        <dsp:cNvPr id="0" name=""/>
        <dsp:cNvSpPr/>
      </dsp:nvSpPr>
      <dsp:spPr>
        <a:xfrm>
          <a:off x="665186" y="1801673"/>
          <a:ext cx="87423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82768-601A-428C-AD4F-EDFBAC5F1ABF}">
      <dsp:nvSpPr>
        <dsp:cNvPr id="0" name=""/>
        <dsp:cNvSpPr/>
      </dsp:nvSpPr>
      <dsp:spPr>
        <a:xfrm>
          <a:off x="0" y="1889312"/>
          <a:ext cx="109279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D8251-F51A-4C64-98FC-F4805254672F}">
      <dsp:nvSpPr>
        <dsp:cNvPr id="0" name=""/>
        <dsp:cNvSpPr/>
      </dsp:nvSpPr>
      <dsp:spPr>
        <a:xfrm>
          <a:off x="0" y="1889312"/>
          <a:ext cx="665186" cy="188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5</a:t>
          </a:r>
        </a:p>
      </dsp:txBody>
      <dsp:txXfrm>
        <a:off x="0" y="1889312"/>
        <a:ext cx="665186" cy="1889312"/>
      </dsp:txXfrm>
    </dsp:sp>
    <dsp:sp modelId="{50322214-0CAF-46C4-8495-EFC3D365CC47}">
      <dsp:nvSpPr>
        <dsp:cNvPr id="0" name=""/>
        <dsp:cNvSpPr/>
      </dsp:nvSpPr>
      <dsp:spPr>
        <a:xfrm>
          <a:off x="829105" y="1975105"/>
          <a:ext cx="9985759" cy="1715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200" kern="1200" dirty="0" err="1">
              <a:cs typeface="Tahoma"/>
            </a:rPr>
            <a:t>Manusia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memiliki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keunikan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>
              <a:cs typeface="Tahoma"/>
            </a:rPr>
            <a:t>dan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kekhasan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yang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berharga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>
              <a:cs typeface="Tahoma"/>
            </a:rPr>
            <a:t>dan </a:t>
          </a:r>
          <a:r>
            <a:rPr lang="en-US" sz="2200" kern="1200" dirty="0" err="1">
              <a:cs typeface="Tahoma"/>
            </a:rPr>
            <a:t>terpuji</a:t>
          </a:r>
          <a:r>
            <a:rPr lang="en-US" sz="2200" kern="1200" spc="508" dirty="0">
              <a:cs typeface="Tahoma"/>
            </a:rPr>
            <a:t> </a:t>
          </a:r>
          <a:r>
            <a:rPr lang="en-US" sz="2200" kern="1200" dirty="0">
              <a:cs typeface="Tahoma"/>
            </a:rPr>
            <a:t>yang</a:t>
          </a:r>
          <a:r>
            <a:rPr lang="en-US" sz="2200" kern="1200" spc="512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berbeda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dengan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keunikan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makhluk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lainnya</a:t>
          </a:r>
          <a:r>
            <a:rPr lang="en-US" sz="2200" kern="1200" spc="-5" dirty="0">
              <a:cs typeface="Tahoma"/>
            </a:rPr>
            <a:t>. </a:t>
          </a:r>
          <a:r>
            <a:rPr lang="en-US" sz="2200" kern="1200" spc="-5" dirty="0" err="1">
              <a:cs typeface="Tahoma"/>
            </a:rPr>
            <a:t>Artinya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memiliki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martabat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yang </a:t>
          </a:r>
          <a:r>
            <a:rPr lang="en-US" sz="2200" kern="1200" spc="-5" dirty="0" err="1">
              <a:cs typeface="Tahoma"/>
            </a:rPr>
            <a:t>lebih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tinggi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dari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pada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makhluk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lainnya</a:t>
          </a:r>
          <a:r>
            <a:rPr lang="en-US" sz="2200" kern="1200" dirty="0">
              <a:cs typeface="Tahoma"/>
            </a:rPr>
            <a:t>,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atau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martabat</a:t>
          </a:r>
          <a:r>
            <a:rPr lang="en-US" sz="2200" kern="1200" dirty="0">
              <a:cs typeface="Tahoma"/>
            </a:rPr>
            <a:t> yang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membedakan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secara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kualitatif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dari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semuanya</a:t>
          </a:r>
          <a:r>
            <a:rPr lang="en-US" sz="2200" kern="1200" spc="-5" dirty="0">
              <a:cs typeface="Tahoma"/>
            </a:rPr>
            <a:t>.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Martabat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manusia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yang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lebih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tinggi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secara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teoritis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didasarkan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pada</a:t>
          </a:r>
          <a:r>
            <a:rPr lang="en-US" sz="2200" kern="1200" spc="-1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diskontinuitas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manusia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dengan</a:t>
          </a:r>
          <a:r>
            <a:rPr lang="en-US" sz="2200" kern="1200" spc="1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alam</a:t>
          </a:r>
          <a:r>
            <a:rPr lang="en-US" sz="2200" kern="1200" spc="-5" dirty="0">
              <a:cs typeface="Tahoma"/>
            </a:rPr>
            <a:t>.</a:t>
          </a:r>
          <a:endParaRPr lang="en-US" sz="2200" kern="1200" dirty="0"/>
        </a:p>
      </dsp:txBody>
      <dsp:txXfrm>
        <a:off x="829105" y="1975105"/>
        <a:ext cx="9985759" cy="1715879"/>
      </dsp:txXfrm>
    </dsp:sp>
    <dsp:sp modelId="{7F194AF3-093C-4D2B-908F-9015CC135590}">
      <dsp:nvSpPr>
        <dsp:cNvPr id="0" name=""/>
        <dsp:cNvSpPr/>
      </dsp:nvSpPr>
      <dsp:spPr>
        <a:xfrm>
          <a:off x="665186" y="3690985"/>
          <a:ext cx="87423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D7C6B-8CB6-413A-8DDE-D230D9358E2F}">
      <dsp:nvSpPr>
        <dsp:cNvPr id="0" name=""/>
        <dsp:cNvSpPr/>
      </dsp:nvSpPr>
      <dsp:spPr>
        <a:xfrm>
          <a:off x="0" y="597"/>
          <a:ext cx="1159136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03661-A3D7-478E-B5AC-BDBA89C50EB3}">
      <dsp:nvSpPr>
        <dsp:cNvPr id="0" name=""/>
        <dsp:cNvSpPr/>
      </dsp:nvSpPr>
      <dsp:spPr>
        <a:xfrm>
          <a:off x="0" y="597"/>
          <a:ext cx="640075" cy="97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</a:t>
          </a:r>
        </a:p>
      </dsp:txBody>
      <dsp:txXfrm>
        <a:off x="0" y="597"/>
        <a:ext cx="640075" cy="978706"/>
      </dsp:txXfrm>
    </dsp:sp>
    <dsp:sp modelId="{660654DE-8532-4D8F-8567-56C4D4502679}">
      <dsp:nvSpPr>
        <dsp:cNvPr id="0" name=""/>
        <dsp:cNvSpPr/>
      </dsp:nvSpPr>
      <dsp:spPr>
        <a:xfrm>
          <a:off x="813945" y="45040"/>
          <a:ext cx="10411693" cy="888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>
              <a:cs typeface="Tahoma"/>
            </a:rPr>
            <a:t>Prof. </a:t>
          </a:r>
          <a:r>
            <a:rPr lang="en-US" sz="2000" kern="1200" spc="-5" dirty="0" err="1">
              <a:cs typeface="Tahoma"/>
            </a:rPr>
            <a:t>Hembing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menjelaskan</a:t>
          </a:r>
          <a:r>
            <a:rPr lang="en-US" sz="2000" kern="1200" spc="-5" dirty="0">
              <a:cs typeface="Tahoma"/>
            </a:rPr>
            <a:t>;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adalah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sistem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pikiran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 </a:t>
          </a:r>
          <a:r>
            <a:rPr lang="en-US" sz="2000" kern="1200" spc="-5" dirty="0" err="1">
              <a:cs typeface="Tahoma"/>
            </a:rPr>
            <a:t>tindakan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yang </a:t>
          </a:r>
          <a:r>
            <a:rPr lang="en-US" sz="2000" kern="1200" spc="-5" dirty="0" err="1">
              <a:cs typeface="Tahoma"/>
            </a:rPr>
            <a:t>memberi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perhatian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berdasarkan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nilai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 </a:t>
          </a:r>
          <a:r>
            <a:rPr lang="en-US" sz="2000" kern="1200" spc="-5" dirty="0" err="1">
              <a:cs typeface="Tahoma"/>
            </a:rPr>
            <a:t>kepentingan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dengan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49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mencurahkan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hidup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hanya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5" dirty="0" err="1">
              <a:cs typeface="Tahoma"/>
            </a:rPr>
            <a:t>untuk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kesejahteraan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umat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manusia</a:t>
          </a:r>
          <a:r>
            <a:rPr lang="en-US" sz="2000" kern="1200" dirty="0">
              <a:cs typeface="Tahoma"/>
            </a:rPr>
            <a:t>. </a:t>
          </a:r>
          <a:endParaRPr lang="en-US" sz="2000" kern="1200" dirty="0"/>
        </a:p>
      </dsp:txBody>
      <dsp:txXfrm>
        <a:off x="813945" y="45040"/>
        <a:ext cx="10411693" cy="888864"/>
      </dsp:txXfrm>
    </dsp:sp>
    <dsp:sp modelId="{81D48884-F529-45AD-88C6-4B9BCE082D1F}">
      <dsp:nvSpPr>
        <dsp:cNvPr id="0" name=""/>
        <dsp:cNvSpPr/>
      </dsp:nvSpPr>
      <dsp:spPr>
        <a:xfrm>
          <a:off x="640075" y="933905"/>
          <a:ext cx="9273092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A1972-6125-428F-A93F-CFF541C54187}">
      <dsp:nvSpPr>
        <dsp:cNvPr id="0" name=""/>
        <dsp:cNvSpPr/>
      </dsp:nvSpPr>
      <dsp:spPr>
        <a:xfrm>
          <a:off x="0" y="979304"/>
          <a:ext cx="1159136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79E58-CD59-44C8-92E1-12BEC7997083}">
      <dsp:nvSpPr>
        <dsp:cNvPr id="0" name=""/>
        <dsp:cNvSpPr/>
      </dsp:nvSpPr>
      <dsp:spPr>
        <a:xfrm>
          <a:off x="0" y="979304"/>
          <a:ext cx="640075" cy="97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b</a:t>
          </a:r>
        </a:p>
      </dsp:txBody>
      <dsp:txXfrm>
        <a:off x="0" y="979304"/>
        <a:ext cx="640075" cy="978706"/>
      </dsp:txXfrm>
    </dsp:sp>
    <dsp:sp modelId="{32DE65FE-1EBC-45C0-B0BD-7B27CAF9AB50}">
      <dsp:nvSpPr>
        <dsp:cNvPr id="0" name=""/>
        <dsp:cNvSpPr/>
      </dsp:nvSpPr>
      <dsp:spPr>
        <a:xfrm>
          <a:off x="813945" y="1023747"/>
          <a:ext cx="10411693" cy="888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mengambarkan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kelembutan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manusia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rasa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belas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kasih</a:t>
          </a:r>
          <a:r>
            <a:rPr lang="en-US" sz="2000" kern="1200" dirty="0">
              <a:cs typeface="Tahoma"/>
            </a:rPr>
            <a:t> dan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sikap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mengasihi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49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terhadap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sesama</a:t>
          </a:r>
          <a:r>
            <a:rPr lang="en-US" sz="2000" kern="1200" spc="-5" dirty="0">
              <a:cs typeface="Tahoma"/>
            </a:rPr>
            <a:t>, </a:t>
          </a:r>
          <a:r>
            <a:rPr lang="en-US" sz="2000" kern="1200" spc="-5" dirty="0" err="1">
              <a:cs typeface="Tahoma"/>
            </a:rPr>
            <a:t>lingkungan</a:t>
          </a:r>
          <a:r>
            <a:rPr lang="en-US" sz="2000" kern="1200" spc="-5" dirty="0">
              <a:cs typeface="Tahoma"/>
            </a:rPr>
            <a:t>, </a:t>
          </a:r>
          <a:r>
            <a:rPr lang="en-US" sz="2000" kern="1200" spc="-5" dirty="0" err="1">
              <a:cs typeface="Tahoma"/>
            </a:rPr>
            <a:t>binatang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meskipun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dalam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keadaan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menderita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5" dirty="0">
              <a:cs typeface="Tahoma"/>
            </a:rPr>
            <a:t>dan </a:t>
          </a:r>
          <a:r>
            <a:rPr lang="en-US" sz="2000" kern="1200" spc="9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sengsara</a:t>
          </a:r>
          <a:r>
            <a:rPr lang="en-US" sz="2000" kern="1200" spc="-9" dirty="0">
              <a:cs typeface="Tahoma"/>
            </a:rPr>
            <a:t>.</a:t>
          </a:r>
          <a:endParaRPr lang="en-US" sz="2000" kern="1200" dirty="0"/>
        </a:p>
      </dsp:txBody>
      <dsp:txXfrm>
        <a:off x="813945" y="1023747"/>
        <a:ext cx="10411693" cy="888864"/>
      </dsp:txXfrm>
    </dsp:sp>
    <dsp:sp modelId="{2A7B4C0C-EE67-42A7-A0E2-869B9FEAA2C6}">
      <dsp:nvSpPr>
        <dsp:cNvPr id="0" name=""/>
        <dsp:cNvSpPr/>
      </dsp:nvSpPr>
      <dsp:spPr>
        <a:xfrm>
          <a:off x="640075" y="1912612"/>
          <a:ext cx="9273092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288D2-0481-4C71-AF44-2AA145CD7BA4}">
      <dsp:nvSpPr>
        <dsp:cNvPr id="0" name=""/>
        <dsp:cNvSpPr/>
      </dsp:nvSpPr>
      <dsp:spPr>
        <a:xfrm>
          <a:off x="0" y="1958011"/>
          <a:ext cx="1159136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36C80-F00F-45D3-827F-257AAAEA3312}">
      <dsp:nvSpPr>
        <dsp:cNvPr id="0" name=""/>
        <dsp:cNvSpPr/>
      </dsp:nvSpPr>
      <dsp:spPr>
        <a:xfrm>
          <a:off x="0" y="1958011"/>
          <a:ext cx="640075" cy="97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</a:t>
          </a:r>
        </a:p>
      </dsp:txBody>
      <dsp:txXfrm>
        <a:off x="0" y="1958011"/>
        <a:ext cx="640075" cy="978706"/>
      </dsp:txXfrm>
    </dsp:sp>
    <dsp:sp modelId="{3EEBE194-2AB3-476D-88F3-80C30D826696}">
      <dsp:nvSpPr>
        <dsp:cNvPr id="0" name=""/>
        <dsp:cNvSpPr/>
      </dsp:nvSpPr>
      <dsp:spPr>
        <a:xfrm>
          <a:off x="813945" y="2002454"/>
          <a:ext cx="10411693" cy="888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9" dirty="0" err="1">
              <a:cs typeface="Tahoma"/>
            </a:rPr>
            <a:t>Pengertian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mencakup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segala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sifat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pandangan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cara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berpikir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 </a:t>
          </a:r>
          <a:r>
            <a:rPr lang="en-US" sz="2000" kern="1200" spc="-5" dirty="0" err="1">
              <a:cs typeface="Tahoma"/>
            </a:rPr>
            <a:t>perbuatan</a:t>
          </a:r>
          <a:r>
            <a:rPr lang="en-US" sz="2000" kern="1200" dirty="0">
              <a:cs typeface="Tahoma"/>
            </a:rPr>
            <a:t> yang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karena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kodratnya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manusia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harus</a:t>
          </a:r>
          <a:r>
            <a:rPr lang="en-US" sz="2000" kern="1200" spc="49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memilikinya</a:t>
          </a:r>
          <a:r>
            <a:rPr lang="en-US" sz="2000" kern="1200" spc="-5" dirty="0">
              <a:cs typeface="Tahoma"/>
            </a:rPr>
            <a:t>,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sebab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rasa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merupakan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dorongan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batin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5" dirty="0" err="1">
              <a:cs typeface="Tahoma"/>
            </a:rPr>
            <a:t>untuk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melahirkan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suatu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sikap</a:t>
          </a:r>
          <a:r>
            <a:rPr lang="en-US" sz="2000" kern="1200" spc="508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atau</a:t>
          </a:r>
          <a:r>
            <a:rPr lang="en-US" sz="2000" kern="1200" spc="527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perbuatan</a:t>
          </a:r>
          <a:r>
            <a:rPr lang="en-US" sz="2000" kern="1200" spc="521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.</a:t>
          </a:r>
          <a:r>
            <a:rPr lang="en-US" sz="2000" kern="1200" spc="508" dirty="0">
              <a:cs typeface="Tahoma"/>
            </a:rPr>
            <a:t> </a:t>
          </a:r>
          <a:endParaRPr lang="en-US" sz="2000" kern="1200" dirty="0"/>
        </a:p>
      </dsp:txBody>
      <dsp:txXfrm>
        <a:off x="813945" y="2002454"/>
        <a:ext cx="10411693" cy="888864"/>
      </dsp:txXfrm>
    </dsp:sp>
    <dsp:sp modelId="{1F37D480-3A9E-4E70-96EE-C3E252CCA08B}">
      <dsp:nvSpPr>
        <dsp:cNvPr id="0" name=""/>
        <dsp:cNvSpPr/>
      </dsp:nvSpPr>
      <dsp:spPr>
        <a:xfrm>
          <a:off x="640075" y="2891318"/>
          <a:ext cx="9273092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B05A0-F970-4594-9E64-28997428AE09}">
      <dsp:nvSpPr>
        <dsp:cNvPr id="0" name=""/>
        <dsp:cNvSpPr/>
      </dsp:nvSpPr>
      <dsp:spPr>
        <a:xfrm>
          <a:off x="0" y="2936717"/>
          <a:ext cx="1159136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51437-32C3-4DF7-9966-E7B7E8401D20}">
      <dsp:nvSpPr>
        <dsp:cNvPr id="0" name=""/>
        <dsp:cNvSpPr/>
      </dsp:nvSpPr>
      <dsp:spPr>
        <a:xfrm>
          <a:off x="0" y="2936717"/>
          <a:ext cx="640075" cy="97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</a:t>
          </a:r>
        </a:p>
      </dsp:txBody>
      <dsp:txXfrm>
        <a:off x="0" y="2936717"/>
        <a:ext cx="640075" cy="978706"/>
      </dsp:txXfrm>
    </dsp:sp>
    <dsp:sp modelId="{8F3F000B-EF13-42D0-9D86-9DA1ED9F9534}">
      <dsp:nvSpPr>
        <dsp:cNvPr id="0" name=""/>
        <dsp:cNvSpPr/>
      </dsp:nvSpPr>
      <dsp:spPr>
        <a:xfrm>
          <a:off x="813945" y="2981161"/>
          <a:ext cx="10411693" cy="888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 err="1">
              <a:cs typeface="Tahoma"/>
            </a:rPr>
            <a:t>Seseorang</a:t>
          </a:r>
          <a:r>
            <a:rPr lang="en-US" sz="2000" kern="1200" spc="544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dapat</a:t>
          </a:r>
          <a:r>
            <a:rPr lang="en-US" sz="2000" kern="1200" spc="512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bertindak</a:t>
          </a:r>
          <a:r>
            <a:rPr lang="en-US" sz="2000" kern="1200" spc="512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</a:t>
          </a:r>
          <a:r>
            <a:rPr lang="en-US" sz="2000" kern="1200" spc="521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berpikir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manusiawi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atau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berdasarkan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prinsip-prinsip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apabila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memiliki</a:t>
          </a:r>
          <a:r>
            <a:rPr lang="en-US" sz="2000" kern="1200" spc="-5" dirty="0">
              <a:cs typeface="Tahoma"/>
            </a:rPr>
            <a:t> moral  yang </a:t>
          </a:r>
          <a:r>
            <a:rPr lang="en-US" sz="2000" kern="1200" spc="-5" dirty="0" err="1">
              <a:cs typeface="Tahoma"/>
            </a:rPr>
            <a:t>baik</a:t>
          </a:r>
          <a:r>
            <a:rPr lang="en-US" sz="2000" kern="1200" spc="-5" dirty="0">
              <a:cs typeface="Tahoma"/>
            </a:rPr>
            <a:t>. </a:t>
          </a:r>
          <a:endParaRPr lang="en-US" sz="2000" kern="1200" dirty="0"/>
        </a:p>
      </dsp:txBody>
      <dsp:txXfrm>
        <a:off x="813945" y="2981161"/>
        <a:ext cx="10411693" cy="888864"/>
      </dsp:txXfrm>
    </dsp:sp>
    <dsp:sp modelId="{1CA20F67-5F3C-4F75-9DBF-830D0D485634}">
      <dsp:nvSpPr>
        <dsp:cNvPr id="0" name=""/>
        <dsp:cNvSpPr/>
      </dsp:nvSpPr>
      <dsp:spPr>
        <a:xfrm>
          <a:off x="640075" y="3870025"/>
          <a:ext cx="9273092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5FFCF-1DE6-425A-9C79-E7AA46FFA638}">
      <dsp:nvSpPr>
        <dsp:cNvPr id="0" name=""/>
        <dsp:cNvSpPr/>
      </dsp:nvSpPr>
      <dsp:spPr>
        <a:xfrm>
          <a:off x="0" y="3915424"/>
          <a:ext cx="1159136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B68D5-8100-4839-8437-87AB07C6DD9A}">
      <dsp:nvSpPr>
        <dsp:cNvPr id="0" name=""/>
        <dsp:cNvSpPr/>
      </dsp:nvSpPr>
      <dsp:spPr>
        <a:xfrm>
          <a:off x="0" y="3915424"/>
          <a:ext cx="640075" cy="97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</a:t>
          </a:r>
        </a:p>
      </dsp:txBody>
      <dsp:txXfrm>
        <a:off x="0" y="3915424"/>
        <a:ext cx="640075" cy="978706"/>
      </dsp:txXfrm>
    </dsp:sp>
    <dsp:sp modelId="{DD45E86A-6BA4-41CC-B443-9CC4A4E76E95}">
      <dsp:nvSpPr>
        <dsp:cNvPr id="0" name=""/>
        <dsp:cNvSpPr/>
      </dsp:nvSpPr>
      <dsp:spPr>
        <a:xfrm>
          <a:off x="813945" y="3959867"/>
          <a:ext cx="10411693" cy="888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>
              <a:cs typeface="Tahoma"/>
            </a:rPr>
            <a:t>Orang yang </a:t>
          </a:r>
          <a:r>
            <a:rPr lang="en-US" sz="2000" kern="1200" spc="-5" dirty="0" err="1">
              <a:cs typeface="Tahoma"/>
            </a:rPr>
            <a:t>bermoral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tidak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baik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tentu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tidak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mungkin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memiliki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sikap</a:t>
          </a:r>
          <a:r>
            <a:rPr lang="en-US" sz="2000" kern="1200" spc="-5" dirty="0">
              <a:cs typeface="Tahoma"/>
            </a:rPr>
            <a:t> dan </a:t>
          </a:r>
          <a:r>
            <a:rPr lang="en-US" sz="2000" kern="1200" spc="-5" dirty="0" err="1">
              <a:cs typeface="Tahoma"/>
            </a:rPr>
            <a:t>perbuatan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, </a:t>
          </a:r>
          <a:r>
            <a:rPr lang="en-US" sz="2000" kern="1200" spc="-5" dirty="0" err="1">
              <a:cs typeface="Tahoma"/>
            </a:rPr>
            <a:t>sebab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perbuatan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seluruhnya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bernilai</a:t>
          </a:r>
          <a:r>
            <a:rPr lang="en-US" sz="2000" kern="1200" spc="-5" dirty="0">
              <a:cs typeface="Tahoma"/>
            </a:rPr>
            <a:t>  </a:t>
          </a:r>
          <a:r>
            <a:rPr lang="en-US" sz="2000" kern="1200" spc="-5" dirty="0" err="1">
              <a:cs typeface="Tahoma"/>
            </a:rPr>
            <a:t>baik</a:t>
          </a:r>
          <a:r>
            <a:rPr lang="en-US" sz="2000" kern="1200" spc="-5" dirty="0">
              <a:cs typeface="Tahoma"/>
            </a:rPr>
            <a:t>.</a:t>
          </a:r>
          <a:endParaRPr lang="en-US" sz="2000" kern="1200" dirty="0"/>
        </a:p>
      </dsp:txBody>
      <dsp:txXfrm>
        <a:off x="813945" y="3959867"/>
        <a:ext cx="10411693" cy="888864"/>
      </dsp:txXfrm>
    </dsp:sp>
    <dsp:sp modelId="{A0B7FBFD-F8E2-42B5-B89A-48FBD1365E20}">
      <dsp:nvSpPr>
        <dsp:cNvPr id="0" name=""/>
        <dsp:cNvSpPr/>
      </dsp:nvSpPr>
      <dsp:spPr>
        <a:xfrm>
          <a:off x="640075" y="4848732"/>
          <a:ext cx="9273092" cy="0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C1E63-BAF6-4C6E-A06F-B9388CCDEC54}">
      <dsp:nvSpPr>
        <dsp:cNvPr id="0" name=""/>
        <dsp:cNvSpPr/>
      </dsp:nvSpPr>
      <dsp:spPr>
        <a:xfrm>
          <a:off x="0" y="2021"/>
          <a:ext cx="109713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EB38B-D503-48D2-A3E6-F96E0F17A340}">
      <dsp:nvSpPr>
        <dsp:cNvPr id="0" name=""/>
        <dsp:cNvSpPr/>
      </dsp:nvSpPr>
      <dsp:spPr>
        <a:xfrm>
          <a:off x="0" y="2021"/>
          <a:ext cx="626025" cy="1378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</a:t>
          </a:r>
        </a:p>
      </dsp:txBody>
      <dsp:txXfrm>
        <a:off x="0" y="2021"/>
        <a:ext cx="626025" cy="1378934"/>
      </dsp:txXfrm>
    </dsp:sp>
    <dsp:sp modelId="{55D993E4-2E62-483E-BAA7-78BFB2FAF565}">
      <dsp:nvSpPr>
        <dsp:cNvPr id="0" name=""/>
        <dsp:cNvSpPr/>
      </dsp:nvSpPr>
      <dsp:spPr>
        <a:xfrm>
          <a:off x="790434" y="64639"/>
          <a:ext cx="10177920" cy="1252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>
              <a:cs typeface="Tahoma"/>
            </a:rPr>
            <a:t>Dari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pendapat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Hembing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di </a:t>
          </a:r>
          <a:r>
            <a:rPr lang="en-US" sz="2000" kern="1200" spc="-5" dirty="0" err="1">
              <a:cs typeface="Tahoma"/>
            </a:rPr>
            <a:t>atas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dapat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ditarik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suatu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pengertian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bahwa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seluruhnya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bernilai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baik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dalam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segala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sifat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pandangan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cara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berpikir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perbuatan</a:t>
          </a:r>
          <a:r>
            <a:rPr lang="en-US" sz="2000" kern="1200" spc="-5" dirty="0">
              <a:cs typeface="Tahoma"/>
            </a:rPr>
            <a:t>.</a:t>
          </a:r>
          <a:r>
            <a:rPr lang="en-US" sz="2000" kern="1200" dirty="0">
              <a:cs typeface="Tahoma"/>
            </a:rPr>
            <a:t> </a:t>
          </a:r>
          <a:endParaRPr lang="en-US" sz="2000" kern="1200" dirty="0"/>
        </a:p>
      </dsp:txBody>
      <dsp:txXfrm>
        <a:off x="790434" y="64639"/>
        <a:ext cx="10177920" cy="1252352"/>
      </dsp:txXfrm>
    </dsp:sp>
    <dsp:sp modelId="{6B93626F-CA54-4CB8-B661-ABC2637E186E}">
      <dsp:nvSpPr>
        <dsp:cNvPr id="0" name=""/>
        <dsp:cNvSpPr/>
      </dsp:nvSpPr>
      <dsp:spPr>
        <a:xfrm>
          <a:off x="626025" y="1316992"/>
          <a:ext cx="87684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BA1FD-8183-4505-96D1-5DE86177588A}">
      <dsp:nvSpPr>
        <dsp:cNvPr id="0" name=""/>
        <dsp:cNvSpPr/>
      </dsp:nvSpPr>
      <dsp:spPr>
        <a:xfrm>
          <a:off x="0" y="1380956"/>
          <a:ext cx="109713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4BF4E-0F39-4305-9196-DEFEF29DF7C3}">
      <dsp:nvSpPr>
        <dsp:cNvPr id="0" name=""/>
        <dsp:cNvSpPr/>
      </dsp:nvSpPr>
      <dsp:spPr>
        <a:xfrm>
          <a:off x="0" y="1380956"/>
          <a:ext cx="626025" cy="1378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</a:t>
          </a:r>
        </a:p>
      </dsp:txBody>
      <dsp:txXfrm>
        <a:off x="0" y="1380956"/>
        <a:ext cx="626025" cy="1378934"/>
      </dsp:txXfrm>
    </dsp:sp>
    <dsp:sp modelId="{6547CF86-6FAB-467A-989C-3DEC9E31E685}">
      <dsp:nvSpPr>
        <dsp:cNvPr id="0" name=""/>
        <dsp:cNvSpPr/>
      </dsp:nvSpPr>
      <dsp:spPr>
        <a:xfrm>
          <a:off x="790434" y="1443573"/>
          <a:ext cx="10177920" cy="1252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 err="1">
              <a:cs typeface="Tahoma"/>
            </a:rPr>
            <a:t>Sehingga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ini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menjadi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suatu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cerminan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manusia</a:t>
          </a:r>
          <a:r>
            <a:rPr lang="en-US" sz="2000" kern="1200" spc="91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dalam</a:t>
          </a:r>
          <a:r>
            <a:rPr lang="en-US" sz="2000" kern="1200" spc="1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mewujudkan</a:t>
          </a:r>
          <a:r>
            <a:rPr lang="en-US" sz="2000" kern="1200" spc="34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martabatnya</a:t>
          </a:r>
          <a:r>
            <a:rPr lang="en-US" sz="2000" kern="1200" spc="336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sebagai</a:t>
          </a:r>
          <a:r>
            <a:rPr lang="en-US" sz="2000" kern="1200" spc="323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manusia</a:t>
          </a:r>
          <a:r>
            <a:rPr lang="en-US" sz="2000" kern="1200" spc="331" dirty="0">
              <a:cs typeface="Tahoma"/>
            </a:rPr>
            <a:t> </a:t>
          </a:r>
          <a:r>
            <a:rPr lang="en-US" sz="2000" kern="1200" dirty="0">
              <a:cs typeface="Tahoma"/>
            </a:rPr>
            <a:t>yang</a:t>
          </a:r>
          <a:r>
            <a:rPr lang="en-US" sz="2000" kern="1200" spc="336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dimiliki</a:t>
          </a:r>
          <a:r>
            <a:rPr lang="en-US" sz="2000" kern="1200" spc="340" dirty="0">
              <a:cs typeface="Tahoma"/>
            </a:rPr>
            <a:t> </a:t>
          </a:r>
          <a:r>
            <a:rPr lang="en-US" sz="2000" kern="1200" spc="5" dirty="0" err="1">
              <a:cs typeface="Tahoma"/>
            </a:rPr>
            <a:t>sejak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lahir</a:t>
          </a:r>
          <a:r>
            <a:rPr lang="en-US" sz="2000" kern="1200" spc="-5" dirty="0">
              <a:cs typeface="Tahoma"/>
            </a:rPr>
            <a:t>.</a:t>
          </a:r>
          <a:endParaRPr lang="en-US" sz="2000" kern="1200" dirty="0"/>
        </a:p>
      </dsp:txBody>
      <dsp:txXfrm>
        <a:off x="790434" y="1443573"/>
        <a:ext cx="10177920" cy="1252352"/>
      </dsp:txXfrm>
    </dsp:sp>
    <dsp:sp modelId="{DB04079F-8309-4C6D-9549-CA4FD47A9048}">
      <dsp:nvSpPr>
        <dsp:cNvPr id="0" name=""/>
        <dsp:cNvSpPr/>
      </dsp:nvSpPr>
      <dsp:spPr>
        <a:xfrm>
          <a:off x="626025" y="2695926"/>
          <a:ext cx="87684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7CBB2-E0B3-40DB-9395-38B2F91A0DC3}">
      <dsp:nvSpPr>
        <dsp:cNvPr id="0" name=""/>
        <dsp:cNvSpPr/>
      </dsp:nvSpPr>
      <dsp:spPr>
        <a:xfrm>
          <a:off x="0" y="2759890"/>
          <a:ext cx="109713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B91D7-CF50-4029-AFA8-C1200B65637E}">
      <dsp:nvSpPr>
        <dsp:cNvPr id="0" name=""/>
        <dsp:cNvSpPr/>
      </dsp:nvSpPr>
      <dsp:spPr>
        <a:xfrm>
          <a:off x="0" y="2759890"/>
          <a:ext cx="626025" cy="1378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</a:t>
          </a:r>
        </a:p>
      </dsp:txBody>
      <dsp:txXfrm>
        <a:off x="0" y="2759890"/>
        <a:ext cx="626025" cy="1378934"/>
      </dsp:txXfrm>
    </dsp:sp>
    <dsp:sp modelId="{4E088C5F-0CA3-418B-8F9C-3B3048F50DD1}">
      <dsp:nvSpPr>
        <dsp:cNvPr id="0" name=""/>
        <dsp:cNvSpPr/>
      </dsp:nvSpPr>
      <dsp:spPr>
        <a:xfrm>
          <a:off x="790434" y="2822508"/>
          <a:ext cx="10177920" cy="1252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martabat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manusia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hakikatnya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itu</a:t>
          </a:r>
          <a:r>
            <a:rPr lang="en-US" sz="2000" kern="1200" spc="508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sama</a:t>
          </a:r>
          <a:r>
            <a:rPr lang="en-US" sz="2000" kern="1200" spc="49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yaitu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sebagai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49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nilai</a:t>
          </a:r>
          <a:r>
            <a:rPr lang="en-US" sz="2000" kern="1200" spc="-32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manusia</a:t>
          </a:r>
          <a:r>
            <a:rPr lang="en-US" sz="2000" kern="1200" spc="-15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yang</a:t>
          </a:r>
          <a:r>
            <a:rPr lang="en-US" sz="2000" kern="1200" spc="-41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tidak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terpisah</a:t>
          </a:r>
          <a:r>
            <a:rPr lang="en-US" sz="2000" kern="1200" spc="-27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atau</a:t>
          </a:r>
          <a:r>
            <a:rPr lang="en-US" sz="2000" kern="1200" spc="-27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melekat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secara</a:t>
          </a:r>
          <a:r>
            <a:rPr lang="en-US" sz="2000" kern="1200" spc="-249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alamiah</a:t>
          </a:r>
          <a:r>
            <a:rPr lang="en-US" sz="2000" kern="1200" spc="1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dalam</a:t>
          </a:r>
          <a:r>
            <a:rPr lang="en-US" sz="2000" kern="1200" spc="36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diri</a:t>
          </a:r>
          <a:r>
            <a:rPr lang="en-US" sz="2000" kern="1200" spc="23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manusia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499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yang </a:t>
          </a:r>
          <a:r>
            <a:rPr lang="en-US" sz="2000" kern="1200" spc="-5" dirty="0" err="1">
              <a:cs typeface="Tahoma"/>
            </a:rPr>
            <a:t>diberikan</a:t>
          </a:r>
          <a:r>
            <a:rPr lang="en-US" sz="2000" kern="1200" spc="-5" dirty="0">
              <a:cs typeface="Tahoma"/>
            </a:rPr>
            <a:t> oleh </a:t>
          </a:r>
          <a:r>
            <a:rPr lang="en-US" sz="2000" kern="1200" dirty="0" err="1">
              <a:cs typeface="Tahoma"/>
            </a:rPr>
            <a:t>Tuhan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sejak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kelahirannya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9" dirty="0" err="1">
              <a:cs typeface="Tahoma"/>
            </a:rPr>
            <a:t>atau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sebagai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tempat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berakarnya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nilai-nilai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kemanusiaan</a:t>
          </a:r>
          <a:r>
            <a:rPr lang="en-US" sz="2000" kern="1200" spc="-5" dirty="0">
              <a:cs typeface="Tahoma"/>
            </a:rPr>
            <a:t>.</a:t>
          </a:r>
          <a:r>
            <a:rPr lang="en-US" sz="2000" kern="1200" dirty="0">
              <a:cs typeface="Tahoma"/>
            </a:rPr>
            <a:t> </a:t>
          </a:r>
          <a:endParaRPr lang="en-US" sz="2000" kern="1200" dirty="0"/>
        </a:p>
      </dsp:txBody>
      <dsp:txXfrm>
        <a:off x="790434" y="2822508"/>
        <a:ext cx="10177920" cy="1252352"/>
      </dsp:txXfrm>
    </dsp:sp>
    <dsp:sp modelId="{D0E26CB6-9B6B-4B74-B11A-5C7B83528539}">
      <dsp:nvSpPr>
        <dsp:cNvPr id="0" name=""/>
        <dsp:cNvSpPr/>
      </dsp:nvSpPr>
      <dsp:spPr>
        <a:xfrm>
          <a:off x="626025" y="4074860"/>
          <a:ext cx="87684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BC63C-470C-4DDB-8655-313006CFA949}">
      <dsp:nvSpPr>
        <dsp:cNvPr id="0" name=""/>
        <dsp:cNvSpPr/>
      </dsp:nvSpPr>
      <dsp:spPr>
        <a:xfrm>
          <a:off x="2477481" y="639640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1294" y="682738"/>
        <a:ext cx="26222" cy="5244"/>
      </dsp:txXfrm>
    </dsp:sp>
    <dsp:sp modelId="{C3EFCDF9-A6B9-42E8-A040-4A5BF0B3409D}">
      <dsp:nvSpPr>
        <dsp:cNvPr id="0" name=""/>
        <dsp:cNvSpPr/>
      </dsp:nvSpPr>
      <dsp:spPr>
        <a:xfrm>
          <a:off x="199071" y="1297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i-FI" sz="2000" kern="1200" spc="-9" dirty="0">
              <a:cs typeface="Tahoma"/>
            </a:rPr>
            <a:t>Kesamaan semua </a:t>
          </a:r>
          <a:r>
            <a:rPr lang="fi-FI" sz="2000" kern="1200" spc="-5" dirty="0">
              <a:cs typeface="Tahoma"/>
            </a:rPr>
            <a:t>orang sebagai manusia </a:t>
          </a:r>
          <a:endParaRPr lang="en-US" sz="2000" kern="1200" dirty="0"/>
        </a:p>
      </dsp:txBody>
      <dsp:txXfrm>
        <a:off x="199071" y="1297"/>
        <a:ext cx="2280210" cy="1368126"/>
      </dsp:txXfrm>
    </dsp:sp>
    <dsp:sp modelId="{8E411AE6-8825-4A19-89FD-35BF9B2A9C2E}">
      <dsp:nvSpPr>
        <dsp:cNvPr id="0" name=""/>
        <dsp:cNvSpPr/>
      </dsp:nvSpPr>
      <dsp:spPr>
        <a:xfrm>
          <a:off x="5282140" y="639640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5953" y="682738"/>
        <a:ext cx="26222" cy="5244"/>
      </dsp:txXfrm>
    </dsp:sp>
    <dsp:sp modelId="{A0D28FD6-072D-41B8-8B70-9651DBF62B66}">
      <dsp:nvSpPr>
        <dsp:cNvPr id="0" name=""/>
        <dsp:cNvSpPr/>
      </dsp:nvSpPr>
      <dsp:spPr>
        <a:xfrm>
          <a:off x="3003730" y="1297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>
              <a:cs typeface="Tahoma"/>
            </a:rPr>
            <a:t>Hak-</a:t>
          </a:r>
          <a:r>
            <a:rPr lang="en-US" sz="2000" kern="1200" dirty="0" err="1">
              <a:cs typeface="Tahoma"/>
            </a:rPr>
            <a:t>hak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asasi</a:t>
          </a:r>
          <a:r>
            <a:rPr lang="en-US" sz="2000" kern="1200" spc="-5" dirty="0">
              <a:cs typeface="Tahoma"/>
            </a:rPr>
            <a:t>, </a:t>
          </a:r>
          <a:endParaRPr lang="en-US" sz="2000" kern="1200" dirty="0"/>
        </a:p>
      </dsp:txBody>
      <dsp:txXfrm>
        <a:off x="3003730" y="1297"/>
        <a:ext cx="2280210" cy="1368126"/>
      </dsp:txXfrm>
    </dsp:sp>
    <dsp:sp modelId="{876A2A96-E53A-4DED-BF94-A20990EAA581}">
      <dsp:nvSpPr>
        <dsp:cNvPr id="0" name=""/>
        <dsp:cNvSpPr/>
      </dsp:nvSpPr>
      <dsp:spPr>
        <a:xfrm>
          <a:off x="8086798" y="639640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20611" y="682738"/>
        <a:ext cx="26222" cy="5244"/>
      </dsp:txXfrm>
    </dsp:sp>
    <dsp:sp modelId="{4838AE79-8014-4662-AC2C-9DADB9ADDB4E}">
      <dsp:nvSpPr>
        <dsp:cNvPr id="0" name=""/>
        <dsp:cNvSpPr/>
      </dsp:nvSpPr>
      <dsp:spPr>
        <a:xfrm>
          <a:off x="5808388" y="1297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Penghapusan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hukuman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yang </a:t>
          </a:r>
          <a:r>
            <a:rPr lang="en-US" sz="2000" kern="1200" spc="-9" dirty="0">
              <a:cs typeface="Tahoma"/>
            </a:rPr>
            <a:t>brutal</a:t>
          </a:r>
          <a:endParaRPr lang="en-US" sz="2000" kern="1200" dirty="0"/>
        </a:p>
      </dsp:txBody>
      <dsp:txXfrm>
        <a:off x="5808388" y="1297"/>
        <a:ext cx="2280210" cy="1368126"/>
      </dsp:txXfrm>
    </dsp:sp>
    <dsp:sp modelId="{D8797ED2-BBF3-426F-8029-A0CC19D6DAF5}">
      <dsp:nvSpPr>
        <dsp:cNvPr id="0" name=""/>
        <dsp:cNvSpPr/>
      </dsp:nvSpPr>
      <dsp:spPr>
        <a:xfrm>
          <a:off x="1339176" y="1367623"/>
          <a:ext cx="8413975" cy="493848"/>
        </a:xfrm>
        <a:custGeom>
          <a:avLst/>
          <a:gdLst/>
          <a:ahLst/>
          <a:cxnLst/>
          <a:rect l="0" t="0" r="0" b="0"/>
          <a:pathLst>
            <a:path>
              <a:moveTo>
                <a:pt x="8413975" y="0"/>
              </a:moveTo>
              <a:lnTo>
                <a:pt x="8413975" y="264024"/>
              </a:lnTo>
              <a:lnTo>
                <a:pt x="0" y="264024"/>
              </a:lnTo>
              <a:lnTo>
                <a:pt x="0" y="493848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35406" y="1611925"/>
        <a:ext cx="421515" cy="5244"/>
      </dsp:txXfrm>
    </dsp:sp>
    <dsp:sp modelId="{8FB4D89B-454F-48E7-9765-F004A80F022C}">
      <dsp:nvSpPr>
        <dsp:cNvPr id="0" name=""/>
        <dsp:cNvSpPr/>
      </dsp:nvSpPr>
      <dsp:spPr>
        <a:xfrm>
          <a:off x="8613047" y="1297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Larangan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terhadap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penyiksaan</a:t>
          </a:r>
          <a:endParaRPr lang="en-US" sz="2000" kern="1200" dirty="0"/>
        </a:p>
      </dsp:txBody>
      <dsp:txXfrm>
        <a:off x="8613047" y="1297"/>
        <a:ext cx="2280210" cy="1368126"/>
      </dsp:txXfrm>
    </dsp:sp>
    <dsp:sp modelId="{C1922C23-BCA7-4956-AB79-38A2F65412EF}">
      <dsp:nvSpPr>
        <dsp:cNvPr id="0" name=""/>
        <dsp:cNvSpPr/>
      </dsp:nvSpPr>
      <dsp:spPr>
        <a:xfrm>
          <a:off x="2477481" y="2532215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11294" y="2575312"/>
        <a:ext cx="26222" cy="5244"/>
      </dsp:txXfrm>
    </dsp:sp>
    <dsp:sp modelId="{79B15E15-C284-4140-B0E5-1BE73BD7E7F3}">
      <dsp:nvSpPr>
        <dsp:cNvPr id="0" name=""/>
        <dsp:cNvSpPr/>
      </dsp:nvSpPr>
      <dsp:spPr>
        <a:xfrm>
          <a:off x="199071" y="1893872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Kebebasan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berpikir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dan </a:t>
          </a:r>
          <a:r>
            <a:rPr lang="en-US" sz="2000" kern="1200" spc="-5" dirty="0" err="1">
              <a:cs typeface="Tahoma"/>
            </a:rPr>
            <a:t>beragama</a:t>
          </a:r>
          <a:r>
            <a:rPr lang="en-US" sz="2000" kern="1200" spc="-5" dirty="0">
              <a:cs typeface="Tahoma"/>
            </a:rPr>
            <a:t>, </a:t>
          </a:r>
          <a:endParaRPr lang="en-US" sz="2000" kern="1200" dirty="0"/>
        </a:p>
      </dsp:txBody>
      <dsp:txXfrm>
        <a:off x="199071" y="1893872"/>
        <a:ext cx="2280210" cy="1368126"/>
      </dsp:txXfrm>
    </dsp:sp>
    <dsp:sp modelId="{B5B6C510-BFB3-4D66-BECE-F69FC30F09C7}">
      <dsp:nvSpPr>
        <dsp:cNvPr id="0" name=""/>
        <dsp:cNvSpPr/>
      </dsp:nvSpPr>
      <dsp:spPr>
        <a:xfrm>
          <a:off x="5282140" y="2532215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5953" y="2575312"/>
        <a:ext cx="26222" cy="5244"/>
      </dsp:txXfrm>
    </dsp:sp>
    <dsp:sp modelId="{5DEA20E7-3F3C-410E-BF09-82897BFEE57D}">
      <dsp:nvSpPr>
        <dsp:cNvPr id="0" name=""/>
        <dsp:cNvSpPr/>
      </dsp:nvSpPr>
      <dsp:spPr>
        <a:xfrm>
          <a:off x="3003730" y="1893872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Toleransi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religius</a:t>
          </a:r>
          <a:r>
            <a:rPr lang="en-US" sz="2000" kern="1200" dirty="0">
              <a:cs typeface="Tahoma"/>
            </a:rPr>
            <a:t> </a:t>
          </a:r>
          <a:endParaRPr lang="en-US" sz="2000" kern="1200" dirty="0"/>
        </a:p>
      </dsp:txBody>
      <dsp:txXfrm>
        <a:off x="3003730" y="1893872"/>
        <a:ext cx="2280210" cy="1368126"/>
      </dsp:txXfrm>
    </dsp:sp>
    <dsp:sp modelId="{C63A83C8-F9DA-4A87-B7F9-BE1BA0BF1C50}">
      <dsp:nvSpPr>
        <dsp:cNvPr id="0" name=""/>
        <dsp:cNvSpPr/>
      </dsp:nvSpPr>
      <dsp:spPr>
        <a:xfrm>
          <a:off x="8086798" y="2532215"/>
          <a:ext cx="493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384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320611" y="2575312"/>
        <a:ext cx="26222" cy="5244"/>
      </dsp:txXfrm>
    </dsp:sp>
    <dsp:sp modelId="{F3A6C261-C45B-4B10-8A74-FBBD472E5B84}">
      <dsp:nvSpPr>
        <dsp:cNvPr id="0" name=""/>
        <dsp:cNvSpPr/>
      </dsp:nvSpPr>
      <dsp:spPr>
        <a:xfrm>
          <a:off x="5808388" y="1893872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Demokrasi</a:t>
          </a:r>
          <a:r>
            <a:rPr lang="en-US" sz="2000" kern="1200" dirty="0">
              <a:cs typeface="Tahoma"/>
            </a:rPr>
            <a:t> </a:t>
          </a:r>
          <a:endParaRPr lang="en-US" sz="2000" kern="1200" dirty="0"/>
        </a:p>
      </dsp:txBody>
      <dsp:txXfrm>
        <a:off x="5808388" y="1893872"/>
        <a:ext cx="2280210" cy="1368126"/>
      </dsp:txXfrm>
    </dsp:sp>
    <dsp:sp modelId="{4D1D8C0C-308A-4172-9536-A9764F40CCAD}">
      <dsp:nvSpPr>
        <dsp:cNvPr id="0" name=""/>
        <dsp:cNvSpPr/>
      </dsp:nvSpPr>
      <dsp:spPr>
        <a:xfrm>
          <a:off x="8613047" y="1893872"/>
          <a:ext cx="2280210" cy="1368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9" dirty="0" err="1">
              <a:cs typeface="Tahoma"/>
            </a:rPr>
            <a:t>Keadilan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sosial</a:t>
          </a:r>
          <a:r>
            <a:rPr lang="en-US" sz="2000" kern="1200" dirty="0">
              <a:cs typeface="Tahoma"/>
            </a:rPr>
            <a:t> </a:t>
          </a:r>
          <a:endParaRPr lang="en-US" sz="2000" kern="1200" dirty="0"/>
        </a:p>
      </dsp:txBody>
      <dsp:txXfrm>
        <a:off x="8613047" y="1893872"/>
        <a:ext cx="2280210" cy="13681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BC63C-470C-4DDB-8655-313006CFA949}">
      <dsp:nvSpPr>
        <dsp:cNvPr id="0" name=""/>
        <dsp:cNvSpPr/>
      </dsp:nvSpPr>
      <dsp:spPr>
        <a:xfrm>
          <a:off x="2367673" y="1582840"/>
          <a:ext cx="5126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62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0405" y="1625841"/>
        <a:ext cx="27161" cy="5437"/>
      </dsp:txXfrm>
    </dsp:sp>
    <dsp:sp modelId="{C3EFCDF9-A6B9-42E8-A040-4A5BF0B3409D}">
      <dsp:nvSpPr>
        <dsp:cNvPr id="0" name=""/>
        <dsp:cNvSpPr/>
      </dsp:nvSpPr>
      <dsp:spPr>
        <a:xfrm>
          <a:off x="7621" y="920004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Solidaritas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nasional</a:t>
          </a:r>
          <a:r>
            <a:rPr lang="en-US" sz="2000" kern="1200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maupun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internasional</a:t>
          </a:r>
          <a:endParaRPr lang="en-US" sz="2000" kern="1200" dirty="0"/>
        </a:p>
      </dsp:txBody>
      <dsp:txXfrm>
        <a:off x="7621" y="920004"/>
        <a:ext cx="2361852" cy="1417111"/>
      </dsp:txXfrm>
    </dsp:sp>
    <dsp:sp modelId="{8E411AE6-8825-4A19-89FD-35BF9B2A9C2E}">
      <dsp:nvSpPr>
        <dsp:cNvPr id="0" name=""/>
        <dsp:cNvSpPr/>
      </dsp:nvSpPr>
      <dsp:spPr>
        <a:xfrm>
          <a:off x="5272751" y="1582840"/>
          <a:ext cx="5126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62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5483" y="1625841"/>
        <a:ext cx="27161" cy="5437"/>
      </dsp:txXfrm>
    </dsp:sp>
    <dsp:sp modelId="{A0D28FD6-072D-41B8-8B70-9651DBF62B66}">
      <dsp:nvSpPr>
        <dsp:cNvPr id="0" name=""/>
        <dsp:cNvSpPr/>
      </dsp:nvSpPr>
      <dsp:spPr>
        <a:xfrm>
          <a:off x="2912699" y="920004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Perlindungan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terhadap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mereka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>
              <a:cs typeface="Tahoma"/>
            </a:rPr>
            <a:t>yang </a:t>
          </a:r>
          <a:r>
            <a:rPr lang="en-US" sz="2000" kern="1200" dirty="0" err="1">
              <a:cs typeface="Tahoma"/>
            </a:rPr>
            <a:t>lemah</a:t>
          </a:r>
          <a:r>
            <a:rPr lang="en-US" sz="2000" kern="1200" spc="5" dirty="0">
              <a:cs typeface="Tahoma"/>
            </a:rPr>
            <a:t> </a:t>
          </a:r>
          <a:endParaRPr lang="en-US" sz="2000" kern="1200" dirty="0"/>
        </a:p>
      </dsp:txBody>
      <dsp:txXfrm>
        <a:off x="2912699" y="920004"/>
        <a:ext cx="2361852" cy="1417111"/>
      </dsp:txXfrm>
    </dsp:sp>
    <dsp:sp modelId="{876A2A96-E53A-4DED-BF94-A20990EAA581}">
      <dsp:nvSpPr>
        <dsp:cNvPr id="0" name=""/>
        <dsp:cNvSpPr/>
      </dsp:nvSpPr>
      <dsp:spPr>
        <a:xfrm>
          <a:off x="8177829" y="1582840"/>
          <a:ext cx="5126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62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20562" y="1625841"/>
        <a:ext cx="27161" cy="5437"/>
      </dsp:txXfrm>
    </dsp:sp>
    <dsp:sp modelId="{4838AE79-8014-4662-AC2C-9DADB9ADDB4E}">
      <dsp:nvSpPr>
        <dsp:cNvPr id="0" name=""/>
        <dsp:cNvSpPr/>
      </dsp:nvSpPr>
      <dsp:spPr>
        <a:xfrm>
          <a:off x="5817777" y="920004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Jaminan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hak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5" dirty="0">
              <a:cs typeface="Tahoma"/>
            </a:rPr>
            <a:t>para </a:t>
          </a:r>
          <a:r>
            <a:rPr lang="en-US" sz="2000" kern="1200" spc="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minoritas</a:t>
          </a:r>
          <a:r>
            <a:rPr lang="en-US" sz="2000" kern="1200" spc="204" dirty="0">
              <a:cs typeface="Tahoma"/>
            </a:rPr>
            <a:t> </a:t>
          </a:r>
          <a:endParaRPr lang="en-US" sz="2000" kern="1200" dirty="0"/>
        </a:p>
      </dsp:txBody>
      <dsp:txXfrm>
        <a:off x="5817777" y="920004"/>
        <a:ext cx="2361852" cy="1417111"/>
      </dsp:txXfrm>
    </dsp:sp>
    <dsp:sp modelId="{D8797ED2-BBF3-426F-8029-A0CC19D6DAF5}">
      <dsp:nvSpPr>
        <dsp:cNvPr id="0" name=""/>
        <dsp:cNvSpPr/>
      </dsp:nvSpPr>
      <dsp:spPr>
        <a:xfrm>
          <a:off x="1188547" y="2335315"/>
          <a:ext cx="8715234" cy="512626"/>
        </a:xfrm>
        <a:custGeom>
          <a:avLst/>
          <a:gdLst/>
          <a:ahLst/>
          <a:cxnLst/>
          <a:rect l="0" t="0" r="0" b="0"/>
          <a:pathLst>
            <a:path>
              <a:moveTo>
                <a:pt x="8715234" y="0"/>
              </a:moveTo>
              <a:lnTo>
                <a:pt x="8715234" y="273413"/>
              </a:lnTo>
              <a:lnTo>
                <a:pt x="0" y="273413"/>
              </a:lnTo>
              <a:lnTo>
                <a:pt x="0" y="512626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7860" y="2588910"/>
        <a:ext cx="436607" cy="5437"/>
      </dsp:txXfrm>
    </dsp:sp>
    <dsp:sp modelId="{8FB4D89B-454F-48E7-9765-F004A80F022C}">
      <dsp:nvSpPr>
        <dsp:cNvPr id="0" name=""/>
        <dsp:cNvSpPr/>
      </dsp:nvSpPr>
      <dsp:spPr>
        <a:xfrm>
          <a:off x="8722855" y="920004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9" dirty="0" err="1">
              <a:cs typeface="Tahoma"/>
            </a:rPr>
            <a:t>Sistem</a:t>
          </a:r>
          <a:r>
            <a:rPr lang="en-US" sz="2000" kern="1200" spc="213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peradilan</a:t>
          </a:r>
          <a:r>
            <a:rPr lang="en-US" sz="2000" kern="1200" spc="204" dirty="0">
              <a:cs typeface="Tahoma"/>
            </a:rPr>
            <a:t> </a:t>
          </a:r>
          <a:r>
            <a:rPr lang="en-US" sz="2000" kern="1200" dirty="0">
              <a:cs typeface="Tahoma"/>
            </a:rPr>
            <a:t>yang</a:t>
          </a:r>
          <a:r>
            <a:rPr lang="en-US" sz="2000" kern="1200" spc="18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tidak</a:t>
          </a:r>
          <a:r>
            <a:rPr lang="en-US" sz="2000" kern="1200" spc="191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berpihak</a:t>
          </a:r>
          <a:r>
            <a:rPr lang="en-US" sz="2000" kern="1200" spc="199" dirty="0">
              <a:cs typeface="Tahoma"/>
            </a:rPr>
            <a:t> </a:t>
          </a:r>
          <a:endParaRPr lang="en-US" sz="2000" kern="1200" dirty="0"/>
        </a:p>
      </dsp:txBody>
      <dsp:txXfrm>
        <a:off x="8722855" y="920004"/>
        <a:ext cx="2361852" cy="1417111"/>
      </dsp:txXfrm>
    </dsp:sp>
    <dsp:sp modelId="{C1922C23-BCA7-4956-AB79-38A2F65412EF}">
      <dsp:nvSpPr>
        <dsp:cNvPr id="0" name=""/>
        <dsp:cNvSpPr/>
      </dsp:nvSpPr>
      <dsp:spPr>
        <a:xfrm>
          <a:off x="2367673" y="3543177"/>
          <a:ext cx="5126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62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0405" y="3586178"/>
        <a:ext cx="27161" cy="5437"/>
      </dsp:txXfrm>
    </dsp:sp>
    <dsp:sp modelId="{79B15E15-C284-4140-B0E5-1BE73BD7E7F3}">
      <dsp:nvSpPr>
        <dsp:cNvPr id="0" name=""/>
        <dsp:cNvSpPr/>
      </dsp:nvSpPr>
      <dsp:spPr>
        <a:xfrm>
          <a:off x="7621" y="2880342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Perlindungan</a:t>
          </a:r>
          <a:r>
            <a:rPr lang="en-US" sz="2000" kern="1200" spc="-5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hukum</a:t>
          </a:r>
          <a:r>
            <a:rPr lang="en-US" sz="2000" kern="1200" spc="195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universal </a:t>
          </a:r>
          <a:endParaRPr lang="en-US" sz="2000" kern="1200" dirty="0"/>
        </a:p>
      </dsp:txBody>
      <dsp:txXfrm>
        <a:off x="7621" y="2880342"/>
        <a:ext cx="2361852" cy="1417111"/>
      </dsp:txXfrm>
    </dsp:sp>
    <dsp:sp modelId="{B5B6C510-BFB3-4D66-BECE-F69FC30F09C7}">
      <dsp:nvSpPr>
        <dsp:cNvPr id="0" name=""/>
        <dsp:cNvSpPr/>
      </dsp:nvSpPr>
      <dsp:spPr>
        <a:xfrm>
          <a:off x="5272751" y="3543177"/>
          <a:ext cx="5126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62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15483" y="3586178"/>
        <a:ext cx="27161" cy="5437"/>
      </dsp:txXfrm>
    </dsp:sp>
    <dsp:sp modelId="{5DEA20E7-3F3C-410E-BF09-82897BFEE57D}">
      <dsp:nvSpPr>
        <dsp:cNvPr id="0" name=""/>
        <dsp:cNvSpPr/>
      </dsp:nvSpPr>
      <dsp:spPr>
        <a:xfrm>
          <a:off x="2912699" y="2880342"/>
          <a:ext cx="236185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9" dirty="0" err="1">
              <a:cs typeface="Tahoma"/>
            </a:rPr>
            <a:t>Prinsip</a:t>
          </a:r>
          <a:r>
            <a:rPr lang="en-US" sz="2000" kern="1200" spc="-9" dirty="0">
              <a:cs typeface="Tahoma"/>
            </a:rPr>
            <a:t> </a:t>
          </a:r>
          <a:r>
            <a:rPr lang="en-US" sz="2000" kern="1200" dirty="0">
              <a:cs typeface="Tahoma"/>
            </a:rPr>
            <a:t>non </a:t>
          </a:r>
          <a:r>
            <a:rPr lang="en-US" sz="2000" kern="1200" spc="-5" dirty="0" err="1">
              <a:cs typeface="Tahoma"/>
            </a:rPr>
            <a:t>diskriminasi</a:t>
          </a:r>
          <a:endParaRPr lang="en-US" sz="2000" kern="1200" dirty="0"/>
        </a:p>
      </dsp:txBody>
      <dsp:txXfrm>
        <a:off x="2912699" y="2880342"/>
        <a:ext cx="2361852" cy="1417111"/>
      </dsp:txXfrm>
    </dsp:sp>
    <dsp:sp modelId="{F3A6C261-C45B-4B10-8A74-FBBD472E5B84}">
      <dsp:nvSpPr>
        <dsp:cNvPr id="0" name=""/>
        <dsp:cNvSpPr/>
      </dsp:nvSpPr>
      <dsp:spPr>
        <a:xfrm>
          <a:off x="5817777" y="2880342"/>
          <a:ext cx="5239202" cy="141711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spc="-5" dirty="0" err="1">
              <a:cs typeface="Tahoma"/>
            </a:rPr>
            <a:t>Pengakuan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martabat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manusia</a:t>
          </a:r>
          <a:r>
            <a:rPr lang="en-US" sz="2000" kern="1200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tanpa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membedakan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5" dirty="0" err="1">
              <a:cs typeface="Tahoma"/>
            </a:rPr>
            <a:t>jenis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kelamin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spc="15" dirty="0">
              <a:cs typeface="Tahoma"/>
            </a:rPr>
            <a:t> </a:t>
          </a:r>
          <a:r>
            <a:rPr lang="en-US" sz="2000" kern="1200" spc="-5" dirty="0">
              <a:cs typeface="Tahoma"/>
            </a:rPr>
            <a:t>agama, </a:t>
          </a:r>
          <a:r>
            <a:rPr lang="en-US" sz="2000" kern="1200" spc="-5" dirty="0" err="1">
              <a:cs typeface="Tahoma"/>
            </a:rPr>
            <a:t>warna</a:t>
          </a:r>
          <a:r>
            <a:rPr lang="en-US" sz="2000" kern="1200" spc="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kulit</a:t>
          </a:r>
          <a:r>
            <a:rPr lang="en-US" sz="2000" kern="1200" spc="-5" dirty="0">
              <a:cs typeface="Tahoma"/>
            </a:rPr>
            <a:t>,</a:t>
          </a:r>
          <a:r>
            <a:rPr lang="en-US" sz="2000" kern="1200" spc="32" dirty="0">
              <a:cs typeface="Tahoma"/>
            </a:rPr>
            <a:t> </a:t>
          </a:r>
          <a:r>
            <a:rPr lang="en-US" sz="2000" kern="1200" dirty="0" err="1">
              <a:cs typeface="Tahoma"/>
            </a:rPr>
            <a:t>pola</a:t>
          </a:r>
          <a:r>
            <a:rPr lang="en-US" sz="2000" kern="1200" spc="-1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kebudayaan</a:t>
          </a:r>
          <a:r>
            <a:rPr lang="en-US" sz="2000" kern="1200" spc="5" dirty="0">
              <a:cs typeface="Tahoma"/>
            </a:rPr>
            <a:t> </a:t>
          </a:r>
          <a:r>
            <a:rPr lang="en-US" sz="2000" kern="1200" spc="-9" dirty="0">
              <a:cs typeface="Tahoma"/>
            </a:rPr>
            <a:t>dan</a:t>
          </a:r>
          <a:r>
            <a:rPr lang="en-US" sz="2000" kern="1200" spc="19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kedudukan</a:t>
          </a:r>
          <a:r>
            <a:rPr lang="en-US" sz="2000" kern="1200" spc="-5" dirty="0">
              <a:cs typeface="Tahoma"/>
            </a:rPr>
            <a:t> </a:t>
          </a:r>
          <a:r>
            <a:rPr lang="en-US" sz="2000" kern="1200" spc="-5" dirty="0" err="1">
              <a:cs typeface="Tahoma"/>
            </a:rPr>
            <a:t>sosial</a:t>
          </a:r>
          <a:r>
            <a:rPr lang="en-US" sz="2000" kern="1200" spc="-5" dirty="0">
              <a:cs typeface="Tahoma"/>
            </a:rPr>
            <a:t>.</a:t>
          </a:r>
          <a:endParaRPr lang="en-US" sz="2000" kern="1200" dirty="0"/>
        </a:p>
      </dsp:txBody>
      <dsp:txXfrm>
        <a:off x="5817777" y="2880342"/>
        <a:ext cx="5239202" cy="14171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989EA-DB50-4B97-BD9C-FDEA2A545BA1}">
      <dsp:nvSpPr>
        <dsp:cNvPr id="0" name=""/>
        <dsp:cNvSpPr/>
      </dsp:nvSpPr>
      <dsp:spPr>
        <a:xfrm>
          <a:off x="134478" y="519510"/>
          <a:ext cx="473954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</a:t>
          </a:r>
        </a:p>
      </dsp:txBody>
      <dsp:txXfrm>
        <a:off x="134478" y="519510"/>
        <a:ext cx="473954" cy="435600"/>
      </dsp:txXfrm>
    </dsp:sp>
    <dsp:sp modelId="{102C4CA4-C8B6-49A6-BA0C-E19118C98B10}">
      <dsp:nvSpPr>
        <dsp:cNvPr id="0" name=""/>
        <dsp:cNvSpPr/>
      </dsp:nvSpPr>
      <dsp:spPr>
        <a:xfrm>
          <a:off x="608432" y="342548"/>
          <a:ext cx="539596" cy="7895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DBFE3-D1A8-4B85-ABC9-F345264A230A}">
      <dsp:nvSpPr>
        <dsp:cNvPr id="0" name=""/>
        <dsp:cNvSpPr/>
      </dsp:nvSpPr>
      <dsp:spPr>
        <a:xfrm>
          <a:off x="1363866" y="342548"/>
          <a:ext cx="9304124" cy="7895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8888"/>
            <a:buFont typeface="Wingdings" panose="05000000000000000000" pitchFamily="2" charset="2"/>
            <a:buChar char="v"/>
          </a:pPr>
          <a:r>
            <a:rPr lang="en-US" sz="2200" kern="1200" spc="-9" dirty="0" err="1">
              <a:cs typeface="Tahoma"/>
            </a:rPr>
            <a:t>Asas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merupakan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dasar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pemikiran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yang </a:t>
          </a:r>
          <a:r>
            <a:rPr lang="en-US" sz="2200" kern="1200" dirty="0" err="1">
              <a:cs typeface="Tahoma"/>
            </a:rPr>
            <a:t>umum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>
              <a:cs typeface="Tahoma"/>
            </a:rPr>
            <a:t>dan </a:t>
          </a:r>
          <a:r>
            <a:rPr lang="en-US" sz="2200" kern="1200" spc="-5" dirty="0" err="1">
              <a:cs typeface="Tahoma"/>
            </a:rPr>
            <a:t>abstrak</a:t>
          </a:r>
          <a:r>
            <a:rPr lang="en-US" sz="2200" kern="1200" spc="-5" dirty="0">
              <a:cs typeface="Tahoma"/>
            </a:rPr>
            <a:t>,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a</a:t>
          </a:r>
          <a:r>
            <a:rPr lang="en-US" sz="2200" kern="1200" spc="-5" dirty="0" err="1">
              <a:cs typeface="Tahoma"/>
            </a:rPr>
            <a:t>tur</a:t>
          </a:r>
          <a:r>
            <a:rPr lang="en-US" sz="2200" kern="1200" spc="-9" dirty="0" err="1">
              <a:cs typeface="Tahoma"/>
            </a:rPr>
            <a:t>a</a:t>
          </a:r>
          <a:r>
            <a:rPr lang="en-US" sz="2200" kern="1200" dirty="0" err="1">
              <a:cs typeface="Tahoma"/>
            </a:rPr>
            <a:t>n</a:t>
          </a:r>
          <a:r>
            <a:rPr lang="en-US" sz="2200" kern="1200" spc="-51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h</a:t>
          </a:r>
          <a:r>
            <a:rPr lang="en-US" sz="2200" kern="1200" spc="5" dirty="0" err="1">
              <a:cs typeface="Tahoma"/>
            </a:rPr>
            <a:t>u</a:t>
          </a:r>
          <a:r>
            <a:rPr lang="en-US" sz="2200" kern="1200" spc="-9" dirty="0" err="1">
              <a:cs typeface="Tahoma"/>
            </a:rPr>
            <a:t>k</a:t>
          </a:r>
          <a:r>
            <a:rPr lang="en-US" sz="2200" kern="1200" dirty="0" err="1">
              <a:cs typeface="Tahoma"/>
            </a:rPr>
            <a:t>um</a:t>
          </a:r>
          <a:r>
            <a:rPr lang="en-US" sz="2200" kern="1200" spc="-51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</a:t>
          </a:r>
          <a:r>
            <a:rPr lang="en-US" sz="2200" kern="1200" spc="-15" dirty="0" err="1">
              <a:cs typeface="Tahoma"/>
            </a:rPr>
            <a:t>e</a:t>
          </a:r>
          <a:r>
            <a:rPr lang="en-US" sz="2200" kern="1200" spc="-5" dirty="0" err="1">
              <a:cs typeface="Tahoma"/>
            </a:rPr>
            <a:t>ru</a:t>
          </a:r>
          <a:r>
            <a:rPr lang="en-US" sz="2200" kern="1200" spc="9" dirty="0" err="1">
              <a:cs typeface="Tahoma"/>
            </a:rPr>
            <a:t>p</a:t>
          </a:r>
          <a:r>
            <a:rPr lang="en-US" sz="2200" kern="1200" spc="-9" dirty="0" err="1">
              <a:cs typeface="Tahoma"/>
            </a:rPr>
            <a:t>aka</a:t>
          </a:r>
          <a:r>
            <a:rPr lang="en-US" sz="2200" kern="1200" dirty="0" err="1">
              <a:cs typeface="Tahoma"/>
            </a:rPr>
            <a:t>n</a:t>
          </a:r>
          <a:r>
            <a:rPr lang="en-US" sz="2200" kern="1200" spc="-23" dirty="0">
              <a:cs typeface="Tahoma"/>
            </a:rPr>
            <a:t> </a:t>
          </a:r>
          <a:r>
            <a:rPr lang="en-US" sz="2200" kern="1200" spc="-15" dirty="0" err="1">
              <a:cs typeface="Tahoma"/>
            </a:rPr>
            <a:t>pe</a:t>
          </a:r>
          <a:r>
            <a:rPr lang="en-US" sz="2200" kern="1200" spc="19" dirty="0" err="1">
              <a:cs typeface="Tahoma"/>
            </a:rPr>
            <a:t>r</a:t>
          </a:r>
          <a:r>
            <a:rPr lang="en-US" sz="2200" kern="1200" spc="9" dirty="0" err="1">
              <a:cs typeface="Tahoma"/>
            </a:rPr>
            <a:t>a</a:t>
          </a:r>
          <a:r>
            <a:rPr lang="en-US" sz="2200" kern="1200" spc="-5" dirty="0" err="1">
              <a:cs typeface="Tahoma"/>
            </a:rPr>
            <a:t>tur</a:t>
          </a:r>
          <a:r>
            <a:rPr lang="en-US" sz="2200" kern="1200" spc="-9" dirty="0" err="1">
              <a:cs typeface="Tahoma"/>
            </a:rPr>
            <a:t>a</a:t>
          </a:r>
          <a:r>
            <a:rPr lang="en-US" sz="2200" kern="1200" dirty="0" err="1">
              <a:cs typeface="Tahoma"/>
            </a:rPr>
            <a:t>n</a:t>
          </a:r>
          <a:r>
            <a:rPr lang="en-US" sz="2200" kern="1200" spc="-259" dirty="0">
              <a:cs typeface="Tahoma"/>
            </a:rPr>
            <a:t> </a:t>
          </a:r>
          <a:r>
            <a:rPr lang="en-US" sz="2200" kern="1200" spc="-9" dirty="0">
              <a:cs typeface="Tahoma"/>
            </a:rPr>
            <a:t>ya</a:t>
          </a:r>
          <a:r>
            <a:rPr lang="en-US" sz="2200" kern="1200" dirty="0">
              <a:cs typeface="Tahoma"/>
            </a:rPr>
            <a:t>ng</a:t>
          </a:r>
          <a:r>
            <a:rPr lang="en-US" sz="2200" kern="1200" spc="-19" dirty="0">
              <a:cs typeface="Tahoma"/>
            </a:rPr>
            <a:t> </a:t>
          </a:r>
          <a:r>
            <a:rPr lang="en-US" sz="2200" kern="1200" spc="19" dirty="0">
              <a:cs typeface="Tahoma"/>
            </a:rPr>
            <a:t>r</a:t>
          </a:r>
          <a:r>
            <a:rPr lang="en-US" sz="2200" kern="1200" spc="-15" dirty="0">
              <a:cs typeface="Tahoma"/>
            </a:rPr>
            <a:t>e</a:t>
          </a:r>
          <a:r>
            <a:rPr lang="en-US" sz="2200" kern="1200" spc="-9" dirty="0">
              <a:cs typeface="Tahoma"/>
            </a:rPr>
            <a:t>a</a:t>
          </a:r>
          <a:r>
            <a:rPr lang="en-US" sz="2200" kern="1200" dirty="0">
              <a:cs typeface="Tahoma"/>
            </a:rPr>
            <a:t>l.</a:t>
          </a:r>
          <a:endParaRPr lang="en-US" sz="2200" kern="1200" dirty="0"/>
        </a:p>
      </dsp:txBody>
      <dsp:txXfrm>
        <a:off x="1363866" y="342548"/>
        <a:ext cx="9304124" cy="789525"/>
      </dsp:txXfrm>
    </dsp:sp>
    <dsp:sp modelId="{29ED9B07-5AAE-4801-8AF9-E4B13950C94C}">
      <dsp:nvSpPr>
        <dsp:cNvPr id="0" name=""/>
        <dsp:cNvSpPr/>
      </dsp:nvSpPr>
      <dsp:spPr>
        <a:xfrm>
          <a:off x="134478" y="1388235"/>
          <a:ext cx="473954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</a:t>
          </a:r>
        </a:p>
      </dsp:txBody>
      <dsp:txXfrm>
        <a:off x="134478" y="1388235"/>
        <a:ext cx="473954" cy="435600"/>
      </dsp:txXfrm>
    </dsp:sp>
    <dsp:sp modelId="{6830A269-D496-463D-82F7-AD3FC73FE58B}">
      <dsp:nvSpPr>
        <dsp:cNvPr id="0" name=""/>
        <dsp:cNvSpPr/>
      </dsp:nvSpPr>
      <dsp:spPr>
        <a:xfrm>
          <a:off x="608432" y="1211273"/>
          <a:ext cx="539596" cy="7895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AA9244-129F-4A1B-A148-194A2C5F389A}">
      <dsp:nvSpPr>
        <dsp:cNvPr id="0" name=""/>
        <dsp:cNvSpPr/>
      </dsp:nvSpPr>
      <dsp:spPr>
        <a:xfrm>
          <a:off x="1363866" y="1211273"/>
          <a:ext cx="9304124" cy="78952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8888"/>
            <a:buFont typeface="Wingdings" panose="05000000000000000000" pitchFamily="2" charset="2"/>
            <a:buChar char="v"/>
          </a:pPr>
          <a:r>
            <a:rPr lang="en-US" sz="2200" kern="1200" spc="-9" dirty="0" err="1">
              <a:cs typeface="Tahoma"/>
            </a:rPr>
            <a:t>Asas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suatu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ide </a:t>
          </a:r>
          <a:r>
            <a:rPr lang="en-US" sz="2200" kern="1200" dirty="0" err="1">
              <a:cs typeface="Tahoma"/>
            </a:rPr>
            <a:t>atau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konsep</a:t>
          </a:r>
          <a:r>
            <a:rPr lang="en-US" sz="2200" kern="1200" spc="-9" dirty="0">
              <a:cs typeface="Tahoma"/>
            </a:rPr>
            <a:t>,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aturan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5" dirty="0" err="1">
              <a:cs typeface="Tahoma"/>
            </a:rPr>
            <a:t>hukum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penjabaran</a:t>
          </a:r>
          <a:r>
            <a:rPr lang="en-US" sz="2200" kern="1200" spc="1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dari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dirty="0">
              <a:cs typeface="Tahoma"/>
            </a:rPr>
            <a:t>ide</a:t>
          </a:r>
          <a:r>
            <a:rPr lang="en-US" sz="2200" kern="1200" spc="-1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tersebut</a:t>
          </a:r>
          <a:r>
            <a:rPr lang="en-US" sz="2200" kern="1200" spc="-5" dirty="0">
              <a:cs typeface="Tahoma"/>
            </a:rPr>
            <a:t>.</a:t>
          </a:r>
          <a:endParaRPr lang="en-US" sz="2200" kern="1200" dirty="0"/>
        </a:p>
      </dsp:txBody>
      <dsp:txXfrm>
        <a:off x="1363866" y="1211273"/>
        <a:ext cx="9304124" cy="789525"/>
      </dsp:txXfrm>
    </dsp:sp>
    <dsp:sp modelId="{F046D951-8D7A-443A-8ADC-1B14EB24AA0E}">
      <dsp:nvSpPr>
        <dsp:cNvPr id="0" name=""/>
        <dsp:cNvSpPr/>
      </dsp:nvSpPr>
      <dsp:spPr>
        <a:xfrm>
          <a:off x="134478" y="2719786"/>
          <a:ext cx="473954" cy="4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55880" rIns="156464" bIns="5588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</a:t>
          </a:r>
        </a:p>
      </dsp:txBody>
      <dsp:txXfrm>
        <a:off x="134478" y="2719786"/>
        <a:ext cx="473954" cy="435600"/>
      </dsp:txXfrm>
    </dsp:sp>
    <dsp:sp modelId="{4F0912F9-D878-44F7-BCB4-19DF21FDED67}">
      <dsp:nvSpPr>
        <dsp:cNvPr id="0" name=""/>
        <dsp:cNvSpPr/>
      </dsp:nvSpPr>
      <dsp:spPr>
        <a:xfrm>
          <a:off x="608432" y="2079998"/>
          <a:ext cx="539596" cy="17151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8C95FE-BD0B-4EA7-B60E-505F84588FDF}">
      <dsp:nvSpPr>
        <dsp:cNvPr id="0" name=""/>
        <dsp:cNvSpPr/>
      </dsp:nvSpPr>
      <dsp:spPr>
        <a:xfrm>
          <a:off x="1363866" y="2079998"/>
          <a:ext cx="9304124" cy="17151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8888"/>
            <a:buFont typeface="Wingdings" panose="05000000000000000000" pitchFamily="2" charset="2"/>
            <a:buChar char="v"/>
          </a:pPr>
          <a:r>
            <a:rPr lang="en-US" sz="2200" kern="1200" spc="-9" dirty="0" err="1">
              <a:cs typeface="Tahoma"/>
            </a:rPr>
            <a:t>Asas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tidak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mempunyai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sanksi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spc="-5" dirty="0">
              <a:cs typeface="Tahoma"/>
            </a:rPr>
            <a:t> norma/</a:t>
          </a:r>
          <a:r>
            <a:rPr lang="en-US" sz="2200" kern="1200" spc="-5" dirty="0" err="1">
              <a:cs typeface="Tahoma"/>
            </a:rPr>
            <a:t>aturan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mempunyai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sanksi</a:t>
          </a:r>
          <a:r>
            <a:rPr lang="en-US" sz="2200" kern="1200" spc="-5" dirty="0">
              <a:cs typeface="Tahoma"/>
            </a:rPr>
            <a:t>. </a:t>
          </a:r>
          <a:r>
            <a:rPr lang="en-US" sz="2200" kern="1200" spc="-5" dirty="0" err="1">
              <a:cs typeface="Tahoma"/>
            </a:rPr>
            <a:t>Tentu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saja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keduanya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berbeda</a:t>
          </a:r>
          <a:r>
            <a:rPr lang="en-US" sz="2200" kern="1200" spc="-5" dirty="0">
              <a:cs typeface="Tahoma"/>
            </a:rPr>
            <a:t>, </a:t>
          </a:r>
          <a:r>
            <a:rPr lang="en-US" sz="2200" kern="1200" spc="-5" dirty="0" err="1">
              <a:cs typeface="Tahoma"/>
            </a:rPr>
            <a:t>karena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asas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merupakan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latar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belakang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dari</a:t>
          </a:r>
          <a:r>
            <a:rPr lang="en-US" sz="2200" kern="1200" spc="-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adanya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suatu</a:t>
          </a:r>
          <a:r>
            <a:rPr lang="en-US" sz="2200" kern="1200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hukum</a:t>
          </a:r>
          <a:r>
            <a:rPr lang="en-US" sz="2200" kern="1200" spc="5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konkret</a:t>
          </a:r>
          <a:r>
            <a:rPr lang="en-US" sz="2200" kern="1200" spc="-5" dirty="0">
              <a:cs typeface="Tahoma"/>
            </a:rPr>
            <a:t>, </a:t>
          </a:r>
          <a:r>
            <a:rPr lang="en-US" sz="2200" kern="1200" spc="-4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sedangkan</a:t>
          </a:r>
          <a:r>
            <a:rPr lang="en-US" sz="2200" kern="1200" spc="385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aturan</a:t>
          </a:r>
          <a:r>
            <a:rPr lang="en-US" sz="2200" kern="1200" spc="39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spc="39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39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spc="39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konkret</a:t>
          </a:r>
          <a:r>
            <a:rPr lang="en-US" sz="2200" kern="1200" spc="371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itu</a:t>
          </a:r>
          <a:r>
            <a:rPr lang="en-US" sz="2200" kern="1200" spc="376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sendiri</a:t>
          </a:r>
          <a:r>
            <a:rPr lang="en-US" sz="2200" kern="1200" dirty="0">
              <a:cs typeface="Tahoma"/>
            </a:rPr>
            <a:t>.</a:t>
          </a:r>
          <a:r>
            <a:rPr lang="en-US" sz="2200" kern="1200" spc="363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Atau</a:t>
          </a:r>
          <a:r>
            <a:rPr lang="en-US" sz="2200" kern="1200" spc="38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bisa</a:t>
          </a:r>
          <a:r>
            <a:rPr lang="en-US" sz="2200" kern="1200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juga</a:t>
          </a:r>
          <a:r>
            <a:rPr lang="en-US" sz="2200" kern="1200" spc="281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dikatakan</a:t>
          </a:r>
          <a:r>
            <a:rPr lang="en-US" sz="2200" kern="1200" spc="323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bahwa</a:t>
          </a:r>
          <a:r>
            <a:rPr lang="en-US" sz="2200" kern="1200" spc="313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asas</a:t>
          </a:r>
          <a:r>
            <a:rPr lang="en-US" sz="2200" kern="1200" spc="304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adalah</a:t>
          </a:r>
          <a:r>
            <a:rPr lang="en-US" sz="2200" kern="1200" spc="317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asal</a:t>
          </a:r>
          <a:r>
            <a:rPr lang="en-US" sz="2200" kern="1200" spc="289" dirty="0">
              <a:cs typeface="Tahoma"/>
            </a:rPr>
            <a:t> </a:t>
          </a:r>
          <a:r>
            <a:rPr lang="en-US" sz="2200" kern="1200" dirty="0" err="1">
              <a:cs typeface="Tahoma"/>
            </a:rPr>
            <a:t>mula</a:t>
          </a:r>
          <a:r>
            <a:rPr lang="en-US" sz="2200" kern="1200" spc="304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dari</a:t>
          </a:r>
          <a:r>
            <a:rPr lang="en-US" sz="2200" kern="1200" spc="308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adanya</a:t>
          </a:r>
          <a:r>
            <a:rPr lang="en-US" sz="2200" kern="1200" spc="29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suatu</a:t>
          </a:r>
          <a:r>
            <a:rPr lang="en-US" sz="2200" kern="1200" spc="295" dirty="0">
              <a:cs typeface="Tahoma"/>
            </a:rPr>
            <a:t> </a:t>
          </a:r>
          <a:r>
            <a:rPr lang="en-US" sz="2200" kern="1200" spc="-5" dirty="0">
              <a:cs typeface="Tahoma"/>
            </a:rPr>
            <a:t>norma </a:t>
          </a:r>
          <a:r>
            <a:rPr lang="en-US" sz="2200" kern="1200" spc="-503" dirty="0">
              <a:cs typeface="Tahoma"/>
            </a:rPr>
            <a:t> </a:t>
          </a:r>
          <a:r>
            <a:rPr lang="en-US" sz="2200" kern="1200" spc="-9" dirty="0" err="1">
              <a:cs typeface="Tahoma"/>
            </a:rPr>
            <a:t>atau</a:t>
          </a:r>
          <a:r>
            <a:rPr lang="en-US" sz="2200" kern="1200" spc="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aturan</a:t>
          </a:r>
          <a:r>
            <a:rPr lang="en-US" sz="2200" kern="1200" spc="-9" dirty="0">
              <a:cs typeface="Tahoma"/>
            </a:rPr>
            <a:t> </a:t>
          </a:r>
          <a:r>
            <a:rPr lang="en-US" sz="2200" kern="1200" spc="-5" dirty="0" err="1">
              <a:cs typeface="Tahoma"/>
            </a:rPr>
            <a:t>hukum</a:t>
          </a:r>
          <a:r>
            <a:rPr lang="en-US" sz="2200" kern="1200" spc="-5" dirty="0">
              <a:cs typeface="Tahoma"/>
            </a:rPr>
            <a:t>.</a:t>
          </a:r>
          <a:endParaRPr lang="en-US" sz="2200" kern="1200" dirty="0"/>
        </a:p>
      </dsp:txBody>
      <dsp:txXfrm>
        <a:off x="1363866" y="2079998"/>
        <a:ext cx="9304124" cy="1715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BDA8-32D6-4648-87FD-FBA0E4425E44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AB592-75EE-436F-A5F1-8982D01A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EC0E-B54A-4757-90C4-7372932C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9AD3A-6F1F-4452-A6D5-75775264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0A2F-CBEC-478C-BF3B-5C1C8E14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6EAF-BE71-4C3B-8B51-D4E293C8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BB96-5449-4130-B96E-450F18C5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20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D603-B48B-4D51-B53C-42277C03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1A1E-015F-4B43-8BC0-E5D3BD26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C4540-1B76-4BCF-99BE-B2A4D87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B4293-0CA6-49C4-86BE-CB98879B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4F8C-1643-4897-849C-84237911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86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662-4128-4CF6-B6BF-C7462F15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FAA2A-5B12-4460-982E-C4A0DA85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750D-CD99-46F0-8516-CFA7E291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FE43-FE13-479E-8DC8-9D0614BA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5134C-D41D-4C0E-BA40-D93FA771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697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774D-E817-423D-B6B9-A6CCD9F4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3361-0CCF-4E75-ACBA-2DF897F7A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BA29-35AF-40BF-9A07-09051ACAC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18D48-5215-4E34-BEA9-D5429671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8976C-76FA-4349-8FF0-EA7038C0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E55C9-AF73-4795-A92A-7A75AFDB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0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1469-E3CB-4E17-B117-2D5E3246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31211-4F33-4AA0-9EB9-94F8189E5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B0D1-4FEE-4F12-85CF-930D9A67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0B2A6-975D-4720-971D-3438C838D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C17BE-CD29-4269-9A5E-D263264E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A7450-7AEA-4FD7-A19B-38EE6E6B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AC590-6406-48B1-8044-9ADC28CC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CAC4-CBDB-4FF3-B8A0-41CFF772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138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E9DF-EE32-4560-91CD-40FC0C77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E6B15-664E-470F-A5A9-FB764652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F3F62-75A9-4B10-B937-E2332317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907F2-2F76-4855-A3DB-887452CD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14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6255C-049F-4A73-96A8-33118209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75076-AF27-4CDA-96E5-A84EBF11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9AFC5-D9B0-487B-AA9D-853C4C8D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074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52B-0CA5-4CD5-8F0A-78246D7E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94CF2-A46A-40C6-9834-594343A8B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DB8F-EA01-418B-9D1B-4C29395D2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2A462-739E-4636-927F-803C5EF6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59B3E-03B6-4C7A-BD1D-DC33755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D13F6-0AA8-4B08-A97C-CD37608A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203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CCE7-904D-4B40-A7B5-B4C571AE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BC17C-66AB-4464-8858-22EA3AE72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6F997-37A1-4DC8-B752-3D9C17AEE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2BAC1-E0FC-4BC7-8EB8-DEB5B53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43450-F49A-48DC-AC5D-1FFB17F1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89349-023B-4471-BFEE-16073CB2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990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11BD-511A-4E25-B3DA-6451194F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A8543-2E01-4286-B144-CB03531EA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DDC02-77FC-4320-95B6-C2191A25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EF0B-DFCE-444E-BCE8-CA309D16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31F82-749B-4E27-81E5-C104152C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29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D189E-4AB7-4959-93BD-EB8425E8D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47F0F-9537-425D-AC1B-C748D18E9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30B35-6476-4895-B917-97E026CB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DD39-0BB2-4CFD-B7A5-90C56FB7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2572-5C14-4625-A3EC-90B54DFE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283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9E4F6-9E03-4C0A-9D3E-96394B4E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FEEA-59E3-4848-AB4F-481FAFA7C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0B19-C227-4017-9D8C-535BFA7D3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952B0-BC14-4D46-8DFA-CCD43AD5AF56}" type="datetimeFigureOut">
              <a:rPr lang="en-ID" smtClean="0"/>
              <a:t>09/11/2023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9005-3B4A-4274-820E-DC2B43CAB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79D8-F57B-4FCE-B137-91492800F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71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6A84-E56A-4C5D-986B-43B69816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7476" y="720436"/>
            <a:ext cx="7745691" cy="2881603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defRPr/>
            </a:pPr>
            <a: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Pendidikan Agama</a:t>
            </a:r>
            <a:b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lang="en-US" sz="2400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Mata </a:t>
            </a:r>
            <a:r>
              <a:rPr lang="en-US" sz="2400" dirty="0" err="1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Kuliah</a:t>
            </a:r>
            <a:r>
              <a:rPr lang="en-US" sz="2400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Dasar </a:t>
            </a:r>
            <a:r>
              <a:rPr lang="en-US" sz="2400" dirty="0" err="1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Umum</a:t>
            </a:r>
            <a:br>
              <a:rPr lang="id-ID" sz="2400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br>
              <a:rPr lang="id-ID" altLang="id-ID" sz="2800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br>
              <a:rPr lang="en-US" altLang="id-ID" sz="2800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lang="en-US" altLang="id-ID" sz="2800" b="1" dirty="0" err="1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Sesi</a:t>
            </a:r>
            <a:r>
              <a:rPr lang="en-US" altLang="id-ID" sz="28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4 – </a:t>
            </a:r>
            <a:r>
              <a:rPr lang="en-US" altLang="id-ID" sz="2800" b="1" spc="-5" dirty="0">
                <a:solidFill>
                  <a:prstClr val="black"/>
                </a:solidFill>
                <a:latin typeface="Tahoma"/>
                <a:ea typeface="+mn-ea"/>
                <a:cs typeface="Tahoma"/>
              </a:rPr>
              <a:t>K</a:t>
            </a:r>
            <a:r>
              <a:rPr lang="id-ID" sz="2800" b="1" spc="-5" dirty="0" err="1">
                <a:latin typeface="Tahoma"/>
                <a:cs typeface="Tahoma"/>
              </a:rPr>
              <a:t>onsep</a:t>
            </a:r>
            <a:r>
              <a:rPr lang="id-ID" sz="2800" b="1" spc="-5" dirty="0">
                <a:latin typeface="Tahoma"/>
                <a:cs typeface="Tahoma"/>
              </a:rPr>
              <a:t> </a:t>
            </a:r>
            <a:r>
              <a:rPr lang="en-US" sz="2800" b="1" spc="-5" dirty="0">
                <a:latin typeface="Tahoma"/>
                <a:cs typeface="Tahoma"/>
              </a:rPr>
              <a:t>K</a:t>
            </a:r>
            <a:r>
              <a:rPr lang="id-ID" sz="2800" b="1" spc="-5" dirty="0" err="1">
                <a:latin typeface="Tahoma"/>
                <a:cs typeface="Tahoma"/>
              </a:rPr>
              <a:t>emanusiaan</a:t>
            </a:r>
            <a:r>
              <a:rPr lang="id-ID" sz="2800" b="1" dirty="0">
                <a:latin typeface="Tahoma"/>
                <a:cs typeface="Tahoma"/>
              </a:rPr>
              <a:t> </a:t>
            </a:r>
            <a:r>
              <a:rPr lang="id-ID" sz="2800" b="1" spc="-9" dirty="0">
                <a:latin typeface="Tahoma"/>
                <a:cs typeface="Tahoma"/>
              </a:rPr>
              <a:t>dari</a:t>
            </a:r>
            <a:r>
              <a:rPr lang="id-ID" sz="2800" b="1" spc="5" dirty="0">
                <a:latin typeface="Tahoma"/>
                <a:cs typeface="Tahoma"/>
              </a:rPr>
              <a:t> </a:t>
            </a:r>
            <a:r>
              <a:rPr lang="id-ID" sz="2800" b="1" spc="-5" dirty="0">
                <a:latin typeface="Tahoma"/>
                <a:cs typeface="Tahoma"/>
              </a:rPr>
              <a:t>berbagai </a:t>
            </a:r>
            <a:r>
              <a:rPr lang="id-ID" sz="2800" b="1" spc="-463" dirty="0">
                <a:latin typeface="Tahoma"/>
                <a:cs typeface="Tahoma"/>
              </a:rPr>
              <a:t> </a:t>
            </a:r>
            <a:r>
              <a:rPr lang="id-ID" sz="2800" b="1" spc="-5" dirty="0">
                <a:latin typeface="Tahoma"/>
                <a:cs typeface="Tahoma"/>
              </a:rPr>
              <a:t>Kitab</a:t>
            </a:r>
            <a:r>
              <a:rPr lang="id-ID" sz="2800" b="1" spc="-15" dirty="0">
                <a:latin typeface="Tahoma"/>
                <a:cs typeface="Tahoma"/>
              </a:rPr>
              <a:t> </a:t>
            </a:r>
            <a:r>
              <a:rPr lang="id-ID" sz="2800" b="1" dirty="0">
                <a:latin typeface="Tahoma"/>
                <a:cs typeface="Tahoma"/>
              </a:rPr>
              <a:t>Suci</a:t>
            </a:r>
            <a:endParaRPr lang="en-ID" sz="2800" dirty="0">
              <a:latin typeface="Montserrat" panose="02000505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65D7-3DE7-4B42-876A-8EBCDBE18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5473" y="4639237"/>
            <a:ext cx="3927695" cy="526655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Montserrat" panose="02000505000000020004" pitchFamily="2" charset="0"/>
              </a:rPr>
              <a:t>Tim Teaching MKDU</a:t>
            </a:r>
            <a:endParaRPr lang="en-ID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7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65276" y="1878703"/>
            <a:ext cx="3061447" cy="614924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id-ID" sz="3200" b="1" dirty="0">
                <a:latin typeface="+mn-lt"/>
              </a:rPr>
              <a:t>Lingkup Materi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3C77E3-3F2C-8231-7E66-8CA1FEBB8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051422"/>
              </p:ext>
            </p:extLst>
          </p:nvPr>
        </p:nvGraphicFramePr>
        <p:xfrm>
          <a:off x="583453" y="3429000"/>
          <a:ext cx="11025094" cy="1324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74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81634" y="2551081"/>
            <a:ext cx="10228729" cy="272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1516" rIns="0" bIns="0" rtlCol="0">
            <a:spAutoFit/>
          </a:bodyPr>
          <a:lstStyle/>
          <a:p>
            <a:pPr marL="354416" indent="-342900" algn="just">
              <a:buFont typeface="Wingdings" panose="05000000000000000000" pitchFamily="2" charset="2"/>
              <a:buChar char="v"/>
            </a:pPr>
            <a:r>
              <a:rPr sz="2200" spc="-5" dirty="0">
                <a:cs typeface="Tahoma"/>
              </a:rPr>
              <a:t>Pada </a:t>
            </a:r>
            <a:r>
              <a:rPr sz="2200" dirty="0">
                <a:cs typeface="Tahoma"/>
              </a:rPr>
              <a:t>dasarnya yang </a:t>
            </a:r>
            <a:r>
              <a:rPr sz="2200" spc="-5" dirty="0">
                <a:cs typeface="Tahoma"/>
              </a:rPr>
              <a:t>membedakan 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manusia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dengan</a:t>
            </a:r>
            <a:r>
              <a:rPr sz="2200" dirty="0">
                <a:cs typeface="Tahoma"/>
              </a:rPr>
              <a:t> mahkluk-</a:t>
            </a:r>
            <a:r>
              <a:rPr sz="2200" spc="5" dirty="0">
                <a:cs typeface="Tahoma"/>
              </a:rPr>
              <a:t> </a:t>
            </a:r>
            <a:r>
              <a:rPr sz="2200" spc="-5" dirty="0">
                <a:cs typeface="Tahoma"/>
              </a:rPr>
              <a:t>mahkluk</a:t>
            </a:r>
            <a:r>
              <a:rPr sz="2200" dirty="0">
                <a:cs typeface="Tahoma"/>
              </a:rPr>
              <a:t> lain</a:t>
            </a:r>
            <a:r>
              <a:rPr sz="2200" spc="5" dirty="0">
                <a:cs typeface="Tahoma"/>
              </a:rPr>
              <a:t> </a:t>
            </a:r>
            <a:r>
              <a:rPr sz="2200" spc="-9" dirty="0">
                <a:cs typeface="Tahoma"/>
              </a:rPr>
              <a:t>di</a:t>
            </a:r>
            <a:r>
              <a:rPr sz="2200" spc="-5" dirty="0">
                <a:cs typeface="Tahoma"/>
              </a:rPr>
              <a:t> bumi</a:t>
            </a:r>
            <a:r>
              <a:rPr sz="2200" dirty="0">
                <a:cs typeface="Tahoma"/>
              </a:rPr>
              <a:t> adalah</a:t>
            </a:r>
            <a:r>
              <a:rPr sz="2200" spc="508" dirty="0">
                <a:cs typeface="Tahoma"/>
              </a:rPr>
              <a:t> </a:t>
            </a:r>
            <a:r>
              <a:rPr sz="2200" spc="-5" dirty="0">
                <a:cs typeface="Tahoma"/>
              </a:rPr>
              <a:t>martabat</a:t>
            </a:r>
            <a:r>
              <a:rPr sz="2200" spc="503" dirty="0">
                <a:cs typeface="Tahoma"/>
              </a:rPr>
              <a:t> </a:t>
            </a:r>
            <a:r>
              <a:rPr sz="2200" dirty="0">
                <a:cs typeface="Tahoma"/>
              </a:rPr>
              <a:t>manusia </a:t>
            </a:r>
            <a:r>
              <a:rPr sz="2200" spc="5" dirty="0">
                <a:cs typeface="Tahoma"/>
              </a:rPr>
              <a:t> </a:t>
            </a:r>
            <a:r>
              <a:rPr sz="2200" spc="-9" dirty="0">
                <a:cs typeface="Tahoma"/>
              </a:rPr>
              <a:t>karena </a:t>
            </a:r>
            <a:r>
              <a:rPr sz="2200" spc="-5" dirty="0">
                <a:cs typeface="Tahoma"/>
              </a:rPr>
              <a:t>manusia </a:t>
            </a:r>
            <a:r>
              <a:rPr sz="2200" dirty="0">
                <a:cs typeface="Tahoma"/>
              </a:rPr>
              <a:t>memiliki </a:t>
            </a:r>
            <a:r>
              <a:rPr sz="2200" spc="-5" dirty="0">
                <a:cs typeface="Tahoma"/>
              </a:rPr>
              <a:t>kemanusiaan </a:t>
            </a:r>
            <a:r>
              <a:rPr sz="2200" dirty="0">
                <a:cs typeface="Tahoma"/>
              </a:rPr>
              <a:t>yang </a:t>
            </a:r>
            <a:r>
              <a:rPr sz="2200" spc="-5" dirty="0">
                <a:cs typeface="Tahoma"/>
              </a:rPr>
              <a:t>inheren. </a:t>
            </a:r>
            <a:endParaRPr lang="en-US" sz="2200" spc="-5" dirty="0">
              <a:cs typeface="Tahoma"/>
            </a:endParaRPr>
          </a:p>
          <a:p>
            <a:pPr marL="354416" indent="-342900" algn="just">
              <a:buFont typeface="Wingdings" panose="05000000000000000000" pitchFamily="2" charset="2"/>
              <a:buChar char="v"/>
            </a:pPr>
            <a:r>
              <a:rPr sz="2200" spc="-9" dirty="0">
                <a:cs typeface="Tahoma"/>
              </a:rPr>
              <a:t>Oleh karena </a:t>
            </a:r>
            <a:r>
              <a:rPr sz="2200" dirty="0">
                <a:cs typeface="Tahoma"/>
              </a:rPr>
              <a:t>itu, </a:t>
            </a:r>
            <a:r>
              <a:rPr sz="2200" spc="-5" dirty="0">
                <a:cs typeface="Tahoma"/>
              </a:rPr>
              <a:t>bagian </a:t>
            </a:r>
            <a:r>
              <a:rPr sz="2200" dirty="0">
                <a:cs typeface="Tahoma"/>
              </a:rPr>
              <a:t>ini </a:t>
            </a:r>
            <a:r>
              <a:rPr sz="2200" spc="5" dirty="0">
                <a:cs typeface="Tahoma"/>
              </a:rPr>
              <a:t> </a:t>
            </a:r>
            <a:r>
              <a:rPr sz="2200" spc="-9" dirty="0">
                <a:cs typeface="Tahoma"/>
              </a:rPr>
              <a:t>akan </a:t>
            </a:r>
            <a:r>
              <a:rPr sz="2200" spc="-5" dirty="0">
                <a:cs typeface="Tahoma"/>
              </a:rPr>
              <a:t>menjelaskan kemanusiaan sebagai dasarnya </a:t>
            </a:r>
            <a:r>
              <a:rPr sz="2200" dirty="0">
                <a:cs typeface="Tahoma"/>
              </a:rPr>
              <a:t>atau </a:t>
            </a:r>
            <a:r>
              <a:rPr sz="2200" spc="-5" dirty="0">
                <a:cs typeface="Tahoma"/>
              </a:rPr>
              <a:t>landasannya </a:t>
            </a:r>
            <a:r>
              <a:rPr sz="2200" dirty="0">
                <a:cs typeface="Tahoma"/>
              </a:rPr>
              <a:t>HAM </a:t>
            </a:r>
            <a:r>
              <a:rPr sz="2200" spc="5" dirty="0">
                <a:cs typeface="Tahoma"/>
              </a:rPr>
              <a:t>yang </a:t>
            </a:r>
            <a:r>
              <a:rPr sz="2200" spc="9" dirty="0">
                <a:cs typeface="Tahoma"/>
              </a:rPr>
              <a:t> </a:t>
            </a:r>
            <a:r>
              <a:rPr sz="2200" spc="-5" dirty="0">
                <a:cs typeface="Tahoma"/>
              </a:rPr>
              <a:t>aksiomatis </a:t>
            </a:r>
            <a:r>
              <a:rPr sz="2200" dirty="0">
                <a:cs typeface="Tahoma"/>
              </a:rPr>
              <a:t>dan tidak </a:t>
            </a:r>
            <a:r>
              <a:rPr sz="2200" spc="-5" dirty="0">
                <a:cs typeface="Tahoma"/>
              </a:rPr>
              <a:t>memerlukan pembelaan teoritis. </a:t>
            </a:r>
            <a:endParaRPr lang="en-US" sz="2200" spc="-5" dirty="0">
              <a:cs typeface="Tahoma"/>
            </a:endParaRPr>
          </a:p>
          <a:p>
            <a:pPr marL="354416" indent="-342900" algn="just">
              <a:buFont typeface="Wingdings" panose="05000000000000000000" pitchFamily="2" charset="2"/>
              <a:buChar char="v"/>
            </a:pPr>
            <a:r>
              <a:rPr sz="2200" dirty="0" err="1">
                <a:cs typeface="Tahoma"/>
              </a:rPr>
              <a:t>Untuk</a:t>
            </a:r>
            <a:r>
              <a:rPr sz="2200" dirty="0">
                <a:cs typeface="Tahoma"/>
              </a:rPr>
              <a:t> itu, </a:t>
            </a:r>
            <a:r>
              <a:rPr sz="2200" spc="-5" dirty="0">
                <a:cs typeface="Tahoma"/>
              </a:rPr>
              <a:t>pertama-tama 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yang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akan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dijelaskan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adalah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apa</a:t>
            </a:r>
            <a:r>
              <a:rPr sz="2200" dirty="0">
                <a:cs typeface="Tahoma"/>
              </a:rPr>
              <a:t> itu</a:t>
            </a:r>
            <a:r>
              <a:rPr sz="2200" spc="5" dirty="0">
                <a:cs typeface="Tahoma"/>
              </a:rPr>
              <a:t> </a:t>
            </a:r>
            <a:r>
              <a:rPr sz="2200" dirty="0">
                <a:cs typeface="Tahoma"/>
              </a:rPr>
              <a:t>manusia</a:t>
            </a:r>
            <a:r>
              <a:rPr sz="2200" spc="5" dirty="0">
                <a:cs typeface="Tahoma"/>
              </a:rPr>
              <a:t> </a:t>
            </a:r>
            <a:r>
              <a:rPr sz="2200" dirty="0">
                <a:cs typeface="Tahoma"/>
              </a:rPr>
              <a:t>selanjutnya</a:t>
            </a:r>
            <a:r>
              <a:rPr sz="2200" spc="5" dirty="0">
                <a:cs typeface="Tahoma"/>
              </a:rPr>
              <a:t> </a:t>
            </a:r>
            <a:r>
              <a:rPr sz="2200" dirty="0">
                <a:cs typeface="Tahoma"/>
              </a:rPr>
              <a:t>menjelaskan </a:t>
            </a:r>
            <a:r>
              <a:rPr sz="2200" spc="-499" dirty="0">
                <a:cs typeface="Tahoma"/>
              </a:rPr>
              <a:t> </a:t>
            </a:r>
            <a:r>
              <a:rPr sz="2200" spc="-5" dirty="0">
                <a:cs typeface="Tahoma"/>
              </a:rPr>
              <a:t>kemanusiaan</a:t>
            </a:r>
            <a:r>
              <a:rPr sz="2200" dirty="0">
                <a:cs typeface="Tahoma"/>
              </a:rPr>
              <a:t> </a:t>
            </a:r>
            <a:r>
              <a:rPr sz="2200" spc="-9" dirty="0">
                <a:cs typeface="Tahoma"/>
              </a:rPr>
              <a:t>dan</a:t>
            </a:r>
            <a:r>
              <a:rPr sz="2200" spc="-5" dirty="0">
                <a:cs typeface="Tahoma"/>
              </a:rPr>
              <a:t> martabat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manusia</a:t>
            </a:r>
            <a:r>
              <a:rPr sz="2200" dirty="0">
                <a:cs typeface="Tahoma"/>
              </a:rPr>
              <a:t> yang</a:t>
            </a:r>
            <a:r>
              <a:rPr sz="2200" spc="5" dirty="0">
                <a:cs typeface="Tahoma"/>
              </a:rPr>
              <a:t> </a:t>
            </a:r>
            <a:r>
              <a:rPr sz="2200" spc="-5" dirty="0">
                <a:cs typeface="Tahoma"/>
              </a:rPr>
              <a:t>hakikatnya</a:t>
            </a:r>
            <a:r>
              <a:rPr sz="2200" dirty="0">
                <a:cs typeface="Tahoma"/>
              </a:rPr>
              <a:t> </a:t>
            </a:r>
            <a:r>
              <a:rPr sz="2200" spc="-9" dirty="0">
                <a:cs typeface="Tahoma"/>
              </a:rPr>
              <a:t>sama</a:t>
            </a:r>
            <a:r>
              <a:rPr sz="2200" spc="491" dirty="0">
                <a:cs typeface="Tahoma"/>
              </a:rPr>
              <a:t> </a:t>
            </a:r>
            <a:r>
              <a:rPr sz="2200" dirty="0">
                <a:cs typeface="Tahoma"/>
              </a:rPr>
              <a:t>sebagai</a:t>
            </a:r>
            <a:r>
              <a:rPr sz="2200" spc="512" dirty="0">
                <a:cs typeface="Tahoma"/>
              </a:rPr>
              <a:t> </a:t>
            </a:r>
            <a:r>
              <a:rPr sz="2200" dirty="0">
                <a:cs typeface="Tahoma"/>
              </a:rPr>
              <a:t>nilai </a:t>
            </a:r>
            <a:r>
              <a:rPr sz="2200" spc="5" dirty="0">
                <a:cs typeface="Tahoma"/>
              </a:rPr>
              <a:t> </a:t>
            </a:r>
            <a:r>
              <a:rPr sz="2200" spc="-5" dirty="0">
                <a:cs typeface="Tahoma"/>
              </a:rPr>
              <a:t>manusia yang tidak terpisah </a:t>
            </a:r>
            <a:r>
              <a:rPr sz="2200" spc="-9" dirty="0">
                <a:cs typeface="Tahoma"/>
              </a:rPr>
              <a:t>atau </a:t>
            </a:r>
            <a:r>
              <a:rPr sz="2200" spc="-5" dirty="0">
                <a:cs typeface="Tahoma"/>
              </a:rPr>
              <a:t>melekat </a:t>
            </a:r>
            <a:r>
              <a:rPr sz="2200" spc="-9" dirty="0">
                <a:cs typeface="Tahoma"/>
              </a:rPr>
              <a:t>secara </a:t>
            </a:r>
            <a:r>
              <a:rPr sz="2200" spc="-5" dirty="0">
                <a:cs typeface="Tahoma"/>
              </a:rPr>
              <a:t>alamiah dalam </a:t>
            </a:r>
            <a:r>
              <a:rPr sz="2200" dirty="0">
                <a:cs typeface="Tahoma"/>
              </a:rPr>
              <a:t>diri manusia </a:t>
            </a:r>
            <a:r>
              <a:rPr sz="2200" spc="5" dirty="0">
                <a:cs typeface="Tahoma"/>
              </a:rPr>
              <a:t> </a:t>
            </a:r>
            <a:r>
              <a:rPr sz="2200" spc="-5" dirty="0">
                <a:cs typeface="Tahoma"/>
              </a:rPr>
              <a:t>yang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diberikan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oleh</a:t>
            </a:r>
            <a:r>
              <a:rPr sz="2200" spc="15" dirty="0">
                <a:cs typeface="Tahoma"/>
              </a:rPr>
              <a:t> </a:t>
            </a:r>
            <a:r>
              <a:rPr sz="2200" dirty="0">
                <a:cs typeface="Tahoma"/>
              </a:rPr>
              <a:t>Tuhan</a:t>
            </a:r>
            <a:r>
              <a:rPr sz="2200" spc="-5" dirty="0">
                <a:cs typeface="Tahoma"/>
              </a:rPr>
              <a:t> </a:t>
            </a:r>
            <a:r>
              <a:rPr sz="2200" dirty="0">
                <a:cs typeface="Tahoma"/>
              </a:rPr>
              <a:t>sejak</a:t>
            </a:r>
            <a:r>
              <a:rPr sz="2200" spc="-19" dirty="0">
                <a:cs typeface="Tahoma"/>
              </a:rPr>
              <a:t> </a:t>
            </a:r>
            <a:r>
              <a:rPr sz="2200" spc="-5" dirty="0">
                <a:cs typeface="Tahoma"/>
              </a:rPr>
              <a:t>kelahirannya.</a:t>
            </a:r>
            <a:endParaRPr sz="2200" dirty="0"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58B23-8720-B2D3-24F9-4804431E1989}"/>
              </a:ext>
            </a:extLst>
          </p:cNvPr>
          <p:cNvSpPr txBox="1"/>
          <p:nvPr/>
        </p:nvSpPr>
        <p:spPr>
          <a:xfrm>
            <a:off x="4634749" y="1667643"/>
            <a:ext cx="2922498" cy="523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Konsep</a:t>
            </a:r>
            <a:r>
              <a:rPr lang="en-US" sz="2800" b="1" dirty="0"/>
              <a:t> </a:t>
            </a:r>
            <a:r>
              <a:rPr lang="en-US" sz="2800" b="1" dirty="0" err="1"/>
              <a:t>Manusia</a:t>
            </a:r>
            <a:endParaRPr 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E7FA11F-ED20-3179-0AE1-1C3CFDEE82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973951"/>
              </p:ext>
            </p:extLst>
          </p:nvPr>
        </p:nvGraphicFramePr>
        <p:xfrm>
          <a:off x="552822" y="1008529"/>
          <a:ext cx="11025096" cy="5351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71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417D0EA-90ED-54AB-5C87-A45AF75236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8107260"/>
              </p:ext>
            </p:extLst>
          </p:nvPr>
        </p:nvGraphicFramePr>
        <p:xfrm>
          <a:off x="632011" y="1748117"/>
          <a:ext cx="10927978" cy="3778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97FCCD-A006-C2AE-560F-BCD0F175B174}"/>
              </a:ext>
            </a:extLst>
          </p:cNvPr>
          <p:cNvSpPr txBox="1"/>
          <p:nvPr/>
        </p:nvSpPr>
        <p:spPr>
          <a:xfrm>
            <a:off x="4352365" y="793584"/>
            <a:ext cx="3487270" cy="523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Konsep</a:t>
            </a:r>
            <a:r>
              <a:rPr lang="en-US" sz="2800" b="1" dirty="0"/>
              <a:t> </a:t>
            </a:r>
            <a:r>
              <a:rPr lang="en-US" sz="2800" b="1" dirty="0" err="1"/>
              <a:t>Kemanusiaan</a:t>
            </a:r>
            <a:endParaRPr lang="en-US" sz="28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E031FB8-734A-3C14-B7B0-430A883802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373126"/>
              </p:ext>
            </p:extLst>
          </p:nvPr>
        </p:nvGraphicFramePr>
        <p:xfrm>
          <a:off x="188259" y="1519518"/>
          <a:ext cx="11591365" cy="48947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989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3715718-C8DD-AF99-8AE7-E0C300E2CD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952979"/>
              </p:ext>
            </p:extLst>
          </p:nvPr>
        </p:nvGraphicFramePr>
        <p:xfrm>
          <a:off x="610347" y="1630580"/>
          <a:ext cx="10971306" cy="4140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4828" y="1409300"/>
            <a:ext cx="8422341" cy="688737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03644" marR="95008" algn="ctr"/>
            <a:r>
              <a:rPr sz="2200" dirty="0">
                <a:cs typeface="Tahoma"/>
              </a:rPr>
              <a:t>Nilai-</a:t>
            </a:r>
            <a:r>
              <a:rPr sz="2200" dirty="0" err="1">
                <a:cs typeface="Tahoma"/>
              </a:rPr>
              <a:t>nilai</a:t>
            </a:r>
            <a:r>
              <a:rPr sz="2200" spc="5" dirty="0">
                <a:cs typeface="Tahoma"/>
              </a:rPr>
              <a:t> </a:t>
            </a:r>
            <a:r>
              <a:rPr sz="2200" spc="-5" dirty="0">
                <a:cs typeface="Tahoma"/>
              </a:rPr>
              <a:t>kemanusiaan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diwujudkan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dalam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bentuk 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tindakan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kemanusiaan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yang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bersifat</a:t>
            </a:r>
            <a:r>
              <a:rPr sz="2200" dirty="0">
                <a:cs typeface="Tahoma"/>
              </a:rPr>
              <a:t> </a:t>
            </a:r>
            <a:r>
              <a:rPr sz="2200" spc="-5" dirty="0">
                <a:cs typeface="Tahoma"/>
              </a:rPr>
              <a:t>universal.</a:t>
            </a:r>
            <a:r>
              <a:rPr sz="2200" dirty="0">
                <a:cs typeface="Tahoma"/>
              </a:rPr>
              <a:t> Nilai-nilai</a:t>
            </a:r>
            <a:r>
              <a:rPr sz="2200" spc="5" dirty="0">
                <a:cs typeface="Tahoma"/>
              </a:rPr>
              <a:t> </a:t>
            </a:r>
            <a:r>
              <a:rPr sz="2200" spc="-5" dirty="0" err="1">
                <a:cs typeface="Tahoma"/>
              </a:rPr>
              <a:t>tersebut</a:t>
            </a:r>
            <a:r>
              <a:rPr sz="2200" dirty="0">
                <a:cs typeface="Tahoma"/>
              </a:rPr>
              <a:t> </a:t>
            </a:r>
            <a:r>
              <a:rPr sz="2200" spc="-5" dirty="0" err="1">
                <a:cs typeface="Tahoma"/>
              </a:rPr>
              <a:t>adalah</a:t>
            </a:r>
            <a:r>
              <a:rPr lang="en-US" sz="2200" spc="-5" dirty="0">
                <a:cs typeface="Tahoma"/>
              </a:rPr>
              <a:t>: </a:t>
            </a:r>
            <a:r>
              <a:rPr sz="2200" spc="-5" dirty="0">
                <a:cs typeface="Tahoma"/>
              </a:rPr>
              <a:t> </a:t>
            </a:r>
            <a:r>
              <a:rPr sz="2200" dirty="0">
                <a:cs typeface="Tahoma"/>
              </a:rPr>
              <a:t> </a:t>
            </a:r>
            <a:endParaRPr lang="en-US" sz="2200" dirty="0">
              <a:cs typeface="Tahoma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4B13C48-C6C1-DB94-7408-0FB61A80A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404289"/>
              </p:ext>
            </p:extLst>
          </p:nvPr>
        </p:nvGraphicFramePr>
        <p:xfrm>
          <a:off x="549835" y="2447365"/>
          <a:ext cx="11092329" cy="3263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42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599CE2B-0F41-8B5B-D81E-3C529BDB85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351936"/>
              </p:ext>
            </p:extLst>
          </p:nvPr>
        </p:nvGraphicFramePr>
        <p:xfrm>
          <a:off x="549835" y="1035424"/>
          <a:ext cx="11092329" cy="5217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73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82" y="1467945"/>
            <a:ext cx="10811435" cy="4592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1516" rIns="0" bIns="0" rtlCol="0">
            <a:spAutoFit/>
          </a:bodyPr>
          <a:lstStyle/>
          <a:p>
            <a:pPr marL="343331" marR="48944" indent="-285750" algn="just">
              <a:lnSpc>
                <a:spcPct val="114900"/>
              </a:lnSpc>
              <a:spcBef>
                <a:spcPts val="15"/>
              </a:spcBef>
              <a:buFont typeface="Wingdings" panose="05000000000000000000" pitchFamily="2" charset="2"/>
              <a:buChar char="v"/>
            </a:pPr>
            <a:r>
              <a:rPr sz="2000" spc="-5" dirty="0">
                <a:cs typeface="Tahoma"/>
              </a:rPr>
              <a:t>Frans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Magnis-Seseno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berpandangan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bahwa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nilai-nilai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kemanusiaan </a:t>
            </a:r>
            <a:r>
              <a:rPr sz="2000" dirty="0">
                <a:cs typeface="Tahoma"/>
              </a:rPr>
              <a:t> </a:t>
            </a:r>
            <a:r>
              <a:rPr sz="2000" spc="-41" dirty="0">
                <a:cs typeface="Tahoma"/>
              </a:rPr>
              <a:t>(universal) </a:t>
            </a:r>
            <a:r>
              <a:rPr sz="2000" spc="-5" dirty="0">
                <a:cs typeface="Tahoma"/>
              </a:rPr>
              <a:t>berakar </a:t>
            </a:r>
            <a:r>
              <a:rPr sz="2000" spc="-9" dirty="0">
                <a:cs typeface="Tahoma"/>
              </a:rPr>
              <a:t>dalam </a:t>
            </a:r>
            <a:r>
              <a:rPr sz="2000" spc="-5" dirty="0">
                <a:cs typeface="Tahoma"/>
              </a:rPr>
              <a:t>martabat manusia. </a:t>
            </a:r>
            <a:r>
              <a:rPr sz="2000" spc="-9" dirty="0">
                <a:cs typeface="Tahoma"/>
              </a:rPr>
              <a:t>“Martabat” </a:t>
            </a:r>
            <a:r>
              <a:rPr sz="2000" spc="-5" dirty="0">
                <a:cs typeface="Tahoma"/>
              </a:rPr>
              <a:t>berarti “derajat” atau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“pangkat.” Jadi martabat </a:t>
            </a:r>
            <a:r>
              <a:rPr sz="2000" dirty="0">
                <a:cs typeface="Tahoma"/>
              </a:rPr>
              <a:t>manusia </a:t>
            </a:r>
            <a:r>
              <a:rPr sz="2000" spc="-5" dirty="0">
                <a:cs typeface="Tahoma"/>
              </a:rPr>
              <a:t>adalah </a:t>
            </a:r>
            <a:r>
              <a:rPr sz="2000" spc="-9" dirty="0">
                <a:cs typeface="Tahoma"/>
              </a:rPr>
              <a:t>derajat atau </a:t>
            </a:r>
            <a:r>
              <a:rPr sz="2000" spc="-5" dirty="0">
                <a:cs typeface="Tahoma"/>
              </a:rPr>
              <a:t>pangkat </a:t>
            </a:r>
            <a:r>
              <a:rPr sz="2000" dirty="0">
                <a:cs typeface="Tahoma"/>
              </a:rPr>
              <a:t>manusia </a:t>
            </a:r>
            <a:r>
              <a:rPr sz="2000" spc="-5" dirty="0">
                <a:cs typeface="Tahoma"/>
              </a:rPr>
              <a:t>sebagai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manusia.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Dengan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kata</a:t>
            </a:r>
            <a:r>
              <a:rPr sz="2000" spc="-5" dirty="0">
                <a:cs typeface="Tahoma"/>
              </a:rPr>
              <a:t> </a:t>
            </a:r>
            <a:r>
              <a:rPr sz="2000" dirty="0">
                <a:cs typeface="Tahoma"/>
              </a:rPr>
              <a:t>lain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martabat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manusia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mengungkapkan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apa</a:t>
            </a:r>
            <a:r>
              <a:rPr sz="2000" dirty="0">
                <a:cs typeface="Tahoma"/>
              </a:rPr>
              <a:t> yang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merupakan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keluhuran</a:t>
            </a:r>
            <a:r>
              <a:rPr sz="2000" dirty="0">
                <a:cs typeface="Tahoma"/>
              </a:rPr>
              <a:t> manusia</a:t>
            </a:r>
            <a:r>
              <a:rPr sz="2000" spc="5" dirty="0">
                <a:cs typeface="Tahoma"/>
              </a:rPr>
              <a:t> </a:t>
            </a:r>
            <a:r>
              <a:rPr sz="2000" dirty="0">
                <a:cs typeface="Tahoma"/>
              </a:rPr>
              <a:t>yang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membedakan</a:t>
            </a:r>
            <a:r>
              <a:rPr sz="2000" dirty="0">
                <a:cs typeface="Tahoma"/>
              </a:rPr>
              <a:t> dirinya</a:t>
            </a:r>
            <a:r>
              <a:rPr sz="2000" spc="508" dirty="0">
                <a:cs typeface="Tahoma"/>
              </a:rPr>
              <a:t> </a:t>
            </a:r>
            <a:r>
              <a:rPr sz="2000" spc="-9" dirty="0">
                <a:cs typeface="Tahoma"/>
              </a:rPr>
              <a:t>dari</a:t>
            </a:r>
            <a:r>
              <a:rPr sz="2000" spc="495" dirty="0">
                <a:cs typeface="Tahoma"/>
              </a:rPr>
              <a:t> </a:t>
            </a:r>
            <a:r>
              <a:rPr sz="2000" dirty="0">
                <a:cs typeface="Tahoma"/>
              </a:rPr>
              <a:t>makhluk-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makhluk lain </a:t>
            </a:r>
            <a:r>
              <a:rPr sz="2000" spc="-9" dirty="0">
                <a:cs typeface="Tahoma"/>
              </a:rPr>
              <a:t>di </a:t>
            </a:r>
            <a:r>
              <a:rPr sz="2000" spc="-5" dirty="0">
                <a:cs typeface="Tahoma"/>
              </a:rPr>
              <a:t>bumi </a:t>
            </a:r>
            <a:r>
              <a:rPr sz="2000" dirty="0">
                <a:cs typeface="Tahoma"/>
              </a:rPr>
              <a:t>ini. </a:t>
            </a:r>
            <a:r>
              <a:rPr sz="2000" spc="-5" dirty="0">
                <a:cs typeface="Tahoma"/>
              </a:rPr>
              <a:t>Pada dasarnya </a:t>
            </a:r>
            <a:r>
              <a:rPr sz="2000" dirty="0">
                <a:cs typeface="Tahoma"/>
              </a:rPr>
              <a:t>yang </a:t>
            </a:r>
            <a:r>
              <a:rPr sz="2000" spc="-5" dirty="0">
                <a:cs typeface="Tahoma"/>
              </a:rPr>
              <a:t>membedakan </a:t>
            </a:r>
            <a:r>
              <a:rPr sz="2000" dirty="0">
                <a:cs typeface="Tahoma"/>
              </a:rPr>
              <a:t>manusia </a:t>
            </a:r>
            <a:r>
              <a:rPr sz="2000" spc="-5" dirty="0">
                <a:cs typeface="Tahoma"/>
              </a:rPr>
              <a:t>dengan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mahkluk-mahkluk </a:t>
            </a:r>
            <a:r>
              <a:rPr sz="2000" dirty="0">
                <a:cs typeface="Tahoma"/>
              </a:rPr>
              <a:t>lain </a:t>
            </a:r>
            <a:r>
              <a:rPr sz="2000" spc="-9" dirty="0">
                <a:cs typeface="Tahoma"/>
              </a:rPr>
              <a:t>dibumi </a:t>
            </a:r>
            <a:r>
              <a:rPr sz="2000" spc="-5" dirty="0">
                <a:cs typeface="Tahoma"/>
              </a:rPr>
              <a:t>adalah manusia </a:t>
            </a:r>
            <a:r>
              <a:rPr sz="2000" dirty="0">
                <a:cs typeface="Tahoma"/>
              </a:rPr>
              <a:t>memiliki </a:t>
            </a:r>
            <a:r>
              <a:rPr sz="2000" spc="-5" dirty="0">
                <a:cs typeface="Tahoma"/>
              </a:rPr>
              <a:t>martabat </a:t>
            </a:r>
            <a:r>
              <a:rPr sz="2000" dirty="0">
                <a:cs typeface="Tahoma"/>
              </a:rPr>
              <a:t>yaitu tingkatan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harkat</a:t>
            </a:r>
            <a:r>
              <a:rPr sz="2000" spc="15" dirty="0">
                <a:cs typeface="Tahoma"/>
              </a:rPr>
              <a:t> </a:t>
            </a:r>
            <a:r>
              <a:rPr sz="2000" spc="-5" dirty="0">
                <a:cs typeface="Tahoma"/>
              </a:rPr>
              <a:t>kemanusiaan</a:t>
            </a:r>
            <a:r>
              <a:rPr sz="2000" spc="23" dirty="0">
                <a:cs typeface="Tahoma"/>
              </a:rPr>
              <a:t> </a:t>
            </a:r>
            <a:r>
              <a:rPr sz="2000" spc="-9" dirty="0">
                <a:cs typeface="Tahoma"/>
              </a:rPr>
              <a:t>dan</a:t>
            </a:r>
            <a:r>
              <a:rPr sz="2000" spc="19" dirty="0">
                <a:cs typeface="Tahoma"/>
              </a:rPr>
              <a:t> </a:t>
            </a:r>
            <a:r>
              <a:rPr sz="2000" spc="-5" dirty="0">
                <a:cs typeface="Tahoma"/>
              </a:rPr>
              <a:t>kedudukan</a:t>
            </a:r>
            <a:r>
              <a:rPr sz="2000" spc="19" dirty="0">
                <a:cs typeface="Tahoma"/>
              </a:rPr>
              <a:t> </a:t>
            </a:r>
            <a:r>
              <a:rPr sz="2000" dirty="0">
                <a:cs typeface="Tahoma"/>
              </a:rPr>
              <a:t>yang</a:t>
            </a:r>
            <a:r>
              <a:rPr sz="2000" spc="-19" dirty="0">
                <a:cs typeface="Tahoma"/>
              </a:rPr>
              <a:t> </a:t>
            </a:r>
            <a:r>
              <a:rPr sz="2000" spc="-9" dirty="0" err="1">
                <a:cs typeface="Tahoma"/>
              </a:rPr>
              <a:t>terhormat</a:t>
            </a:r>
            <a:r>
              <a:rPr sz="2000" spc="-9" dirty="0">
                <a:cs typeface="Tahoma"/>
              </a:rPr>
              <a:t>.</a:t>
            </a:r>
            <a:endParaRPr lang="en-US" sz="2000" dirty="0">
              <a:cs typeface="Tahoma"/>
            </a:endParaRPr>
          </a:p>
          <a:p>
            <a:pPr marL="343331" marR="48944" indent="-285750" algn="just">
              <a:lnSpc>
                <a:spcPct val="114900"/>
              </a:lnSpc>
              <a:spcBef>
                <a:spcPts val="15"/>
              </a:spcBef>
              <a:buFont typeface="Wingdings" panose="05000000000000000000" pitchFamily="2" charset="2"/>
              <a:buChar char="v"/>
            </a:pPr>
            <a:r>
              <a:rPr sz="2000" spc="-5" dirty="0" err="1">
                <a:cs typeface="Tahoma"/>
              </a:rPr>
              <a:t>Ilmu</a:t>
            </a:r>
            <a:r>
              <a:rPr sz="2000" spc="-5" dirty="0">
                <a:cs typeface="Tahoma"/>
              </a:rPr>
              <a:t> pengetahuan </a:t>
            </a:r>
            <a:r>
              <a:rPr sz="2000" dirty="0">
                <a:cs typeface="Tahoma"/>
              </a:rPr>
              <a:t>yang </a:t>
            </a:r>
            <a:r>
              <a:rPr sz="2000" spc="-5" dirty="0">
                <a:cs typeface="Tahoma"/>
              </a:rPr>
              <a:t>bertujuan membuat manusia lebih manusiawi </a:t>
            </a:r>
            <a:r>
              <a:rPr sz="2000" dirty="0">
                <a:cs typeface="Tahoma"/>
              </a:rPr>
              <a:t>yaitu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humanisme. Humanisme adalah </a:t>
            </a:r>
            <a:r>
              <a:rPr sz="2000" spc="-9" dirty="0">
                <a:cs typeface="Tahoma"/>
              </a:rPr>
              <a:t>paham </a:t>
            </a:r>
            <a:r>
              <a:rPr sz="2000" spc="-5" dirty="0">
                <a:cs typeface="Tahoma"/>
              </a:rPr>
              <a:t>yang mempunyai </a:t>
            </a:r>
            <a:r>
              <a:rPr sz="2000" dirty="0">
                <a:cs typeface="Tahoma"/>
              </a:rPr>
              <a:t>tujuan </a:t>
            </a:r>
            <a:r>
              <a:rPr sz="2000" spc="-5" dirty="0">
                <a:cs typeface="Tahoma"/>
              </a:rPr>
              <a:t>menumbuhkan 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rasa</a:t>
            </a:r>
            <a:r>
              <a:rPr sz="2000" spc="-5" dirty="0">
                <a:cs typeface="Tahoma"/>
              </a:rPr>
              <a:t> perikemanusiaan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dan</a:t>
            </a:r>
            <a:r>
              <a:rPr sz="2000" spc="-5" dirty="0">
                <a:cs typeface="Tahoma"/>
              </a:rPr>
              <a:t> bercita-cita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untuk</a:t>
            </a:r>
            <a:r>
              <a:rPr sz="2000" dirty="0">
                <a:cs typeface="Tahoma"/>
              </a:rPr>
              <a:t> menciptakan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pergaulan</a:t>
            </a:r>
            <a:r>
              <a:rPr sz="2000" dirty="0">
                <a:cs typeface="Tahoma"/>
              </a:rPr>
              <a:t> </a:t>
            </a:r>
            <a:r>
              <a:rPr sz="2000" spc="5" dirty="0">
                <a:cs typeface="Tahoma"/>
              </a:rPr>
              <a:t>hidup </a:t>
            </a:r>
            <a:r>
              <a:rPr sz="2000" spc="9" dirty="0">
                <a:cs typeface="Tahoma"/>
              </a:rPr>
              <a:t> </a:t>
            </a:r>
            <a:r>
              <a:rPr sz="2000" spc="-5" dirty="0">
                <a:cs typeface="Tahoma"/>
              </a:rPr>
              <a:t>manusia </a:t>
            </a:r>
            <a:r>
              <a:rPr sz="2000" dirty="0">
                <a:cs typeface="Tahoma"/>
              </a:rPr>
              <a:t>yang </a:t>
            </a:r>
            <a:r>
              <a:rPr sz="2000" spc="-5" dirty="0">
                <a:cs typeface="Tahoma"/>
              </a:rPr>
              <a:t>lebih baik. Humanisme bisa </a:t>
            </a:r>
            <a:r>
              <a:rPr sz="2000" spc="-9" dirty="0">
                <a:cs typeface="Tahoma"/>
              </a:rPr>
              <a:t>diartikan </a:t>
            </a:r>
            <a:r>
              <a:rPr sz="2000" spc="-5" dirty="0">
                <a:cs typeface="Tahoma"/>
              </a:rPr>
              <a:t>sebagai paham </a:t>
            </a:r>
            <a:r>
              <a:rPr sz="2000" spc="-9" dirty="0">
                <a:cs typeface="Tahoma"/>
              </a:rPr>
              <a:t>di </a:t>
            </a:r>
            <a:r>
              <a:rPr sz="2000" dirty="0">
                <a:cs typeface="Tahoma"/>
              </a:rPr>
              <a:t>dalam </a:t>
            </a:r>
            <a:r>
              <a:rPr sz="2000" spc="5" dirty="0">
                <a:cs typeface="Tahoma"/>
              </a:rPr>
              <a:t> 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l</a:t>
            </a:r>
            <a:r>
              <a:rPr sz="2000" spc="-9" dirty="0">
                <a:cs typeface="Tahoma"/>
              </a:rPr>
              <a:t>i</a:t>
            </a:r>
            <a:r>
              <a:rPr sz="2000" spc="-5" dirty="0">
                <a:cs typeface="Tahoma"/>
              </a:rPr>
              <a:t>r</a:t>
            </a:r>
            <a:r>
              <a:rPr sz="2000" spc="-9" dirty="0">
                <a:cs typeface="Tahoma"/>
              </a:rPr>
              <a:t>a</a:t>
            </a:r>
            <a:r>
              <a:rPr sz="2000" spc="5" dirty="0">
                <a:cs typeface="Tahoma"/>
              </a:rPr>
              <a:t>n</a:t>
            </a:r>
            <a:r>
              <a:rPr sz="2000" spc="-9" dirty="0">
                <a:cs typeface="Tahoma"/>
              </a:rPr>
              <a:t>-</a:t>
            </a:r>
            <a:r>
              <a:rPr sz="2000" spc="9" dirty="0">
                <a:cs typeface="Tahoma"/>
              </a:rPr>
              <a:t>a</a:t>
            </a:r>
            <a:r>
              <a:rPr sz="2000" dirty="0">
                <a:cs typeface="Tahoma"/>
              </a:rPr>
              <a:t>l</a:t>
            </a:r>
            <a:r>
              <a:rPr sz="2000" spc="-9" dirty="0">
                <a:cs typeface="Tahoma"/>
              </a:rPr>
              <a:t>i</a:t>
            </a:r>
            <a:r>
              <a:rPr sz="2000" spc="-5" dirty="0">
                <a:cs typeface="Tahoma"/>
              </a:rPr>
              <a:t>r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n</a:t>
            </a:r>
            <a:r>
              <a:rPr sz="2000" spc="127" dirty="0">
                <a:cs typeface="Tahoma"/>
              </a:rPr>
              <a:t> </a:t>
            </a:r>
            <a:r>
              <a:rPr sz="2000" spc="-5" dirty="0">
                <a:cs typeface="Tahoma"/>
              </a:rPr>
              <a:t>fil</a:t>
            </a:r>
            <a:r>
              <a:rPr sz="2000" spc="5" dirty="0">
                <a:cs typeface="Tahoma"/>
              </a:rPr>
              <a:t>s</a:t>
            </a:r>
            <a:r>
              <a:rPr sz="2000" spc="-9" dirty="0">
                <a:cs typeface="Tahoma"/>
              </a:rPr>
              <a:t>a</a:t>
            </a:r>
            <a:r>
              <a:rPr sz="2000" spc="-5" dirty="0">
                <a:cs typeface="Tahoma"/>
              </a:rPr>
              <a:t>fa</a:t>
            </a:r>
            <a:r>
              <a:rPr sz="2000" dirty="0">
                <a:cs typeface="Tahoma"/>
              </a:rPr>
              <a:t>t</a:t>
            </a:r>
            <a:r>
              <a:rPr sz="2000" spc="119" dirty="0">
                <a:cs typeface="Tahoma"/>
              </a:rPr>
              <a:t> </a:t>
            </a:r>
            <a:r>
              <a:rPr sz="2000" spc="-9" dirty="0">
                <a:cs typeface="Tahoma"/>
              </a:rPr>
              <a:t>ya</a:t>
            </a:r>
            <a:r>
              <a:rPr sz="2000" spc="23" dirty="0">
                <a:cs typeface="Tahoma"/>
              </a:rPr>
              <a:t>n</a:t>
            </a:r>
            <a:r>
              <a:rPr sz="2000" dirty="0">
                <a:cs typeface="Tahoma"/>
              </a:rPr>
              <a:t>g</a:t>
            </a:r>
            <a:r>
              <a:rPr sz="2000" spc="91" dirty="0">
                <a:cs typeface="Tahoma"/>
              </a:rPr>
              <a:t> </a:t>
            </a:r>
            <a:r>
              <a:rPr sz="2000" spc="23" dirty="0">
                <a:cs typeface="Tahoma"/>
              </a:rPr>
              <a:t>h</a:t>
            </a:r>
            <a:r>
              <a:rPr sz="2000" spc="-15" dirty="0">
                <a:cs typeface="Tahoma"/>
              </a:rPr>
              <a:t>e</a:t>
            </a:r>
            <a:r>
              <a:rPr sz="2000" dirty="0">
                <a:cs typeface="Tahoma"/>
              </a:rPr>
              <a:t>n</a:t>
            </a:r>
            <a:r>
              <a:rPr sz="2000" spc="15" dirty="0">
                <a:cs typeface="Tahoma"/>
              </a:rPr>
              <a:t>d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k</a:t>
            </a:r>
            <a:r>
              <a:rPr sz="2000" spc="95" dirty="0">
                <a:cs typeface="Tahoma"/>
              </a:rPr>
              <a:t> </a:t>
            </a:r>
            <a:r>
              <a:rPr sz="2000" spc="19" dirty="0">
                <a:cs typeface="Tahoma"/>
              </a:rPr>
              <a:t>m</a:t>
            </a:r>
            <a:r>
              <a:rPr sz="2000" spc="-15" dirty="0">
                <a:cs typeface="Tahoma"/>
              </a:rPr>
              <a:t>e</a:t>
            </a:r>
            <a:r>
              <a:rPr sz="2000" dirty="0">
                <a:cs typeface="Tahoma"/>
              </a:rPr>
              <a:t>nju</a:t>
            </a:r>
            <a:r>
              <a:rPr sz="2000" spc="5" dirty="0">
                <a:cs typeface="Tahoma"/>
              </a:rPr>
              <a:t>n</a:t>
            </a:r>
            <a:r>
              <a:rPr sz="2000" dirty="0">
                <a:cs typeface="Tahoma"/>
              </a:rPr>
              <a:t>jung</a:t>
            </a:r>
            <a:r>
              <a:rPr sz="2000" spc="119" dirty="0">
                <a:cs typeface="Tahoma"/>
              </a:rPr>
              <a:t> </a:t>
            </a:r>
            <a:r>
              <a:rPr sz="2000" spc="-5" dirty="0">
                <a:cs typeface="Tahoma"/>
              </a:rPr>
              <a:t>tin</a:t>
            </a:r>
            <a:r>
              <a:rPr sz="2000" spc="-15" dirty="0">
                <a:cs typeface="Tahoma"/>
              </a:rPr>
              <a:t>g</a:t>
            </a:r>
            <a:r>
              <a:rPr sz="2000" spc="9" dirty="0">
                <a:cs typeface="Tahoma"/>
              </a:rPr>
              <a:t>g</a:t>
            </a:r>
            <a:r>
              <a:rPr sz="2000" dirty="0">
                <a:cs typeface="Tahoma"/>
              </a:rPr>
              <a:t>i</a:t>
            </a:r>
            <a:r>
              <a:rPr sz="2000" spc="100" dirty="0">
                <a:cs typeface="Tahoma"/>
              </a:rPr>
              <a:t> </a:t>
            </a:r>
            <a:r>
              <a:rPr sz="2000" dirty="0">
                <a:cs typeface="Tahoma"/>
              </a:rPr>
              <a:t>ni</a:t>
            </a:r>
            <a:r>
              <a:rPr sz="2000" spc="15" dirty="0">
                <a:cs typeface="Tahoma"/>
              </a:rPr>
              <a:t>l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i</a:t>
            </a:r>
            <a:r>
              <a:rPr sz="2000" spc="119" dirty="0">
                <a:cs typeface="Tahoma"/>
              </a:rPr>
              <a:t> </a:t>
            </a:r>
            <a:r>
              <a:rPr sz="2000" spc="-15" dirty="0">
                <a:cs typeface="Tahoma"/>
              </a:rPr>
              <a:t>d</a:t>
            </a:r>
            <a:r>
              <a:rPr sz="2000" spc="9" dirty="0">
                <a:cs typeface="Tahoma"/>
              </a:rPr>
              <a:t>a</a:t>
            </a:r>
            <a:r>
              <a:rPr sz="2000" dirty="0">
                <a:cs typeface="Tahoma"/>
              </a:rPr>
              <a:t>n</a:t>
            </a:r>
            <a:r>
              <a:rPr sz="2000" spc="-159" dirty="0">
                <a:cs typeface="Tahoma"/>
              </a:rPr>
              <a:t> </a:t>
            </a:r>
            <a:r>
              <a:rPr sz="2000" dirty="0">
                <a:cs typeface="Tahoma"/>
              </a:rPr>
              <a:t>m</a:t>
            </a:r>
            <a:r>
              <a:rPr sz="2000" spc="-9" dirty="0">
                <a:cs typeface="Tahoma"/>
              </a:rPr>
              <a:t>a</a:t>
            </a:r>
            <a:r>
              <a:rPr sz="2000" spc="-5" dirty="0">
                <a:cs typeface="Tahoma"/>
              </a:rPr>
              <a:t>rt</a:t>
            </a:r>
            <a:r>
              <a:rPr sz="2000" spc="9" dirty="0">
                <a:cs typeface="Tahoma"/>
              </a:rPr>
              <a:t>a</a:t>
            </a:r>
            <a:r>
              <a:rPr sz="2000" spc="-15" dirty="0">
                <a:cs typeface="Tahoma"/>
              </a:rPr>
              <a:t>b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t</a:t>
            </a:r>
            <a:r>
              <a:rPr sz="2000" spc="113" dirty="0">
                <a:cs typeface="Tahoma"/>
              </a:rPr>
              <a:t> </a:t>
            </a:r>
            <a:r>
              <a:rPr sz="2000" dirty="0">
                <a:cs typeface="Tahoma"/>
              </a:rPr>
              <a:t>m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n</a:t>
            </a:r>
            <a:r>
              <a:rPr sz="2000" spc="5" dirty="0">
                <a:cs typeface="Tahoma"/>
              </a:rPr>
              <a:t>u</a:t>
            </a:r>
            <a:r>
              <a:rPr sz="2000" spc="-15" dirty="0">
                <a:cs typeface="Tahoma"/>
              </a:rPr>
              <a:t>s</a:t>
            </a:r>
            <a:r>
              <a:rPr sz="2000" spc="15" dirty="0">
                <a:cs typeface="Tahoma"/>
              </a:rPr>
              <a:t>i</a:t>
            </a:r>
            <a:r>
              <a:rPr sz="2000" spc="9" dirty="0">
                <a:cs typeface="Tahoma"/>
              </a:rPr>
              <a:t>a</a:t>
            </a:r>
            <a:r>
              <a:rPr sz="2000" dirty="0">
                <a:cs typeface="Tahoma"/>
              </a:rPr>
              <a:t>,  </a:t>
            </a:r>
            <a:r>
              <a:rPr sz="2000" spc="-9" dirty="0">
                <a:cs typeface="Tahoma"/>
              </a:rPr>
              <a:t>serta </a:t>
            </a:r>
            <a:r>
              <a:rPr sz="2000" spc="-5" dirty="0">
                <a:cs typeface="Tahoma"/>
              </a:rPr>
              <a:t>menjadikan </a:t>
            </a:r>
            <a:r>
              <a:rPr sz="2000" dirty="0">
                <a:cs typeface="Tahoma"/>
              </a:rPr>
              <a:t>manusia </a:t>
            </a:r>
            <a:r>
              <a:rPr sz="2000" spc="-5" dirty="0">
                <a:cs typeface="Tahoma"/>
              </a:rPr>
              <a:t>sebagai ukuran </a:t>
            </a:r>
            <a:r>
              <a:rPr sz="2000" spc="-9" dirty="0">
                <a:cs typeface="Tahoma"/>
              </a:rPr>
              <a:t>dari </a:t>
            </a:r>
            <a:r>
              <a:rPr sz="2000" spc="-5" dirty="0">
                <a:cs typeface="Tahoma"/>
              </a:rPr>
              <a:t>segenap penilaian, kejadian, </a:t>
            </a:r>
            <a:r>
              <a:rPr sz="2000" spc="5" dirty="0">
                <a:cs typeface="Tahoma"/>
              </a:rPr>
              <a:t>dan </a:t>
            </a:r>
            <a:r>
              <a:rPr sz="2000" spc="9" dirty="0">
                <a:cs typeface="Tahoma"/>
              </a:rPr>
              <a:t> </a:t>
            </a:r>
            <a:r>
              <a:rPr sz="2000" spc="-5" dirty="0">
                <a:cs typeface="Tahoma"/>
              </a:rPr>
              <a:t>gejala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di</a:t>
            </a:r>
            <a:r>
              <a:rPr sz="2000" spc="-5" dirty="0">
                <a:cs typeface="Tahoma"/>
              </a:rPr>
              <a:t> atas</a:t>
            </a:r>
            <a:r>
              <a:rPr sz="2000" dirty="0">
                <a:cs typeface="Tahoma"/>
              </a:rPr>
              <a:t> muka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bumi</a:t>
            </a:r>
            <a:r>
              <a:rPr sz="2000" dirty="0">
                <a:cs typeface="Tahoma"/>
              </a:rPr>
              <a:t> ini.</a:t>
            </a:r>
            <a:r>
              <a:rPr sz="2000" spc="5" dirty="0">
                <a:cs typeface="Tahoma"/>
              </a:rPr>
              <a:t> </a:t>
            </a:r>
            <a:r>
              <a:rPr sz="2000" spc="-9" dirty="0">
                <a:cs typeface="Tahoma"/>
              </a:rPr>
              <a:t>Dengan</a:t>
            </a:r>
            <a:r>
              <a:rPr sz="2000" spc="-5" dirty="0">
                <a:cs typeface="Tahoma"/>
              </a:rPr>
              <a:t> </a:t>
            </a:r>
            <a:r>
              <a:rPr sz="2000" dirty="0">
                <a:cs typeface="Tahoma"/>
              </a:rPr>
              <a:t>kata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lain,</a:t>
            </a:r>
            <a:r>
              <a:rPr sz="2000" dirty="0">
                <a:cs typeface="Tahoma"/>
              </a:rPr>
              <a:t> humanisme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adalah</a:t>
            </a:r>
            <a:r>
              <a:rPr sz="2000" dirty="0">
                <a:cs typeface="Tahoma"/>
              </a:rPr>
              <a:t> ingin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mengangkat</a:t>
            </a:r>
            <a:r>
              <a:rPr sz="2000" spc="308" dirty="0">
                <a:cs typeface="Tahoma"/>
              </a:rPr>
              <a:t> </a:t>
            </a:r>
            <a:r>
              <a:rPr sz="2000" spc="-5" dirty="0">
                <a:cs typeface="Tahoma"/>
              </a:rPr>
              <a:t>derajat</a:t>
            </a:r>
            <a:r>
              <a:rPr sz="2000" spc="317" dirty="0">
                <a:cs typeface="Tahoma"/>
              </a:rPr>
              <a:t> </a:t>
            </a:r>
            <a:r>
              <a:rPr sz="2000" spc="-5" dirty="0">
                <a:cs typeface="Tahoma"/>
              </a:rPr>
              <a:t>martabat</a:t>
            </a:r>
            <a:r>
              <a:rPr sz="2000" spc="317" dirty="0">
                <a:cs typeface="Tahoma"/>
              </a:rPr>
              <a:t> </a:t>
            </a:r>
            <a:r>
              <a:rPr sz="2000" spc="-5" dirty="0">
                <a:cs typeface="Tahoma"/>
              </a:rPr>
              <a:t>manusia</a:t>
            </a:r>
            <a:r>
              <a:rPr sz="2000" spc="304" dirty="0">
                <a:cs typeface="Tahoma"/>
              </a:rPr>
              <a:t> </a:t>
            </a:r>
            <a:r>
              <a:rPr sz="2000" spc="-9" dirty="0">
                <a:cs typeface="Tahoma"/>
              </a:rPr>
              <a:t>dan</a:t>
            </a:r>
            <a:r>
              <a:rPr sz="2000" spc="317" dirty="0">
                <a:cs typeface="Tahoma"/>
              </a:rPr>
              <a:t> </a:t>
            </a:r>
            <a:r>
              <a:rPr sz="2000" spc="-5" dirty="0">
                <a:cs typeface="Tahoma"/>
              </a:rPr>
              <a:t>mensejahterakan</a:t>
            </a:r>
            <a:r>
              <a:rPr sz="2000" spc="304" dirty="0">
                <a:cs typeface="Tahoma"/>
              </a:rPr>
              <a:t> </a:t>
            </a:r>
            <a:r>
              <a:rPr sz="2000" spc="-5" dirty="0">
                <a:cs typeface="Tahoma"/>
              </a:rPr>
              <a:t>manusia.</a:t>
            </a:r>
            <a:r>
              <a:rPr sz="2000" spc="323" dirty="0">
                <a:cs typeface="Tahoma"/>
              </a:rPr>
              <a:t> </a:t>
            </a:r>
            <a:r>
              <a:rPr sz="2000" spc="-5" dirty="0">
                <a:cs typeface="Tahoma"/>
              </a:rPr>
              <a:t>Hal</a:t>
            </a:r>
            <a:r>
              <a:rPr sz="2000" spc="295" dirty="0">
                <a:cs typeface="Tahoma"/>
              </a:rPr>
              <a:t> </a:t>
            </a:r>
            <a:r>
              <a:rPr sz="2000" spc="5" dirty="0">
                <a:cs typeface="Tahoma"/>
              </a:rPr>
              <a:t>ini</a:t>
            </a:r>
            <a:endParaRPr sz="2000" dirty="0"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388" y="2008069"/>
            <a:ext cx="10865223" cy="3908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303" rIns="0" bIns="0" rtlCol="0">
            <a:spAutoFit/>
          </a:bodyPr>
          <a:lstStyle/>
          <a:p>
            <a:pPr marL="57581" marR="52397" indent="414579" algn="just">
              <a:lnSpc>
                <a:spcPct val="115599"/>
              </a:lnSpc>
              <a:spcBef>
                <a:spcPts val="23"/>
              </a:spcBef>
            </a:pPr>
            <a:r>
              <a:rPr lang="en-US" sz="2000" spc="-9" dirty="0" err="1">
                <a:cs typeface="Tahoma"/>
              </a:rPr>
              <a:t>Pengertian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dapat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dilihat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dari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beberapa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definisi</a:t>
            </a:r>
            <a:r>
              <a:rPr lang="en-US" sz="2000" spc="-5" dirty="0">
                <a:cs typeface="Tahoma"/>
              </a:rPr>
              <a:t> yang </a:t>
            </a:r>
            <a:r>
              <a:rPr lang="en-US" sz="2000" spc="-5" dirty="0" err="1">
                <a:cs typeface="Tahoma"/>
              </a:rPr>
              <a:t>dinyatakan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oleh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pakar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diantaranya</a:t>
            </a:r>
            <a:r>
              <a:rPr lang="en-US" sz="2000" dirty="0">
                <a:cs typeface="Tahoma"/>
              </a:rPr>
              <a:t>:</a:t>
            </a:r>
            <a:endParaRPr lang="en-US" sz="2000" baseline="31400" dirty="0">
              <a:cs typeface="Tahoma"/>
            </a:endParaRPr>
          </a:p>
          <a:p>
            <a:pPr marL="343331" marR="52397" indent="-285750" algn="just">
              <a:lnSpc>
                <a:spcPct val="115599"/>
              </a:lnSpc>
              <a:spcBef>
                <a:spcPts val="23"/>
              </a:spcBef>
              <a:buFont typeface="Wingdings" panose="05000000000000000000" pitchFamily="2" charset="2"/>
              <a:buChar char="v"/>
            </a:pPr>
            <a:r>
              <a:rPr lang="en-US" sz="2000" spc="-9" dirty="0" err="1">
                <a:cs typeface="Tahoma"/>
              </a:rPr>
              <a:t>Asas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menurut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Satjipto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Rahardjo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sebagaimana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di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kutip</a:t>
            </a:r>
            <a:r>
              <a:rPr lang="en-US" sz="2000" spc="5" dirty="0">
                <a:cs typeface="Tahoma"/>
              </a:rPr>
              <a:t> oleh 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Rachmadi</a:t>
            </a:r>
            <a:r>
              <a:rPr lang="en-US" sz="2000" spc="-5" dirty="0">
                <a:cs typeface="Tahoma"/>
              </a:rPr>
              <a:t> Usman, </a:t>
            </a:r>
            <a:r>
              <a:rPr lang="en-US" sz="2000" spc="-5" dirty="0" err="1">
                <a:cs typeface="Tahoma"/>
              </a:rPr>
              <a:t>menyatakan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bahwa</a:t>
            </a:r>
            <a:r>
              <a:rPr lang="en-US" sz="2000" spc="-5" dirty="0">
                <a:cs typeface="Tahoma"/>
              </a:rPr>
              <a:t>, </a:t>
            </a:r>
            <a:r>
              <a:rPr lang="en-US" sz="2000" spc="-9" dirty="0" err="1">
                <a:cs typeface="Tahoma"/>
              </a:rPr>
              <a:t>Asas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-5" dirty="0">
                <a:cs typeface="Tahoma"/>
              </a:rPr>
              <a:t> “</a:t>
            </a:r>
            <a:r>
              <a:rPr lang="en-US" sz="2000" spc="-5" dirty="0" err="1">
                <a:cs typeface="Tahoma"/>
              </a:rPr>
              <a:t>jantung</a:t>
            </a:r>
            <a:r>
              <a:rPr lang="en-US" sz="2000" spc="-5" dirty="0">
                <a:cs typeface="Tahoma"/>
              </a:rPr>
              <a:t>”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. </a:t>
            </a:r>
            <a:r>
              <a:rPr lang="en-US" sz="2000" dirty="0" err="1">
                <a:cs typeface="Tahoma"/>
              </a:rPr>
              <a:t>Ia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landasan</a:t>
            </a:r>
            <a:r>
              <a:rPr lang="en-US" sz="2000" spc="-5" dirty="0">
                <a:cs typeface="Tahoma"/>
              </a:rPr>
              <a:t> yang </a:t>
            </a:r>
            <a:r>
              <a:rPr lang="en-US" sz="2000" spc="-9" dirty="0">
                <a:cs typeface="Tahoma"/>
              </a:rPr>
              <a:t>paling </a:t>
            </a:r>
            <a:r>
              <a:rPr lang="en-US" sz="2000" spc="-5" dirty="0" err="1">
                <a:cs typeface="Tahoma"/>
              </a:rPr>
              <a:t>luas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bagi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lahirnya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suatu</a:t>
            </a:r>
            <a:r>
              <a:rPr lang="en-US" sz="2000" spc="42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408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.</a:t>
            </a:r>
            <a:r>
              <a:rPr lang="en-US" sz="2000" spc="427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Peraturan-peraturan</a:t>
            </a:r>
            <a:r>
              <a:rPr lang="en-US" sz="2000" spc="427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404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itu</a:t>
            </a:r>
            <a:r>
              <a:rPr lang="en-US" sz="2000" spc="199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pada</a:t>
            </a:r>
            <a:r>
              <a:rPr lang="en-US" sz="2000" spc="421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akhirnya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03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bisa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dikembalikan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kepada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asas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asas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tersebut</a:t>
            </a:r>
            <a:r>
              <a:rPr lang="en-US" sz="2000" spc="-5" dirty="0">
                <a:cs typeface="Tahoma"/>
              </a:rPr>
              <a:t>.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Kecuali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disebut</a:t>
            </a:r>
            <a:r>
              <a:rPr lang="en-US" sz="2000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landasan</a:t>
            </a:r>
            <a:r>
              <a:rPr lang="en-US" sz="2000" spc="-5" dirty="0">
                <a:cs typeface="Tahoma"/>
              </a:rPr>
              <a:t>,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ini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layak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disebut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sebagai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alasan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bagi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lahirnya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atau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-5" dirty="0">
                <a:cs typeface="Tahoma"/>
              </a:rPr>
              <a:t> ratio </a:t>
            </a:r>
            <a:r>
              <a:rPr lang="en-US" sz="2000" spc="-5" dirty="0" err="1">
                <a:cs typeface="Tahoma"/>
              </a:rPr>
              <a:t>legis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dari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. </a:t>
            </a:r>
            <a:r>
              <a:rPr lang="en-US" sz="2000" spc="-5" dirty="0" err="1">
                <a:cs typeface="Tahoma"/>
              </a:rPr>
              <a:t>Kalau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demikian</a:t>
            </a:r>
            <a:r>
              <a:rPr lang="en-US" sz="2000" spc="39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dengan</a:t>
            </a:r>
            <a:r>
              <a:rPr lang="en-US" sz="2000" spc="39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adanya</a:t>
            </a:r>
            <a:r>
              <a:rPr lang="en-US" sz="2000" spc="38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spc="38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,</a:t>
            </a:r>
            <a:r>
              <a:rPr lang="en-US" sz="2000" spc="43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404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itu</a:t>
            </a:r>
            <a:r>
              <a:rPr lang="en-US" sz="2000" spc="38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bukan</a:t>
            </a:r>
            <a:r>
              <a:rPr lang="en-US" sz="2000" spc="404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sekedar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sekumpulan</a:t>
            </a:r>
            <a:r>
              <a:rPr lang="en-US" sz="2000" spc="10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-</a:t>
            </a:r>
            <a:r>
              <a:rPr lang="en-US" sz="2000" spc="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,</a:t>
            </a:r>
            <a:r>
              <a:rPr lang="en-US" sz="2000" spc="8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karena</a:t>
            </a:r>
            <a:r>
              <a:rPr lang="en-US" sz="2000" spc="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spc="63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itu</a:t>
            </a:r>
            <a:r>
              <a:rPr lang="en-US" sz="2000" spc="91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mengandung</a:t>
            </a:r>
            <a:r>
              <a:rPr lang="en-US" sz="2000" spc="6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nilai</a:t>
            </a:r>
            <a:r>
              <a:rPr lang="en-US" sz="2000" spc="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nilai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d</a:t>
            </a:r>
            <a:r>
              <a:rPr lang="en-US" sz="2000" spc="-9" dirty="0">
                <a:cs typeface="Tahoma"/>
              </a:rPr>
              <a:t>a</a:t>
            </a:r>
            <a:r>
              <a:rPr lang="en-US" sz="2000" dirty="0">
                <a:cs typeface="Tahoma"/>
              </a:rPr>
              <a:t>n </a:t>
            </a:r>
            <a:r>
              <a:rPr lang="en-US" sz="2000" spc="-5" dirty="0" err="1">
                <a:cs typeface="Tahoma"/>
              </a:rPr>
              <a:t>tu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spc="-5" dirty="0" err="1">
                <a:cs typeface="Tahoma"/>
              </a:rPr>
              <a:t>tut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spc="9" dirty="0" err="1">
                <a:cs typeface="Tahoma"/>
              </a:rPr>
              <a:t>n</a:t>
            </a:r>
            <a:r>
              <a:rPr lang="en-US" sz="2000" spc="-9" dirty="0" err="1">
                <a:cs typeface="Tahoma"/>
              </a:rPr>
              <a:t>-</a:t>
            </a:r>
            <a:r>
              <a:rPr lang="en-US" sz="2000" spc="-5" dirty="0" err="1">
                <a:cs typeface="Tahoma"/>
              </a:rPr>
              <a:t>tu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spc="-5" dirty="0" err="1">
                <a:cs typeface="Tahoma"/>
              </a:rPr>
              <a:t>tut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dirty="0">
                <a:cs typeface="Tahoma"/>
              </a:rPr>
              <a:t> </a:t>
            </a:r>
            <a:r>
              <a:rPr lang="en-US" sz="2000" spc="-15" dirty="0" err="1">
                <a:cs typeface="Tahoma"/>
              </a:rPr>
              <a:t>e</a:t>
            </a:r>
            <a:r>
              <a:rPr lang="en-US" sz="2000" spc="-5" dirty="0" err="1">
                <a:cs typeface="Tahoma"/>
              </a:rPr>
              <a:t>t</a:t>
            </a:r>
            <a:r>
              <a:rPr lang="en-US" sz="2000" spc="15" dirty="0" err="1">
                <a:cs typeface="Tahoma"/>
              </a:rPr>
              <a:t>i</a:t>
            </a:r>
            <a:r>
              <a:rPr lang="en-US" sz="2000" spc="-15" dirty="0" err="1">
                <a:cs typeface="Tahoma"/>
              </a:rPr>
              <a:t>s</a:t>
            </a:r>
            <a:r>
              <a:rPr lang="en-US" sz="2000" spc="-1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m</a:t>
            </a:r>
            <a:r>
              <a:rPr lang="en-US" sz="2000" spc="-15" dirty="0" err="1">
                <a:cs typeface="Tahoma"/>
              </a:rPr>
              <a:t>e</a:t>
            </a:r>
            <a:r>
              <a:rPr lang="en-US" sz="2000" spc="-5" dirty="0" err="1">
                <a:cs typeface="Tahoma"/>
              </a:rPr>
              <a:t>ru</a:t>
            </a:r>
            <a:r>
              <a:rPr lang="en-US" sz="2000" spc="9" dirty="0" err="1">
                <a:cs typeface="Tahoma"/>
              </a:rPr>
              <a:t>p</a:t>
            </a:r>
            <a:r>
              <a:rPr lang="en-US" sz="2000" spc="-9" dirty="0" err="1">
                <a:cs typeface="Tahoma"/>
              </a:rPr>
              <a:t>aka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j</a:t>
            </a:r>
            <a:r>
              <a:rPr lang="en-US" sz="2000" spc="-15" dirty="0" err="1">
                <a:cs typeface="Tahoma"/>
              </a:rPr>
              <a:t>e</a:t>
            </a:r>
            <a:r>
              <a:rPr lang="en-US" sz="2000" spc="19" dirty="0" err="1">
                <a:cs typeface="Tahoma"/>
              </a:rPr>
              <a:t>m</a:t>
            </a:r>
            <a:r>
              <a:rPr lang="en-US" sz="2000" spc="-15" dirty="0" err="1">
                <a:cs typeface="Tahoma"/>
              </a:rPr>
              <a:t>b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spc="19" dirty="0" err="1">
                <a:cs typeface="Tahoma"/>
              </a:rPr>
              <a:t>t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spc="23" dirty="0" err="1">
                <a:cs typeface="Tahoma"/>
              </a:rPr>
              <a:t>t</a:t>
            </a:r>
            <a:r>
              <a:rPr lang="en-US" sz="2000" spc="9" dirty="0" err="1">
                <a:cs typeface="Tahoma"/>
              </a:rPr>
              <a:t>a</a:t>
            </a:r>
            <a:r>
              <a:rPr lang="en-US" sz="2000" spc="-5" dirty="0" err="1">
                <a:cs typeface="Tahoma"/>
              </a:rPr>
              <a:t>r</a:t>
            </a:r>
            <a:r>
              <a:rPr lang="en-US" sz="2000" dirty="0" err="1">
                <a:cs typeface="Tahoma"/>
              </a:rPr>
              <a:t>a</a:t>
            </a:r>
            <a:r>
              <a:rPr lang="en-US" sz="2000" dirty="0">
                <a:cs typeface="Tahoma"/>
              </a:rPr>
              <a:t> </a:t>
            </a:r>
            <a:r>
              <a:rPr lang="en-US" sz="2000" spc="9" dirty="0" err="1">
                <a:cs typeface="Tahoma"/>
              </a:rPr>
              <a:t>p</a:t>
            </a:r>
            <a:r>
              <a:rPr lang="en-US" sz="2000" spc="-15" dirty="0" err="1">
                <a:cs typeface="Tahoma"/>
              </a:rPr>
              <a:t>e</a:t>
            </a:r>
            <a:r>
              <a:rPr lang="en-US" sz="2000" spc="-5" dirty="0" err="1">
                <a:cs typeface="Tahoma"/>
              </a:rPr>
              <a:t>r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spc="-5" dirty="0" err="1">
                <a:cs typeface="Tahoma"/>
              </a:rPr>
              <a:t>tu</a:t>
            </a:r>
            <a:r>
              <a:rPr lang="en-US" sz="2000" spc="19" dirty="0" err="1">
                <a:cs typeface="Tahoma"/>
              </a:rPr>
              <a:t>r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spc="9" dirty="0" err="1">
                <a:cs typeface="Tahoma"/>
              </a:rPr>
              <a:t>n</a:t>
            </a:r>
            <a:r>
              <a:rPr lang="en-US" sz="2000" dirty="0" err="1">
                <a:cs typeface="Tahoma"/>
              </a:rPr>
              <a:t>-</a:t>
            </a:r>
            <a:r>
              <a:rPr lang="en-US" sz="2000" spc="-15" dirty="0" err="1">
                <a:cs typeface="Tahoma"/>
              </a:rPr>
              <a:t>pe</a:t>
            </a:r>
            <a:r>
              <a:rPr lang="en-US" sz="2000" spc="-5" dirty="0" err="1">
                <a:cs typeface="Tahoma"/>
              </a:rPr>
              <a:t>r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spc="-5" dirty="0" err="1">
                <a:cs typeface="Tahoma"/>
              </a:rPr>
              <a:t>tu</a:t>
            </a:r>
            <a:r>
              <a:rPr lang="en-US" sz="2000" spc="19" dirty="0" err="1">
                <a:cs typeface="Tahoma"/>
              </a:rPr>
              <a:t>r</a:t>
            </a:r>
            <a:r>
              <a:rPr lang="en-US" sz="2000" spc="-9" dirty="0" err="1">
                <a:cs typeface="Tahoma"/>
              </a:rPr>
              <a:t>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</a:t>
            </a:r>
            <a:r>
              <a:rPr lang="en-US" sz="2000" spc="5" dirty="0" err="1">
                <a:cs typeface="Tahoma"/>
              </a:rPr>
              <a:t>u</a:t>
            </a:r>
            <a:r>
              <a:rPr lang="en-US" sz="2000" spc="-9" dirty="0" err="1">
                <a:cs typeface="Tahoma"/>
              </a:rPr>
              <a:t>k</a:t>
            </a:r>
            <a:r>
              <a:rPr lang="en-US" sz="2000" dirty="0" err="1">
                <a:cs typeface="Tahoma"/>
              </a:rPr>
              <a:t>um</a:t>
            </a:r>
            <a:r>
              <a:rPr lang="en-US" sz="2000" dirty="0">
                <a:cs typeface="Tahoma"/>
              </a:rPr>
              <a:t> </a:t>
            </a:r>
            <a:r>
              <a:rPr lang="en-US" sz="2000" spc="9" dirty="0" err="1">
                <a:cs typeface="Tahoma"/>
              </a:rPr>
              <a:t>d</a:t>
            </a:r>
            <a:r>
              <a:rPr lang="en-US" sz="2000" spc="-15" dirty="0" err="1">
                <a:cs typeface="Tahoma"/>
              </a:rPr>
              <a:t>e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spc="-9" dirty="0" err="1">
                <a:cs typeface="Tahoma"/>
              </a:rPr>
              <a:t>ga</a:t>
            </a:r>
            <a:r>
              <a:rPr lang="en-US" sz="2000" dirty="0" err="1">
                <a:cs typeface="Tahoma"/>
              </a:rPr>
              <a:t>n</a:t>
            </a:r>
            <a:r>
              <a:rPr lang="en-US" sz="2000" dirty="0">
                <a:cs typeface="Tahoma"/>
              </a:rPr>
              <a:t> </a:t>
            </a:r>
            <a:r>
              <a:rPr lang="es-ES" sz="2000" spc="5" dirty="0">
                <a:cs typeface="Tahoma"/>
              </a:rPr>
              <a:t>c</a:t>
            </a:r>
            <a:r>
              <a:rPr lang="es-ES" sz="2000" dirty="0">
                <a:cs typeface="Tahoma"/>
              </a:rPr>
              <a:t>it</a:t>
            </a:r>
            <a:r>
              <a:rPr lang="es-ES" sz="2000" spc="5" dirty="0">
                <a:cs typeface="Tahoma"/>
              </a:rPr>
              <a:t>a</a:t>
            </a:r>
            <a:r>
              <a:rPr lang="es-ES" sz="2000" spc="-9" dirty="0">
                <a:cs typeface="Tahoma"/>
              </a:rPr>
              <a:t>-</a:t>
            </a:r>
            <a:r>
              <a:rPr lang="es-ES" sz="2000" spc="5" dirty="0">
                <a:cs typeface="Tahoma"/>
              </a:rPr>
              <a:t>c</a:t>
            </a:r>
            <a:r>
              <a:rPr lang="es-ES" sz="2000" dirty="0">
                <a:cs typeface="Tahoma"/>
              </a:rPr>
              <a:t>ita </a:t>
            </a:r>
            <a:r>
              <a:rPr lang="es-ES" sz="2000" spc="-15" dirty="0" err="1">
                <a:cs typeface="Tahoma"/>
              </a:rPr>
              <a:t>s</a:t>
            </a:r>
            <a:r>
              <a:rPr lang="es-ES" sz="2000" spc="5" dirty="0" err="1">
                <a:cs typeface="Tahoma"/>
              </a:rPr>
              <a:t>o</a:t>
            </a:r>
            <a:r>
              <a:rPr lang="es-ES" sz="2000" spc="-15" dirty="0" err="1">
                <a:cs typeface="Tahoma"/>
              </a:rPr>
              <a:t>s</a:t>
            </a:r>
            <a:r>
              <a:rPr lang="es-ES" sz="2000" dirty="0" err="1">
                <a:cs typeface="Tahoma"/>
              </a:rPr>
              <a:t>i</a:t>
            </a:r>
            <a:r>
              <a:rPr lang="es-ES" sz="2000" spc="-15" dirty="0" err="1">
                <a:cs typeface="Tahoma"/>
              </a:rPr>
              <a:t>a</a:t>
            </a:r>
            <a:r>
              <a:rPr lang="es-ES" sz="2000" dirty="0" err="1">
                <a:cs typeface="Tahoma"/>
              </a:rPr>
              <a:t>l</a:t>
            </a:r>
            <a:r>
              <a:rPr lang="es-ES" sz="2000" dirty="0">
                <a:cs typeface="Tahoma"/>
              </a:rPr>
              <a:t>	</a:t>
            </a:r>
            <a:r>
              <a:rPr lang="es-ES" sz="2000" spc="-15" dirty="0">
                <a:cs typeface="Tahoma"/>
              </a:rPr>
              <a:t>d</a:t>
            </a:r>
            <a:r>
              <a:rPr lang="es-ES" sz="2000" spc="-9" dirty="0">
                <a:cs typeface="Tahoma"/>
              </a:rPr>
              <a:t>a</a:t>
            </a:r>
            <a:r>
              <a:rPr lang="es-ES" sz="2000" dirty="0">
                <a:cs typeface="Tahoma"/>
              </a:rPr>
              <a:t>n </a:t>
            </a:r>
            <a:r>
              <a:rPr lang="es-ES" sz="2000" spc="9" dirty="0" err="1">
                <a:cs typeface="Tahoma"/>
              </a:rPr>
              <a:t>pa</a:t>
            </a:r>
            <a:r>
              <a:rPr lang="es-ES" sz="2000" dirty="0" err="1">
                <a:cs typeface="Tahoma"/>
              </a:rPr>
              <a:t>n</a:t>
            </a:r>
            <a:r>
              <a:rPr lang="es-ES" sz="2000" spc="-9" dirty="0" err="1">
                <a:cs typeface="Tahoma"/>
              </a:rPr>
              <a:t>da</a:t>
            </a:r>
            <a:r>
              <a:rPr lang="es-ES" sz="2000" dirty="0" err="1">
                <a:cs typeface="Tahoma"/>
              </a:rPr>
              <a:t>n</a:t>
            </a:r>
            <a:r>
              <a:rPr lang="es-ES" sz="2000" spc="-9" dirty="0" err="1">
                <a:cs typeface="Tahoma"/>
              </a:rPr>
              <a:t>ga</a:t>
            </a:r>
            <a:r>
              <a:rPr lang="es-ES" sz="2000" dirty="0" err="1">
                <a:cs typeface="Tahoma"/>
              </a:rPr>
              <a:t>n</a:t>
            </a:r>
            <a:r>
              <a:rPr lang="es-ES" sz="2000" dirty="0">
                <a:cs typeface="Tahoma"/>
              </a:rPr>
              <a:t> </a:t>
            </a:r>
            <a:r>
              <a:rPr lang="es-ES" sz="2000" spc="-15" dirty="0" err="1">
                <a:cs typeface="Tahoma"/>
              </a:rPr>
              <a:t>e</a:t>
            </a:r>
            <a:r>
              <a:rPr lang="es-ES" sz="2000" spc="-5" dirty="0" err="1">
                <a:cs typeface="Tahoma"/>
              </a:rPr>
              <a:t>tis</a:t>
            </a:r>
            <a:r>
              <a:rPr lang="es-E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masyarakatnya</a:t>
            </a:r>
            <a:r>
              <a:rPr lang="en-US" sz="2000" spc="-5" dirty="0">
                <a:cs typeface="Tahoma"/>
              </a:rPr>
              <a:t>.</a:t>
            </a:r>
            <a:endParaRPr lang="en-US" sz="2000" dirty="0">
              <a:cs typeface="Tahom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9BF4E-19B0-B2A1-1ABC-6DC47176D991}"/>
              </a:ext>
            </a:extLst>
          </p:cNvPr>
          <p:cNvSpPr txBox="1"/>
          <p:nvPr/>
        </p:nvSpPr>
        <p:spPr>
          <a:xfrm>
            <a:off x="3814481" y="1075634"/>
            <a:ext cx="4563035" cy="523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Kemanusiaan</a:t>
            </a:r>
            <a:r>
              <a:rPr lang="en-US" sz="2800" b="1" dirty="0"/>
              <a:t> </a:t>
            </a:r>
            <a:r>
              <a:rPr lang="en-US" sz="2800" b="1" dirty="0" err="1"/>
              <a:t>adalah</a:t>
            </a:r>
            <a:r>
              <a:rPr lang="en-US" sz="2800" b="1" dirty="0"/>
              <a:t> Hukum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41294" y="1564731"/>
            <a:ext cx="10381130" cy="39562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50095" rIns="0" bIns="0" rtlCol="0">
            <a:spAutoFit/>
          </a:bodyPr>
          <a:lstStyle/>
          <a:p>
            <a:pPr marL="296689" marR="4607" indent="-285750" algn="just">
              <a:lnSpc>
                <a:spcPct val="115599"/>
              </a:lnSpc>
              <a:buSzPct val="66666"/>
              <a:buFont typeface="Wingdings" panose="05000000000000000000" pitchFamily="2" charset="2"/>
              <a:buChar char="v"/>
              <a:tabLst>
                <a:tab pos="257960" algn="l"/>
              </a:tabLst>
            </a:pPr>
            <a:r>
              <a:rPr sz="2000" spc="5" dirty="0" err="1">
                <a:cs typeface="Tahoma"/>
              </a:rPr>
              <a:t>Ro</a:t>
            </a:r>
            <a:r>
              <a:rPr sz="2000" spc="-15" dirty="0" err="1">
                <a:cs typeface="Tahoma"/>
              </a:rPr>
              <a:t>es</a:t>
            </a:r>
            <a:r>
              <a:rPr sz="2000" dirty="0" err="1">
                <a:cs typeface="Tahoma"/>
              </a:rPr>
              <a:t>l</a:t>
            </a:r>
            <a:r>
              <a:rPr sz="2000" spc="-15" dirty="0" err="1">
                <a:cs typeface="Tahoma"/>
              </a:rPr>
              <a:t>a</a:t>
            </a:r>
            <a:r>
              <a:rPr sz="2000" dirty="0" err="1">
                <a:cs typeface="Tahoma"/>
              </a:rPr>
              <a:t>n</a:t>
            </a:r>
            <a:r>
              <a:rPr sz="2000" spc="19" dirty="0">
                <a:cs typeface="Tahoma"/>
              </a:rPr>
              <a:t> </a:t>
            </a:r>
            <a:r>
              <a:rPr sz="2000" dirty="0">
                <a:cs typeface="Tahoma"/>
              </a:rPr>
              <a:t>S</a:t>
            </a:r>
            <a:r>
              <a:rPr sz="2000" spc="9" dirty="0">
                <a:cs typeface="Tahoma"/>
              </a:rPr>
              <a:t>a</a:t>
            </a:r>
            <a:r>
              <a:rPr sz="2000" dirty="0">
                <a:cs typeface="Tahoma"/>
              </a:rPr>
              <a:t>l</a:t>
            </a:r>
            <a:r>
              <a:rPr sz="2000" spc="-15" dirty="0">
                <a:cs typeface="Tahoma"/>
              </a:rPr>
              <a:t>e</a:t>
            </a:r>
            <a:r>
              <a:rPr sz="2000" dirty="0">
                <a:cs typeface="Tahoma"/>
              </a:rPr>
              <a:t>h</a:t>
            </a:r>
            <a:r>
              <a:rPr sz="2000" spc="36" dirty="0">
                <a:cs typeface="Tahoma"/>
              </a:rPr>
              <a:t> </a:t>
            </a:r>
            <a:r>
              <a:rPr sz="2000" spc="9" dirty="0">
                <a:cs typeface="Tahoma"/>
              </a:rPr>
              <a:t>s</a:t>
            </a:r>
            <a:r>
              <a:rPr sz="2000" spc="-15" dirty="0">
                <a:cs typeface="Tahoma"/>
              </a:rPr>
              <a:t>eb</a:t>
            </a:r>
            <a:r>
              <a:rPr sz="2000" spc="9" dirty="0">
                <a:cs typeface="Tahoma"/>
              </a:rPr>
              <a:t>a</a:t>
            </a:r>
            <a:r>
              <a:rPr sz="2000" spc="-15" dirty="0">
                <a:cs typeface="Tahoma"/>
              </a:rPr>
              <a:t>g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i</a:t>
            </a:r>
            <a:r>
              <a:rPr sz="2000" spc="15" dirty="0">
                <a:cs typeface="Tahoma"/>
              </a:rPr>
              <a:t>m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na</a:t>
            </a:r>
            <a:r>
              <a:rPr sz="2000" spc="36" dirty="0">
                <a:cs typeface="Tahoma"/>
              </a:rPr>
              <a:t> </a:t>
            </a:r>
            <a:r>
              <a:rPr sz="2000" spc="-15" dirty="0">
                <a:cs typeface="Tahoma"/>
              </a:rPr>
              <a:t>d</a:t>
            </a:r>
            <a:r>
              <a:rPr sz="2000" spc="15" dirty="0">
                <a:cs typeface="Tahoma"/>
              </a:rPr>
              <a:t>i</a:t>
            </a:r>
            <a:r>
              <a:rPr sz="2000" spc="-9" dirty="0">
                <a:cs typeface="Tahoma"/>
              </a:rPr>
              <a:t>k</a:t>
            </a:r>
            <a:r>
              <a:rPr sz="2000" dirty="0">
                <a:cs typeface="Tahoma"/>
              </a:rPr>
              <a:t>utip</a:t>
            </a:r>
            <a:r>
              <a:rPr sz="2000" spc="23" dirty="0">
                <a:cs typeface="Tahoma"/>
              </a:rPr>
              <a:t> </a:t>
            </a:r>
            <a:r>
              <a:rPr sz="2000" spc="5" dirty="0">
                <a:cs typeface="Tahoma"/>
              </a:rPr>
              <a:t>o</a:t>
            </a:r>
            <a:r>
              <a:rPr sz="2000" dirty="0">
                <a:cs typeface="Tahoma"/>
              </a:rPr>
              <a:t>l</a:t>
            </a:r>
            <a:r>
              <a:rPr sz="2000" spc="-15" dirty="0">
                <a:cs typeface="Tahoma"/>
              </a:rPr>
              <a:t>e</a:t>
            </a:r>
            <a:r>
              <a:rPr sz="2000" dirty="0">
                <a:cs typeface="Tahoma"/>
              </a:rPr>
              <a:t>h</a:t>
            </a:r>
            <a:r>
              <a:rPr sz="2000" spc="36" dirty="0">
                <a:cs typeface="Tahoma"/>
              </a:rPr>
              <a:t> </a:t>
            </a:r>
            <a:r>
              <a:rPr sz="2000" spc="5" dirty="0">
                <a:cs typeface="Tahoma"/>
              </a:rPr>
              <a:t>R</a:t>
            </a:r>
            <a:r>
              <a:rPr sz="2000" spc="-9" dirty="0">
                <a:cs typeface="Tahoma"/>
              </a:rPr>
              <a:t>a</a:t>
            </a:r>
            <a:r>
              <a:rPr sz="2000" spc="5" dirty="0">
                <a:cs typeface="Tahoma"/>
              </a:rPr>
              <a:t>c</a:t>
            </a:r>
            <a:r>
              <a:rPr sz="2000" dirty="0">
                <a:cs typeface="Tahoma"/>
              </a:rPr>
              <a:t>hm</a:t>
            </a:r>
            <a:r>
              <a:rPr sz="2000" spc="-5" dirty="0">
                <a:cs typeface="Tahoma"/>
              </a:rPr>
              <a:t>a</a:t>
            </a:r>
            <a:r>
              <a:rPr sz="2000" spc="-15" dirty="0">
                <a:cs typeface="Tahoma"/>
              </a:rPr>
              <a:t>d</a:t>
            </a:r>
            <a:r>
              <a:rPr sz="2000" dirty="0">
                <a:cs typeface="Tahoma"/>
              </a:rPr>
              <a:t>i</a:t>
            </a:r>
            <a:r>
              <a:rPr sz="2000" spc="-227" dirty="0">
                <a:cs typeface="Tahoma"/>
              </a:rPr>
              <a:t> </a:t>
            </a:r>
            <a:r>
              <a:rPr sz="2000" dirty="0">
                <a:cs typeface="Tahoma"/>
              </a:rPr>
              <a:t>U</a:t>
            </a:r>
            <a:r>
              <a:rPr sz="2000" spc="-19" dirty="0">
                <a:cs typeface="Tahoma"/>
              </a:rPr>
              <a:t>s</a:t>
            </a:r>
            <a:r>
              <a:rPr sz="2000" dirty="0">
                <a:cs typeface="Tahoma"/>
              </a:rPr>
              <a:t>m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n,</a:t>
            </a:r>
            <a:r>
              <a:rPr sz="2000" spc="41" dirty="0">
                <a:cs typeface="Tahoma"/>
              </a:rPr>
              <a:t> </a:t>
            </a:r>
            <a:r>
              <a:rPr sz="2000" spc="9" dirty="0">
                <a:cs typeface="Tahoma"/>
              </a:rPr>
              <a:t>y</a:t>
            </a:r>
            <a:r>
              <a:rPr sz="2000" spc="-9" dirty="0">
                <a:cs typeface="Tahoma"/>
              </a:rPr>
              <a:t>a</a:t>
            </a:r>
            <a:r>
              <a:rPr sz="2000" dirty="0">
                <a:cs typeface="Tahoma"/>
              </a:rPr>
              <a:t>ng</a:t>
            </a:r>
            <a:r>
              <a:rPr sz="2000" spc="5" dirty="0">
                <a:cs typeface="Tahoma"/>
              </a:rPr>
              <a:t> </a:t>
            </a:r>
            <a:r>
              <a:rPr sz="2000" spc="19" dirty="0">
                <a:cs typeface="Tahoma"/>
              </a:rPr>
              <a:t>m</a:t>
            </a:r>
            <a:r>
              <a:rPr sz="2000" spc="-15" dirty="0">
                <a:cs typeface="Tahoma"/>
              </a:rPr>
              <a:t>e</a:t>
            </a:r>
            <a:r>
              <a:rPr sz="2000" dirty="0">
                <a:cs typeface="Tahoma"/>
              </a:rPr>
              <a:t>n</a:t>
            </a:r>
            <a:r>
              <a:rPr sz="2000" spc="-9" dirty="0">
                <a:cs typeface="Tahoma"/>
              </a:rPr>
              <a:t>g</a:t>
            </a:r>
            <a:r>
              <a:rPr sz="2000" dirty="0">
                <a:cs typeface="Tahoma"/>
              </a:rPr>
              <a:t>ut</a:t>
            </a:r>
            <a:r>
              <a:rPr sz="2000" spc="41" dirty="0">
                <a:cs typeface="Tahoma"/>
              </a:rPr>
              <a:t>i</a:t>
            </a:r>
            <a:r>
              <a:rPr sz="2000" dirty="0">
                <a:cs typeface="Tahoma"/>
              </a:rPr>
              <a:t>p  </a:t>
            </a:r>
            <a:r>
              <a:rPr sz="2000" spc="-5" dirty="0">
                <a:cs typeface="Tahoma"/>
              </a:rPr>
              <a:t>kata-kata Paul Scholten mengartikan bahwa asas-asas </a:t>
            </a:r>
            <a:r>
              <a:rPr sz="2000" dirty="0">
                <a:cs typeface="Tahoma"/>
              </a:rPr>
              <a:t>hukum </a:t>
            </a:r>
            <a:r>
              <a:rPr sz="2000" spc="-5" dirty="0">
                <a:cs typeface="Tahoma"/>
              </a:rPr>
              <a:t>sebagai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pikiran-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pikiran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dasar</a:t>
            </a:r>
            <a:r>
              <a:rPr sz="2000" spc="-5" dirty="0">
                <a:cs typeface="Tahoma"/>
              </a:rPr>
              <a:t> </a:t>
            </a:r>
            <a:r>
              <a:rPr sz="2000" dirty="0">
                <a:cs typeface="Tahoma"/>
              </a:rPr>
              <a:t>yang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sebagai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aturan</a:t>
            </a:r>
            <a:r>
              <a:rPr sz="2000" spc="-5" dirty="0">
                <a:cs typeface="Tahoma"/>
              </a:rPr>
              <a:t> bersifat</a:t>
            </a:r>
            <a:r>
              <a:rPr sz="2000" dirty="0">
                <a:cs typeface="Tahoma"/>
              </a:rPr>
              <a:t> </a:t>
            </a:r>
            <a:r>
              <a:rPr sz="2000" spc="5" dirty="0">
                <a:cs typeface="Tahoma"/>
              </a:rPr>
              <a:t>umum</a:t>
            </a:r>
            <a:r>
              <a:rPr sz="2000" spc="9" dirty="0">
                <a:cs typeface="Tahoma"/>
              </a:rPr>
              <a:t> </a:t>
            </a:r>
            <a:r>
              <a:rPr sz="2000" spc="-5" dirty="0">
                <a:cs typeface="Tahoma"/>
              </a:rPr>
              <a:t>menjadi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fundamen</a:t>
            </a:r>
            <a:r>
              <a:rPr sz="2000" spc="-9" dirty="0">
                <a:cs typeface="Tahoma"/>
              </a:rPr>
              <a:t> </a:t>
            </a:r>
            <a:r>
              <a:rPr sz="2000" spc="-5" dirty="0">
                <a:cs typeface="Tahoma"/>
              </a:rPr>
              <a:t>dari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suatu</a:t>
            </a:r>
            <a:r>
              <a:rPr sz="2000" spc="9" dirty="0">
                <a:cs typeface="Tahoma"/>
              </a:rPr>
              <a:t> </a:t>
            </a:r>
            <a:r>
              <a:rPr sz="2000" spc="-5" dirty="0">
                <a:cs typeface="Tahoma"/>
              </a:rPr>
              <a:t>sistem</a:t>
            </a:r>
            <a:r>
              <a:rPr sz="2000" spc="-9" dirty="0">
                <a:cs typeface="Tahoma"/>
              </a:rPr>
              <a:t> </a:t>
            </a:r>
            <a:r>
              <a:rPr sz="2000" dirty="0">
                <a:cs typeface="Tahoma"/>
              </a:rPr>
              <a:t>hukum.</a:t>
            </a:r>
          </a:p>
          <a:p>
            <a:pPr marL="296689" marR="6910" indent="-285750" algn="just">
              <a:lnSpc>
                <a:spcPct val="115599"/>
              </a:lnSpc>
              <a:spcBef>
                <a:spcPts val="23"/>
              </a:spcBef>
              <a:buSzPct val="66666"/>
              <a:buFont typeface="Wingdings" panose="05000000000000000000" pitchFamily="2" charset="2"/>
              <a:buChar char="v"/>
              <a:tabLst>
                <a:tab pos="257960" algn="l"/>
              </a:tabLst>
            </a:pPr>
            <a:r>
              <a:rPr sz="2000" spc="-5" dirty="0">
                <a:cs typeface="Tahoma"/>
              </a:rPr>
              <a:t>Bellefroid sebagaimana dikutip oleh Sudikno Mertokusumo, menyatakan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bahwa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asas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</a:t>
            </a:r>
            <a:r>
              <a:rPr sz="2000" dirty="0">
                <a:cs typeface="Tahoma"/>
              </a:rPr>
              <a:t> umum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adalah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norma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dasar</a:t>
            </a:r>
            <a:r>
              <a:rPr sz="2000" spc="-5" dirty="0">
                <a:cs typeface="Tahoma"/>
              </a:rPr>
              <a:t> yang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dijabarkan</a:t>
            </a:r>
            <a:r>
              <a:rPr sz="2000" spc="499" dirty="0">
                <a:cs typeface="Tahoma"/>
              </a:rPr>
              <a:t> </a:t>
            </a:r>
            <a:r>
              <a:rPr sz="2000" spc="-9" dirty="0">
                <a:cs typeface="Tahoma"/>
              </a:rPr>
              <a:t>dari </a:t>
            </a:r>
            <a:r>
              <a:rPr sz="2000" spc="-499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 positif </a:t>
            </a:r>
            <a:r>
              <a:rPr sz="2000" spc="-9" dirty="0">
                <a:cs typeface="Tahoma"/>
              </a:rPr>
              <a:t>dan </a:t>
            </a:r>
            <a:r>
              <a:rPr sz="2000" dirty="0">
                <a:cs typeface="Tahoma"/>
              </a:rPr>
              <a:t>yang </a:t>
            </a:r>
            <a:r>
              <a:rPr sz="2000" spc="-5" dirty="0">
                <a:cs typeface="Tahoma"/>
              </a:rPr>
              <a:t>oleh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ilmu hukum </a:t>
            </a:r>
            <a:r>
              <a:rPr sz="2000" spc="-9" dirty="0">
                <a:cs typeface="Tahoma"/>
              </a:rPr>
              <a:t>tidak</a:t>
            </a:r>
            <a:r>
              <a:rPr sz="2000" spc="-5" dirty="0">
                <a:cs typeface="Tahoma"/>
              </a:rPr>
              <a:t> dianggap </a:t>
            </a:r>
            <a:r>
              <a:rPr sz="2000" spc="-9" dirty="0">
                <a:cs typeface="Tahoma"/>
              </a:rPr>
              <a:t>berasal</a:t>
            </a:r>
            <a:r>
              <a:rPr sz="2000" spc="-5" dirty="0">
                <a:cs typeface="Tahoma"/>
              </a:rPr>
              <a:t> </a:t>
            </a:r>
            <a:r>
              <a:rPr sz="2000" spc="-9" dirty="0">
                <a:cs typeface="Tahoma"/>
              </a:rPr>
              <a:t>dari </a:t>
            </a:r>
            <a:r>
              <a:rPr sz="2000" spc="-5" dirty="0">
                <a:cs typeface="Tahoma"/>
              </a:rPr>
              <a:t> </a:t>
            </a:r>
            <a:r>
              <a:rPr sz="2000" spc="-9" dirty="0">
                <a:cs typeface="Tahoma"/>
              </a:rPr>
              <a:t>aturan-aturan</a:t>
            </a:r>
            <a:r>
              <a:rPr sz="2000" spc="-5" dirty="0">
                <a:cs typeface="Tahoma"/>
              </a:rPr>
              <a:t> yang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lebih</a:t>
            </a:r>
            <a:r>
              <a:rPr sz="2000" dirty="0">
                <a:cs typeface="Tahoma"/>
              </a:rPr>
              <a:t> </a:t>
            </a:r>
            <a:r>
              <a:rPr sz="2000" spc="5" dirty="0">
                <a:cs typeface="Tahoma"/>
              </a:rPr>
              <a:t>umum.</a:t>
            </a:r>
            <a:r>
              <a:rPr sz="2000" spc="9" dirty="0">
                <a:cs typeface="Tahoma"/>
              </a:rPr>
              <a:t> </a:t>
            </a:r>
            <a:r>
              <a:rPr sz="2000" spc="-9" dirty="0">
                <a:cs typeface="Tahoma"/>
              </a:rPr>
              <a:t>Asas</a:t>
            </a:r>
            <a:r>
              <a:rPr sz="2000" spc="-5" dirty="0">
                <a:cs typeface="Tahoma"/>
              </a:rPr>
              <a:t> hukum</a:t>
            </a:r>
            <a:r>
              <a:rPr sz="2000" dirty="0">
                <a:cs typeface="Tahoma"/>
              </a:rPr>
              <a:t> umum</a:t>
            </a:r>
            <a:r>
              <a:rPr sz="2000" spc="5" dirty="0">
                <a:cs typeface="Tahoma"/>
              </a:rPr>
              <a:t> </a:t>
            </a:r>
            <a:r>
              <a:rPr sz="2000" dirty="0">
                <a:cs typeface="Tahoma"/>
              </a:rPr>
              <a:t>itu </a:t>
            </a:r>
            <a:r>
              <a:rPr sz="2000" spc="-5" dirty="0">
                <a:cs typeface="Tahoma"/>
              </a:rPr>
              <a:t>merupakan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pengendapan</a:t>
            </a:r>
            <a:r>
              <a:rPr sz="2000" spc="-9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</a:t>
            </a:r>
            <a:r>
              <a:rPr sz="2000" spc="15" dirty="0">
                <a:cs typeface="Tahoma"/>
              </a:rPr>
              <a:t> </a:t>
            </a:r>
            <a:r>
              <a:rPr sz="2000" spc="-5" dirty="0">
                <a:cs typeface="Tahoma"/>
              </a:rPr>
              <a:t>positif</a:t>
            </a:r>
            <a:r>
              <a:rPr sz="2000" spc="-9" dirty="0">
                <a:cs typeface="Tahoma"/>
              </a:rPr>
              <a:t> </a:t>
            </a:r>
            <a:r>
              <a:rPr sz="2000" spc="-5" dirty="0">
                <a:cs typeface="Tahoma"/>
              </a:rPr>
              <a:t>dalam</a:t>
            </a:r>
            <a:r>
              <a:rPr sz="2000" spc="9" dirty="0">
                <a:cs typeface="Tahoma"/>
              </a:rPr>
              <a:t> </a:t>
            </a:r>
            <a:r>
              <a:rPr sz="2000" spc="-5" dirty="0">
                <a:cs typeface="Tahoma"/>
              </a:rPr>
              <a:t>suatu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masyarakat.</a:t>
            </a:r>
            <a:endParaRPr sz="2000" dirty="0">
              <a:cs typeface="Tahoma"/>
            </a:endParaRPr>
          </a:p>
          <a:p>
            <a:pPr marL="296689" marR="7486" indent="-285750" algn="just">
              <a:lnSpc>
                <a:spcPct val="115599"/>
              </a:lnSpc>
              <a:buSzPct val="66666"/>
              <a:buFont typeface="Wingdings" panose="05000000000000000000" pitchFamily="2" charset="2"/>
              <a:buChar char="v"/>
              <a:tabLst>
                <a:tab pos="257960" algn="l"/>
              </a:tabLst>
            </a:pPr>
            <a:r>
              <a:rPr sz="2000" spc="-5" dirty="0">
                <a:cs typeface="Tahoma"/>
              </a:rPr>
              <a:t>Van Eikema Hommes sebagaimana dikutip oleh Sudikno Mertokusumo,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asas hukum tidak boleh dianggap sebagai norma-norma konkret, akan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tetapi </a:t>
            </a:r>
            <a:r>
              <a:rPr sz="2000" spc="-9" dirty="0">
                <a:cs typeface="Tahoma"/>
              </a:rPr>
              <a:t>perlu </a:t>
            </a:r>
            <a:r>
              <a:rPr sz="2000" spc="-5" dirty="0">
                <a:cs typeface="Tahoma"/>
              </a:rPr>
              <a:t>dipandang sebagai dasar-dasar </a:t>
            </a:r>
            <a:r>
              <a:rPr sz="2000" dirty="0">
                <a:cs typeface="Tahoma"/>
              </a:rPr>
              <a:t>umum </a:t>
            </a:r>
            <a:r>
              <a:rPr sz="2000" spc="-9" dirty="0">
                <a:cs typeface="Tahoma"/>
              </a:rPr>
              <a:t>atau </a:t>
            </a:r>
            <a:r>
              <a:rPr sz="2000" spc="-5" dirty="0">
                <a:cs typeface="Tahoma"/>
              </a:rPr>
              <a:t>petunjuk-petunjuk </a:t>
            </a:r>
            <a:r>
              <a:rPr sz="2000" spc="-499" dirty="0">
                <a:cs typeface="Tahoma"/>
              </a:rPr>
              <a:t> </a:t>
            </a:r>
            <a:r>
              <a:rPr sz="2000" spc="-9" dirty="0">
                <a:cs typeface="Tahoma"/>
              </a:rPr>
              <a:t>bagi </a:t>
            </a:r>
            <a:r>
              <a:rPr sz="2000" spc="-5" dirty="0">
                <a:cs typeface="Tahoma"/>
              </a:rPr>
              <a:t>hukum </a:t>
            </a:r>
            <a:r>
              <a:rPr sz="2000" dirty="0">
                <a:cs typeface="Tahoma"/>
              </a:rPr>
              <a:t>yang </a:t>
            </a:r>
            <a:r>
              <a:rPr sz="2000" spc="-5" dirty="0">
                <a:cs typeface="Tahoma"/>
              </a:rPr>
              <a:t>berlaku. Pembentukan hukum praktis perlu berorientasi 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pada</a:t>
            </a:r>
            <a:r>
              <a:rPr sz="2000" dirty="0">
                <a:cs typeface="Tahoma"/>
              </a:rPr>
              <a:t> </a:t>
            </a:r>
            <a:r>
              <a:rPr sz="2000" spc="-5" dirty="0">
                <a:cs typeface="Tahoma"/>
              </a:rPr>
              <a:t>asas-asas</a:t>
            </a:r>
            <a:r>
              <a:rPr sz="2000" spc="-19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</a:t>
            </a:r>
            <a:r>
              <a:rPr sz="2000" spc="19" dirty="0">
                <a:cs typeface="Tahoma"/>
              </a:rPr>
              <a:t> </a:t>
            </a:r>
            <a:r>
              <a:rPr sz="2000" dirty="0">
                <a:cs typeface="Tahoma"/>
              </a:rPr>
              <a:t>tersebut.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9771AE-A017-F07D-B73B-FB2B1C0A42F3}"/>
              </a:ext>
            </a:extLst>
          </p:cNvPr>
          <p:cNvSpPr txBox="1"/>
          <p:nvPr/>
        </p:nvSpPr>
        <p:spPr>
          <a:xfrm>
            <a:off x="764521" y="1780600"/>
            <a:ext cx="10356197" cy="3296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41209" marR="256232" indent="-285750" algn="just">
              <a:lnSpc>
                <a:spcPct val="115700"/>
              </a:lnSpc>
              <a:spcBef>
                <a:spcPts val="91"/>
              </a:spcBef>
              <a:buFont typeface="Wingdings" panose="05000000000000000000" pitchFamily="2" charset="2"/>
              <a:buChar char="v"/>
            </a:pPr>
            <a:r>
              <a:rPr lang="en-US" sz="2000" spc="-9" dirty="0" err="1">
                <a:cs typeface="Tahoma"/>
              </a:rPr>
              <a:t>Dengan</a:t>
            </a:r>
            <a:r>
              <a:rPr lang="en-US" sz="2000" spc="-5" dirty="0">
                <a:cs typeface="Tahoma"/>
              </a:rPr>
              <a:t> kata</a:t>
            </a:r>
            <a:r>
              <a:rPr lang="en-US" sz="2000" dirty="0">
                <a:cs typeface="Tahoma"/>
              </a:rPr>
              <a:t> lain,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asas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ialah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dasar-dasar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atau</a:t>
            </a:r>
            <a:r>
              <a:rPr lang="en-US" sz="2000" spc="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petunjuk</a:t>
            </a:r>
            <a:r>
              <a:rPr lang="en-US" sz="2000" spc="503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arah</a:t>
            </a:r>
            <a:r>
              <a:rPr lang="en-US" sz="2000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dalam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pembentukan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1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positif</a:t>
            </a:r>
            <a:r>
              <a:rPr lang="en-US" sz="2000" spc="-5" dirty="0">
                <a:cs typeface="Tahoma"/>
              </a:rPr>
              <a:t>.</a:t>
            </a:r>
            <a:endParaRPr lang="en-US" sz="2000" dirty="0">
              <a:cs typeface="Tahoma"/>
            </a:endParaRPr>
          </a:p>
          <a:p>
            <a:pPr marL="741209" marR="256232" indent="-285750" algn="just">
              <a:lnSpc>
                <a:spcPct val="115700"/>
              </a:lnSpc>
              <a:spcBef>
                <a:spcPts val="91"/>
              </a:spcBef>
              <a:buFont typeface="Wingdings" panose="05000000000000000000" pitchFamily="2" charset="2"/>
              <a:buChar char="v"/>
            </a:pPr>
            <a:r>
              <a:rPr lang="en-US" sz="2000" spc="-9" dirty="0" err="1">
                <a:cs typeface="Tahoma"/>
              </a:rPr>
              <a:t>Asas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atau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prinsip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yang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ditafsirkan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beberap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ahli</a:t>
            </a:r>
            <a:r>
              <a:rPr lang="en-US" sz="2000" dirty="0">
                <a:cs typeface="Tahoma"/>
              </a:rPr>
              <a:t> </a:t>
            </a:r>
            <a:r>
              <a:rPr lang="en-US" sz="2000" spc="-9" dirty="0">
                <a:cs typeface="Tahoma"/>
              </a:rPr>
              <a:t>di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atas</a:t>
            </a:r>
            <a:r>
              <a:rPr lang="en-US" sz="2000" spc="-5" dirty="0">
                <a:cs typeface="Tahoma"/>
              </a:rPr>
              <a:t>,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menekankan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bahwa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bukanlah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konkret</a:t>
            </a:r>
            <a:r>
              <a:rPr lang="en-US" sz="2000" spc="-5" dirty="0">
                <a:cs typeface="Tahoma"/>
              </a:rPr>
              <a:t>, </a:t>
            </a:r>
            <a:r>
              <a:rPr lang="en-US" sz="2000" spc="-5" dirty="0" err="1">
                <a:cs typeface="Tahoma"/>
              </a:rPr>
              <a:t>melainkan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pikiran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dasar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yang </a:t>
            </a:r>
            <a:r>
              <a:rPr lang="en-US" sz="2000" dirty="0" err="1">
                <a:cs typeface="Tahoma"/>
              </a:rPr>
              <a:t>umum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sifatnya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atau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latar</a:t>
            </a:r>
            <a:r>
              <a:rPr lang="en-US" sz="2000" spc="499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belakang</a:t>
            </a:r>
            <a:r>
              <a:rPr lang="en-US" sz="2000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dari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dirty="0">
                <a:cs typeface="Tahoma"/>
              </a:rPr>
              <a:t> yang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konkret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yang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terdapat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di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dalam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dan</a:t>
            </a:r>
            <a:r>
              <a:rPr lang="en-US" sz="2000" spc="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dibelakang</a:t>
            </a:r>
            <a:r>
              <a:rPr lang="en-US" sz="2000" spc="50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setiap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sistem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yang </a:t>
            </a:r>
            <a:r>
              <a:rPr lang="en-US" sz="2000" dirty="0" err="1">
                <a:cs typeface="Tahoma"/>
              </a:rPr>
              <a:t>terjelma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dalam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perundang-undangan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>
                <a:cs typeface="Tahoma"/>
              </a:rPr>
              <a:t>dan </a:t>
            </a:r>
            <a:r>
              <a:rPr lang="en-US" sz="2000" spc="-5" dirty="0" err="1">
                <a:cs typeface="Tahoma"/>
              </a:rPr>
              <a:t>putusan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hakim</a:t>
            </a:r>
            <a:r>
              <a:rPr lang="en-US" sz="2000" spc="376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yang</a:t>
            </a:r>
            <a:r>
              <a:rPr lang="en-US" sz="2000" spc="3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41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3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positif</a:t>
            </a:r>
            <a:r>
              <a:rPr lang="en-US" sz="2000" spc="404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dan</a:t>
            </a:r>
            <a:r>
              <a:rPr lang="en-US" sz="2000" spc="3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dapat</a:t>
            </a:r>
            <a:r>
              <a:rPr lang="en-US" sz="2000" spc="38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ditemukan</a:t>
            </a:r>
            <a:r>
              <a:rPr lang="en-US" sz="2000" spc="39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dengan</a:t>
            </a:r>
            <a:r>
              <a:rPr lang="en-US" sz="2000" spc="391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mencari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sifat-sifat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umum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dalam</a:t>
            </a:r>
            <a:r>
              <a:rPr lang="en-US" sz="2000" spc="1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konkret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tersebut</a:t>
            </a:r>
            <a:r>
              <a:rPr lang="en-US" sz="2000" spc="-5" dirty="0">
                <a:cs typeface="Tahoma"/>
              </a:rPr>
              <a:t>.</a:t>
            </a:r>
            <a:endParaRPr lang="en-US" sz="2000" baseline="31400" dirty="0"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9771AE-A017-F07D-B73B-FB2B1C0A42F3}"/>
              </a:ext>
            </a:extLst>
          </p:cNvPr>
          <p:cNvSpPr txBox="1"/>
          <p:nvPr/>
        </p:nvSpPr>
        <p:spPr>
          <a:xfrm>
            <a:off x="823772" y="1726185"/>
            <a:ext cx="10544456" cy="364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41209" marR="256232" indent="-285750" algn="just">
              <a:lnSpc>
                <a:spcPct val="115700"/>
              </a:lnSpc>
              <a:spcBef>
                <a:spcPts val="91"/>
              </a:spcBef>
              <a:buFont typeface="Wingdings" panose="05000000000000000000" pitchFamily="2" charset="2"/>
              <a:buChar char="v"/>
            </a:pPr>
            <a:r>
              <a:rPr lang="en-US" sz="2000" spc="-9" dirty="0" err="1">
                <a:cs typeface="Tahoma"/>
              </a:rPr>
              <a:t>Dalam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konteks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ini</a:t>
            </a:r>
            <a:r>
              <a:rPr lang="en-US" sz="2000" dirty="0">
                <a:cs typeface="Tahoma"/>
              </a:rPr>
              <a:t>,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dapat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dikatakan</a:t>
            </a:r>
            <a:r>
              <a:rPr lang="en-US" sz="2000" spc="-5" dirty="0">
                <a:cs typeface="Tahoma"/>
              </a:rPr>
              <a:t>,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bahwa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ini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jantungnya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. </a:t>
            </a:r>
            <a:r>
              <a:rPr lang="en-US" sz="2000" spc="-5" dirty="0" err="1">
                <a:cs typeface="Tahoma"/>
              </a:rPr>
              <a:t>Ini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berarti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bahwa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peraturan-peraturan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itu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pada </a:t>
            </a:r>
            <a:r>
              <a:rPr lang="en-US" sz="2000" spc="-5" dirty="0" err="1">
                <a:cs typeface="Tahoma"/>
              </a:rPr>
              <a:t>akhirnya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bisa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dikembalikan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kepada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asas-asas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tersebut</a:t>
            </a:r>
            <a:r>
              <a:rPr lang="en-US" sz="2000" dirty="0">
                <a:cs typeface="Tahoma"/>
              </a:rPr>
              <a:t>. </a:t>
            </a:r>
            <a:r>
              <a:rPr lang="en-US" sz="2000" spc="-9" dirty="0" err="1">
                <a:cs typeface="Tahoma"/>
              </a:rPr>
              <a:t>Asas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499" dirty="0">
                <a:cs typeface="Tahoma"/>
              </a:rPr>
              <a:t> </a:t>
            </a:r>
            <a:r>
              <a:rPr lang="en-US" sz="2000" spc="5" dirty="0" err="1">
                <a:cs typeface="Tahoma"/>
              </a:rPr>
              <a:t>ini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layak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disebut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sebagai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alasan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bagi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lahirnya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, </a:t>
            </a:r>
            <a:r>
              <a:rPr lang="en-US" sz="2000" spc="-9" dirty="0" err="1">
                <a:cs typeface="Tahoma"/>
              </a:rPr>
              <a:t>atau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ratio </a:t>
            </a:r>
            <a:r>
              <a:rPr lang="en-US" sz="2000" spc="-5" dirty="0" err="1">
                <a:cs typeface="Tahoma"/>
              </a:rPr>
              <a:t>legis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dari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. </a:t>
            </a:r>
            <a:r>
              <a:rPr lang="en-US" sz="2000" spc="-9" dirty="0" err="1">
                <a:cs typeface="Tahoma"/>
              </a:rPr>
              <a:t>Asas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ini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tidak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habis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kekuatannya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dengan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melahirkan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suatu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, </a:t>
            </a:r>
            <a:r>
              <a:rPr lang="en-US" sz="2000" spc="-5" dirty="0" err="1">
                <a:cs typeface="Tahoma"/>
              </a:rPr>
              <a:t>melainkan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tetap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saja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ada</a:t>
            </a:r>
            <a:r>
              <a:rPr lang="en-US" sz="2000" dirty="0">
                <a:cs typeface="Tahoma"/>
              </a:rPr>
              <a:t> dan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akan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melahirkan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-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selanjutnya</a:t>
            </a:r>
            <a:r>
              <a:rPr lang="en-US" sz="2000" spc="-5" dirty="0">
                <a:cs typeface="Tahoma"/>
              </a:rPr>
              <a:t>.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>
                <a:cs typeface="Tahoma"/>
              </a:rPr>
              <a:t>Karena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spc="-49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mengandung</a:t>
            </a:r>
            <a:r>
              <a:rPr lang="en-US" sz="2000" spc="5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tuntutan</a:t>
            </a:r>
            <a:r>
              <a:rPr lang="en-US" sz="2000" spc="68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etis</a:t>
            </a:r>
            <a:r>
              <a:rPr lang="en-US" sz="2000" spc="-5" dirty="0">
                <a:cs typeface="Tahoma"/>
              </a:rPr>
              <a:t>,</a:t>
            </a:r>
            <a:r>
              <a:rPr lang="en-US" sz="2000" spc="8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maka</a:t>
            </a:r>
            <a:r>
              <a:rPr lang="en-US" sz="2000" spc="6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asas</a:t>
            </a:r>
            <a:r>
              <a:rPr lang="en-US" sz="2000" spc="41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5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merupakan</a:t>
            </a:r>
            <a:r>
              <a:rPr lang="en-US" sz="2000" spc="63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jembatan</a:t>
            </a:r>
            <a:r>
              <a:rPr lang="en-US" sz="2000" spc="77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antara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spc="-5" dirty="0">
                <a:cs typeface="Tahoma"/>
              </a:rPr>
              <a:t>-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dengan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cita-cita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sosial</a:t>
            </a:r>
            <a:r>
              <a:rPr lang="en-US" sz="2000" dirty="0">
                <a:cs typeface="Tahoma"/>
              </a:rPr>
              <a:t> dan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pandangan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 err="1">
                <a:cs typeface="Tahoma"/>
              </a:rPr>
              <a:t>etis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masyarakatnya</a:t>
            </a:r>
            <a:r>
              <a:rPr lang="en-US" sz="2000" spc="-5" dirty="0">
                <a:cs typeface="Tahoma"/>
              </a:rPr>
              <a:t>. </a:t>
            </a:r>
            <a:r>
              <a:rPr lang="en-US" sz="2000" spc="-5" dirty="0" err="1">
                <a:cs typeface="Tahoma"/>
              </a:rPr>
              <a:t>Dengan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singkat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dapat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dikatakan</a:t>
            </a:r>
            <a:r>
              <a:rPr lang="en-US" sz="2000" spc="-5" dirty="0">
                <a:cs typeface="Tahoma"/>
              </a:rPr>
              <a:t>, </a:t>
            </a:r>
            <a:r>
              <a:rPr lang="en-US" sz="2000" dirty="0" err="1">
                <a:cs typeface="Tahoma"/>
              </a:rPr>
              <a:t>bahwa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melalui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asas</a:t>
            </a:r>
            <a:r>
              <a:rPr lang="en-US" sz="2000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ini</a:t>
            </a:r>
            <a:r>
              <a:rPr lang="en-US" sz="2000" dirty="0">
                <a:cs typeface="Tahoma"/>
              </a:rPr>
              <a:t>,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peraturan-peraturan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hukum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berubah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sifatnya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menjadi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bagian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dari</a:t>
            </a:r>
            <a:r>
              <a:rPr lang="en-US" sz="2000" spc="-9" dirty="0">
                <a:cs typeface="Tahoma"/>
              </a:rPr>
              <a:t> </a:t>
            </a:r>
            <a:r>
              <a:rPr lang="en-US" sz="2000" spc="-5" dirty="0" err="1">
                <a:cs typeface="Tahoma"/>
              </a:rPr>
              <a:t>suatu</a:t>
            </a:r>
            <a:r>
              <a:rPr lang="en-US" sz="2000" spc="-5" dirty="0">
                <a:cs typeface="Tahoma"/>
              </a:rPr>
              <a:t> </a:t>
            </a:r>
            <a:r>
              <a:rPr lang="en-US" sz="2000" dirty="0" err="1">
                <a:cs typeface="Tahoma"/>
              </a:rPr>
              <a:t>tatanan</a:t>
            </a:r>
            <a:r>
              <a:rPr lang="en-US" sz="2000" dirty="0">
                <a:cs typeface="Tahoma"/>
              </a:rPr>
              <a:t> 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9" dirty="0" err="1">
                <a:cs typeface="Tahoma"/>
              </a:rPr>
              <a:t>etis</a:t>
            </a:r>
            <a:r>
              <a:rPr lang="en-US" sz="2000" spc="-9" dirty="0">
                <a:cs typeface="Tahoma"/>
              </a:rPr>
              <a:t>.</a:t>
            </a:r>
            <a:endParaRPr lang="en-US" sz="200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926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5112" y="1131769"/>
            <a:ext cx="7821706" cy="77344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248170" marR="260264" algn="ctr">
              <a:lnSpc>
                <a:spcPct val="115700"/>
              </a:lnSpc>
              <a:spcBef>
                <a:spcPts val="91"/>
              </a:spcBef>
              <a:buSzPct val="88888"/>
              <a:tabLst>
                <a:tab pos="455459" algn="l"/>
              </a:tabLst>
            </a:pPr>
            <a:r>
              <a:rPr lang="en-US" sz="2200" spc="-5" dirty="0" err="1">
                <a:cs typeface="Tahoma"/>
              </a:rPr>
              <a:t>Selanjutnya</a:t>
            </a:r>
            <a:r>
              <a:rPr lang="en-US" sz="2200" dirty="0">
                <a:cs typeface="Tahoma"/>
              </a:rPr>
              <a:t> </a:t>
            </a:r>
            <a:r>
              <a:rPr lang="en-US" sz="2200" spc="-9" dirty="0" err="1">
                <a:cs typeface="Tahoma"/>
              </a:rPr>
              <a:t>perbedaan</a:t>
            </a:r>
            <a:r>
              <a:rPr lang="en-US" sz="2200" spc="-5" dirty="0">
                <a:cs typeface="Tahoma"/>
              </a:rPr>
              <a:t> </a:t>
            </a:r>
            <a:r>
              <a:rPr lang="en-US" sz="2200" dirty="0" err="1">
                <a:cs typeface="Tahoma"/>
              </a:rPr>
              <a:t>antara</a:t>
            </a:r>
            <a:r>
              <a:rPr lang="en-US" sz="2200" spc="5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asas</a:t>
            </a:r>
            <a:r>
              <a:rPr lang="en-US" sz="2200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hukum</a:t>
            </a:r>
            <a:r>
              <a:rPr lang="en-US" sz="2200" dirty="0">
                <a:cs typeface="Tahoma"/>
              </a:rPr>
              <a:t> dan</a:t>
            </a:r>
            <a:r>
              <a:rPr lang="en-US" sz="2200" spc="5" dirty="0">
                <a:cs typeface="Tahoma"/>
              </a:rPr>
              <a:t> </a:t>
            </a:r>
            <a:r>
              <a:rPr lang="en-US" sz="2200" spc="-9" dirty="0" err="1">
                <a:cs typeface="Tahoma"/>
              </a:rPr>
              <a:t>aturan</a:t>
            </a:r>
            <a:r>
              <a:rPr lang="en-US" sz="2200" spc="-5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hukum</a:t>
            </a:r>
            <a:r>
              <a:rPr lang="en-US" sz="2200" dirty="0">
                <a:cs typeface="Tahoma"/>
              </a:rPr>
              <a:t> </a:t>
            </a:r>
            <a:r>
              <a:rPr lang="en-US" sz="2200" spc="-9" dirty="0" err="1">
                <a:cs typeface="Tahoma"/>
              </a:rPr>
              <a:t>tersebut</a:t>
            </a:r>
            <a:r>
              <a:rPr lang="en-US" sz="2200" spc="-9" dirty="0">
                <a:cs typeface="Tahoma"/>
              </a:rPr>
              <a:t> </a:t>
            </a:r>
            <a:r>
              <a:rPr lang="en-US" sz="2200" spc="-5" dirty="0">
                <a:cs typeface="Tahoma"/>
              </a:rPr>
              <a:t> </a:t>
            </a:r>
            <a:r>
              <a:rPr lang="en-US" sz="2200" spc="-9" dirty="0" err="1">
                <a:cs typeface="Tahoma"/>
              </a:rPr>
              <a:t>terlihat</a:t>
            </a:r>
            <a:r>
              <a:rPr lang="en-US" sz="2200" spc="-9" dirty="0">
                <a:cs typeface="Tahoma"/>
              </a:rPr>
              <a:t> </a:t>
            </a:r>
            <a:r>
              <a:rPr lang="en-US" sz="2200" spc="-9" dirty="0" err="1">
                <a:cs typeface="Tahoma"/>
              </a:rPr>
              <a:t>dari</a:t>
            </a:r>
            <a:r>
              <a:rPr lang="en-US" sz="2200" spc="-15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beberapa</a:t>
            </a:r>
            <a:r>
              <a:rPr lang="en-US" sz="2200" spc="-19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perbedaan</a:t>
            </a:r>
            <a:r>
              <a:rPr lang="en-US" sz="2200" spc="-19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mendasar</a:t>
            </a:r>
            <a:r>
              <a:rPr lang="en-US" sz="2200" spc="-9" dirty="0">
                <a:cs typeface="Tahoma"/>
              </a:rPr>
              <a:t> </a:t>
            </a:r>
            <a:r>
              <a:rPr lang="en-US" sz="2200" spc="-5" dirty="0" err="1">
                <a:cs typeface="Tahoma"/>
              </a:rPr>
              <a:t>yaitu</a:t>
            </a:r>
            <a:r>
              <a:rPr lang="en-US" sz="2200" spc="-5" dirty="0">
                <a:cs typeface="Tahoma"/>
              </a:rPr>
              <a:t>:</a:t>
            </a:r>
            <a:endParaRPr lang="en-US" sz="2200" spc="-9" dirty="0">
              <a:cs typeface="Tahoma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56B1494-9988-E42C-8B25-661655E5AB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434383"/>
              </p:ext>
            </p:extLst>
          </p:nvPr>
        </p:nvGraphicFramePr>
        <p:xfrm>
          <a:off x="694765" y="2021031"/>
          <a:ext cx="10802470" cy="4137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8676" y="1777228"/>
            <a:ext cx="9614647" cy="2984237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46064" marR="42034" indent="414579" algn="ctr">
              <a:lnSpc>
                <a:spcPct val="115599"/>
              </a:lnSpc>
            </a:pPr>
            <a:r>
              <a:rPr sz="2000" spc="-5" dirty="0" err="1">
                <a:cs typeface="Tahoma"/>
              </a:rPr>
              <a:t>Menurut</a:t>
            </a:r>
            <a:r>
              <a:rPr sz="2000" spc="-5" dirty="0">
                <a:cs typeface="Tahoma"/>
              </a:rPr>
              <a:t>, G. Fitzmaurice, Secara sederhana menjelaskan perbedaan antara </a:t>
            </a:r>
            <a:r>
              <a:rPr sz="2000" dirty="0">
                <a:cs typeface="Tahoma"/>
              </a:rPr>
              <a:t> </a:t>
            </a:r>
            <a:r>
              <a:rPr sz="2000" spc="-9" dirty="0">
                <a:cs typeface="Tahoma"/>
              </a:rPr>
              <a:t>aturan</a:t>
            </a:r>
            <a:r>
              <a:rPr sz="2000" spc="83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</a:t>
            </a:r>
            <a:r>
              <a:rPr sz="2000" spc="83" dirty="0">
                <a:cs typeface="Tahoma"/>
              </a:rPr>
              <a:t> </a:t>
            </a:r>
            <a:r>
              <a:rPr sz="2000" dirty="0">
                <a:cs typeface="Tahoma"/>
              </a:rPr>
              <a:t>dan</a:t>
            </a:r>
            <a:r>
              <a:rPr sz="2000" spc="83" dirty="0">
                <a:cs typeface="Tahoma"/>
              </a:rPr>
              <a:t> </a:t>
            </a:r>
            <a:r>
              <a:rPr sz="2000" spc="-5" dirty="0">
                <a:cs typeface="Tahoma"/>
              </a:rPr>
              <a:t>asas</a:t>
            </a:r>
            <a:r>
              <a:rPr sz="2000" spc="68" dirty="0">
                <a:cs typeface="Tahoma"/>
              </a:rPr>
              <a:t> </a:t>
            </a:r>
            <a:r>
              <a:rPr sz="2000" dirty="0">
                <a:cs typeface="Tahoma"/>
              </a:rPr>
              <a:t>hukum</a:t>
            </a:r>
            <a:r>
              <a:rPr sz="2000" spc="83" dirty="0">
                <a:cs typeface="Tahoma"/>
              </a:rPr>
              <a:t> </a:t>
            </a:r>
            <a:r>
              <a:rPr sz="2000" spc="-5" dirty="0">
                <a:cs typeface="Tahoma"/>
              </a:rPr>
              <a:t>sebagai</a:t>
            </a:r>
            <a:r>
              <a:rPr sz="2000" spc="77" dirty="0">
                <a:cs typeface="Tahoma"/>
              </a:rPr>
              <a:t> </a:t>
            </a:r>
            <a:r>
              <a:rPr sz="2000" spc="-5" dirty="0" err="1">
                <a:cs typeface="Tahoma"/>
              </a:rPr>
              <a:t>berikut</a:t>
            </a:r>
            <a:r>
              <a:rPr sz="2000" spc="-5" dirty="0">
                <a:cs typeface="Tahoma"/>
              </a:rPr>
              <a:t>:</a:t>
            </a:r>
            <a:endParaRPr lang="en-US" sz="2000" spc="-5" dirty="0">
              <a:cs typeface="Tahoma"/>
            </a:endParaRPr>
          </a:p>
          <a:p>
            <a:pPr marL="46064" marR="42034" indent="414579" algn="just">
              <a:lnSpc>
                <a:spcPct val="115599"/>
              </a:lnSpc>
            </a:pPr>
            <a:endParaRPr sz="2000" dirty="0">
              <a:cs typeface="Tahoma"/>
            </a:endParaRPr>
          </a:p>
          <a:p>
            <a:pPr marL="46064" marR="39155" algn="ctr">
              <a:lnSpc>
                <a:spcPct val="109500"/>
              </a:lnSpc>
              <a:spcBef>
                <a:spcPts val="19"/>
              </a:spcBef>
            </a:pPr>
            <a:r>
              <a:rPr sz="2000" b="1" i="1" spc="-51" dirty="0">
                <a:cs typeface="Tahoma"/>
              </a:rPr>
              <a:t>“A </a:t>
            </a:r>
            <a:r>
              <a:rPr sz="2000" b="1" i="1" spc="-45" dirty="0">
                <a:cs typeface="Tahoma"/>
              </a:rPr>
              <a:t>rule </a:t>
            </a:r>
            <a:r>
              <a:rPr sz="2000" b="1" i="1" spc="-51" dirty="0">
                <a:cs typeface="Tahoma"/>
              </a:rPr>
              <a:t>answers </a:t>
            </a:r>
            <a:r>
              <a:rPr sz="2000" b="1" i="1" spc="-41" dirty="0">
                <a:cs typeface="Tahoma"/>
              </a:rPr>
              <a:t>the </a:t>
            </a:r>
            <a:r>
              <a:rPr sz="2000" b="1" i="1" spc="-51" dirty="0">
                <a:cs typeface="Tahoma"/>
              </a:rPr>
              <a:t>quetion </a:t>
            </a:r>
            <a:r>
              <a:rPr sz="2000" b="1" i="1" spc="-36" dirty="0">
                <a:cs typeface="Tahoma"/>
              </a:rPr>
              <a:t>‘what’: </a:t>
            </a:r>
            <a:r>
              <a:rPr sz="2000" b="1" i="1" spc="-51" dirty="0">
                <a:cs typeface="Tahoma"/>
              </a:rPr>
              <a:t>a </a:t>
            </a:r>
            <a:r>
              <a:rPr sz="2000" b="1" i="1" spc="-41" dirty="0">
                <a:cs typeface="Tahoma"/>
              </a:rPr>
              <a:t>principle </a:t>
            </a:r>
            <a:r>
              <a:rPr sz="2000" b="1" i="1" spc="-36" dirty="0">
                <a:cs typeface="Tahoma"/>
              </a:rPr>
              <a:t>in </a:t>
            </a:r>
            <a:r>
              <a:rPr sz="2000" b="1" i="1" spc="-41" dirty="0">
                <a:cs typeface="Tahoma"/>
              </a:rPr>
              <a:t>effect </a:t>
            </a:r>
            <a:r>
              <a:rPr sz="2000" b="1" i="1" spc="-51" dirty="0">
                <a:cs typeface="Tahoma"/>
              </a:rPr>
              <a:t>answers the </a:t>
            </a:r>
            <a:r>
              <a:rPr sz="2000" b="1" i="1" spc="-45" dirty="0">
                <a:cs typeface="Tahoma"/>
              </a:rPr>
              <a:t>question </a:t>
            </a:r>
            <a:r>
              <a:rPr sz="2000" b="1" i="1" spc="-41" dirty="0">
                <a:cs typeface="Tahoma"/>
              </a:rPr>
              <a:t> </a:t>
            </a:r>
            <a:r>
              <a:rPr sz="2000" b="1" i="1" spc="-36" dirty="0">
                <a:cs typeface="Tahoma"/>
              </a:rPr>
              <a:t>‘why’.”</a:t>
            </a:r>
            <a:endParaRPr lang="en-US" sz="2000" b="1" i="1" spc="-36" dirty="0">
              <a:cs typeface="Tahoma"/>
            </a:endParaRPr>
          </a:p>
          <a:p>
            <a:pPr marL="46064" marR="39155" algn="ctr">
              <a:lnSpc>
                <a:spcPct val="109500"/>
              </a:lnSpc>
              <a:spcBef>
                <a:spcPts val="19"/>
              </a:spcBef>
            </a:pPr>
            <a:endParaRPr lang="en-US" sz="2000" spc="-55" baseline="30092" dirty="0">
              <a:cs typeface="Tahoma"/>
            </a:endParaRPr>
          </a:p>
          <a:p>
            <a:pPr marL="46064" marR="39155" algn="ctr">
              <a:lnSpc>
                <a:spcPct val="109500"/>
              </a:lnSpc>
              <a:spcBef>
                <a:spcPts val="19"/>
              </a:spcBef>
            </a:pPr>
            <a:r>
              <a:rPr sz="2000" spc="-5" dirty="0" err="1">
                <a:cs typeface="Tahoma"/>
              </a:rPr>
              <a:t>Penjelasan</a:t>
            </a:r>
            <a:r>
              <a:rPr sz="2000" spc="181" dirty="0">
                <a:cs typeface="Tahoma"/>
              </a:rPr>
              <a:t> </a:t>
            </a:r>
            <a:r>
              <a:rPr sz="2000" spc="-5" dirty="0">
                <a:cs typeface="Tahoma"/>
              </a:rPr>
              <a:t>singkat</a:t>
            </a:r>
            <a:r>
              <a:rPr sz="2000" spc="177" dirty="0">
                <a:cs typeface="Tahoma"/>
              </a:rPr>
              <a:t> </a:t>
            </a:r>
            <a:r>
              <a:rPr sz="2000" spc="-5" dirty="0">
                <a:cs typeface="Tahoma"/>
              </a:rPr>
              <a:t>Fitzmaurice</a:t>
            </a:r>
            <a:r>
              <a:rPr sz="2000" spc="168" dirty="0">
                <a:cs typeface="Tahoma"/>
              </a:rPr>
              <a:t> </a:t>
            </a:r>
            <a:r>
              <a:rPr sz="2000" spc="-5" dirty="0">
                <a:cs typeface="Tahoma"/>
              </a:rPr>
              <a:t>atas</a:t>
            </a:r>
            <a:r>
              <a:rPr sz="2000" spc="-95" dirty="0">
                <a:cs typeface="Tahoma"/>
              </a:rPr>
              <a:t> </a:t>
            </a:r>
            <a:r>
              <a:rPr sz="2000" spc="-9" dirty="0">
                <a:cs typeface="Tahoma"/>
              </a:rPr>
              <a:t>perbedaan</a:t>
            </a:r>
            <a:r>
              <a:rPr sz="2000" spc="136" dirty="0">
                <a:cs typeface="Tahoma"/>
              </a:rPr>
              <a:t> </a:t>
            </a:r>
            <a:r>
              <a:rPr sz="2000" spc="-5" dirty="0">
                <a:cs typeface="Tahoma"/>
              </a:rPr>
              <a:t>aturan</a:t>
            </a:r>
            <a:r>
              <a:rPr sz="2000" spc="113" dirty="0">
                <a:cs typeface="Tahoma"/>
              </a:rPr>
              <a:t> </a:t>
            </a:r>
            <a:r>
              <a:rPr sz="2000" spc="-5" dirty="0">
                <a:cs typeface="Tahoma"/>
              </a:rPr>
              <a:t>hukum</a:t>
            </a:r>
            <a:r>
              <a:rPr sz="2000" spc="136" dirty="0">
                <a:cs typeface="Tahoma"/>
              </a:rPr>
              <a:t> </a:t>
            </a:r>
            <a:r>
              <a:rPr sz="2000" spc="-9" dirty="0">
                <a:cs typeface="Tahoma"/>
              </a:rPr>
              <a:t>dan</a:t>
            </a:r>
            <a:r>
              <a:rPr sz="2000" spc="141" dirty="0">
                <a:cs typeface="Tahoma"/>
              </a:rPr>
              <a:t> </a:t>
            </a:r>
            <a:r>
              <a:rPr sz="2000" spc="-5" dirty="0" err="1">
                <a:cs typeface="Tahoma"/>
              </a:rPr>
              <a:t>asas</a:t>
            </a:r>
            <a:r>
              <a:rPr lang="en-US" sz="2000" dirty="0">
                <a:cs typeface="Tahoma"/>
              </a:rPr>
              <a:t> </a:t>
            </a:r>
            <a:r>
              <a:rPr sz="2000" spc="-5" dirty="0" err="1">
                <a:cs typeface="Tahoma"/>
              </a:rPr>
              <a:t>hukum</a:t>
            </a:r>
            <a:r>
              <a:rPr sz="2000" spc="-5" dirty="0">
                <a:cs typeface="Tahoma"/>
              </a:rPr>
              <a:t> </a:t>
            </a:r>
            <a:r>
              <a:rPr sz="2000" spc="-9" dirty="0">
                <a:cs typeface="Tahoma"/>
              </a:rPr>
              <a:t>tersebut </a:t>
            </a:r>
            <a:r>
              <a:rPr sz="2000" spc="-5" dirty="0">
                <a:cs typeface="Tahoma"/>
              </a:rPr>
              <a:t>pada </a:t>
            </a:r>
            <a:r>
              <a:rPr sz="2000" dirty="0">
                <a:cs typeface="Tahoma"/>
              </a:rPr>
              <a:t>hakikatnya </a:t>
            </a:r>
            <a:r>
              <a:rPr sz="2000" spc="-5" dirty="0">
                <a:cs typeface="Tahoma"/>
              </a:rPr>
              <a:t>bertolak </a:t>
            </a:r>
            <a:r>
              <a:rPr sz="2000" spc="-9" dirty="0">
                <a:cs typeface="Tahoma"/>
              </a:rPr>
              <a:t>dari </a:t>
            </a:r>
            <a:r>
              <a:rPr sz="2000" spc="-5" dirty="0">
                <a:cs typeface="Tahoma"/>
              </a:rPr>
              <a:t>kesamaan </a:t>
            </a:r>
            <a:r>
              <a:rPr sz="2000" dirty="0">
                <a:cs typeface="Tahoma"/>
              </a:rPr>
              <a:t>pokok </a:t>
            </a:r>
            <a:r>
              <a:rPr sz="2000" spc="-5" dirty="0">
                <a:cs typeface="Tahoma"/>
              </a:rPr>
              <a:t>(esensi) </a:t>
            </a:r>
            <a:r>
              <a:rPr sz="2000" dirty="0">
                <a:cs typeface="Tahoma"/>
              </a:rPr>
              <a:t>kedua </a:t>
            </a:r>
            <a:r>
              <a:rPr sz="2000" spc="5" dirty="0">
                <a:cs typeface="Tahoma"/>
              </a:rPr>
              <a:t> </a:t>
            </a:r>
            <a:r>
              <a:rPr sz="2000" spc="-5" dirty="0">
                <a:cs typeface="Tahoma"/>
              </a:rPr>
              <a:t>konsep sebagai </a:t>
            </a:r>
            <a:r>
              <a:rPr sz="2000" spc="-9" dirty="0">
                <a:cs typeface="Tahoma"/>
              </a:rPr>
              <a:t>preskripsi </a:t>
            </a:r>
            <a:r>
              <a:rPr sz="2000" spc="-5" dirty="0">
                <a:cs typeface="Tahoma"/>
              </a:rPr>
              <a:t>atau dasar tindakan </a:t>
            </a:r>
            <a:r>
              <a:rPr sz="2000" spc="-9" dirty="0">
                <a:cs typeface="Tahoma"/>
              </a:rPr>
              <a:t>atau </a:t>
            </a:r>
            <a:r>
              <a:rPr sz="2000" spc="-5" dirty="0">
                <a:cs typeface="Tahoma"/>
              </a:rPr>
              <a:t>sebagai </a:t>
            </a:r>
            <a:r>
              <a:rPr sz="2000" spc="-51" dirty="0">
                <a:cs typeface="Tahoma"/>
              </a:rPr>
              <a:t>normative </a:t>
            </a:r>
            <a:r>
              <a:rPr sz="2000" spc="-41" dirty="0">
                <a:cs typeface="Tahoma"/>
              </a:rPr>
              <a:t>specirs </a:t>
            </a:r>
            <a:r>
              <a:rPr sz="2000" spc="-36" dirty="0">
                <a:cs typeface="Tahoma"/>
              </a:rPr>
              <a:t> </a:t>
            </a:r>
            <a:r>
              <a:rPr sz="2000" spc="-5" dirty="0">
                <a:cs typeface="Tahoma"/>
              </a:rPr>
              <a:t>menurut</a:t>
            </a:r>
            <a:r>
              <a:rPr sz="2000" spc="476" dirty="0">
                <a:cs typeface="Tahoma"/>
              </a:rPr>
              <a:t> </a:t>
            </a:r>
            <a:r>
              <a:rPr sz="2000" spc="-5" dirty="0">
                <a:cs typeface="Tahoma"/>
              </a:rPr>
              <a:t>Humberto</a:t>
            </a:r>
            <a:r>
              <a:rPr sz="2000" spc="481" dirty="0">
                <a:cs typeface="Tahoma"/>
              </a:rPr>
              <a:t> </a:t>
            </a:r>
            <a:r>
              <a:rPr sz="2000" spc="-5" dirty="0">
                <a:cs typeface="Tahoma"/>
              </a:rPr>
              <a:t>Avila.</a:t>
            </a:r>
            <a:r>
              <a:rPr sz="2000" spc="1013" baseline="31400" dirty="0">
                <a:cs typeface="Tahoma"/>
              </a:rPr>
              <a:t> </a:t>
            </a:r>
            <a:r>
              <a:rPr sz="2000" spc="-5" dirty="0">
                <a:cs typeface="Tahoma"/>
              </a:rPr>
              <a:t>Perbedaannya  </a:t>
            </a:r>
            <a:r>
              <a:rPr sz="2000" spc="-9" dirty="0">
                <a:cs typeface="Tahoma"/>
              </a:rPr>
              <a:t>secara</a:t>
            </a:r>
            <a:r>
              <a:rPr sz="2000" spc="485" dirty="0">
                <a:cs typeface="Tahoma"/>
              </a:rPr>
              <a:t> </a:t>
            </a:r>
            <a:r>
              <a:rPr sz="2000" spc="-5" dirty="0">
                <a:cs typeface="Tahoma"/>
              </a:rPr>
              <a:t>teknis</a:t>
            </a:r>
            <a:r>
              <a:rPr sz="2000" spc="472" dirty="0">
                <a:cs typeface="Tahoma"/>
              </a:rPr>
              <a:t> </a:t>
            </a:r>
            <a:r>
              <a:rPr sz="2000" spc="-5" dirty="0">
                <a:cs typeface="Tahoma"/>
              </a:rPr>
              <a:t>lebih</a:t>
            </a:r>
            <a:r>
              <a:rPr sz="2000" spc="476" dirty="0">
                <a:cs typeface="Tahoma"/>
              </a:rPr>
              <a:t> </a:t>
            </a:r>
            <a:r>
              <a:rPr sz="2000" spc="-5" dirty="0">
                <a:cs typeface="Tahoma"/>
              </a:rPr>
              <a:t>terkait</a:t>
            </a:r>
            <a:r>
              <a:rPr sz="2000" spc="476" dirty="0">
                <a:cs typeface="Tahoma"/>
              </a:rPr>
              <a:t> </a:t>
            </a:r>
            <a:r>
              <a:rPr sz="2000" spc="-5" dirty="0">
                <a:cs typeface="Tahoma"/>
              </a:rPr>
              <a:t>dengan</a:t>
            </a:r>
            <a:endParaRPr sz="200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99360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asil gambar untuk logo elnusa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904312" y="2283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U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0A0CD-BBD0-2C17-C868-FA39661DB77B}"/>
              </a:ext>
            </a:extLst>
          </p:cNvPr>
          <p:cNvSpPr txBox="1"/>
          <p:nvPr/>
        </p:nvSpPr>
        <p:spPr>
          <a:xfrm>
            <a:off x="3048000" y="26856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err="1"/>
              <a:t>Terima</a:t>
            </a:r>
            <a:r>
              <a:rPr lang="en-US" sz="5400" b="1" dirty="0"/>
              <a:t> Kasih</a:t>
            </a:r>
            <a:endParaRPr lang="id-ID" sz="5400" b="1" dirty="0"/>
          </a:p>
        </p:txBody>
      </p:sp>
    </p:spTree>
    <p:extLst>
      <p:ext uri="{BB962C8B-B14F-4D97-AF65-F5344CB8AC3E}">
        <p14:creationId xmlns:p14="http://schemas.microsoft.com/office/powerpoint/2010/main" val="260224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1428</Words>
  <Application>Microsoft Office PowerPoint</Application>
  <PresentationFormat>Widescreen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Tahoma</vt:lpstr>
      <vt:lpstr>Times New Roman</vt:lpstr>
      <vt:lpstr>Wingdings</vt:lpstr>
      <vt:lpstr>Office Theme</vt:lpstr>
      <vt:lpstr>Pendidikan Agama Mata Kuliah Dasar Umum   Sesi 4 – Konsep Kemanusiaan dari berbagai  Kitab Suci</vt:lpstr>
      <vt:lpstr>Lingkup Materi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 Ekonomi &amp; Bisnis II Program Studi Manajemen  Sesi 1 – Ruang Lingkup Statistik Inferensial</dc:title>
  <dc:creator>rizky kinoy</dc:creator>
  <cp:lastModifiedBy>Muhammad Nur Ichsan</cp:lastModifiedBy>
  <cp:revision>40</cp:revision>
  <dcterms:created xsi:type="dcterms:W3CDTF">2021-09-06T16:17:13Z</dcterms:created>
  <dcterms:modified xsi:type="dcterms:W3CDTF">2023-11-08T23:47:18Z</dcterms:modified>
</cp:coreProperties>
</file>