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458" r:id="rId3"/>
    <p:sldId id="459" r:id="rId4"/>
    <p:sldId id="261" r:id="rId5"/>
    <p:sldId id="262" r:id="rId6"/>
    <p:sldId id="263" r:id="rId7"/>
    <p:sldId id="264" r:id="rId8"/>
    <p:sldId id="460" r:id="rId9"/>
    <p:sldId id="461" r:id="rId10"/>
    <p:sldId id="267" r:id="rId11"/>
    <p:sldId id="266" r:id="rId12"/>
    <p:sldId id="260" r:id="rId13"/>
    <p:sldId id="265" r:id="rId14"/>
    <p:sldId id="268" r:id="rId15"/>
    <p:sldId id="271" r:id="rId16"/>
    <p:sldId id="270" r:id="rId17"/>
    <p:sldId id="272" r:id="rId18"/>
    <p:sldId id="41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51" autoAdjust="0"/>
    <p:restoredTop sz="94660"/>
  </p:normalViewPr>
  <p:slideViewPr>
    <p:cSldViewPr snapToGrid="0">
      <p:cViewPr varScale="1">
        <p:scale>
          <a:sx n="71" d="100"/>
          <a:sy n="71" d="100"/>
        </p:scale>
        <p:origin x="83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6_1">
  <dgm:title val=""/>
  <dgm:desc val=""/>
  <dgm:catLst>
    <dgm:cat type="accent6" pri="11100"/>
  </dgm:catLst>
  <dgm:styleLbl name="node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6">
        <a:alpha val="4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4_1">
  <dgm:title val=""/>
  <dgm:desc val=""/>
  <dgm:catLst>
    <dgm:cat type="accent4" pri="11100"/>
  </dgm:catLst>
  <dgm:styleLbl name="node0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4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4">
        <a:alpha val="4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875E447-C055-4735-B551-24D2B26AB17C}" type="doc">
      <dgm:prSet loTypeId="urn:microsoft.com/office/officeart/2005/8/layout/list1" loCatId="list" qsTypeId="urn:microsoft.com/office/officeart/2005/8/quickstyle/simple1" qsCatId="simple" csTypeId="urn:microsoft.com/office/officeart/2005/8/colors/accent6_1" csCatId="accent6" phldr="1"/>
      <dgm:spPr/>
      <dgm:t>
        <a:bodyPr/>
        <a:lstStyle/>
        <a:p>
          <a:endParaRPr lang="en-US"/>
        </a:p>
      </dgm:t>
    </dgm:pt>
    <dgm:pt modelId="{73BA2B2A-59EA-4994-AF0E-1C4C193958FC}">
      <dgm:prSet phldrT="[Text]" custT="1"/>
      <dgm:spPr/>
      <dgm:t>
        <a:bodyPr/>
        <a:lstStyle/>
        <a:p>
          <a:pPr algn="ctr"/>
          <a:r>
            <a:rPr lang="en-US" altLang="id-ID" sz="2200" b="1" dirty="0" err="1"/>
            <a:t>Rukun</a:t>
          </a:r>
          <a:endParaRPr lang="en-US" sz="2200" b="1" dirty="0"/>
        </a:p>
      </dgm:t>
    </dgm:pt>
    <dgm:pt modelId="{D6D3F920-449D-4D2D-BD48-DF8B0A4E0893}" type="parTrans" cxnId="{5E106B34-508E-4338-AA68-59E7B2FA99B1}">
      <dgm:prSet/>
      <dgm:spPr/>
      <dgm:t>
        <a:bodyPr/>
        <a:lstStyle/>
        <a:p>
          <a:endParaRPr lang="en-US"/>
        </a:p>
      </dgm:t>
    </dgm:pt>
    <dgm:pt modelId="{680E6DA8-2488-43C4-AAB2-3D901D795DCE}" type="sibTrans" cxnId="{5E106B34-508E-4338-AA68-59E7B2FA99B1}">
      <dgm:prSet/>
      <dgm:spPr/>
      <dgm:t>
        <a:bodyPr/>
        <a:lstStyle/>
        <a:p>
          <a:endParaRPr lang="en-US"/>
        </a:p>
      </dgm:t>
    </dgm:pt>
    <dgm:pt modelId="{E225D293-2416-4035-93B9-4FCE04859BD4}">
      <dgm:prSet phldrT="[Text]" custT="1"/>
      <dgm:spPr/>
      <dgm:t>
        <a:bodyPr/>
        <a:lstStyle/>
        <a:p>
          <a:pPr algn="just"/>
          <a:r>
            <a:rPr lang="en-US" altLang="id-ID" sz="2200" dirty="0"/>
            <a:t>Orang Indonesia (</a:t>
          </a:r>
          <a:r>
            <a:rPr lang="en-US" altLang="id-ID" sz="2200" dirty="0" err="1"/>
            <a:t>khususnya</a:t>
          </a:r>
          <a:r>
            <a:rPr lang="en-US" altLang="id-ID" sz="2200" dirty="0"/>
            <a:t> Orang </a:t>
          </a:r>
          <a:r>
            <a:rPr lang="en-US" altLang="id-ID" sz="2200" dirty="0" err="1"/>
            <a:t>Jawa</a:t>
          </a:r>
          <a:r>
            <a:rPr lang="en-US" altLang="id-ID" sz="2200" dirty="0"/>
            <a:t>) </a:t>
          </a:r>
          <a:r>
            <a:rPr lang="en-US" altLang="id-ID" sz="2200" dirty="0" err="1"/>
            <a:t>selalu</a:t>
          </a:r>
          <a:r>
            <a:rPr lang="en-US" altLang="id-ID" sz="2200" dirty="0"/>
            <a:t> </a:t>
          </a:r>
          <a:r>
            <a:rPr lang="en-US" altLang="id-ID" sz="2200" dirty="0" err="1"/>
            <a:t>mengedepankan</a:t>
          </a:r>
          <a:r>
            <a:rPr lang="en-US" altLang="id-ID" sz="2200" dirty="0"/>
            <a:t> </a:t>
          </a:r>
          <a:r>
            <a:rPr lang="en-US" altLang="id-ID" sz="2200" dirty="0" err="1"/>
            <a:t>kerukunan</a:t>
          </a:r>
          <a:r>
            <a:rPr lang="en-US" altLang="id-ID" sz="2200" dirty="0"/>
            <a:t> </a:t>
          </a:r>
          <a:r>
            <a:rPr lang="en-US" altLang="id-ID" sz="2200" dirty="0" err="1"/>
            <a:t>dalam</a:t>
          </a:r>
          <a:r>
            <a:rPr lang="en-US" altLang="id-ID" sz="2200" dirty="0"/>
            <a:t> </a:t>
          </a:r>
          <a:r>
            <a:rPr lang="en-US" altLang="id-ID" sz="2200" dirty="0" err="1"/>
            <a:t>kehidupannya</a:t>
          </a:r>
          <a:r>
            <a:rPr lang="en-US" altLang="id-ID" sz="2200" dirty="0"/>
            <a:t>.</a:t>
          </a:r>
          <a:endParaRPr lang="en-US" sz="2200" dirty="0"/>
        </a:p>
      </dgm:t>
    </dgm:pt>
    <dgm:pt modelId="{1D7B0F6A-E902-4576-B13A-E8F42784034B}" type="parTrans" cxnId="{6BD13E03-83CA-4726-A74F-E5E9571980F0}">
      <dgm:prSet/>
      <dgm:spPr/>
      <dgm:t>
        <a:bodyPr/>
        <a:lstStyle/>
        <a:p>
          <a:endParaRPr lang="en-US"/>
        </a:p>
      </dgm:t>
    </dgm:pt>
    <dgm:pt modelId="{93FD7421-9E27-4D12-B85A-2345129A2651}" type="sibTrans" cxnId="{6BD13E03-83CA-4726-A74F-E5E9571980F0}">
      <dgm:prSet/>
      <dgm:spPr/>
      <dgm:t>
        <a:bodyPr/>
        <a:lstStyle/>
        <a:p>
          <a:endParaRPr lang="en-US"/>
        </a:p>
      </dgm:t>
    </dgm:pt>
    <dgm:pt modelId="{EBE0E04A-A685-49D7-9795-08EFD5BCDD29}">
      <dgm:prSet phldrT="[Text]" custT="1"/>
      <dgm:spPr/>
      <dgm:t>
        <a:bodyPr/>
        <a:lstStyle/>
        <a:p>
          <a:pPr algn="ctr"/>
          <a:r>
            <a:rPr lang="en-US" altLang="id-ID" sz="2200" b="1" dirty="0" err="1"/>
            <a:t>Harmoni</a:t>
          </a:r>
          <a:endParaRPr lang="en-US" sz="2200" b="1" dirty="0"/>
        </a:p>
      </dgm:t>
    </dgm:pt>
    <dgm:pt modelId="{9458E843-B792-44D5-B71B-46A3C4089F6D}" type="parTrans" cxnId="{4AEC40C7-77DF-40C3-B5BA-631EB6C9EA7B}">
      <dgm:prSet/>
      <dgm:spPr/>
      <dgm:t>
        <a:bodyPr/>
        <a:lstStyle/>
        <a:p>
          <a:endParaRPr lang="en-US"/>
        </a:p>
      </dgm:t>
    </dgm:pt>
    <dgm:pt modelId="{A4C833A0-B2CA-4C7F-BBE2-77065BC8742C}" type="sibTrans" cxnId="{4AEC40C7-77DF-40C3-B5BA-631EB6C9EA7B}">
      <dgm:prSet/>
      <dgm:spPr/>
      <dgm:t>
        <a:bodyPr/>
        <a:lstStyle/>
        <a:p>
          <a:endParaRPr lang="en-US"/>
        </a:p>
      </dgm:t>
    </dgm:pt>
    <dgm:pt modelId="{EA677192-3187-49F6-862C-223ADCE2AF0B}">
      <dgm:prSet phldrT="[Text]" custT="1"/>
      <dgm:spPr/>
      <dgm:t>
        <a:bodyPr/>
        <a:lstStyle/>
        <a:p>
          <a:pPr algn="just"/>
          <a:r>
            <a:rPr lang="en-US" altLang="id-ID" sz="2200" dirty="0"/>
            <a:t>Orang Indonesia (</a:t>
          </a:r>
          <a:r>
            <a:rPr lang="en-US" altLang="id-ID" sz="2200" dirty="0" err="1"/>
            <a:t>khususnya</a:t>
          </a:r>
          <a:r>
            <a:rPr lang="en-US" altLang="id-ID" sz="2200" dirty="0"/>
            <a:t> Orang </a:t>
          </a:r>
          <a:r>
            <a:rPr lang="en-US" altLang="id-ID" sz="2200" dirty="0" err="1"/>
            <a:t>Jawa</a:t>
          </a:r>
          <a:r>
            <a:rPr lang="en-US" altLang="id-ID" sz="2200" dirty="0"/>
            <a:t>) </a:t>
          </a:r>
          <a:r>
            <a:rPr lang="en-US" altLang="id-ID" sz="2200" dirty="0" err="1"/>
            <a:t>selalu</a:t>
          </a:r>
          <a:r>
            <a:rPr lang="en-US" altLang="id-ID" sz="2200" dirty="0"/>
            <a:t> </a:t>
          </a:r>
          <a:r>
            <a:rPr lang="en-US" altLang="id-ID" sz="2200" dirty="0" err="1"/>
            <a:t>mengedepankan</a:t>
          </a:r>
          <a:r>
            <a:rPr lang="en-US" altLang="id-ID" sz="2200" dirty="0"/>
            <a:t> </a:t>
          </a:r>
          <a:r>
            <a:rPr lang="en-US" altLang="id-ID" sz="2200" dirty="0" err="1"/>
            <a:t>keseimbangan</a:t>
          </a:r>
          <a:r>
            <a:rPr lang="en-US" altLang="id-ID" sz="2200" dirty="0"/>
            <a:t> </a:t>
          </a:r>
          <a:r>
            <a:rPr lang="en-US" altLang="id-ID" sz="2200" dirty="0" err="1"/>
            <a:t>antara</a:t>
          </a:r>
          <a:r>
            <a:rPr lang="en-US" altLang="id-ID" sz="2200" dirty="0"/>
            <a:t> </a:t>
          </a:r>
          <a:r>
            <a:rPr lang="en-US" altLang="id-ID" sz="2200" dirty="0" err="1"/>
            <a:t>mikro</a:t>
          </a:r>
          <a:r>
            <a:rPr lang="en-US" altLang="id-ID" sz="2200" dirty="0"/>
            <a:t> </a:t>
          </a:r>
          <a:r>
            <a:rPr lang="en-US" altLang="id-ID" sz="2200" dirty="0" err="1"/>
            <a:t>kosmos</a:t>
          </a:r>
          <a:r>
            <a:rPr lang="en-US" altLang="id-ID" sz="2200" dirty="0"/>
            <a:t> dan </a:t>
          </a:r>
          <a:r>
            <a:rPr lang="en-US" altLang="id-ID" sz="2200" dirty="0" err="1"/>
            <a:t>makro</a:t>
          </a:r>
          <a:r>
            <a:rPr lang="en-US" altLang="id-ID" sz="2200" dirty="0"/>
            <a:t> </a:t>
          </a:r>
          <a:r>
            <a:rPr lang="en-US" altLang="id-ID" sz="2200" dirty="0" err="1"/>
            <a:t>kosmos</a:t>
          </a:r>
          <a:endParaRPr lang="en-US" sz="2200" dirty="0"/>
        </a:p>
      </dgm:t>
    </dgm:pt>
    <dgm:pt modelId="{000B2E18-8770-48AD-B34B-BE8BF03BE304}" type="parTrans" cxnId="{CAAB5C10-9582-45A8-8A2F-38551C1258C0}">
      <dgm:prSet/>
      <dgm:spPr/>
      <dgm:t>
        <a:bodyPr/>
        <a:lstStyle/>
        <a:p>
          <a:endParaRPr lang="en-US"/>
        </a:p>
      </dgm:t>
    </dgm:pt>
    <dgm:pt modelId="{A2BC5C54-24F9-462F-A185-BFD4809FA1D4}" type="sibTrans" cxnId="{CAAB5C10-9582-45A8-8A2F-38551C1258C0}">
      <dgm:prSet/>
      <dgm:spPr/>
      <dgm:t>
        <a:bodyPr/>
        <a:lstStyle/>
        <a:p>
          <a:endParaRPr lang="en-US"/>
        </a:p>
      </dgm:t>
    </dgm:pt>
    <dgm:pt modelId="{4C01A431-6C6A-48D2-91EE-1213E90E040C}">
      <dgm:prSet phldrT="[Text]" custT="1"/>
      <dgm:spPr/>
      <dgm:t>
        <a:bodyPr/>
        <a:lstStyle/>
        <a:p>
          <a:pPr algn="ctr"/>
          <a:r>
            <a:rPr lang="en-US" altLang="id-ID" sz="2200" b="1" dirty="0" err="1"/>
            <a:t>Selamat</a:t>
          </a:r>
          <a:endParaRPr lang="en-US" sz="2200" b="1" dirty="0"/>
        </a:p>
      </dgm:t>
    </dgm:pt>
    <dgm:pt modelId="{1B10FB1C-25F2-4314-A73A-017D23961271}" type="parTrans" cxnId="{E126141C-E594-4382-B3DB-A983F9F20BF3}">
      <dgm:prSet/>
      <dgm:spPr/>
      <dgm:t>
        <a:bodyPr/>
        <a:lstStyle/>
        <a:p>
          <a:endParaRPr lang="en-US"/>
        </a:p>
      </dgm:t>
    </dgm:pt>
    <dgm:pt modelId="{4E284CEA-8494-4D9A-82D3-3349E93254FB}" type="sibTrans" cxnId="{E126141C-E594-4382-B3DB-A983F9F20BF3}">
      <dgm:prSet/>
      <dgm:spPr/>
      <dgm:t>
        <a:bodyPr/>
        <a:lstStyle/>
        <a:p>
          <a:endParaRPr lang="en-US"/>
        </a:p>
      </dgm:t>
    </dgm:pt>
    <dgm:pt modelId="{7533FC04-33E5-449E-9643-F26CF4F76B58}">
      <dgm:prSet phldrT="[Text]" custT="1"/>
      <dgm:spPr/>
      <dgm:t>
        <a:bodyPr/>
        <a:lstStyle/>
        <a:p>
          <a:pPr algn="just"/>
          <a:r>
            <a:rPr lang="en-US" altLang="id-ID" sz="2200" dirty="0"/>
            <a:t>Orang Indonesia (</a:t>
          </a:r>
          <a:r>
            <a:rPr lang="en-US" altLang="id-ID" sz="2200" dirty="0" err="1"/>
            <a:t>khususnya</a:t>
          </a:r>
          <a:r>
            <a:rPr lang="en-US" altLang="id-ID" sz="2200" dirty="0"/>
            <a:t> orang </a:t>
          </a:r>
          <a:r>
            <a:rPr lang="en-US" altLang="id-ID" sz="2200" dirty="0" err="1"/>
            <a:t>Jawa</a:t>
          </a:r>
          <a:r>
            <a:rPr lang="en-US" altLang="id-ID" sz="2200" dirty="0"/>
            <a:t>) sangat </a:t>
          </a:r>
          <a:r>
            <a:rPr lang="en-US" altLang="id-ID" sz="2200" dirty="0" err="1"/>
            <a:t>menjaga</a:t>
          </a:r>
          <a:r>
            <a:rPr lang="en-US" altLang="id-ID" sz="2200" dirty="0"/>
            <a:t> </a:t>
          </a:r>
          <a:r>
            <a:rPr lang="en-US" altLang="id-ID" sz="2200" dirty="0" err="1"/>
            <a:t>keselamatan</a:t>
          </a:r>
          <a:r>
            <a:rPr lang="en-US" altLang="id-ID" sz="2200" dirty="0"/>
            <a:t> </a:t>
          </a:r>
          <a:r>
            <a:rPr lang="en-US" altLang="id-ID" sz="2200" dirty="0" err="1"/>
            <a:t>baik</a:t>
          </a:r>
          <a:r>
            <a:rPr lang="en-US" altLang="id-ID" sz="2200" dirty="0"/>
            <a:t> </a:t>
          </a:r>
          <a:r>
            <a:rPr lang="en-US" altLang="id-ID" sz="2200" dirty="0" err="1"/>
            <a:t>dengan</a:t>
          </a:r>
          <a:r>
            <a:rPr lang="en-US" altLang="id-ID" sz="2200" dirty="0"/>
            <a:t> </a:t>
          </a:r>
          <a:r>
            <a:rPr lang="en-US" altLang="id-ID" sz="2200" dirty="0" err="1"/>
            <a:t>sesama</a:t>
          </a:r>
          <a:r>
            <a:rPr lang="en-US" altLang="id-ID" sz="2200" dirty="0"/>
            <a:t> </a:t>
          </a:r>
          <a:r>
            <a:rPr lang="en-US" altLang="id-ID" sz="2200" dirty="0" err="1"/>
            <a:t>manusia</a:t>
          </a:r>
          <a:r>
            <a:rPr lang="en-US" altLang="id-ID" sz="2200" dirty="0"/>
            <a:t>, </a:t>
          </a:r>
          <a:r>
            <a:rPr lang="en-US" altLang="id-ID" sz="2200" dirty="0" err="1"/>
            <a:t>alam</a:t>
          </a:r>
          <a:r>
            <a:rPr lang="en-US" altLang="id-ID" sz="2200" dirty="0"/>
            <a:t> dan </a:t>
          </a:r>
          <a:r>
            <a:rPr lang="en-US" altLang="id-ID" sz="2200" dirty="0" err="1"/>
            <a:t>Tuhan</a:t>
          </a:r>
          <a:endParaRPr lang="en-US" sz="2200" dirty="0"/>
        </a:p>
      </dgm:t>
    </dgm:pt>
    <dgm:pt modelId="{A612D931-C262-4D82-888F-68544A5DD30F}" type="parTrans" cxnId="{F874BCAC-00A8-47E8-B749-65FEE2A19EE5}">
      <dgm:prSet/>
      <dgm:spPr/>
      <dgm:t>
        <a:bodyPr/>
        <a:lstStyle/>
        <a:p>
          <a:endParaRPr lang="en-US"/>
        </a:p>
      </dgm:t>
    </dgm:pt>
    <dgm:pt modelId="{A63AF53F-4D8E-4D39-A420-4049DE90A7AF}" type="sibTrans" cxnId="{F874BCAC-00A8-47E8-B749-65FEE2A19EE5}">
      <dgm:prSet/>
      <dgm:spPr/>
      <dgm:t>
        <a:bodyPr/>
        <a:lstStyle/>
        <a:p>
          <a:endParaRPr lang="en-US"/>
        </a:p>
      </dgm:t>
    </dgm:pt>
    <dgm:pt modelId="{5AAC5632-0404-4B9F-8627-489256C315B6}" type="pres">
      <dgm:prSet presAssocID="{D875E447-C055-4735-B551-24D2B26AB17C}" presName="linear" presStyleCnt="0">
        <dgm:presLayoutVars>
          <dgm:dir/>
          <dgm:animLvl val="lvl"/>
          <dgm:resizeHandles val="exact"/>
        </dgm:presLayoutVars>
      </dgm:prSet>
      <dgm:spPr/>
    </dgm:pt>
    <dgm:pt modelId="{7C6008AD-934A-4C59-9133-7D59EAEE693B}" type="pres">
      <dgm:prSet presAssocID="{73BA2B2A-59EA-4994-AF0E-1C4C193958FC}" presName="parentLin" presStyleCnt="0"/>
      <dgm:spPr/>
    </dgm:pt>
    <dgm:pt modelId="{B400EF20-3DC0-4648-803A-0026BB3D3C5F}" type="pres">
      <dgm:prSet presAssocID="{73BA2B2A-59EA-4994-AF0E-1C4C193958FC}" presName="parentLeftMargin" presStyleLbl="node1" presStyleIdx="0" presStyleCnt="3"/>
      <dgm:spPr/>
    </dgm:pt>
    <dgm:pt modelId="{A1012AE1-3467-48D8-8C26-E4BB742F9ABB}" type="pres">
      <dgm:prSet presAssocID="{73BA2B2A-59EA-4994-AF0E-1C4C193958FC}" presName="parentText" presStyleLbl="node1" presStyleIdx="0" presStyleCnt="3" custScaleX="26244">
        <dgm:presLayoutVars>
          <dgm:chMax val="0"/>
          <dgm:bulletEnabled val="1"/>
        </dgm:presLayoutVars>
      </dgm:prSet>
      <dgm:spPr/>
    </dgm:pt>
    <dgm:pt modelId="{5B22BBE2-0F12-43C7-BFA4-E974BCB9AD48}" type="pres">
      <dgm:prSet presAssocID="{73BA2B2A-59EA-4994-AF0E-1C4C193958FC}" presName="negativeSpace" presStyleCnt="0"/>
      <dgm:spPr/>
    </dgm:pt>
    <dgm:pt modelId="{D66BB584-868C-4570-8E54-2FDD6CCC43FD}" type="pres">
      <dgm:prSet presAssocID="{73BA2B2A-59EA-4994-AF0E-1C4C193958FC}" presName="childText" presStyleLbl="conFgAcc1" presStyleIdx="0" presStyleCnt="3">
        <dgm:presLayoutVars>
          <dgm:bulletEnabled val="1"/>
        </dgm:presLayoutVars>
      </dgm:prSet>
      <dgm:spPr/>
    </dgm:pt>
    <dgm:pt modelId="{DC8D2587-F6F1-4150-A5ED-6FE93768836B}" type="pres">
      <dgm:prSet presAssocID="{680E6DA8-2488-43C4-AAB2-3D901D795DCE}" presName="spaceBetweenRectangles" presStyleCnt="0"/>
      <dgm:spPr/>
    </dgm:pt>
    <dgm:pt modelId="{85BDBDA0-D995-46E1-A3F1-F9E07D355937}" type="pres">
      <dgm:prSet presAssocID="{EBE0E04A-A685-49D7-9795-08EFD5BCDD29}" presName="parentLin" presStyleCnt="0"/>
      <dgm:spPr/>
    </dgm:pt>
    <dgm:pt modelId="{2ADEAD7A-4B60-43DB-975B-9C51F586BAB7}" type="pres">
      <dgm:prSet presAssocID="{EBE0E04A-A685-49D7-9795-08EFD5BCDD29}" presName="parentLeftMargin" presStyleLbl="node1" presStyleIdx="0" presStyleCnt="3"/>
      <dgm:spPr/>
    </dgm:pt>
    <dgm:pt modelId="{D2CD3733-8787-450A-8BBD-848373BDB903}" type="pres">
      <dgm:prSet presAssocID="{EBE0E04A-A685-49D7-9795-08EFD5BCDD29}" presName="parentText" presStyleLbl="node1" presStyleIdx="1" presStyleCnt="3" custScaleX="26244">
        <dgm:presLayoutVars>
          <dgm:chMax val="0"/>
          <dgm:bulletEnabled val="1"/>
        </dgm:presLayoutVars>
      </dgm:prSet>
      <dgm:spPr/>
    </dgm:pt>
    <dgm:pt modelId="{4FB00DCF-5D88-4519-80AD-2F01E8816135}" type="pres">
      <dgm:prSet presAssocID="{EBE0E04A-A685-49D7-9795-08EFD5BCDD29}" presName="negativeSpace" presStyleCnt="0"/>
      <dgm:spPr/>
    </dgm:pt>
    <dgm:pt modelId="{B27D84FB-D47F-4E9F-9224-85D35498D050}" type="pres">
      <dgm:prSet presAssocID="{EBE0E04A-A685-49D7-9795-08EFD5BCDD29}" presName="childText" presStyleLbl="conFgAcc1" presStyleIdx="1" presStyleCnt="3">
        <dgm:presLayoutVars>
          <dgm:bulletEnabled val="1"/>
        </dgm:presLayoutVars>
      </dgm:prSet>
      <dgm:spPr/>
    </dgm:pt>
    <dgm:pt modelId="{5BDE0228-1FDC-46BE-A370-305E9D3A0F9D}" type="pres">
      <dgm:prSet presAssocID="{A4C833A0-B2CA-4C7F-BBE2-77065BC8742C}" presName="spaceBetweenRectangles" presStyleCnt="0"/>
      <dgm:spPr/>
    </dgm:pt>
    <dgm:pt modelId="{41BC5761-D46F-47EA-8D99-AA593D249ABC}" type="pres">
      <dgm:prSet presAssocID="{4C01A431-6C6A-48D2-91EE-1213E90E040C}" presName="parentLin" presStyleCnt="0"/>
      <dgm:spPr/>
    </dgm:pt>
    <dgm:pt modelId="{C826FD8E-E5B9-43D5-8B26-D0D1BC1AD707}" type="pres">
      <dgm:prSet presAssocID="{4C01A431-6C6A-48D2-91EE-1213E90E040C}" presName="parentLeftMargin" presStyleLbl="node1" presStyleIdx="1" presStyleCnt="3"/>
      <dgm:spPr/>
    </dgm:pt>
    <dgm:pt modelId="{B07D90E8-9951-410B-9C92-EDCE261C06F6}" type="pres">
      <dgm:prSet presAssocID="{4C01A431-6C6A-48D2-91EE-1213E90E040C}" presName="parentText" presStyleLbl="node1" presStyleIdx="2" presStyleCnt="3" custScaleX="26244">
        <dgm:presLayoutVars>
          <dgm:chMax val="0"/>
          <dgm:bulletEnabled val="1"/>
        </dgm:presLayoutVars>
      </dgm:prSet>
      <dgm:spPr/>
    </dgm:pt>
    <dgm:pt modelId="{7BEDD635-89D8-48E7-9512-5AC98113BFEA}" type="pres">
      <dgm:prSet presAssocID="{4C01A431-6C6A-48D2-91EE-1213E90E040C}" presName="negativeSpace" presStyleCnt="0"/>
      <dgm:spPr/>
    </dgm:pt>
    <dgm:pt modelId="{E34346C4-851D-420E-9517-E78D7C6C2E1E}" type="pres">
      <dgm:prSet presAssocID="{4C01A431-6C6A-48D2-91EE-1213E90E040C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6BD13E03-83CA-4726-A74F-E5E9571980F0}" srcId="{73BA2B2A-59EA-4994-AF0E-1C4C193958FC}" destId="{E225D293-2416-4035-93B9-4FCE04859BD4}" srcOrd="0" destOrd="0" parTransId="{1D7B0F6A-E902-4576-B13A-E8F42784034B}" sibTransId="{93FD7421-9E27-4D12-B85A-2345129A2651}"/>
    <dgm:cxn modelId="{D09F9709-1198-4DF1-B233-CFFDC1F10C83}" type="presOf" srcId="{D875E447-C055-4735-B551-24D2B26AB17C}" destId="{5AAC5632-0404-4B9F-8627-489256C315B6}" srcOrd="0" destOrd="0" presId="urn:microsoft.com/office/officeart/2005/8/layout/list1"/>
    <dgm:cxn modelId="{CAAB5C10-9582-45A8-8A2F-38551C1258C0}" srcId="{EBE0E04A-A685-49D7-9795-08EFD5BCDD29}" destId="{EA677192-3187-49F6-862C-223ADCE2AF0B}" srcOrd="0" destOrd="0" parTransId="{000B2E18-8770-48AD-B34B-BE8BF03BE304}" sibTransId="{A2BC5C54-24F9-462F-A185-BFD4809FA1D4}"/>
    <dgm:cxn modelId="{E126141C-E594-4382-B3DB-A983F9F20BF3}" srcId="{D875E447-C055-4735-B551-24D2B26AB17C}" destId="{4C01A431-6C6A-48D2-91EE-1213E90E040C}" srcOrd="2" destOrd="0" parTransId="{1B10FB1C-25F2-4314-A73A-017D23961271}" sibTransId="{4E284CEA-8494-4D9A-82D3-3349E93254FB}"/>
    <dgm:cxn modelId="{5E106B34-508E-4338-AA68-59E7B2FA99B1}" srcId="{D875E447-C055-4735-B551-24D2B26AB17C}" destId="{73BA2B2A-59EA-4994-AF0E-1C4C193958FC}" srcOrd="0" destOrd="0" parTransId="{D6D3F920-449D-4D2D-BD48-DF8B0A4E0893}" sibTransId="{680E6DA8-2488-43C4-AAB2-3D901D795DCE}"/>
    <dgm:cxn modelId="{DC195147-8366-4537-B217-C1C7464922C3}" type="presOf" srcId="{4C01A431-6C6A-48D2-91EE-1213E90E040C}" destId="{C826FD8E-E5B9-43D5-8B26-D0D1BC1AD707}" srcOrd="0" destOrd="0" presId="urn:microsoft.com/office/officeart/2005/8/layout/list1"/>
    <dgm:cxn modelId="{0337DF77-2F83-49DE-80F5-AED1CEDCBB57}" type="presOf" srcId="{E225D293-2416-4035-93B9-4FCE04859BD4}" destId="{D66BB584-868C-4570-8E54-2FDD6CCC43FD}" srcOrd="0" destOrd="0" presId="urn:microsoft.com/office/officeart/2005/8/layout/list1"/>
    <dgm:cxn modelId="{07328395-3EBF-477B-887D-47BBDFCBDEDC}" type="presOf" srcId="{EA677192-3187-49F6-862C-223ADCE2AF0B}" destId="{B27D84FB-D47F-4E9F-9224-85D35498D050}" srcOrd="0" destOrd="0" presId="urn:microsoft.com/office/officeart/2005/8/layout/list1"/>
    <dgm:cxn modelId="{CBF88895-801F-4EC4-ABF6-C29D65A2F616}" type="presOf" srcId="{EBE0E04A-A685-49D7-9795-08EFD5BCDD29}" destId="{2ADEAD7A-4B60-43DB-975B-9C51F586BAB7}" srcOrd="0" destOrd="0" presId="urn:microsoft.com/office/officeart/2005/8/layout/list1"/>
    <dgm:cxn modelId="{BB7D749C-E8C1-4200-A0CE-40E335FFE33A}" type="presOf" srcId="{7533FC04-33E5-449E-9643-F26CF4F76B58}" destId="{E34346C4-851D-420E-9517-E78D7C6C2E1E}" srcOrd="0" destOrd="0" presId="urn:microsoft.com/office/officeart/2005/8/layout/list1"/>
    <dgm:cxn modelId="{FDEE0AA2-52A1-4DE6-B6E8-02DB2E64458E}" type="presOf" srcId="{4C01A431-6C6A-48D2-91EE-1213E90E040C}" destId="{B07D90E8-9951-410B-9C92-EDCE261C06F6}" srcOrd="1" destOrd="0" presId="urn:microsoft.com/office/officeart/2005/8/layout/list1"/>
    <dgm:cxn modelId="{F874BCAC-00A8-47E8-B749-65FEE2A19EE5}" srcId="{4C01A431-6C6A-48D2-91EE-1213E90E040C}" destId="{7533FC04-33E5-449E-9643-F26CF4F76B58}" srcOrd="0" destOrd="0" parTransId="{A612D931-C262-4D82-888F-68544A5DD30F}" sibTransId="{A63AF53F-4D8E-4D39-A420-4049DE90A7AF}"/>
    <dgm:cxn modelId="{705B82C3-12F6-43AE-A09E-283DD7B611F5}" type="presOf" srcId="{EBE0E04A-A685-49D7-9795-08EFD5BCDD29}" destId="{D2CD3733-8787-450A-8BBD-848373BDB903}" srcOrd="1" destOrd="0" presId="urn:microsoft.com/office/officeart/2005/8/layout/list1"/>
    <dgm:cxn modelId="{4AEC40C7-77DF-40C3-B5BA-631EB6C9EA7B}" srcId="{D875E447-C055-4735-B551-24D2B26AB17C}" destId="{EBE0E04A-A685-49D7-9795-08EFD5BCDD29}" srcOrd="1" destOrd="0" parTransId="{9458E843-B792-44D5-B71B-46A3C4089F6D}" sibTransId="{A4C833A0-B2CA-4C7F-BBE2-77065BC8742C}"/>
    <dgm:cxn modelId="{25EF1ED3-159F-4A5B-AF08-6BABE8BA6314}" type="presOf" srcId="{73BA2B2A-59EA-4994-AF0E-1C4C193958FC}" destId="{B400EF20-3DC0-4648-803A-0026BB3D3C5F}" srcOrd="0" destOrd="0" presId="urn:microsoft.com/office/officeart/2005/8/layout/list1"/>
    <dgm:cxn modelId="{91C671E5-0D01-48DE-8884-29B2CCEE4E6D}" type="presOf" srcId="{73BA2B2A-59EA-4994-AF0E-1C4C193958FC}" destId="{A1012AE1-3467-48D8-8C26-E4BB742F9ABB}" srcOrd="1" destOrd="0" presId="urn:microsoft.com/office/officeart/2005/8/layout/list1"/>
    <dgm:cxn modelId="{9BD57CF6-CA36-424B-88F9-BEC0EBEC8C8D}" type="presParOf" srcId="{5AAC5632-0404-4B9F-8627-489256C315B6}" destId="{7C6008AD-934A-4C59-9133-7D59EAEE693B}" srcOrd="0" destOrd="0" presId="urn:microsoft.com/office/officeart/2005/8/layout/list1"/>
    <dgm:cxn modelId="{0BF4C7A0-B38C-46A1-9972-F1803519E588}" type="presParOf" srcId="{7C6008AD-934A-4C59-9133-7D59EAEE693B}" destId="{B400EF20-3DC0-4648-803A-0026BB3D3C5F}" srcOrd="0" destOrd="0" presId="urn:microsoft.com/office/officeart/2005/8/layout/list1"/>
    <dgm:cxn modelId="{FC5A3B1E-434F-47A2-99D5-1F4873C1CA5B}" type="presParOf" srcId="{7C6008AD-934A-4C59-9133-7D59EAEE693B}" destId="{A1012AE1-3467-48D8-8C26-E4BB742F9ABB}" srcOrd="1" destOrd="0" presId="urn:microsoft.com/office/officeart/2005/8/layout/list1"/>
    <dgm:cxn modelId="{C8D19828-F0B4-459E-AC1B-9971B45439FA}" type="presParOf" srcId="{5AAC5632-0404-4B9F-8627-489256C315B6}" destId="{5B22BBE2-0F12-43C7-BFA4-E974BCB9AD48}" srcOrd="1" destOrd="0" presId="urn:microsoft.com/office/officeart/2005/8/layout/list1"/>
    <dgm:cxn modelId="{3234F440-8792-4A42-BBE2-CA0714405300}" type="presParOf" srcId="{5AAC5632-0404-4B9F-8627-489256C315B6}" destId="{D66BB584-868C-4570-8E54-2FDD6CCC43FD}" srcOrd="2" destOrd="0" presId="urn:microsoft.com/office/officeart/2005/8/layout/list1"/>
    <dgm:cxn modelId="{98F39E2A-2C55-4BD9-94CD-CC93C159F582}" type="presParOf" srcId="{5AAC5632-0404-4B9F-8627-489256C315B6}" destId="{DC8D2587-F6F1-4150-A5ED-6FE93768836B}" srcOrd="3" destOrd="0" presId="urn:microsoft.com/office/officeart/2005/8/layout/list1"/>
    <dgm:cxn modelId="{D4E39D61-6E0C-49FE-908A-8A14296CEC1E}" type="presParOf" srcId="{5AAC5632-0404-4B9F-8627-489256C315B6}" destId="{85BDBDA0-D995-46E1-A3F1-F9E07D355937}" srcOrd="4" destOrd="0" presId="urn:microsoft.com/office/officeart/2005/8/layout/list1"/>
    <dgm:cxn modelId="{8AD19A26-A94D-482C-A2B2-C76D36836007}" type="presParOf" srcId="{85BDBDA0-D995-46E1-A3F1-F9E07D355937}" destId="{2ADEAD7A-4B60-43DB-975B-9C51F586BAB7}" srcOrd="0" destOrd="0" presId="urn:microsoft.com/office/officeart/2005/8/layout/list1"/>
    <dgm:cxn modelId="{0107F6D1-8B1B-42CC-98E4-F40BA6A7239B}" type="presParOf" srcId="{85BDBDA0-D995-46E1-A3F1-F9E07D355937}" destId="{D2CD3733-8787-450A-8BBD-848373BDB903}" srcOrd="1" destOrd="0" presId="urn:microsoft.com/office/officeart/2005/8/layout/list1"/>
    <dgm:cxn modelId="{47F6B27D-61AA-476E-B865-7C453247E5C1}" type="presParOf" srcId="{5AAC5632-0404-4B9F-8627-489256C315B6}" destId="{4FB00DCF-5D88-4519-80AD-2F01E8816135}" srcOrd="5" destOrd="0" presId="urn:microsoft.com/office/officeart/2005/8/layout/list1"/>
    <dgm:cxn modelId="{5171016E-4112-4D77-A722-371B77FD77BF}" type="presParOf" srcId="{5AAC5632-0404-4B9F-8627-489256C315B6}" destId="{B27D84FB-D47F-4E9F-9224-85D35498D050}" srcOrd="6" destOrd="0" presId="urn:microsoft.com/office/officeart/2005/8/layout/list1"/>
    <dgm:cxn modelId="{53259000-783B-4597-B77D-9C4805ACEC39}" type="presParOf" srcId="{5AAC5632-0404-4B9F-8627-489256C315B6}" destId="{5BDE0228-1FDC-46BE-A370-305E9D3A0F9D}" srcOrd="7" destOrd="0" presId="urn:microsoft.com/office/officeart/2005/8/layout/list1"/>
    <dgm:cxn modelId="{273DDCB7-446F-43DA-BF04-694EC39BCE14}" type="presParOf" srcId="{5AAC5632-0404-4B9F-8627-489256C315B6}" destId="{41BC5761-D46F-47EA-8D99-AA593D249ABC}" srcOrd="8" destOrd="0" presId="urn:microsoft.com/office/officeart/2005/8/layout/list1"/>
    <dgm:cxn modelId="{7EB70EA1-0ED2-47E4-9AE3-2326A4CCC405}" type="presParOf" srcId="{41BC5761-D46F-47EA-8D99-AA593D249ABC}" destId="{C826FD8E-E5B9-43D5-8B26-D0D1BC1AD707}" srcOrd="0" destOrd="0" presId="urn:microsoft.com/office/officeart/2005/8/layout/list1"/>
    <dgm:cxn modelId="{787A8F52-D5B0-4C84-B167-3FD40D73FF7E}" type="presParOf" srcId="{41BC5761-D46F-47EA-8D99-AA593D249ABC}" destId="{B07D90E8-9951-410B-9C92-EDCE261C06F6}" srcOrd="1" destOrd="0" presId="urn:microsoft.com/office/officeart/2005/8/layout/list1"/>
    <dgm:cxn modelId="{983361FB-AB6D-4A6F-A0F3-9A2D55A87B8B}" type="presParOf" srcId="{5AAC5632-0404-4B9F-8627-489256C315B6}" destId="{7BEDD635-89D8-48E7-9512-5AC98113BFEA}" srcOrd="9" destOrd="0" presId="urn:microsoft.com/office/officeart/2005/8/layout/list1"/>
    <dgm:cxn modelId="{1E3577CF-2153-46DE-800C-D28E3B56240B}" type="presParOf" srcId="{5AAC5632-0404-4B9F-8627-489256C315B6}" destId="{E34346C4-851D-420E-9517-E78D7C6C2E1E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ED16C62-7F8A-458A-805E-3E74D0BF083F}" type="doc">
      <dgm:prSet loTypeId="urn:microsoft.com/office/officeart/2005/8/layout/chevron1" loCatId="process" qsTypeId="urn:microsoft.com/office/officeart/2005/8/quickstyle/simple1" qsCatId="simple" csTypeId="urn:microsoft.com/office/officeart/2005/8/colors/accent2_1" csCatId="accent2" phldr="1"/>
      <dgm:spPr/>
    </dgm:pt>
    <dgm:pt modelId="{7E361713-6300-4111-AAD6-094205F85E6E}">
      <dgm:prSet phldrT="[Text]" custT="1"/>
      <dgm:spPr/>
      <dgm:t>
        <a:bodyPr/>
        <a:lstStyle/>
        <a:p>
          <a:r>
            <a:rPr lang="en-US" altLang="id-ID" sz="2200" dirty="0" err="1"/>
            <a:t>Kerukunan</a:t>
          </a:r>
          <a:r>
            <a:rPr lang="en-US" altLang="id-ID" sz="2200" dirty="0"/>
            <a:t> </a:t>
          </a:r>
          <a:r>
            <a:rPr lang="en-US" altLang="id-ID" sz="2200" dirty="0" err="1"/>
            <a:t>antar</a:t>
          </a:r>
          <a:r>
            <a:rPr lang="en-US" altLang="id-ID" sz="2200" dirty="0"/>
            <a:t> </a:t>
          </a:r>
          <a:r>
            <a:rPr lang="en-US" altLang="id-ID" sz="2200" dirty="0" err="1"/>
            <a:t>umat</a:t>
          </a:r>
          <a:r>
            <a:rPr lang="en-US" altLang="id-ID" sz="2200" dirty="0"/>
            <a:t> </a:t>
          </a:r>
          <a:r>
            <a:rPr lang="en-US" altLang="id-ID" sz="2200" dirty="0" err="1"/>
            <a:t>beragama</a:t>
          </a:r>
          <a:endParaRPr lang="en-US" sz="2200" dirty="0"/>
        </a:p>
      </dgm:t>
    </dgm:pt>
    <dgm:pt modelId="{0B5B1031-3A79-4072-A1F6-78A0C4EB3D4A}" type="parTrans" cxnId="{F1CA4D50-DC79-4EC2-BDD7-C5D1F7748FDC}">
      <dgm:prSet/>
      <dgm:spPr/>
      <dgm:t>
        <a:bodyPr/>
        <a:lstStyle/>
        <a:p>
          <a:endParaRPr lang="en-US"/>
        </a:p>
      </dgm:t>
    </dgm:pt>
    <dgm:pt modelId="{742C7095-E369-4CD3-88CF-7E1711F9A3D0}" type="sibTrans" cxnId="{F1CA4D50-DC79-4EC2-BDD7-C5D1F7748FDC}">
      <dgm:prSet/>
      <dgm:spPr/>
      <dgm:t>
        <a:bodyPr/>
        <a:lstStyle/>
        <a:p>
          <a:endParaRPr lang="en-US"/>
        </a:p>
      </dgm:t>
    </dgm:pt>
    <dgm:pt modelId="{3CEF070B-4CD4-4B54-A5D2-28F25FF36769}">
      <dgm:prSet phldrT="[Text]" custT="1"/>
      <dgm:spPr/>
      <dgm:t>
        <a:bodyPr/>
        <a:lstStyle/>
        <a:p>
          <a:r>
            <a:rPr lang="en-US" altLang="id-ID" sz="2200" dirty="0" err="1"/>
            <a:t>Kerukunan</a:t>
          </a:r>
          <a:r>
            <a:rPr lang="en-US" altLang="id-ID" sz="2200" dirty="0"/>
            <a:t> intern </a:t>
          </a:r>
          <a:r>
            <a:rPr lang="en-US" altLang="id-ID" sz="2200" dirty="0" err="1"/>
            <a:t>umat</a:t>
          </a:r>
          <a:r>
            <a:rPr lang="en-US" altLang="id-ID" sz="2200" dirty="0"/>
            <a:t> </a:t>
          </a:r>
          <a:r>
            <a:rPr lang="en-US" altLang="id-ID" sz="2200" dirty="0" err="1"/>
            <a:t>beragama</a:t>
          </a:r>
          <a:endParaRPr lang="en-US" sz="2200" dirty="0"/>
        </a:p>
      </dgm:t>
    </dgm:pt>
    <dgm:pt modelId="{9D54F0DB-BD94-46D0-9DB8-9C7A628781E5}" type="parTrans" cxnId="{39613BC5-1E7B-41E7-A8F1-E884A28D6830}">
      <dgm:prSet/>
      <dgm:spPr/>
      <dgm:t>
        <a:bodyPr/>
        <a:lstStyle/>
        <a:p>
          <a:endParaRPr lang="en-US"/>
        </a:p>
      </dgm:t>
    </dgm:pt>
    <dgm:pt modelId="{6C623CD0-376B-4933-B035-3FDADCD4284F}" type="sibTrans" cxnId="{39613BC5-1E7B-41E7-A8F1-E884A28D6830}">
      <dgm:prSet/>
      <dgm:spPr/>
      <dgm:t>
        <a:bodyPr/>
        <a:lstStyle/>
        <a:p>
          <a:endParaRPr lang="en-US"/>
        </a:p>
      </dgm:t>
    </dgm:pt>
    <dgm:pt modelId="{03E954CB-ABF6-4373-BA10-9F8852858840}">
      <dgm:prSet phldrT="[Text]" custT="1"/>
      <dgm:spPr/>
      <dgm:t>
        <a:bodyPr/>
        <a:lstStyle/>
        <a:p>
          <a:r>
            <a:rPr lang="en-US" altLang="id-ID" sz="2200" dirty="0" err="1"/>
            <a:t>Kerukunan</a:t>
          </a:r>
          <a:r>
            <a:rPr lang="en-US" altLang="id-ID" sz="2200" dirty="0"/>
            <a:t> </a:t>
          </a:r>
          <a:r>
            <a:rPr lang="en-US" altLang="id-ID" sz="2200" dirty="0" err="1"/>
            <a:t>antara</a:t>
          </a:r>
          <a:r>
            <a:rPr lang="en-US" altLang="id-ID" sz="2200" dirty="0"/>
            <a:t> </a:t>
          </a:r>
          <a:r>
            <a:rPr lang="en-US" altLang="id-ID" sz="2200" dirty="0" err="1"/>
            <a:t>umat</a:t>
          </a:r>
          <a:r>
            <a:rPr lang="en-US" altLang="id-ID" sz="2200" dirty="0"/>
            <a:t> </a:t>
          </a:r>
          <a:r>
            <a:rPr lang="en-US" altLang="id-ID" sz="2200" dirty="0" err="1"/>
            <a:t>beragama</a:t>
          </a:r>
          <a:r>
            <a:rPr lang="en-US" altLang="id-ID" sz="2200" dirty="0"/>
            <a:t> </a:t>
          </a:r>
          <a:r>
            <a:rPr lang="en-US" altLang="id-ID" sz="2200" dirty="0" err="1"/>
            <a:t>dengan</a:t>
          </a:r>
          <a:r>
            <a:rPr lang="en-US" altLang="id-ID" sz="2200" dirty="0"/>
            <a:t> </a:t>
          </a:r>
          <a:r>
            <a:rPr lang="en-US" altLang="id-ID" sz="2200" dirty="0" err="1"/>
            <a:t>pemerintah</a:t>
          </a:r>
          <a:endParaRPr lang="en-US" sz="2200" dirty="0"/>
        </a:p>
      </dgm:t>
    </dgm:pt>
    <dgm:pt modelId="{2CB06760-6F8A-4BD5-BF1C-7CB17D1DC1B2}" type="parTrans" cxnId="{63168BE6-8746-4BF8-BA6B-DAAEB55C26CE}">
      <dgm:prSet/>
      <dgm:spPr/>
      <dgm:t>
        <a:bodyPr/>
        <a:lstStyle/>
        <a:p>
          <a:endParaRPr lang="en-US"/>
        </a:p>
      </dgm:t>
    </dgm:pt>
    <dgm:pt modelId="{24527C2B-54BC-44F4-AF83-06B04CDEA254}" type="sibTrans" cxnId="{63168BE6-8746-4BF8-BA6B-DAAEB55C26CE}">
      <dgm:prSet/>
      <dgm:spPr/>
      <dgm:t>
        <a:bodyPr/>
        <a:lstStyle/>
        <a:p>
          <a:endParaRPr lang="en-US"/>
        </a:p>
      </dgm:t>
    </dgm:pt>
    <dgm:pt modelId="{C4C5FF13-123F-468E-ACE6-DBFC43DC4622}" type="pres">
      <dgm:prSet presAssocID="{FED16C62-7F8A-458A-805E-3E74D0BF083F}" presName="Name0" presStyleCnt="0">
        <dgm:presLayoutVars>
          <dgm:dir/>
          <dgm:animLvl val="lvl"/>
          <dgm:resizeHandles val="exact"/>
        </dgm:presLayoutVars>
      </dgm:prSet>
      <dgm:spPr/>
    </dgm:pt>
    <dgm:pt modelId="{D1E72346-4295-4E4C-8774-1AE7E65C5CA9}" type="pres">
      <dgm:prSet presAssocID="{7E361713-6300-4111-AAD6-094205F85E6E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AB6651C3-EAE7-4C33-B790-73C072A749B1}" type="pres">
      <dgm:prSet presAssocID="{742C7095-E369-4CD3-88CF-7E1711F9A3D0}" presName="parTxOnlySpace" presStyleCnt="0"/>
      <dgm:spPr/>
    </dgm:pt>
    <dgm:pt modelId="{DF46CC59-F35A-417B-A06B-78A2503E5819}" type="pres">
      <dgm:prSet presAssocID="{3CEF070B-4CD4-4B54-A5D2-28F25FF36769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629AEDA5-1B59-47C5-8BE3-485C51E5B1F6}" type="pres">
      <dgm:prSet presAssocID="{6C623CD0-376B-4933-B035-3FDADCD4284F}" presName="parTxOnlySpace" presStyleCnt="0"/>
      <dgm:spPr/>
    </dgm:pt>
    <dgm:pt modelId="{2F54E6E7-DB0B-4031-A9E4-3171F2CD86E7}" type="pres">
      <dgm:prSet presAssocID="{03E954CB-ABF6-4373-BA10-9F8852858840}" presName="parTxOnly" presStyleLbl="node1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F1CA4D50-DC79-4EC2-BDD7-C5D1F7748FDC}" srcId="{FED16C62-7F8A-458A-805E-3E74D0BF083F}" destId="{7E361713-6300-4111-AAD6-094205F85E6E}" srcOrd="0" destOrd="0" parTransId="{0B5B1031-3A79-4072-A1F6-78A0C4EB3D4A}" sibTransId="{742C7095-E369-4CD3-88CF-7E1711F9A3D0}"/>
    <dgm:cxn modelId="{D2ECF055-47C7-4B2E-B7D5-AFF2CD3659A8}" type="presOf" srcId="{03E954CB-ABF6-4373-BA10-9F8852858840}" destId="{2F54E6E7-DB0B-4031-A9E4-3171F2CD86E7}" srcOrd="0" destOrd="0" presId="urn:microsoft.com/office/officeart/2005/8/layout/chevron1"/>
    <dgm:cxn modelId="{8BD5E4BA-A7FC-4368-B71E-7C99110DAB86}" type="presOf" srcId="{FED16C62-7F8A-458A-805E-3E74D0BF083F}" destId="{C4C5FF13-123F-468E-ACE6-DBFC43DC4622}" srcOrd="0" destOrd="0" presId="urn:microsoft.com/office/officeart/2005/8/layout/chevron1"/>
    <dgm:cxn modelId="{39613BC5-1E7B-41E7-A8F1-E884A28D6830}" srcId="{FED16C62-7F8A-458A-805E-3E74D0BF083F}" destId="{3CEF070B-4CD4-4B54-A5D2-28F25FF36769}" srcOrd="1" destOrd="0" parTransId="{9D54F0DB-BD94-46D0-9DB8-9C7A628781E5}" sibTransId="{6C623CD0-376B-4933-B035-3FDADCD4284F}"/>
    <dgm:cxn modelId="{59F2EADB-4CAF-470B-BBFC-4EF063FA04B0}" type="presOf" srcId="{7E361713-6300-4111-AAD6-094205F85E6E}" destId="{D1E72346-4295-4E4C-8774-1AE7E65C5CA9}" srcOrd="0" destOrd="0" presId="urn:microsoft.com/office/officeart/2005/8/layout/chevron1"/>
    <dgm:cxn modelId="{63168BE6-8746-4BF8-BA6B-DAAEB55C26CE}" srcId="{FED16C62-7F8A-458A-805E-3E74D0BF083F}" destId="{03E954CB-ABF6-4373-BA10-9F8852858840}" srcOrd="2" destOrd="0" parTransId="{2CB06760-6F8A-4BD5-BF1C-7CB17D1DC1B2}" sibTransId="{24527C2B-54BC-44F4-AF83-06B04CDEA254}"/>
    <dgm:cxn modelId="{3E2640FF-0B36-4B02-8035-8B558B9F393F}" type="presOf" srcId="{3CEF070B-4CD4-4B54-A5D2-28F25FF36769}" destId="{DF46CC59-F35A-417B-A06B-78A2503E5819}" srcOrd="0" destOrd="0" presId="urn:microsoft.com/office/officeart/2005/8/layout/chevron1"/>
    <dgm:cxn modelId="{5DA1284F-B902-44F7-9401-A91F0C445814}" type="presParOf" srcId="{C4C5FF13-123F-468E-ACE6-DBFC43DC4622}" destId="{D1E72346-4295-4E4C-8774-1AE7E65C5CA9}" srcOrd="0" destOrd="0" presId="urn:microsoft.com/office/officeart/2005/8/layout/chevron1"/>
    <dgm:cxn modelId="{28390CB2-DFFB-4A97-B843-B79FC94F34FA}" type="presParOf" srcId="{C4C5FF13-123F-468E-ACE6-DBFC43DC4622}" destId="{AB6651C3-EAE7-4C33-B790-73C072A749B1}" srcOrd="1" destOrd="0" presId="urn:microsoft.com/office/officeart/2005/8/layout/chevron1"/>
    <dgm:cxn modelId="{C549D8A8-87B1-4544-B055-21C1E84E17D7}" type="presParOf" srcId="{C4C5FF13-123F-468E-ACE6-DBFC43DC4622}" destId="{DF46CC59-F35A-417B-A06B-78A2503E5819}" srcOrd="2" destOrd="0" presId="urn:microsoft.com/office/officeart/2005/8/layout/chevron1"/>
    <dgm:cxn modelId="{FF71274A-B4D7-4925-B4E6-9BDBAF85A3B8}" type="presParOf" srcId="{C4C5FF13-123F-468E-ACE6-DBFC43DC4622}" destId="{629AEDA5-1B59-47C5-8BE3-485C51E5B1F6}" srcOrd="3" destOrd="0" presId="urn:microsoft.com/office/officeart/2005/8/layout/chevron1"/>
    <dgm:cxn modelId="{23A73CF7-4EBA-46C8-B352-A82A738E2143}" type="presParOf" srcId="{C4C5FF13-123F-468E-ACE6-DBFC43DC4622}" destId="{2F54E6E7-DB0B-4031-A9E4-3171F2CD86E7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BF7A806-E155-4B92-8046-098177611091}" type="doc">
      <dgm:prSet loTypeId="urn:microsoft.com/office/officeart/2005/8/layout/chevron2" loCatId="list" qsTypeId="urn:microsoft.com/office/officeart/2005/8/quickstyle/simple1" qsCatId="simple" csTypeId="urn:microsoft.com/office/officeart/2005/8/colors/accent4_1" csCatId="accent4" phldr="1"/>
      <dgm:spPr/>
      <dgm:t>
        <a:bodyPr/>
        <a:lstStyle/>
        <a:p>
          <a:endParaRPr lang="en-US"/>
        </a:p>
      </dgm:t>
    </dgm:pt>
    <dgm:pt modelId="{9CF91621-1A78-48C9-9E20-64188B7F0F2D}">
      <dgm:prSet phldrT="[Text]"/>
      <dgm:spPr/>
      <dgm:t>
        <a:bodyPr/>
        <a:lstStyle/>
        <a:p>
          <a:r>
            <a:rPr lang="en-US" dirty="0"/>
            <a:t>A</a:t>
          </a:r>
        </a:p>
      </dgm:t>
    </dgm:pt>
    <dgm:pt modelId="{5897DBAA-87D1-49CD-946C-376CA3DB6477}" type="parTrans" cxnId="{84EB3E3A-A824-4E70-952C-5E7331201EF6}">
      <dgm:prSet/>
      <dgm:spPr/>
      <dgm:t>
        <a:bodyPr/>
        <a:lstStyle/>
        <a:p>
          <a:endParaRPr lang="en-US"/>
        </a:p>
      </dgm:t>
    </dgm:pt>
    <dgm:pt modelId="{E4B5A662-D643-441E-9026-FEB552E511D1}" type="sibTrans" cxnId="{84EB3E3A-A824-4E70-952C-5E7331201EF6}">
      <dgm:prSet/>
      <dgm:spPr/>
      <dgm:t>
        <a:bodyPr/>
        <a:lstStyle/>
        <a:p>
          <a:endParaRPr lang="en-US"/>
        </a:p>
      </dgm:t>
    </dgm:pt>
    <dgm:pt modelId="{83AEFF14-C147-40FE-983D-25D2463E2A1A}">
      <dgm:prSet phldrT="[Text]"/>
      <dgm:spPr/>
      <dgm:t>
        <a:bodyPr/>
        <a:lstStyle/>
        <a:p>
          <a:pPr algn="just">
            <a:buFont typeface="Wingdings" panose="05000000000000000000" pitchFamily="2" charset="2"/>
            <a:buChar char="v"/>
          </a:pPr>
          <a:r>
            <a:rPr lang="it-IT" altLang="id-ID" dirty="0"/>
            <a:t>Bahwa hak beragama adalah hak asasi manusia yg tdk dpt dikurangi dlm keadaan apapun;</a:t>
          </a:r>
          <a:endParaRPr lang="en-US" dirty="0"/>
        </a:p>
      </dgm:t>
    </dgm:pt>
    <dgm:pt modelId="{0F14CAF5-B315-4D12-A427-A6E14773F6C2}" type="parTrans" cxnId="{A318AA4A-C9B3-49EE-BC09-3FA8AEB3D417}">
      <dgm:prSet/>
      <dgm:spPr/>
      <dgm:t>
        <a:bodyPr/>
        <a:lstStyle/>
        <a:p>
          <a:endParaRPr lang="en-US"/>
        </a:p>
      </dgm:t>
    </dgm:pt>
    <dgm:pt modelId="{F80F8B73-148C-47AB-8247-7CB3CE9F5405}" type="sibTrans" cxnId="{A318AA4A-C9B3-49EE-BC09-3FA8AEB3D417}">
      <dgm:prSet/>
      <dgm:spPr/>
      <dgm:t>
        <a:bodyPr/>
        <a:lstStyle/>
        <a:p>
          <a:endParaRPr lang="en-US"/>
        </a:p>
      </dgm:t>
    </dgm:pt>
    <dgm:pt modelId="{7FCD9782-1573-4128-89C3-9E0A9BC9FF85}">
      <dgm:prSet phldrT="[Text]"/>
      <dgm:spPr/>
      <dgm:t>
        <a:bodyPr/>
        <a:lstStyle/>
        <a:p>
          <a:r>
            <a:rPr lang="en-US" dirty="0"/>
            <a:t>B</a:t>
          </a:r>
        </a:p>
      </dgm:t>
    </dgm:pt>
    <dgm:pt modelId="{A09C93A5-8A7C-455E-AB48-D3CC5BDD6D91}" type="parTrans" cxnId="{77232069-D22C-447B-9FFA-9BD8CC510256}">
      <dgm:prSet/>
      <dgm:spPr/>
      <dgm:t>
        <a:bodyPr/>
        <a:lstStyle/>
        <a:p>
          <a:endParaRPr lang="en-US"/>
        </a:p>
      </dgm:t>
    </dgm:pt>
    <dgm:pt modelId="{0AA4A0B7-ED7B-42E7-830A-FA06BD52533B}" type="sibTrans" cxnId="{77232069-D22C-447B-9FFA-9BD8CC510256}">
      <dgm:prSet/>
      <dgm:spPr/>
      <dgm:t>
        <a:bodyPr/>
        <a:lstStyle/>
        <a:p>
          <a:endParaRPr lang="en-US"/>
        </a:p>
      </dgm:t>
    </dgm:pt>
    <dgm:pt modelId="{B6006CC6-6AE3-4FFA-BB96-68B35E5A67F9}">
      <dgm:prSet phldrT="[Text]"/>
      <dgm:spPr/>
      <dgm:t>
        <a:bodyPr/>
        <a:lstStyle/>
        <a:p>
          <a:pPr algn="just">
            <a:buFont typeface="Wingdings" panose="05000000000000000000" pitchFamily="2" charset="2"/>
            <a:buChar char="v"/>
          </a:pPr>
          <a:r>
            <a:rPr lang="it-IT" altLang="id-ID" dirty="0"/>
            <a:t>Bahwa negara menjamin  kemerdekaan  tiap-tiap penduduk untuk memeluk agamanya masing-masing dan untuk beribadat menurut agamanya dan kepercayaannya itu;</a:t>
          </a:r>
          <a:endParaRPr lang="en-US" dirty="0"/>
        </a:p>
      </dgm:t>
    </dgm:pt>
    <dgm:pt modelId="{35C4F199-2FB1-4B8A-9844-61D49134E58C}" type="parTrans" cxnId="{42DEDCC4-BE7B-44A5-9D15-4BC371BEA7B7}">
      <dgm:prSet/>
      <dgm:spPr/>
      <dgm:t>
        <a:bodyPr/>
        <a:lstStyle/>
        <a:p>
          <a:endParaRPr lang="en-US"/>
        </a:p>
      </dgm:t>
    </dgm:pt>
    <dgm:pt modelId="{1DA17FC8-EC5C-463C-A13C-3C338D2ACEB9}" type="sibTrans" cxnId="{42DEDCC4-BE7B-44A5-9D15-4BC371BEA7B7}">
      <dgm:prSet/>
      <dgm:spPr/>
      <dgm:t>
        <a:bodyPr/>
        <a:lstStyle/>
        <a:p>
          <a:endParaRPr lang="en-US"/>
        </a:p>
      </dgm:t>
    </dgm:pt>
    <dgm:pt modelId="{FC949045-BE9A-4A5D-874E-8E495D903170}">
      <dgm:prSet phldrT="[Text]"/>
      <dgm:spPr/>
      <dgm:t>
        <a:bodyPr/>
        <a:lstStyle/>
        <a:p>
          <a:r>
            <a:rPr lang="en-US" dirty="0"/>
            <a:t>C</a:t>
          </a:r>
        </a:p>
      </dgm:t>
    </dgm:pt>
    <dgm:pt modelId="{9F70C3CC-12A8-4E79-9ABD-00C3ED6749B4}" type="parTrans" cxnId="{8BF31D4A-FF4A-481D-840E-E4C1755DBE1D}">
      <dgm:prSet/>
      <dgm:spPr/>
      <dgm:t>
        <a:bodyPr/>
        <a:lstStyle/>
        <a:p>
          <a:endParaRPr lang="en-US"/>
        </a:p>
      </dgm:t>
    </dgm:pt>
    <dgm:pt modelId="{35FC793A-9950-448E-AAC5-255FEDD5A4FB}" type="sibTrans" cxnId="{8BF31D4A-FF4A-481D-840E-E4C1755DBE1D}">
      <dgm:prSet/>
      <dgm:spPr/>
      <dgm:t>
        <a:bodyPr/>
        <a:lstStyle/>
        <a:p>
          <a:endParaRPr lang="en-US"/>
        </a:p>
      </dgm:t>
    </dgm:pt>
    <dgm:pt modelId="{4905E8D8-37DE-4188-99E3-3AE0CAD46774}">
      <dgm:prSet phldrT="[Text]"/>
      <dgm:spPr/>
      <dgm:t>
        <a:bodyPr/>
        <a:lstStyle/>
        <a:p>
          <a:pPr algn="just">
            <a:buFont typeface="Wingdings" panose="05000000000000000000" pitchFamily="2" charset="2"/>
            <a:buChar char="v"/>
          </a:pPr>
          <a:r>
            <a:rPr lang="it-IT" altLang="id-ID" dirty="0"/>
            <a:t>Bahwa Pemerintah berkewajiban melindungi setiap usaha penduduk melaksanakan ajaran agama &amp; ibadat pemeluk-pemeluknya, </a:t>
          </a:r>
          <a:endParaRPr lang="en-US" dirty="0"/>
        </a:p>
      </dgm:t>
    </dgm:pt>
    <dgm:pt modelId="{783B3B95-B88C-403D-9789-F582EC2A23CD}" type="parTrans" cxnId="{2490F5DE-A570-4BBD-8490-E8B5D7762EB8}">
      <dgm:prSet/>
      <dgm:spPr/>
      <dgm:t>
        <a:bodyPr/>
        <a:lstStyle/>
        <a:p>
          <a:endParaRPr lang="en-US"/>
        </a:p>
      </dgm:t>
    </dgm:pt>
    <dgm:pt modelId="{773C05C6-DA10-422D-83A4-18FACFB1AEB6}" type="sibTrans" cxnId="{2490F5DE-A570-4BBD-8490-E8B5D7762EB8}">
      <dgm:prSet/>
      <dgm:spPr/>
      <dgm:t>
        <a:bodyPr/>
        <a:lstStyle/>
        <a:p>
          <a:endParaRPr lang="en-US"/>
        </a:p>
      </dgm:t>
    </dgm:pt>
    <dgm:pt modelId="{48606EA2-4BD9-42DB-B4CA-5225A0FF9CE8}" type="pres">
      <dgm:prSet presAssocID="{ABF7A806-E155-4B92-8046-098177611091}" presName="linearFlow" presStyleCnt="0">
        <dgm:presLayoutVars>
          <dgm:dir/>
          <dgm:animLvl val="lvl"/>
          <dgm:resizeHandles val="exact"/>
        </dgm:presLayoutVars>
      </dgm:prSet>
      <dgm:spPr/>
    </dgm:pt>
    <dgm:pt modelId="{3B0D9AEA-5A61-4217-A8E2-D5D9F2D67511}" type="pres">
      <dgm:prSet presAssocID="{9CF91621-1A78-48C9-9E20-64188B7F0F2D}" presName="composite" presStyleCnt="0"/>
      <dgm:spPr/>
    </dgm:pt>
    <dgm:pt modelId="{AB05BD39-C58F-4B1D-96CD-29CE0887E060}" type="pres">
      <dgm:prSet presAssocID="{9CF91621-1A78-48C9-9E20-64188B7F0F2D}" presName="parentText" presStyleLbl="alignNode1" presStyleIdx="0" presStyleCnt="3">
        <dgm:presLayoutVars>
          <dgm:chMax val="1"/>
          <dgm:bulletEnabled val="1"/>
        </dgm:presLayoutVars>
      </dgm:prSet>
      <dgm:spPr/>
    </dgm:pt>
    <dgm:pt modelId="{EC26AA56-E6FA-49B4-A29F-4721AFE185E6}" type="pres">
      <dgm:prSet presAssocID="{9CF91621-1A78-48C9-9E20-64188B7F0F2D}" presName="descendantText" presStyleLbl="alignAcc1" presStyleIdx="0" presStyleCnt="3">
        <dgm:presLayoutVars>
          <dgm:bulletEnabled val="1"/>
        </dgm:presLayoutVars>
      </dgm:prSet>
      <dgm:spPr/>
    </dgm:pt>
    <dgm:pt modelId="{7E5E0EAA-14B8-4393-A7BC-1C1CB7D39234}" type="pres">
      <dgm:prSet presAssocID="{E4B5A662-D643-441E-9026-FEB552E511D1}" presName="sp" presStyleCnt="0"/>
      <dgm:spPr/>
    </dgm:pt>
    <dgm:pt modelId="{F9F0095B-29F9-4898-945C-2B5FBB6E78C6}" type="pres">
      <dgm:prSet presAssocID="{7FCD9782-1573-4128-89C3-9E0A9BC9FF85}" presName="composite" presStyleCnt="0"/>
      <dgm:spPr/>
    </dgm:pt>
    <dgm:pt modelId="{38D750C0-5B78-4260-88E4-8954095457A5}" type="pres">
      <dgm:prSet presAssocID="{7FCD9782-1573-4128-89C3-9E0A9BC9FF85}" presName="parentText" presStyleLbl="alignNode1" presStyleIdx="1" presStyleCnt="3">
        <dgm:presLayoutVars>
          <dgm:chMax val="1"/>
          <dgm:bulletEnabled val="1"/>
        </dgm:presLayoutVars>
      </dgm:prSet>
      <dgm:spPr/>
    </dgm:pt>
    <dgm:pt modelId="{D769FF33-A27F-4DD6-9D8B-0502A5FEEF36}" type="pres">
      <dgm:prSet presAssocID="{7FCD9782-1573-4128-89C3-9E0A9BC9FF85}" presName="descendantText" presStyleLbl="alignAcc1" presStyleIdx="1" presStyleCnt="3">
        <dgm:presLayoutVars>
          <dgm:bulletEnabled val="1"/>
        </dgm:presLayoutVars>
      </dgm:prSet>
      <dgm:spPr/>
    </dgm:pt>
    <dgm:pt modelId="{09DDA1E2-F9D6-40AB-AF45-C37AB715121E}" type="pres">
      <dgm:prSet presAssocID="{0AA4A0B7-ED7B-42E7-830A-FA06BD52533B}" presName="sp" presStyleCnt="0"/>
      <dgm:spPr/>
    </dgm:pt>
    <dgm:pt modelId="{1E51F8F2-F4B3-460F-BF2E-DBE7F6AF7B24}" type="pres">
      <dgm:prSet presAssocID="{FC949045-BE9A-4A5D-874E-8E495D903170}" presName="composite" presStyleCnt="0"/>
      <dgm:spPr/>
    </dgm:pt>
    <dgm:pt modelId="{B5E27B15-20AF-44D7-891D-AAA73114A5CC}" type="pres">
      <dgm:prSet presAssocID="{FC949045-BE9A-4A5D-874E-8E495D903170}" presName="parentText" presStyleLbl="alignNode1" presStyleIdx="2" presStyleCnt="3">
        <dgm:presLayoutVars>
          <dgm:chMax val="1"/>
          <dgm:bulletEnabled val="1"/>
        </dgm:presLayoutVars>
      </dgm:prSet>
      <dgm:spPr/>
    </dgm:pt>
    <dgm:pt modelId="{34CF8BA1-3035-40D7-9BA7-6CA57B69D036}" type="pres">
      <dgm:prSet presAssocID="{FC949045-BE9A-4A5D-874E-8E495D903170}" presName="descendantText" presStyleLbl="alignAcc1" presStyleIdx="2" presStyleCnt="3">
        <dgm:presLayoutVars>
          <dgm:bulletEnabled val="1"/>
        </dgm:presLayoutVars>
      </dgm:prSet>
      <dgm:spPr/>
    </dgm:pt>
  </dgm:ptLst>
  <dgm:cxnLst>
    <dgm:cxn modelId="{84EB3E3A-A824-4E70-952C-5E7331201EF6}" srcId="{ABF7A806-E155-4B92-8046-098177611091}" destId="{9CF91621-1A78-48C9-9E20-64188B7F0F2D}" srcOrd="0" destOrd="0" parTransId="{5897DBAA-87D1-49CD-946C-376CA3DB6477}" sibTransId="{E4B5A662-D643-441E-9026-FEB552E511D1}"/>
    <dgm:cxn modelId="{23140940-84D2-49AA-AFC3-00BAF03C3595}" type="presOf" srcId="{ABF7A806-E155-4B92-8046-098177611091}" destId="{48606EA2-4BD9-42DB-B4CA-5225A0FF9CE8}" srcOrd="0" destOrd="0" presId="urn:microsoft.com/office/officeart/2005/8/layout/chevron2"/>
    <dgm:cxn modelId="{77232069-D22C-447B-9FFA-9BD8CC510256}" srcId="{ABF7A806-E155-4B92-8046-098177611091}" destId="{7FCD9782-1573-4128-89C3-9E0A9BC9FF85}" srcOrd="1" destOrd="0" parTransId="{A09C93A5-8A7C-455E-AB48-D3CC5BDD6D91}" sibTransId="{0AA4A0B7-ED7B-42E7-830A-FA06BD52533B}"/>
    <dgm:cxn modelId="{8BF31D4A-FF4A-481D-840E-E4C1755DBE1D}" srcId="{ABF7A806-E155-4B92-8046-098177611091}" destId="{FC949045-BE9A-4A5D-874E-8E495D903170}" srcOrd="2" destOrd="0" parTransId="{9F70C3CC-12A8-4E79-9ABD-00C3ED6749B4}" sibTransId="{35FC793A-9950-448E-AAC5-255FEDD5A4FB}"/>
    <dgm:cxn modelId="{A318AA4A-C9B3-49EE-BC09-3FA8AEB3D417}" srcId="{9CF91621-1A78-48C9-9E20-64188B7F0F2D}" destId="{83AEFF14-C147-40FE-983D-25D2463E2A1A}" srcOrd="0" destOrd="0" parTransId="{0F14CAF5-B315-4D12-A427-A6E14773F6C2}" sibTransId="{F80F8B73-148C-47AB-8247-7CB3CE9F5405}"/>
    <dgm:cxn modelId="{A397416B-12B9-4769-9B4A-FDAC0522F6EC}" type="presOf" srcId="{83AEFF14-C147-40FE-983D-25D2463E2A1A}" destId="{EC26AA56-E6FA-49B4-A29F-4721AFE185E6}" srcOrd="0" destOrd="0" presId="urn:microsoft.com/office/officeart/2005/8/layout/chevron2"/>
    <dgm:cxn modelId="{10DFC950-DA29-47C4-A923-3F81A6C2E293}" type="presOf" srcId="{4905E8D8-37DE-4188-99E3-3AE0CAD46774}" destId="{34CF8BA1-3035-40D7-9BA7-6CA57B69D036}" srcOrd="0" destOrd="0" presId="urn:microsoft.com/office/officeart/2005/8/layout/chevron2"/>
    <dgm:cxn modelId="{7A143F81-6587-4737-B0EA-294BE4C16598}" type="presOf" srcId="{7FCD9782-1573-4128-89C3-9E0A9BC9FF85}" destId="{38D750C0-5B78-4260-88E4-8954095457A5}" srcOrd="0" destOrd="0" presId="urn:microsoft.com/office/officeart/2005/8/layout/chevron2"/>
    <dgm:cxn modelId="{4578219D-9014-44E2-9E37-E3B18F8A70C4}" type="presOf" srcId="{FC949045-BE9A-4A5D-874E-8E495D903170}" destId="{B5E27B15-20AF-44D7-891D-AAA73114A5CC}" srcOrd="0" destOrd="0" presId="urn:microsoft.com/office/officeart/2005/8/layout/chevron2"/>
    <dgm:cxn modelId="{31CDD9AA-4419-4ABB-8A0D-E539A91AADEA}" type="presOf" srcId="{9CF91621-1A78-48C9-9E20-64188B7F0F2D}" destId="{AB05BD39-C58F-4B1D-96CD-29CE0887E060}" srcOrd="0" destOrd="0" presId="urn:microsoft.com/office/officeart/2005/8/layout/chevron2"/>
    <dgm:cxn modelId="{42DEDCC4-BE7B-44A5-9D15-4BC371BEA7B7}" srcId="{7FCD9782-1573-4128-89C3-9E0A9BC9FF85}" destId="{B6006CC6-6AE3-4FFA-BB96-68B35E5A67F9}" srcOrd="0" destOrd="0" parTransId="{35C4F199-2FB1-4B8A-9844-61D49134E58C}" sibTransId="{1DA17FC8-EC5C-463C-A13C-3C338D2ACEB9}"/>
    <dgm:cxn modelId="{8FEAA6D2-E046-4850-8BFE-DC477BF24B8B}" type="presOf" srcId="{B6006CC6-6AE3-4FFA-BB96-68B35E5A67F9}" destId="{D769FF33-A27F-4DD6-9D8B-0502A5FEEF36}" srcOrd="0" destOrd="0" presId="urn:microsoft.com/office/officeart/2005/8/layout/chevron2"/>
    <dgm:cxn modelId="{2490F5DE-A570-4BBD-8490-E8B5D7762EB8}" srcId="{FC949045-BE9A-4A5D-874E-8E495D903170}" destId="{4905E8D8-37DE-4188-99E3-3AE0CAD46774}" srcOrd="0" destOrd="0" parTransId="{783B3B95-B88C-403D-9789-F582EC2A23CD}" sibTransId="{773C05C6-DA10-422D-83A4-18FACFB1AEB6}"/>
    <dgm:cxn modelId="{C9D86418-26CD-4B87-BBB3-DEEED01A7FF6}" type="presParOf" srcId="{48606EA2-4BD9-42DB-B4CA-5225A0FF9CE8}" destId="{3B0D9AEA-5A61-4217-A8E2-D5D9F2D67511}" srcOrd="0" destOrd="0" presId="urn:microsoft.com/office/officeart/2005/8/layout/chevron2"/>
    <dgm:cxn modelId="{8B6E8533-FC6B-4FAE-A9C1-AE9B9155BCC7}" type="presParOf" srcId="{3B0D9AEA-5A61-4217-A8E2-D5D9F2D67511}" destId="{AB05BD39-C58F-4B1D-96CD-29CE0887E060}" srcOrd="0" destOrd="0" presId="urn:microsoft.com/office/officeart/2005/8/layout/chevron2"/>
    <dgm:cxn modelId="{5CB6A376-F994-4852-9B99-19CB4825EE6C}" type="presParOf" srcId="{3B0D9AEA-5A61-4217-A8E2-D5D9F2D67511}" destId="{EC26AA56-E6FA-49B4-A29F-4721AFE185E6}" srcOrd="1" destOrd="0" presId="urn:microsoft.com/office/officeart/2005/8/layout/chevron2"/>
    <dgm:cxn modelId="{A4723AF2-DE04-4B0F-8FE3-ECD48DB5AB99}" type="presParOf" srcId="{48606EA2-4BD9-42DB-B4CA-5225A0FF9CE8}" destId="{7E5E0EAA-14B8-4393-A7BC-1C1CB7D39234}" srcOrd="1" destOrd="0" presId="urn:microsoft.com/office/officeart/2005/8/layout/chevron2"/>
    <dgm:cxn modelId="{C43E4DBB-DABB-4347-B6A5-9813EF655C47}" type="presParOf" srcId="{48606EA2-4BD9-42DB-B4CA-5225A0FF9CE8}" destId="{F9F0095B-29F9-4898-945C-2B5FBB6E78C6}" srcOrd="2" destOrd="0" presId="urn:microsoft.com/office/officeart/2005/8/layout/chevron2"/>
    <dgm:cxn modelId="{3B4AF8DF-D27C-4E09-BA84-8B0E9B52A920}" type="presParOf" srcId="{F9F0095B-29F9-4898-945C-2B5FBB6E78C6}" destId="{38D750C0-5B78-4260-88E4-8954095457A5}" srcOrd="0" destOrd="0" presId="urn:microsoft.com/office/officeart/2005/8/layout/chevron2"/>
    <dgm:cxn modelId="{8421F51D-8A54-4B11-8F4D-3F37462B9334}" type="presParOf" srcId="{F9F0095B-29F9-4898-945C-2B5FBB6E78C6}" destId="{D769FF33-A27F-4DD6-9D8B-0502A5FEEF36}" srcOrd="1" destOrd="0" presId="urn:microsoft.com/office/officeart/2005/8/layout/chevron2"/>
    <dgm:cxn modelId="{790EEDFC-7F83-4534-99B5-965E7B22264E}" type="presParOf" srcId="{48606EA2-4BD9-42DB-B4CA-5225A0FF9CE8}" destId="{09DDA1E2-F9D6-40AB-AF45-C37AB715121E}" srcOrd="3" destOrd="0" presId="urn:microsoft.com/office/officeart/2005/8/layout/chevron2"/>
    <dgm:cxn modelId="{76A213B5-9296-42AB-B011-984A6C3AD1D8}" type="presParOf" srcId="{48606EA2-4BD9-42DB-B4CA-5225A0FF9CE8}" destId="{1E51F8F2-F4B3-460F-BF2E-DBE7F6AF7B24}" srcOrd="4" destOrd="0" presId="urn:microsoft.com/office/officeart/2005/8/layout/chevron2"/>
    <dgm:cxn modelId="{2EA8E974-4236-4735-B578-6A19AB79C25B}" type="presParOf" srcId="{1E51F8F2-F4B3-460F-BF2E-DBE7F6AF7B24}" destId="{B5E27B15-20AF-44D7-891D-AAA73114A5CC}" srcOrd="0" destOrd="0" presId="urn:microsoft.com/office/officeart/2005/8/layout/chevron2"/>
    <dgm:cxn modelId="{C0544B50-B33D-4F24-A0FD-221E3CB8A504}" type="presParOf" srcId="{1E51F8F2-F4B3-460F-BF2E-DBE7F6AF7B24}" destId="{34CF8BA1-3035-40D7-9BA7-6CA57B69D036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D25A796-08E0-4D99-8492-94C5F81801B7}" type="doc">
      <dgm:prSet loTypeId="urn:diagrams.loki3.com/BracketList" loCatId="list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BA8A07B9-F4A8-4B00-BF7A-E650A25B16A3}">
      <dgm:prSet phldrT="[Text]"/>
      <dgm:spPr/>
      <dgm:t>
        <a:bodyPr/>
        <a:lstStyle/>
        <a:p>
          <a:r>
            <a:rPr lang="en-US" dirty="0"/>
            <a:t>A</a:t>
          </a:r>
        </a:p>
      </dgm:t>
    </dgm:pt>
    <dgm:pt modelId="{B7F14794-AA09-4C78-AB7A-E6CAD6F0426B}" type="parTrans" cxnId="{5DAEBAD8-2B60-4B5D-B809-3B2DBC79262E}">
      <dgm:prSet/>
      <dgm:spPr/>
      <dgm:t>
        <a:bodyPr/>
        <a:lstStyle/>
        <a:p>
          <a:endParaRPr lang="en-US"/>
        </a:p>
      </dgm:t>
    </dgm:pt>
    <dgm:pt modelId="{A137BE3A-963D-4972-B5B0-96821EFE9D30}" type="sibTrans" cxnId="{5DAEBAD8-2B60-4B5D-B809-3B2DBC79262E}">
      <dgm:prSet/>
      <dgm:spPr/>
      <dgm:t>
        <a:bodyPr/>
        <a:lstStyle/>
        <a:p>
          <a:endParaRPr lang="en-US"/>
        </a:p>
      </dgm:t>
    </dgm:pt>
    <dgm:pt modelId="{8843AB75-A257-4224-8BF7-C31405748376}">
      <dgm:prSet phldrT="[Text]" custT="1"/>
      <dgm:spPr/>
      <dgm:t>
        <a:bodyPr/>
        <a:lstStyle/>
        <a:p>
          <a:pPr algn="just">
            <a:buFont typeface="Wingdings" panose="05000000000000000000" pitchFamily="2" charset="2"/>
            <a:buChar char="v"/>
          </a:pPr>
          <a:r>
            <a:rPr lang="it-IT" altLang="id-ID" sz="2200" dirty="0"/>
            <a:t>Pemerintah mempunyai tugas utk memberikan bimbingan dan pelayanan agar setiap penduduk dlm melaksanakan ajaran agamanya dapat berlangsung dgn rukun, lancar, dan tertib;</a:t>
          </a:r>
          <a:endParaRPr lang="en-US" sz="2200" dirty="0"/>
        </a:p>
      </dgm:t>
    </dgm:pt>
    <dgm:pt modelId="{FE3BB581-4DAF-4144-BFDD-44338FB1128C}" type="parTrans" cxnId="{D963CE02-6014-41E6-8F5A-9103E047F968}">
      <dgm:prSet/>
      <dgm:spPr/>
      <dgm:t>
        <a:bodyPr/>
        <a:lstStyle/>
        <a:p>
          <a:endParaRPr lang="en-US"/>
        </a:p>
      </dgm:t>
    </dgm:pt>
    <dgm:pt modelId="{741DC174-5005-4C9F-A710-2E0CF986C3DC}" type="sibTrans" cxnId="{D963CE02-6014-41E6-8F5A-9103E047F968}">
      <dgm:prSet/>
      <dgm:spPr/>
      <dgm:t>
        <a:bodyPr/>
        <a:lstStyle/>
        <a:p>
          <a:endParaRPr lang="en-US"/>
        </a:p>
      </dgm:t>
    </dgm:pt>
    <dgm:pt modelId="{D0C3A1D4-6C94-4076-87D4-FD5DFCB02A64}">
      <dgm:prSet phldrT="[Text]"/>
      <dgm:spPr/>
      <dgm:t>
        <a:bodyPr/>
        <a:lstStyle/>
        <a:p>
          <a:r>
            <a:rPr lang="en-US" dirty="0"/>
            <a:t>B</a:t>
          </a:r>
        </a:p>
      </dgm:t>
    </dgm:pt>
    <dgm:pt modelId="{46E6D8C4-B1B9-4541-940A-D270FD6E2961}" type="parTrans" cxnId="{9849EAE6-501E-4769-AEAD-83FAE27580D9}">
      <dgm:prSet/>
      <dgm:spPr/>
      <dgm:t>
        <a:bodyPr/>
        <a:lstStyle/>
        <a:p>
          <a:endParaRPr lang="en-US"/>
        </a:p>
      </dgm:t>
    </dgm:pt>
    <dgm:pt modelId="{08745454-F150-41A2-95F9-28DC0CD3762A}" type="sibTrans" cxnId="{9849EAE6-501E-4769-AEAD-83FAE27580D9}">
      <dgm:prSet/>
      <dgm:spPr/>
      <dgm:t>
        <a:bodyPr/>
        <a:lstStyle/>
        <a:p>
          <a:endParaRPr lang="en-US"/>
        </a:p>
      </dgm:t>
    </dgm:pt>
    <dgm:pt modelId="{BC3DE05E-6B80-4492-9FC6-8023637D4B20}">
      <dgm:prSet phldrT="[Text]" custT="1"/>
      <dgm:spPr/>
      <dgm:t>
        <a:bodyPr/>
        <a:lstStyle/>
        <a:p>
          <a:pPr algn="just"/>
          <a:r>
            <a:rPr lang="it-IT" altLang="id-ID" sz="2200" dirty="0"/>
            <a:t>Arah kebijakan Pemerintah dalam pembangunan nasional di bidang agama antara lain peningkatan kualitas pelayanan dan pemahaman agama, kehidupan beragama, serta peningkatan kerukunan intern dan antar umat beragama;</a:t>
          </a:r>
          <a:endParaRPr lang="en-US" sz="2200" dirty="0"/>
        </a:p>
      </dgm:t>
    </dgm:pt>
    <dgm:pt modelId="{8325EDE9-81E1-4921-8908-95B8795A3BE8}" type="parTrans" cxnId="{5EE450FE-9B30-4B18-A5B7-6DD7B529AEEB}">
      <dgm:prSet/>
      <dgm:spPr/>
      <dgm:t>
        <a:bodyPr/>
        <a:lstStyle/>
        <a:p>
          <a:endParaRPr lang="en-US"/>
        </a:p>
      </dgm:t>
    </dgm:pt>
    <dgm:pt modelId="{E8A29D17-64FA-4012-9F96-529B5DC4CA7D}" type="sibTrans" cxnId="{5EE450FE-9B30-4B18-A5B7-6DD7B529AEEB}">
      <dgm:prSet/>
      <dgm:spPr/>
      <dgm:t>
        <a:bodyPr/>
        <a:lstStyle/>
        <a:p>
          <a:endParaRPr lang="en-US"/>
        </a:p>
      </dgm:t>
    </dgm:pt>
    <dgm:pt modelId="{13BE0F1D-F241-437F-9B51-03218C3F718F}">
      <dgm:prSet phldrT="[Text]"/>
      <dgm:spPr/>
      <dgm:t>
        <a:bodyPr/>
        <a:lstStyle/>
        <a:p>
          <a:r>
            <a:rPr lang="en-US" dirty="0"/>
            <a:t>C</a:t>
          </a:r>
        </a:p>
      </dgm:t>
    </dgm:pt>
    <dgm:pt modelId="{DEC22857-5303-4CE4-8C56-7B248377CDA4}" type="parTrans" cxnId="{506C5F1D-1AEA-4B9A-A5B3-08785D5C3313}">
      <dgm:prSet/>
      <dgm:spPr/>
      <dgm:t>
        <a:bodyPr/>
        <a:lstStyle/>
        <a:p>
          <a:endParaRPr lang="en-US"/>
        </a:p>
      </dgm:t>
    </dgm:pt>
    <dgm:pt modelId="{EAF011C8-96AD-4B6A-BD20-A7B34639CDA7}" type="sibTrans" cxnId="{506C5F1D-1AEA-4B9A-A5B3-08785D5C3313}">
      <dgm:prSet/>
      <dgm:spPr/>
      <dgm:t>
        <a:bodyPr/>
        <a:lstStyle/>
        <a:p>
          <a:endParaRPr lang="en-US"/>
        </a:p>
      </dgm:t>
    </dgm:pt>
    <dgm:pt modelId="{0A50EC6D-E762-400E-87EF-8635F08E020E}">
      <dgm:prSet phldrT="[Text]" custT="1"/>
      <dgm:spPr/>
      <dgm:t>
        <a:bodyPr/>
        <a:lstStyle/>
        <a:p>
          <a:pPr algn="just"/>
          <a:r>
            <a:rPr lang="it-IT" altLang="id-ID" sz="2200" dirty="0"/>
            <a:t>Kerukunan umat beragama merupakan pilar kerukunan bangsa dan negara </a:t>
          </a:r>
          <a:endParaRPr lang="en-US" sz="2200" dirty="0"/>
        </a:p>
      </dgm:t>
    </dgm:pt>
    <dgm:pt modelId="{4CC408B5-38A3-4184-A252-FE01EF4981A3}" type="parTrans" cxnId="{4277F8E5-7BBE-4953-A741-E17D9165600F}">
      <dgm:prSet/>
      <dgm:spPr/>
      <dgm:t>
        <a:bodyPr/>
        <a:lstStyle/>
        <a:p>
          <a:endParaRPr lang="en-US"/>
        </a:p>
      </dgm:t>
    </dgm:pt>
    <dgm:pt modelId="{AEF33CC5-B2C8-43E2-A811-9B37D87679D1}" type="sibTrans" cxnId="{4277F8E5-7BBE-4953-A741-E17D9165600F}">
      <dgm:prSet/>
      <dgm:spPr/>
      <dgm:t>
        <a:bodyPr/>
        <a:lstStyle/>
        <a:p>
          <a:endParaRPr lang="en-US"/>
        </a:p>
      </dgm:t>
    </dgm:pt>
    <dgm:pt modelId="{E82D501B-A752-448D-8D1C-EBA20A07EAF2}" type="pres">
      <dgm:prSet presAssocID="{2D25A796-08E0-4D99-8492-94C5F81801B7}" presName="Name0" presStyleCnt="0">
        <dgm:presLayoutVars>
          <dgm:dir/>
          <dgm:animLvl val="lvl"/>
          <dgm:resizeHandles val="exact"/>
        </dgm:presLayoutVars>
      </dgm:prSet>
      <dgm:spPr/>
    </dgm:pt>
    <dgm:pt modelId="{ED3E778F-45A9-46EE-A8E5-0E076C25BE3C}" type="pres">
      <dgm:prSet presAssocID="{BA8A07B9-F4A8-4B00-BF7A-E650A25B16A3}" presName="linNode" presStyleCnt="0"/>
      <dgm:spPr/>
    </dgm:pt>
    <dgm:pt modelId="{8B3129EA-FEA4-464D-A205-132EA472AFC5}" type="pres">
      <dgm:prSet presAssocID="{BA8A07B9-F4A8-4B00-BF7A-E650A25B16A3}" presName="parTx" presStyleLbl="revTx" presStyleIdx="0" presStyleCnt="3" custScaleX="20482">
        <dgm:presLayoutVars>
          <dgm:chMax val="1"/>
          <dgm:bulletEnabled val="1"/>
        </dgm:presLayoutVars>
      </dgm:prSet>
      <dgm:spPr/>
    </dgm:pt>
    <dgm:pt modelId="{9CDBB325-B130-43CA-907C-A24E2D4954A0}" type="pres">
      <dgm:prSet presAssocID="{BA8A07B9-F4A8-4B00-BF7A-E650A25B16A3}" presName="bracket" presStyleLbl="parChTrans1D1" presStyleIdx="0" presStyleCnt="3"/>
      <dgm:spPr/>
    </dgm:pt>
    <dgm:pt modelId="{10BC21DE-8EBD-4676-B4DD-66F7D5D8CA9B}" type="pres">
      <dgm:prSet presAssocID="{BA8A07B9-F4A8-4B00-BF7A-E650A25B16A3}" presName="spH" presStyleCnt="0"/>
      <dgm:spPr/>
    </dgm:pt>
    <dgm:pt modelId="{136C7CFD-E6C8-411A-BB95-14CB5DA7C6F3}" type="pres">
      <dgm:prSet presAssocID="{BA8A07B9-F4A8-4B00-BF7A-E650A25B16A3}" presName="desTx" presStyleLbl="node1" presStyleIdx="0" presStyleCnt="3" custScaleX="129378">
        <dgm:presLayoutVars>
          <dgm:bulletEnabled val="1"/>
        </dgm:presLayoutVars>
      </dgm:prSet>
      <dgm:spPr/>
    </dgm:pt>
    <dgm:pt modelId="{C5F9E3B8-95D4-43AE-B970-1849FBA49D29}" type="pres">
      <dgm:prSet presAssocID="{A137BE3A-963D-4972-B5B0-96821EFE9D30}" presName="spV" presStyleCnt="0"/>
      <dgm:spPr/>
    </dgm:pt>
    <dgm:pt modelId="{56ABF4F9-875F-4CC1-8D69-3D77085AF072}" type="pres">
      <dgm:prSet presAssocID="{D0C3A1D4-6C94-4076-87D4-FD5DFCB02A64}" presName="linNode" presStyleCnt="0"/>
      <dgm:spPr/>
    </dgm:pt>
    <dgm:pt modelId="{949E373E-79BB-49D3-88C4-8437018E0347}" type="pres">
      <dgm:prSet presAssocID="{D0C3A1D4-6C94-4076-87D4-FD5DFCB02A64}" presName="parTx" presStyleLbl="revTx" presStyleIdx="1" presStyleCnt="3" custScaleX="20482">
        <dgm:presLayoutVars>
          <dgm:chMax val="1"/>
          <dgm:bulletEnabled val="1"/>
        </dgm:presLayoutVars>
      </dgm:prSet>
      <dgm:spPr/>
    </dgm:pt>
    <dgm:pt modelId="{A0B8DB91-F30E-4EE1-8E5B-79698E00A62D}" type="pres">
      <dgm:prSet presAssocID="{D0C3A1D4-6C94-4076-87D4-FD5DFCB02A64}" presName="bracket" presStyleLbl="parChTrans1D1" presStyleIdx="1" presStyleCnt="3"/>
      <dgm:spPr/>
    </dgm:pt>
    <dgm:pt modelId="{6ABFA96E-2870-4C30-8430-84850CC38B76}" type="pres">
      <dgm:prSet presAssocID="{D0C3A1D4-6C94-4076-87D4-FD5DFCB02A64}" presName="spH" presStyleCnt="0"/>
      <dgm:spPr/>
    </dgm:pt>
    <dgm:pt modelId="{B5CAE40F-FAB7-41DC-AF57-24EA29C367AE}" type="pres">
      <dgm:prSet presAssocID="{D0C3A1D4-6C94-4076-87D4-FD5DFCB02A64}" presName="desTx" presStyleLbl="node1" presStyleIdx="1" presStyleCnt="3" custScaleX="129378">
        <dgm:presLayoutVars>
          <dgm:bulletEnabled val="1"/>
        </dgm:presLayoutVars>
      </dgm:prSet>
      <dgm:spPr/>
    </dgm:pt>
    <dgm:pt modelId="{5EC11D59-EA0D-457D-A61D-7882D6C5DD76}" type="pres">
      <dgm:prSet presAssocID="{08745454-F150-41A2-95F9-28DC0CD3762A}" presName="spV" presStyleCnt="0"/>
      <dgm:spPr/>
    </dgm:pt>
    <dgm:pt modelId="{370B661F-1A71-4B3A-967E-2E7FA76BD23B}" type="pres">
      <dgm:prSet presAssocID="{13BE0F1D-F241-437F-9B51-03218C3F718F}" presName="linNode" presStyleCnt="0"/>
      <dgm:spPr/>
    </dgm:pt>
    <dgm:pt modelId="{DF8FEA29-87D1-49F5-8EF9-2E1C44E7DE2B}" type="pres">
      <dgm:prSet presAssocID="{13BE0F1D-F241-437F-9B51-03218C3F718F}" presName="parTx" presStyleLbl="revTx" presStyleIdx="2" presStyleCnt="3" custScaleX="20482">
        <dgm:presLayoutVars>
          <dgm:chMax val="1"/>
          <dgm:bulletEnabled val="1"/>
        </dgm:presLayoutVars>
      </dgm:prSet>
      <dgm:spPr/>
    </dgm:pt>
    <dgm:pt modelId="{116AA915-8461-4A28-B046-C45BC93C7212}" type="pres">
      <dgm:prSet presAssocID="{13BE0F1D-F241-437F-9B51-03218C3F718F}" presName="bracket" presStyleLbl="parChTrans1D1" presStyleIdx="2" presStyleCnt="3"/>
      <dgm:spPr/>
    </dgm:pt>
    <dgm:pt modelId="{F6CAD8C0-EE07-4142-8D3A-5BC138AD35F3}" type="pres">
      <dgm:prSet presAssocID="{13BE0F1D-F241-437F-9B51-03218C3F718F}" presName="spH" presStyleCnt="0"/>
      <dgm:spPr/>
    </dgm:pt>
    <dgm:pt modelId="{9A1D27C8-9C9A-4386-883A-32BA4A2D3243}" type="pres">
      <dgm:prSet presAssocID="{13BE0F1D-F241-437F-9B51-03218C3F718F}" presName="desTx" presStyleLbl="node1" presStyleIdx="2" presStyleCnt="3" custScaleX="129378">
        <dgm:presLayoutVars>
          <dgm:bulletEnabled val="1"/>
        </dgm:presLayoutVars>
      </dgm:prSet>
      <dgm:spPr/>
    </dgm:pt>
  </dgm:ptLst>
  <dgm:cxnLst>
    <dgm:cxn modelId="{D963CE02-6014-41E6-8F5A-9103E047F968}" srcId="{BA8A07B9-F4A8-4B00-BF7A-E650A25B16A3}" destId="{8843AB75-A257-4224-8BF7-C31405748376}" srcOrd="0" destOrd="0" parTransId="{FE3BB581-4DAF-4144-BFDD-44338FB1128C}" sibTransId="{741DC174-5005-4C9F-A710-2E0CF986C3DC}"/>
    <dgm:cxn modelId="{2DC1E808-B5BC-4EE8-8C92-EF3827596F50}" type="presOf" srcId="{8843AB75-A257-4224-8BF7-C31405748376}" destId="{136C7CFD-E6C8-411A-BB95-14CB5DA7C6F3}" srcOrd="0" destOrd="0" presId="urn:diagrams.loki3.com/BracketList"/>
    <dgm:cxn modelId="{07DA0416-68A1-4791-9F44-03AF9D9AD632}" type="presOf" srcId="{BC3DE05E-6B80-4492-9FC6-8023637D4B20}" destId="{B5CAE40F-FAB7-41DC-AF57-24EA29C367AE}" srcOrd="0" destOrd="0" presId="urn:diagrams.loki3.com/BracketList"/>
    <dgm:cxn modelId="{506C5F1D-1AEA-4B9A-A5B3-08785D5C3313}" srcId="{2D25A796-08E0-4D99-8492-94C5F81801B7}" destId="{13BE0F1D-F241-437F-9B51-03218C3F718F}" srcOrd="2" destOrd="0" parTransId="{DEC22857-5303-4CE4-8C56-7B248377CDA4}" sibTransId="{EAF011C8-96AD-4B6A-BD20-A7B34639CDA7}"/>
    <dgm:cxn modelId="{32A0FD33-DA88-4EDB-AE26-88DBE0F46343}" type="presOf" srcId="{2D25A796-08E0-4D99-8492-94C5F81801B7}" destId="{E82D501B-A752-448D-8D1C-EBA20A07EAF2}" srcOrd="0" destOrd="0" presId="urn:diagrams.loki3.com/BracketList"/>
    <dgm:cxn modelId="{7FEFF758-35B0-4810-94A6-5F078A42C9A3}" type="presOf" srcId="{D0C3A1D4-6C94-4076-87D4-FD5DFCB02A64}" destId="{949E373E-79BB-49D3-88C4-8437018E0347}" srcOrd="0" destOrd="0" presId="urn:diagrams.loki3.com/BracketList"/>
    <dgm:cxn modelId="{F1F33BB9-3C5D-4E6B-86CE-5D1A14687648}" type="presOf" srcId="{13BE0F1D-F241-437F-9B51-03218C3F718F}" destId="{DF8FEA29-87D1-49F5-8EF9-2E1C44E7DE2B}" srcOrd="0" destOrd="0" presId="urn:diagrams.loki3.com/BracketList"/>
    <dgm:cxn modelId="{31B665BC-64DF-45AE-AC0C-F94ED1237BEC}" type="presOf" srcId="{BA8A07B9-F4A8-4B00-BF7A-E650A25B16A3}" destId="{8B3129EA-FEA4-464D-A205-132EA472AFC5}" srcOrd="0" destOrd="0" presId="urn:diagrams.loki3.com/BracketList"/>
    <dgm:cxn modelId="{D2C64CC3-F47E-48CA-9D42-7869BE4A562B}" type="presOf" srcId="{0A50EC6D-E762-400E-87EF-8635F08E020E}" destId="{9A1D27C8-9C9A-4386-883A-32BA4A2D3243}" srcOrd="0" destOrd="0" presId="urn:diagrams.loki3.com/BracketList"/>
    <dgm:cxn modelId="{5DAEBAD8-2B60-4B5D-B809-3B2DBC79262E}" srcId="{2D25A796-08E0-4D99-8492-94C5F81801B7}" destId="{BA8A07B9-F4A8-4B00-BF7A-E650A25B16A3}" srcOrd="0" destOrd="0" parTransId="{B7F14794-AA09-4C78-AB7A-E6CAD6F0426B}" sibTransId="{A137BE3A-963D-4972-B5B0-96821EFE9D30}"/>
    <dgm:cxn modelId="{4277F8E5-7BBE-4953-A741-E17D9165600F}" srcId="{13BE0F1D-F241-437F-9B51-03218C3F718F}" destId="{0A50EC6D-E762-400E-87EF-8635F08E020E}" srcOrd="0" destOrd="0" parTransId="{4CC408B5-38A3-4184-A252-FE01EF4981A3}" sibTransId="{AEF33CC5-B2C8-43E2-A811-9B37D87679D1}"/>
    <dgm:cxn modelId="{9849EAE6-501E-4769-AEAD-83FAE27580D9}" srcId="{2D25A796-08E0-4D99-8492-94C5F81801B7}" destId="{D0C3A1D4-6C94-4076-87D4-FD5DFCB02A64}" srcOrd="1" destOrd="0" parTransId="{46E6D8C4-B1B9-4541-940A-D270FD6E2961}" sibTransId="{08745454-F150-41A2-95F9-28DC0CD3762A}"/>
    <dgm:cxn modelId="{5EE450FE-9B30-4B18-A5B7-6DD7B529AEEB}" srcId="{D0C3A1D4-6C94-4076-87D4-FD5DFCB02A64}" destId="{BC3DE05E-6B80-4492-9FC6-8023637D4B20}" srcOrd="0" destOrd="0" parTransId="{8325EDE9-81E1-4921-8908-95B8795A3BE8}" sibTransId="{E8A29D17-64FA-4012-9F96-529B5DC4CA7D}"/>
    <dgm:cxn modelId="{3B523A6D-61A3-4311-97B7-1434660DE2C0}" type="presParOf" srcId="{E82D501B-A752-448D-8D1C-EBA20A07EAF2}" destId="{ED3E778F-45A9-46EE-A8E5-0E076C25BE3C}" srcOrd="0" destOrd="0" presId="urn:diagrams.loki3.com/BracketList"/>
    <dgm:cxn modelId="{B518128C-A523-4F5A-B57A-0B649F067C39}" type="presParOf" srcId="{ED3E778F-45A9-46EE-A8E5-0E076C25BE3C}" destId="{8B3129EA-FEA4-464D-A205-132EA472AFC5}" srcOrd="0" destOrd="0" presId="urn:diagrams.loki3.com/BracketList"/>
    <dgm:cxn modelId="{919E496F-B062-4DD4-B60C-E3063D8345F2}" type="presParOf" srcId="{ED3E778F-45A9-46EE-A8E5-0E076C25BE3C}" destId="{9CDBB325-B130-43CA-907C-A24E2D4954A0}" srcOrd="1" destOrd="0" presId="urn:diagrams.loki3.com/BracketList"/>
    <dgm:cxn modelId="{BEFADCF5-9FD2-4DCF-A2F1-723D74CD6878}" type="presParOf" srcId="{ED3E778F-45A9-46EE-A8E5-0E076C25BE3C}" destId="{10BC21DE-8EBD-4676-B4DD-66F7D5D8CA9B}" srcOrd="2" destOrd="0" presId="urn:diagrams.loki3.com/BracketList"/>
    <dgm:cxn modelId="{FCA380F4-7939-41A8-90DA-FD12C08EAED2}" type="presParOf" srcId="{ED3E778F-45A9-46EE-A8E5-0E076C25BE3C}" destId="{136C7CFD-E6C8-411A-BB95-14CB5DA7C6F3}" srcOrd="3" destOrd="0" presId="urn:diagrams.loki3.com/BracketList"/>
    <dgm:cxn modelId="{69955B65-855E-4DD2-AA21-6C3CADFE9286}" type="presParOf" srcId="{E82D501B-A752-448D-8D1C-EBA20A07EAF2}" destId="{C5F9E3B8-95D4-43AE-B970-1849FBA49D29}" srcOrd="1" destOrd="0" presId="urn:diagrams.loki3.com/BracketList"/>
    <dgm:cxn modelId="{0EE86E2E-43A4-4E1F-A24F-E94F045BFEC1}" type="presParOf" srcId="{E82D501B-A752-448D-8D1C-EBA20A07EAF2}" destId="{56ABF4F9-875F-4CC1-8D69-3D77085AF072}" srcOrd="2" destOrd="0" presId="urn:diagrams.loki3.com/BracketList"/>
    <dgm:cxn modelId="{0A25641A-D9A4-42D1-930B-594E782CCD7B}" type="presParOf" srcId="{56ABF4F9-875F-4CC1-8D69-3D77085AF072}" destId="{949E373E-79BB-49D3-88C4-8437018E0347}" srcOrd="0" destOrd="0" presId="urn:diagrams.loki3.com/BracketList"/>
    <dgm:cxn modelId="{3D08AE2D-485D-49F9-85A2-1AF053A21D81}" type="presParOf" srcId="{56ABF4F9-875F-4CC1-8D69-3D77085AF072}" destId="{A0B8DB91-F30E-4EE1-8E5B-79698E00A62D}" srcOrd="1" destOrd="0" presId="urn:diagrams.loki3.com/BracketList"/>
    <dgm:cxn modelId="{67F0D2C9-4F6F-48E4-B338-92A319FA61BB}" type="presParOf" srcId="{56ABF4F9-875F-4CC1-8D69-3D77085AF072}" destId="{6ABFA96E-2870-4C30-8430-84850CC38B76}" srcOrd="2" destOrd="0" presId="urn:diagrams.loki3.com/BracketList"/>
    <dgm:cxn modelId="{2BE8B6A8-B8EA-49CB-9672-A4F05229B101}" type="presParOf" srcId="{56ABF4F9-875F-4CC1-8D69-3D77085AF072}" destId="{B5CAE40F-FAB7-41DC-AF57-24EA29C367AE}" srcOrd="3" destOrd="0" presId="urn:diagrams.loki3.com/BracketList"/>
    <dgm:cxn modelId="{D88C461D-1A69-4D7D-907C-345C2B601C34}" type="presParOf" srcId="{E82D501B-A752-448D-8D1C-EBA20A07EAF2}" destId="{5EC11D59-EA0D-457D-A61D-7882D6C5DD76}" srcOrd="3" destOrd="0" presId="urn:diagrams.loki3.com/BracketList"/>
    <dgm:cxn modelId="{1E3E3C44-C2A4-4668-8A83-5A55A07CB997}" type="presParOf" srcId="{E82D501B-A752-448D-8D1C-EBA20A07EAF2}" destId="{370B661F-1A71-4B3A-967E-2E7FA76BD23B}" srcOrd="4" destOrd="0" presId="urn:diagrams.loki3.com/BracketList"/>
    <dgm:cxn modelId="{92CE58D7-F6A3-456D-A995-BBE59A2A5384}" type="presParOf" srcId="{370B661F-1A71-4B3A-967E-2E7FA76BD23B}" destId="{DF8FEA29-87D1-49F5-8EF9-2E1C44E7DE2B}" srcOrd="0" destOrd="0" presId="urn:diagrams.loki3.com/BracketList"/>
    <dgm:cxn modelId="{4D00E11E-B204-4E29-A070-3A61030D2843}" type="presParOf" srcId="{370B661F-1A71-4B3A-967E-2E7FA76BD23B}" destId="{116AA915-8461-4A28-B046-C45BC93C7212}" srcOrd="1" destOrd="0" presId="urn:diagrams.loki3.com/BracketList"/>
    <dgm:cxn modelId="{896D0C3B-34F5-4FAE-B452-CA9A2BF44418}" type="presParOf" srcId="{370B661F-1A71-4B3A-967E-2E7FA76BD23B}" destId="{F6CAD8C0-EE07-4142-8D3A-5BC138AD35F3}" srcOrd="2" destOrd="0" presId="urn:diagrams.loki3.com/BracketList"/>
    <dgm:cxn modelId="{DF89B0C8-52A6-447C-88DD-DF936FB5BE8C}" type="presParOf" srcId="{370B661F-1A71-4B3A-967E-2E7FA76BD23B}" destId="{9A1D27C8-9C9A-4386-883A-32BA4A2D3243}" srcOrd="3" destOrd="0" presId="urn:diagrams.loki3.com/Bracket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F6F457CD-4A0A-4944-912F-4700FECCF419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1D1F1A5-EEB8-4E48-A141-FC3FD084807F}">
      <dgm:prSet phldrT="[Text]" custT="1"/>
      <dgm:spPr/>
      <dgm:t>
        <a:bodyPr/>
        <a:lstStyle/>
        <a:p>
          <a:pPr algn="ctr"/>
          <a:r>
            <a:rPr lang="en-US" sz="3600" dirty="0"/>
            <a:t>1</a:t>
          </a:r>
        </a:p>
      </dgm:t>
    </dgm:pt>
    <dgm:pt modelId="{A3AC9824-C2DE-422B-AE54-8B48B07C1C54}" type="parTrans" cxnId="{0C1AD392-B7D2-44CA-90D6-59B910DCF70B}">
      <dgm:prSet/>
      <dgm:spPr/>
      <dgm:t>
        <a:bodyPr/>
        <a:lstStyle/>
        <a:p>
          <a:endParaRPr lang="en-US"/>
        </a:p>
      </dgm:t>
    </dgm:pt>
    <dgm:pt modelId="{D29EAD10-1310-4101-B432-FEEC785EB711}" type="sibTrans" cxnId="{0C1AD392-B7D2-44CA-90D6-59B910DCF70B}">
      <dgm:prSet/>
      <dgm:spPr/>
      <dgm:t>
        <a:bodyPr/>
        <a:lstStyle/>
        <a:p>
          <a:endParaRPr lang="en-US"/>
        </a:p>
      </dgm:t>
    </dgm:pt>
    <dgm:pt modelId="{CC40A6CE-56B2-46E0-A2DB-A9A5F5536472}">
      <dgm:prSet phldrT="[Text]" custT="1"/>
      <dgm:spPr/>
      <dgm:t>
        <a:bodyPr/>
        <a:lstStyle/>
        <a:p>
          <a:pPr algn="just">
            <a:buFont typeface="Wingdings" panose="05000000000000000000" pitchFamily="2" charset="2"/>
            <a:buChar char="v"/>
          </a:pPr>
          <a:r>
            <a:rPr lang="es-ES" altLang="id-ID" sz="2200" b="0" dirty="0" err="1">
              <a:latin typeface="+mn-lt"/>
            </a:rPr>
            <a:t>Kerukunan</a:t>
          </a:r>
          <a:r>
            <a:rPr lang="es-ES" altLang="id-ID" sz="2200" b="0" dirty="0">
              <a:latin typeface="+mn-lt"/>
            </a:rPr>
            <a:t> </a:t>
          </a:r>
          <a:r>
            <a:rPr lang="es-ES" altLang="id-ID" sz="2200" b="0" dirty="0" err="1">
              <a:latin typeface="+mn-lt"/>
            </a:rPr>
            <a:t>umat</a:t>
          </a:r>
          <a:r>
            <a:rPr lang="es-ES" altLang="id-ID" sz="2200" b="0" dirty="0">
              <a:latin typeface="+mn-lt"/>
            </a:rPr>
            <a:t> </a:t>
          </a:r>
          <a:r>
            <a:rPr lang="es-ES" altLang="id-ID" sz="2200" b="0" dirty="0" err="1">
              <a:latin typeface="+mn-lt"/>
            </a:rPr>
            <a:t>beragama</a:t>
          </a:r>
          <a:r>
            <a:rPr lang="es-ES" altLang="id-ID" sz="2200" b="0" dirty="0">
              <a:latin typeface="+mn-lt"/>
            </a:rPr>
            <a:t> </a:t>
          </a:r>
          <a:r>
            <a:rPr lang="es-ES" altLang="id-ID" sz="2200" b="0" dirty="0" err="1">
              <a:latin typeface="+mn-lt"/>
            </a:rPr>
            <a:t>adalah</a:t>
          </a:r>
          <a:r>
            <a:rPr lang="es-ES" altLang="id-ID" sz="2200" b="0" dirty="0">
              <a:latin typeface="+mn-lt"/>
            </a:rPr>
            <a:t> </a:t>
          </a:r>
          <a:r>
            <a:rPr lang="es-ES" altLang="id-ID" sz="2200" b="0" dirty="0" err="1">
              <a:latin typeface="+mn-lt"/>
            </a:rPr>
            <a:t>keadaan</a:t>
          </a:r>
          <a:r>
            <a:rPr lang="es-ES" altLang="id-ID" sz="2200" b="0" dirty="0">
              <a:latin typeface="+mn-lt"/>
            </a:rPr>
            <a:t> </a:t>
          </a:r>
          <a:r>
            <a:rPr lang="es-ES" altLang="id-ID" sz="2200" b="0" dirty="0" err="1">
              <a:latin typeface="+mn-lt"/>
            </a:rPr>
            <a:t>hubungan</a:t>
          </a:r>
          <a:r>
            <a:rPr lang="es-ES" altLang="id-ID" sz="2200" b="0" dirty="0">
              <a:latin typeface="+mn-lt"/>
            </a:rPr>
            <a:t> </a:t>
          </a:r>
          <a:r>
            <a:rPr lang="es-ES" altLang="id-ID" sz="2200" b="0" dirty="0" err="1">
              <a:latin typeface="+mn-lt"/>
            </a:rPr>
            <a:t>sesama</a:t>
          </a:r>
          <a:r>
            <a:rPr lang="es-ES" altLang="id-ID" sz="2200" b="0" dirty="0">
              <a:latin typeface="+mn-lt"/>
            </a:rPr>
            <a:t> </a:t>
          </a:r>
          <a:r>
            <a:rPr lang="es-ES" altLang="id-ID" sz="2200" b="0" dirty="0" err="1">
              <a:latin typeface="+mn-lt"/>
            </a:rPr>
            <a:t>umat</a:t>
          </a:r>
          <a:r>
            <a:rPr lang="es-ES" altLang="id-ID" sz="2200" b="0" dirty="0">
              <a:latin typeface="+mn-lt"/>
            </a:rPr>
            <a:t> </a:t>
          </a:r>
          <a:r>
            <a:rPr lang="es-ES" altLang="id-ID" sz="2200" b="0" dirty="0" err="1">
              <a:latin typeface="+mn-lt"/>
            </a:rPr>
            <a:t>beragama</a:t>
          </a:r>
          <a:r>
            <a:rPr lang="es-ES" altLang="id-ID" sz="2200" b="0" dirty="0">
              <a:latin typeface="+mn-lt"/>
            </a:rPr>
            <a:t> yang </a:t>
          </a:r>
          <a:r>
            <a:rPr lang="es-ES" altLang="id-ID" sz="2200" b="0" dirty="0" err="1">
              <a:latin typeface="+mn-lt"/>
            </a:rPr>
            <a:t>dilandasi</a:t>
          </a:r>
          <a:r>
            <a:rPr lang="es-ES" altLang="id-ID" sz="2200" b="0" dirty="0">
              <a:latin typeface="+mn-lt"/>
            </a:rPr>
            <a:t> </a:t>
          </a:r>
          <a:r>
            <a:rPr lang="es-ES" altLang="id-ID" sz="2200" b="0" dirty="0" err="1">
              <a:latin typeface="+mn-lt"/>
            </a:rPr>
            <a:t>toleransi</a:t>
          </a:r>
          <a:r>
            <a:rPr lang="es-ES" altLang="id-ID" sz="2200" b="0" dirty="0">
              <a:latin typeface="+mn-lt"/>
            </a:rPr>
            <a:t>,  </a:t>
          </a:r>
          <a:r>
            <a:rPr lang="es-ES" altLang="id-ID" sz="2200" b="0" dirty="0" err="1">
              <a:latin typeface="+mn-lt"/>
            </a:rPr>
            <a:t>saling</a:t>
          </a:r>
          <a:r>
            <a:rPr lang="es-ES" altLang="id-ID" sz="2200" b="0" dirty="0">
              <a:latin typeface="+mn-lt"/>
            </a:rPr>
            <a:t> </a:t>
          </a:r>
          <a:r>
            <a:rPr lang="es-ES" altLang="id-ID" sz="2200" b="0" dirty="0" err="1">
              <a:latin typeface="+mn-lt"/>
            </a:rPr>
            <a:t>pengertian</a:t>
          </a:r>
          <a:r>
            <a:rPr lang="es-ES" altLang="id-ID" sz="2200" b="0" dirty="0">
              <a:latin typeface="+mn-lt"/>
            </a:rPr>
            <a:t>, </a:t>
          </a:r>
          <a:r>
            <a:rPr lang="es-ES" altLang="id-ID" sz="2200" b="0" dirty="0" err="1">
              <a:latin typeface="+mn-lt"/>
            </a:rPr>
            <a:t>saling</a:t>
          </a:r>
          <a:r>
            <a:rPr lang="es-ES" altLang="id-ID" sz="2200" b="0" dirty="0">
              <a:latin typeface="+mn-lt"/>
            </a:rPr>
            <a:t> </a:t>
          </a:r>
          <a:r>
            <a:rPr lang="es-ES" altLang="id-ID" sz="2200" b="0" dirty="0" err="1">
              <a:latin typeface="+mn-lt"/>
            </a:rPr>
            <a:t>menghormati</a:t>
          </a:r>
          <a:r>
            <a:rPr lang="es-ES" altLang="id-ID" sz="2200" b="0" dirty="0">
              <a:latin typeface="+mn-lt"/>
            </a:rPr>
            <a:t>, </a:t>
          </a:r>
          <a:r>
            <a:rPr lang="es-ES" altLang="id-ID" sz="2200" b="0" dirty="0" err="1">
              <a:latin typeface="+mn-lt"/>
            </a:rPr>
            <a:t>menghargai</a:t>
          </a:r>
          <a:r>
            <a:rPr lang="es-ES" altLang="id-ID" sz="2200" b="0" dirty="0">
              <a:latin typeface="+mn-lt"/>
            </a:rPr>
            <a:t> </a:t>
          </a:r>
          <a:r>
            <a:rPr lang="es-ES" altLang="id-ID" sz="2200" b="0" dirty="0" err="1">
              <a:latin typeface="+mn-lt"/>
            </a:rPr>
            <a:t>kesetaraan</a:t>
          </a:r>
          <a:r>
            <a:rPr lang="es-ES" altLang="id-ID" sz="2200" b="0" dirty="0">
              <a:latin typeface="+mn-lt"/>
            </a:rPr>
            <a:t> </a:t>
          </a:r>
          <a:r>
            <a:rPr lang="es-ES" altLang="id-ID" sz="2200" b="0" dirty="0" err="1">
              <a:latin typeface="+mn-lt"/>
            </a:rPr>
            <a:t>dalam</a:t>
          </a:r>
          <a:r>
            <a:rPr lang="es-ES" altLang="id-ID" sz="2200" b="0" dirty="0">
              <a:latin typeface="+mn-lt"/>
            </a:rPr>
            <a:t> </a:t>
          </a:r>
          <a:r>
            <a:rPr lang="es-ES" altLang="id-ID" sz="2200" b="0" dirty="0" err="1">
              <a:latin typeface="+mn-lt"/>
            </a:rPr>
            <a:t>pengamalan</a:t>
          </a:r>
          <a:r>
            <a:rPr lang="es-ES" altLang="id-ID" sz="2200" b="0" dirty="0">
              <a:latin typeface="+mn-lt"/>
            </a:rPr>
            <a:t> ajaran </a:t>
          </a:r>
          <a:r>
            <a:rPr lang="es-ES" altLang="id-ID" sz="2200" b="0" dirty="0" err="1">
              <a:latin typeface="+mn-lt"/>
            </a:rPr>
            <a:t>agamanya</a:t>
          </a:r>
          <a:r>
            <a:rPr lang="es-ES" altLang="id-ID" sz="2200" b="0" dirty="0">
              <a:latin typeface="+mn-lt"/>
            </a:rPr>
            <a:t> dan </a:t>
          </a:r>
          <a:r>
            <a:rPr lang="es-ES" altLang="id-ID" sz="2200" b="0" dirty="0" err="1">
              <a:latin typeface="+mn-lt"/>
            </a:rPr>
            <a:t>kerjasama</a:t>
          </a:r>
          <a:r>
            <a:rPr lang="es-ES" altLang="id-ID" sz="2200" b="0" dirty="0">
              <a:latin typeface="+mn-lt"/>
            </a:rPr>
            <a:t> </a:t>
          </a:r>
          <a:r>
            <a:rPr lang="es-ES" altLang="id-ID" sz="2200" b="0" dirty="0" err="1">
              <a:latin typeface="+mn-lt"/>
            </a:rPr>
            <a:t>dalam</a:t>
          </a:r>
          <a:r>
            <a:rPr lang="es-ES" altLang="id-ID" sz="2200" b="0" dirty="0">
              <a:latin typeface="+mn-lt"/>
            </a:rPr>
            <a:t> </a:t>
          </a:r>
          <a:r>
            <a:rPr lang="es-ES" altLang="id-ID" sz="2200" b="0" dirty="0" err="1">
              <a:latin typeface="+mn-lt"/>
            </a:rPr>
            <a:t>kehidupan</a:t>
          </a:r>
          <a:r>
            <a:rPr lang="es-ES" altLang="id-ID" sz="2200" b="0" dirty="0">
              <a:latin typeface="+mn-lt"/>
            </a:rPr>
            <a:t> </a:t>
          </a:r>
          <a:r>
            <a:rPr lang="es-ES" altLang="id-ID" sz="2200" b="0" dirty="0" err="1">
              <a:latin typeface="+mn-lt"/>
            </a:rPr>
            <a:t>bermasyarakat</a:t>
          </a:r>
          <a:r>
            <a:rPr lang="es-ES" altLang="id-ID" sz="2200" b="0" dirty="0">
              <a:latin typeface="+mn-lt"/>
            </a:rPr>
            <a:t>, </a:t>
          </a:r>
          <a:r>
            <a:rPr lang="es-ES" altLang="id-ID" sz="2200" b="0" dirty="0" err="1">
              <a:latin typeface="+mn-lt"/>
            </a:rPr>
            <a:t>berbangsa</a:t>
          </a:r>
          <a:r>
            <a:rPr lang="es-ES" altLang="id-ID" sz="2200" b="0" dirty="0">
              <a:latin typeface="+mn-lt"/>
            </a:rPr>
            <a:t> dan </a:t>
          </a:r>
          <a:r>
            <a:rPr lang="es-ES" altLang="id-ID" sz="2200" b="0" dirty="0" err="1">
              <a:latin typeface="+mn-lt"/>
            </a:rPr>
            <a:t>bernegara</a:t>
          </a:r>
          <a:r>
            <a:rPr lang="es-ES" altLang="id-ID" sz="2200" b="0" dirty="0">
              <a:latin typeface="+mn-lt"/>
            </a:rPr>
            <a:t> di </a:t>
          </a:r>
          <a:r>
            <a:rPr lang="es-ES" altLang="id-ID" sz="2200" b="0" dirty="0" err="1">
              <a:latin typeface="+mn-lt"/>
            </a:rPr>
            <a:t>dalam</a:t>
          </a:r>
          <a:r>
            <a:rPr lang="es-ES" altLang="id-ID" sz="2200" b="0" dirty="0">
              <a:latin typeface="+mn-lt"/>
            </a:rPr>
            <a:t> Negara </a:t>
          </a:r>
          <a:r>
            <a:rPr lang="es-ES" altLang="id-ID" sz="2200" b="0" dirty="0" err="1">
              <a:latin typeface="+mn-lt"/>
            </a:rPr>
            <a:t>Kesatuan</a:t>
          </a:r>
          <a:r>
            <a:rPr lang="es-ES" altLang="id-ID" sz="2200" b="0" dirty="0">
              <a:latin typeface="+mn-lt"/>
            </a:rPr>
            <a:t> </a:t>
          </a:r>
          <a:r>
            <a:rPr lang="es-ES" altLang="id-ID" sz="2200" b="0" dirty="0" err="1">
              <a:latin typeface="+mn-lt"/>
            </a:rPr>
            <a:t>Republik</a:t>
          </a:r>
          <a:r>
            <a:rPr lang="es-ES" altLang="id-ID" sz="2200" b="0" dirty="0">
              <a:latin typeface="+mn-lt"/>
            </a:rPr>
            <a:t> Indonesia </a:t>
          </a:r>
          <a:r>
            <a:rPr lang="es-ES" altLang="id-ID" sz="2200" b="0" dirty="0" err="1">
              <a:latin typeface="+mn-lt"/>
            </a:rPr>
            <a:t>berdasarkan</a:t>
          </a:r>
          <a:r>
            <a:rPr lang="es-ES" altLang="id-ID" sz="2200" b="0" dirty="0">
              <a:latin typeface="+mn-lt"/>
            </a:rPr>
            <a:t> </a:t>
          </a:r>
          <a:r>
            <a:rPr lang="es-ES" altLang="id-ID" sz="2200" b="0" dirty="0" err="1">
              <a:latin typeface="+mn-lt"/>
            </a:rPr>
            <a:t>Pancasila</a:t>
          </a:r>
          <a:r>
            <a:rPr lang="es-ES" altLang="id-ID" sz="2200" b="0" dirty="0">
              <a:latin typeface="+mn-lt"/>
            </a:rPr>
            <a:t> dan </a:t>
          </a:r>
          <a:r>
            <a:rPr lang="es-ES" altLang="id-ID" sz="2200" b="0" dirty="0" err="1">
              <a:latin typeface="+mn-lt"/>
            </a:rPr>
            <a:t>Undang-Undang</a:t>
          </a:r>
          <a:r>
            <a:rPr lang="es-ES" altLang="id-ID" sz="2200" b="0" dirty="0">
              <a:latin typeface="+mn-lt"/>
            </a:rPr>
            <a:t> </a:t>
          </a:r>
          <a:r>
            <a:rPr lang="es-ES" altLang="id-ID" sz="2200" b="0" dirty="0" err="1">
              <a:latin typeface="+mn-lt"/>
            </a:rPr>
            <a:t>Dasar</a:t>
          </a:r>
          <a:r>
            <a:rPr lang="es-ES" altLang="id-ID" sz="2200" b="0" dirty="0">
              <a:latin typeface="+mn-lt"/>
            </a:rPr>
            <a:t> Negara </a:t>
          </a:r>
          <a:r>
            <a:rPr lang="es-ES" altLang="id-ID" sz="2200" b="0" dirty="0" err="1">
              <a:latin typeface="+mn-lt"/>
            </a:rPr>
            <a:t>Republik</a:t>
          </a:r>
          <a:r>
            <a:rPr lang="es-ES" altLang="id-ID" sz="2200" b="0" dirty="0">
              <a:latin typeface="+mn-lt"/>
            </a:rPr>
            <a:t> Indonesia </a:t>
          </a:r>
          <a:r>
            <a:rPr lang="es-ES" altLang="id-ID" sz="2200" b="0" dirty="0" err="1">
              <a:latin typeface="+mn-lt"/>
            </a:rPr>
            <a:t>Tahun</a:t>
          </a:r>
          <a:r>
            <a:rPr lang="es-ES" altLang="id-ID" sz="2200" b="0" dirty="0">
              <a:latin typeface="+mn-lt"/>
            </a:rPr>
            <a:t> 1945. </a:t>
          </a:r>
          <a:endParaRPr lang="en-US" sz="2200" b="0" dirty="0">
            <a:latin typeface="+mn-lt"/>
          </a:endParaRPr>
        </a:p>
      </dgm:t>
    </dgm:pt>
    <dgm:pt modelId="{81B95E5C-28B6-422F-9F54-253856F271FF}" type="parTrans" cxnId="{C444287F-2F95-40AC-9861-E11133035A44}">
      <dgm:prSet/>
      <dgm:spPr/>
      <dgm:t>
        <a:bodyPr/>
        <a:lstStyle/>
        <a:p>
          <a:endParaRPr lang="en-US"/>
        </a:p>
      </dgm:t>
    </dgm:pt>
    <dgm:pt modelId="{5842F553-13D0-463B-AEEC-2676054DA658}" type="sibTrans" cxnId="{C444287F-2F95-40AC-9861-E11133035A44}">
      <dgm:prSet/>
      <dgm:spPr/>
      <dgm:t>
        <a:bodyPr/>
        <a:lstStyle/>
        <a:p>
          <a:endParaRPr lang="en-US"/>
        </a:p>
      </dgm:t>
    </dgm:pt>
    <dgm:pt modelId="{D7E4692D-C644-4788-8C64-6C6259D54142}">
      <dgm:prSet phldrT="[Text]" custT="1"/>
      <dgm:spPr/>
      <dgm:t>
        <a:bodyPr/>
        <a:lstStyle/>
        <a:p>
          <a:pPr algn="ctr"/>
          <a:r>
            <a:rPr lang="en-US" sz="3600" b="1" dirty="0"/>
            <a:t>2</a:t>
          </a:r>
        </a:p>
      </dgm:t>
    </dgm:pt>
    <dgm:pt modelId="{BFB50A2D-6A92-4FDA-97B7-A68B08B0A8EF}" type="parTrans" cxnId="{56AE2808-8561-422F-BE4F-CCE1A3FC5F6D}">
      <dgm:prSet/>
      <dgm:spPr/>
      <dgm:t>
        <a:bodyPr/>
        <a:lstStyle/>
        <a:p>
          <a:endParaRPr lang="en-US"/>
        </a:p>
      </dgm:t>
    </dgm:pt>
    <dgm:pt modelId="{462DE4D8-36DF-4F34-89D4-F97846288B09}" type="sibTrans" cxnId="{56AE2808-8561-422F-BE4F-CCE1A3FC5F6D}">
      <dgm:prSet/>
      <dgm:spPr/>
      <dgm:t>
        <a:bodyPr/>
        <a:lstStyle/>
        <a:p>
          <a:endParaRPr lang="en-US"/>
        </a:p>
      </dgm:t>
    </dgm:pt>
    <dgm:pt modelId="{5D15506B-C887-4B81-9361-6E3AA1672711}">
      <dgm:prSet phldrT="[Text]" custT="1"/>
      <dgm:spPr/>
      <dgm:t>
        <a:bodyPr/>
        <a:lstStyle/>
        <a:p>
          <a:pPr algn="just">
            <a:buFont typeface="Wingdings" panose="05000000000000000000" pitchFamily="2" charset="2"/>
            <a:buChar char="v"/>
          </a:pPr>
          <a:r>
            <a:rPr lang="es-ES" altLang="id-ID" sz="2200" b="0" dirty="0" err="1">
              <a:latin typeface="+mn-lt"/>
            </a:rPr>
            <a:t>Pemeliharaan</a:t>
          </a:r>
          <a:r>
            <a:rPr lang="es-ES" altLang="id-ID" sz="2200" b="0" dirty="0">
              <a:latin typeface="+mn-lt"/>
            </a:rPr>
            <a:t> </a:t>
          </a:r>
          <a:r>
            <a:rPr lang="es-ES" altLang="id-ID" sz="2200" b="0" dirty="0" err="1">
              <a:latin typeface="+mn-lt"/>
            </a:rPr>
            <a:t>kerukunan</a:t>
          </a:r>
          <a:r>
            <a:rPr lang="es-ES" altLang="id-ID" sz="2200" b="0" dirty="0">
              <a:latin typeface="+mn-lt"/>
            </a:rPr>
            <a:t> </a:t>
          </a:r>
          <a:r>
            <a:rPr lang="es-ES" altLang="id-ID" sz="2200" b="0" dirty="0" err="1">
              <a:latin typeface="+mn-lt"/>
            </a:rPr>
            <a:t>umat</a:t>
          </a:r>
          <a:r>
            <a:rPr lang="es-ES" altLang="id-ID" sz="2200" b="0" dirty="0">
              <a:latin typeface="+mn-lt"/>
            </a:rPr>
            <a:t> </a:t>
          </a:r>
          <a:r>
            <a:rPr lang="es-ES" altLang="id-ID" sz="2200" b="0" dirty="0" err="1">
              <a:latin typeface="+mn-lt"/>
            </a:rPr>
            <a:t>beragama</a:t>
          </a:r>
          <a:r>
            <a:rPr lang="es-ES" altLang="id-ID" sz="2200" b="0" dirty="0">
              <a:latin typeface="+mn-lt"/>
            </a:rPr>
            <a:t> </a:t>
          </a:r>
          <a:r>
            <a:rPr lang="es-ES" altLang="id-ID" sz="2200" b="0" dirty="0" err="1">
              <a:latin typeface="+mn-lt"/>
            </a:rPr>
            <a:t>adalah</a:t>
          </a:r>
          <a:r>
            <a:rPr lang="es-ES" altLang="id-ID" sz="2200" b="0" dirty="0">
              <a:latin typeface="+mn-lt"/>
            </a:rPr>
            <a:t> </a:t>
          </a:r>
          <a:r>
            <a:rPr lang="es-ES" altLang="id-ID" sz="2200" b="0" dirty="0" err="1">
              <a:latin typeface="+mn-lt"/>
            </a:rPr>
            <a:t>upaya</a:t>
          </a:r>
          <a:r>
            <a:rPr lang="es-ES" altLang="id-ID" sz="2200" b="0" dirty="0">
              <a:latin typeface="+mn-lt"/>
            </a:rPr>
            <a:t> </a:t>
          </a:r>
          <a:r>
            <a:rPr lang="es-ES" altLang="id-ID" sz="2200" b="0" dirty="0" err="1">
              <a:latin typeface="+mn-lt"/>
            </a:rPr>
            <a:t>bersama</a:t>
          </a:r>
          <a:r>
            <a:rPr lang="es-ES" altLang="id-ID" sz="2200" b="0" dirty="0">
              <a:latin typeface="+mn-lt"/>
            </a:rPr>
            <a:t>    </a:t>
          </a:r>
          <a:r>
            <a:rPr lang="es-ES" altLang="id-ID" sz="2200" b="0" dirty="0" err="1">
              <a:latin typeface="+mn-lt"/>
            </a:rPr>
            <a:t>umat</a:t>
          </a:r>
          <a:r>
            <a:rPr lang="es-ES" altLang="id-ID" sz="2200" b="0" dirty="0">
              <a:latin typeface="+mn-lt"/>
            </a:rPr>
            <a:t> </a:t>
          </a:r>
          <a:r>
            <a:rPr lang="es-ES" altLang="id-ID" sz="2200" b="0" dirty="0" err="1">
              <a:latin typeface="+mn-lt"/>
            </a:rPr>
            <a:t>beragama</a:t>
          </a:r>
          <a:r>
            <a:rPr lang="es-ES" altLang="id-ID" sz="2200" b="0" dirty="0">
              <a:latin typeface="+mn-lt"/>
            </a:rPr>
            <a:t> dan </a:t>
          </a:r>
          <a:r>
            <a:rPr lang="es-ES" altLang="id-ID" sz="2200" b="0" dirty="0" err="1">
              <a:latin typeface="+mn-lt"/>
            </a:rPr>
            <a:t>Pemerintah</a:t>
          </a:r>
          <a:r>
            <a:rPr lang="es-ES" altLang="id-ID" sz="2200" b="0" dirty="0">
              <a:latin typeface="+mn-lt"/>
            </a:rPr>
            <a:t> di </a:t>
          </a:r>
          <a:r>
            <a:rPr lang="es-ES" altLang="id-ID" sz="2200" b="0" dirty="0" err="1">
              <a:latin typeface="+mn-lt"/>
            </a:rPr>
            <a:t>bidang</a:t>
          </a:r>
          <a:r>
            <a:rPr lang="es-ES" altLang="id-ID" sz="2200" b="0" dirty="0">
              <a:latin typeface="+mn-lt"/>
            </a:rPr>
            <a:t> </a:t>
          </a:r>
          <a:r>
            <a:rPr lang="es-ES" altLang="id-ID" sz="2200" b="0" dirty="0" err="1">
              <a:latin typeface="+mn-lt"/>
            </a:rPr>
            <a:t>pelayanan</a:t>
          </a:r>
          <a:r>
            <a:rPr lang="es-ES" altLang="id-ID" sz="2200" b="0" dirty="0">
              <a:latin typeface="+mn-lt"/>
            </a:rPr>
            <a:t>, </a:t>
          </a:r>
          <a:r>
            <a:rPr lang="es-ES" altLang="id-ID" sz="2200" b="0" dirty="0" err="1">
              <a:latin typeface="+mn-lt"/>
            </a:rPr>
            <a:t>pengaturan</a:t>
          </a:r>
          <a:r>
            <a:rPr lang="es-ES" altLang="id-ID" sz="2200" b="0" dirty="0">
              <a:latin typeface="+mn-lt"/>
            </a:rPr>
            <a:t>, dan </a:t>
          </a:r>
          <a:r>
            <a:rPr lang="es-ES" altLang="id-ID" sz="2200" b="0" dirty="0" err="1">
              <a:latin typeface="+mn-lt"/>
            </a:rPr>
            <a:t>pemberdayaan</a:t>
          </a:r>
          <a:r>
            <a:rPr lang="es-ES" altLang="id-ID" sz="2200" b="0" dirty="0">
              <a:latin typeface="+mn-lt"/>
            </a:rPr>
            <a:t> </a:t>
          </a:r>
          <a:r>
            <a:rPr lang="es-ES" altLang="id-ID" sz="2200" b="0" dirty="0" err="1">
              <a:latin typeface="+mn-lt"/>
            </a:rPr>
            <a:t>umat</a:t>
          </a:r>
          <a:r>
            <a:rPr lang="es-ES" altLang="id-ID" sz="2200" b="0" dirty="0">
              <a:latin typeface="+mn-lt"/>
            </a:rPr>
            <a:t> </a:t>
          </a:r>
          <a:r>
            <a:rPr lang="es-ES" altLang="id-ID" sz="2200" b="0" dirty="0" err="1">
              <a:latin typeface="+mn-lt"/>
            </a:rPr>
            <a:t>beragama</a:t>
          </a:r>
          <a:r>
            <a:rPr lang="es-ES" altLang="id-ID" sz="2200" b="0" dirty="0">
              <a:latin typeface="+mn-lt"/>
            </a:rPr>
            <a:t>.</a:t>
          </a:r>
          <a:endParaRPr lang="en-US" sz="2200" b="0" dirty="0">
            <a:latin typeface="+mn-lt"/>
          </a:endParaRPr>
        </a:p>
      </dgm:t>
    </dgm:pt>
    <dgm:pt modelId="{1CDC7234-D943-4E42-9325-FA6C43FD15D8}" type="parTrans" cxnId="{35B05C46-A6F2-4CBB-B617-FAFB4AAB1B46}">
      <dgm:prSet/>
      <dgm:spPr/>
      <dgm:t>
        <a:bodyPr/>
        <a:lstStyle/>
        <a:p>
          <a:endParaRPr lang="en-US"/>
        </a:p>
      </dgm:t>
    </dgm:pt>
    <dgm:pt modelId="{AA1151B4-5672-4642-AD0E-1E750F4A4FF2}" type="sibTrans" cxnId="{35B05C46-A6F2-4CBB-B617-FAFB4AAB1B46}">
      <dgm:prSet/>
      <dgm:spPr/>
      <dgm:t>
        <a:bodyPr/>
        <a:lstStyle/>
        <a:p>
          <a:endParaRPr lang="en-US"/>
        </a:p>
      </dgm:t>
    </dgm:pt>
    <dgm:pt modelId="{A1C160A3-2FE5-4652-B060-BF2EE0E38613}" type="pres">
      <dgm:prSet presAssocID="{F6F457CD-4A0A-4944-912F-4700FECCF419}" presName="vert0" presStyleCnt="0">
        <dgm:presLayoutVars>
          <dgm:dir/>
          <dgm:animOne val="branch"/>
          <dgm:animLvl val="lvl"/>
        </dgm:presLayoutVars>
      </dgm:prSet>
      <dgm:spPr/>
    </dgm:pt>
    <dgm:pt modelId="{1E7E1685-587A-41D1-B54F-1571B6B85955}" type="pres">
      <dgm:prSet presAssocID="{51D1F1A5-EEB8-4E48-A141-FC3FD084807F}" presName="thickLine" presStyleLbl="alignNode1" presStyleIdx="0" presStyleCnt="2"/>
      <dgm:spPr/>
    </dgm:pt>
    <dgm:pt modelId="{34820ADE-6F7F-4D59-8A4E-6754943F52C1}" type="pres">
      <dgm:prSet presAssocID="{51D1F1A5-EEB8-4E48-A141-FC3FD084807F}" presName="horz1" presStyleCnt="0"/>
      <dgm:spPr/>
    </dgm:pt>
    <dgm:pt modelId="{0498CF05-E776-4FF9-85AD-6A44FB8803E9}" type="pres">
      <dgm:prSet presAssocID="{51D1F1A5-EEB8-4E48-A141-FC3FD084807F}" presName="tx1" presStyleLbl="revTx" presStyleIdx="0" presStyleCnt="4" custScaleY="39199"/>
      <dgm:spPr/>
    </dgm:pt>
    <dgm:pt modelId="{D0C33450-E5E7-484E-A268-96DCB0AA2311}" type="pres">
      <dgm:prSet presAssocID="{51D1F1A5-EEB8-4E48-A141-FC3FD084807F}" presName="vert1" presStyleCnt="0"/>
      <dgm:spPr/>
    </dgm:pt>
    <dgm:pt modelId="{88399A24-7592-46A7-9355-2B758D32D3CE}" type="pres">
      <dgm:prSet presAssocID="{CC40A6CE-56B2-46E0-A2DB-A9A5F5536472}" presName="vertSpace2a" presStyleCnt="0"/>
      <dgm:spPr/>
    </dgm:pt>
    <dgm:pt modelId="{27D028F9-F1E1-47BF-B3B9-E653F94EC5A6}" type="pres">
      <dgm:prSet presAssocID="{CC40A6CE-56B2-46E0-A2DB-A9A5F5536472}" presName="horz2" presStyleCnt="0"/>
      <dgm:spPr/>
    </dgm:pt>
    <dgm:pt modelId="{5EA1AB89-897F-4D29-A3AF-2F58A4A292D1}" type="pres">
      <dgm:prSet presAssocID="{CC40A6CE-56B2-46E0-A2DB-A9A5F5536472}" presName="horzSpace2" presStyleCnt="0"/>
      <dgm:spPr/>
    </dgm:pt>
    <dgm:pt modelId="{E419CB1E-8D76-43D0-9B48-ECC112AAB059}" type="pres">
      <dgm:prSet presAssocID="{CC40A6CE-56B2-46E0-A2DB-A9A5F5536472}" presName="tx2" presStyleLbl="revTx" presStyleIdx="1" presStyleCnt="4" custScaleY="99386"/>
      <dgm:spPr/>
    </dgm:pt>
    <dgm:pt modelId="{58800017-5393-42A5-B7FC-73A2D369F00C}" type="pres">
      <dgm:prSet presAssocID="{CC40A6CE-56B2-46E0-A2DB-A9A5F5536472}" presName="vert2" presStyleCnt="0"/>
      <dgm:spPr/>
    </dgm:pt>
    <dgm:pt modelId="{A9F62AE1-BCC0-49FE-B0A2-48ECD0DC8E55}" type="pres">
      <dgm:prSet presAssocID="{CC40A6CE-56B2-46E0-A2DB-A9A5F5536472}" presName="thinLine2b" presStyleLbl="callout" presStyleIdx="0" presStyleCnt="2"/>
      <dgm:spPr/>
    </dgm:pt>
    <dgm:pt modelId="{B46D07C0-4C4E-4358-9414-C6C47459A812}" type="pres">
      <dgm:prSet presAssocID="{CC40A6CE-56B2-46E0-A2DB-A9A5F5536472}" presName="vertSpace2b" presStyleCnt="0"/>
      <dgm:spPr/>
    </dgm:pt>
    <dgm:pt modelId="{C0D55053-375C-47FC-8A58-9D3D4D52B4DF}" type="pres">
      <dgm:prSet presAssocID="{D7E4692D-C644-4788-8C64-6C6259D54142}" presName="thickLine" presStyleLbl="alignNode1" presStyleIdx="1" presStyleCnt="2"/>
      <dgm:spPr/>
    </dgm:pt>
    <dgm:pt modelId="{19C65B61-3802-4F5E-871A-B33D707F96AD}" type="pres">
      <dgm:prSet presAssocID="{D7E4692D-C644-4788-8C64-6C6259D54142}" presName="horz1" presStyleCnt="0"/>
      <dgm:spPr/>
    </dgm:pt>
    <dgm:pt modelId="{5AF924A3-5F13-44C1-B939-B348B9369F65}" type="pres">
      <dgm:prSet presAssocID="{D7E4692D-C644-4788-8C64-6C6259D54142}" presName="tx1" presStyleLbl="revTx" presStyleIdx="2" presStyleCnt="4" custScaleY="39199"/>
      <dgm:spPr/>
    </dgm:pt>
    <dgm:pt modelId="{A6D0F3FF-C9FA-4F12-A80C-8B14646023C6}" type="pres">
      <dgm:prSet presAssocID="{D7E4692D-C644-4788-8C64-6C6259D54142}" presName="vert1" presStyleCnt="0"/>
      <dgm:spPr/>
    </dgm:pt>
    <dgm:pt modelId="{296443A6-4B06-4C1E-B2CD-D3682D7A3478}" type="pres">
      <dgm:prSet presAssocID="{5D15506B-C887-4B81-9361-6E3AA1672711}" presName="vertSpace2a" presStyleCnt="0"/>
      <dgm:spPr/>
    </dgm:pt>
    <dgm:pt modelId="{3127EFC1-F571-46E9-A55F-7BC628297FEF}" type="pres">
      <dgm:prSet presAssocID="{5D15506B-C887-4B81-9361-6E3AA1672711}" presName="horz2" presStyleCnt="0"/>
      <dgm:spPr/>
    </dgm:pt>
    <dgm:pt modelId="{F24858AA-9BF4-451F-A888-586FFE649E55}" type="pres">
      <dgm:prSet presAssocID="{5D15506B-C887-4B81-9361-6E3AA1672711}" presName="horzSpace2" presStyleCnt="0"/>
      <dgm:spPr/>
    </dgm:pt>
    <dgm:pt modelId="{FF7B0F5D-B2DD-4448-910B-A506105B59FC}" type="pres">
      <dgm:prSet presAssocID="{5D15506B-C887-4B81-9361-6E3AA1672711}" presName="tx2" presStyleLbl="revTx" presStyleIdx="3" presStyleCnt="4" custScaleY="58376"/>
      <dgm:spPr/>
    </dgm:pt>
    <dgm:pt modelId="{1CA10747-1FA8-41B8-8EAF-39759E6F71E5}" type="pres">
      <dgm:prSet presAssocID="{5D15506B-C887-4B81-9361-6E3AA1672711}" presName="vert2" presStyleCnt="0"/>
      <dgm:spPr/>
    </dgm:pt>
    <dgm:pt modelId="{E4D29D9D-E8F5-4BE8-80E9-D1DF608B1A06}" type="pres">
      <dgm:prSet presAssocID="{5D15506B-C887-4B81-9361-6E3AA1672711}" presName="thinLine2b" presStyleLbl="callout" presStyleIdx="1" presStyleCnt="2"/>
      <dgm:spPr/>
    </dgm:pt>
    <dgm:pt modelId="{143CDC68-ADA0-4AC0-B6F8-2C108871ABC6}" type="pres">
      <dgm:prSet presAssocID="{5D15506B-C887-4B81-9361-6E3AA1672711}" presName="vertSpace2b" presStyleCnt="0"/>
      <dgm:spPr/>
    </dgm:pt>
  </dgm:ptLst>
  <dgm:cxnLst>
    <dgm:cxn modelId="{56AE2808-8561-422F-BE4F-CCE1A3FC5F6D}" srcId="{F6F457CD-4A0A-4944-912F-4700FECCF419}" destId="{D7E4692D-C644-4788-8C64-6C6259D54142}" srcOrd="1" destOrd="0" parTransId="{BFB50A2D-6A92-4FDA-97B7-A68B08B0A8EF}" sibTransId="{462DE4D8-36DF-4F34-89D4-F97846288B09}"/>
    <dgm:cxn modelId="{5E304F21-10CA-4715-8703-C037D44CA284}" type="presOf" srcId="{5D15506B-C887-4B81-9361-6E3AA1672711}" destId="{FF7B0F5D-B2DD-4448-910B-A506105B59FC}" srcOrd="0" destOrd="0" presId="urn:microsoft.com/office/officeart/2008/layout/LinedList"/>
    <dgm:cxn modelId="{35B05C46-A6F2-4CBB-B617-FAFB4AAB1B46}" srcId="{D7E4692D-C644-4788-8C64-6C6259D54142}" destId="{5D15506B-C887-4B81-9361-6E3AA1672711}" srcOrd="0" destOrd="0" parTransId="{1CDC7234-D943-4E42-9325-FA6C43FD15D8}" sibTransId="{AA1151B4-5672-4642-AD0E-1E750F4A4FF2}"/>
    <dgm:cxn modelId="{C444287F-2F95-40AC-9861-E11133035A44}" srcId="{51D1F1A5-EEB8-4E48-A141-FC3FD084807F}" destId="{CC40A6CE-56B2-46E0-A2DB-A9A5F5536472}" srcOrd="0" destOrd="0" parTransId="{81B95E5C-28B6-422F-9F54-253856F271FF}" sibTransId="{5842F553-13D0-463B-AEEC-2676054DA658}"/>
    <dgm:cxn modelId="{7A1DD38A-FFE9-4BBD-8AD9-ABDF2B88BFA4}" type="presOf" srcId="{CC40A6CE-56B2-46E0-A2DB-A9A5F5536472}" destId="{E419CB1E-8D76-43D0-9B48-ECC112AAB059}" srcOrd="0" destOrd="0" presId="urn:microsoft.com/office/officeart/2008/layout/LinedList"/>
    <dgm:cxn modelId="{0C1AD392-B7D2-44CA-90D6-59B910DCF70B}" srcId="{F6F457CD-4A0A-4944-912F-4700FECCF419}" destId="{51D1F1A5-EEB8-4E48-A141-FC3FD084807F}" srcOrd="0" destOrd="0" parTransId="{A3AC9824-C2DE-422B-AE54-8B48B07C1C54}" sibTransId="{D29EAD10-1310-4101-B432-FEEC785EB711}"/>
    <dgm:cxn modelId="{8C431394-0E32-4149-AFF6-E851B4020E95}" type="presOf" srcId="{F6F457CD-4A0A-4944-912F-4700FECCF419}" destId="{A1C160A3-2FE5-4652-B060-BF2EE0E38613}" srcOrd="0" destOrd="0" presId="urn:microsoft.com/office/officeart/2008/layout/LinedList"/>
    <dgm:cxn modelId="{B46824CD-BFDA-4F93-B720-6A5C88864576}" type="presOf" srcId="{51D1F1A5-EEB8-4E48-A141-FC3FD084807F}" destId="{0498CF05-E776-4FF9-85AD-6A44FB8803E9}" srcOrd="0" destOrd="0" presId="urn:microsoft.com/office/officeart/2008/layout/LinedList"/>
    <dgm:cxn modelId="{8BCF26E6-9DDB-44C7-ADA0-3F0FAD59E9AD}" type="presOf" srcId="{D7E4692D-C644-4788-8C64-6C6259D54142}" destId="{5AF924A3-5F13-44C1-B939-B348B9369F65}" srcOrd="0" destOrd="0" presId="urn:microsoft.com/office/officeart/2008/layout/LinedList"/>
    <dgm:cxn modelId="{507EE5BA-8C10-40EB-8274-18685D993CDA}" type="presParOf" srcId="{A1C160A3-2FE5-4652-B060-BF2EE0E38613}" destId="{1E7E1685-587A-41D1-B54F-1571B6B85955}" srcOrd="0" destOrd="0" presId="urn:microsoft.com/office/officeart/2008/layout/LinedList"/>
    <dgm:cxn modelId="{B134C4A8-61F5-4F15-AC73-FFE2B50A097E}" type="presParOf" srcId="{A1C160A3-2FE5-4652-B060-BF2EE0E38613}" destId="{34820ADE-6F7F-4D59-8A4E-6754943F52C1}" srcOrd="1" destOrd="0" presId="urn:microsoft.com/office/officeart/2008/layout/LinedList"/>
    <dgm:cxn modelId="{86F9659B-0310-44B3-AFC1-DD6AFCBE3F14}" type="presParOf" srcId="{34820ADE-6F7F-4D59-8A4E-6754943F52C1}" destId="{0498CF05-E776-4FF9-85AD-6A44FB8803E9}" srcOrd="0" destOrd="0" presId="urn:microsoft.com/office/officeart/2008/layout/LinedList"/>
    <dgm:cxn modelId="{97E1004B-887E-4FAF-95F4-AB96E7610EA7}" type="presParOf" srcId="{34820ADE-6F7F-4D59-8A4E-6754943F52C1}" destId="{D0C33450-E5E7-484E-A268-96DCB0AA2311}" srcOrd="1" destOrd="0" presId="urn:microsoft.com/office/officeart/2008/layout/LinedList"/>
    <dgm:cxn modelId="{4DC79DD0-8070-49FB-AC6A-FE7B15B07DCA}" type="presParOf" srcId="{D0C33450-E5E7-484E-A268-96DCB0AA2311}" destId="{88399A24-7592-46A7-9355-2B758D32D3CE}" srcOrd="0" destOrd="0" presId="urn:microsoft.com/office/officeart/2008/layout/LinedList"/>
    <dgm:cxn modelId="{FC85CCF6-B113-4B24-B5E5-0F7F1357F658}" type="presParOf" srcId="{D0C33450-E5E7-484E-A268-96DCB0AA2311}" destId="{27D028F9-F1E1-47BF-B3B9-E653F94EC5A6}" srcOrd="1" destOrd="0" presId="urn:microsoft.com/office/officeart/2008/layout/LinedList"/>
    <dgm:cxn modelId="{D5C10ACA-5D0F-4F70-B590-1D693A9EBF70}" type="presParOf" srcId="{27D028F9-F1E1-47BF-B3B9-E653F94EC5A6}" destId="{5EA1AB89-897F-4D29-A3AF-2F58A4A292D1}" srcOrd="0" destOrd="0" presId="urn:microsoft.com/office/officeart/2008/layout/LinedList"/>
    <dgm:cxn modelId="{C79BB0BB-20EB-43EF-AFF0-7F2596A7E765}" type="presParOf" srcId="{27D028F9-F1E1-47BF-B3B9-E653F94EC5A6}" destId="{E419CB1E-8D76-43D0-9B48-ECC112AAB059}" srcOrd="1" destOrd="0" presId="urn:microsoft.com/office/officeart/2008/layout/LinedList"/>
    <dgm:cxn modelId="{33417759-33ED-498F-940F-E1EA6E63ED4D}" type="presParOf" srcId="{27D028F9-F1E1-47BF-B3B9-E653F94EC5A6}" destId="{58800017-5393-42A5-B7FC-73A2D369F00C}" srcOrd="2" destOrd="0" presId="urn:microsoft.com/office/officeart/2008/layout/LinedList"/>
    <dgm:cxn modelId="{AB76E23D-2AAD-4C1F-A09E-05D164743A5B}" type="presParOf" srcId="{D0C33450-E5E7-484E-A268-96DCB0AA2311}" destId="{A9F62AE1-BCC0-49FE-B0A2-48ECD0DC8E55}" srcOrd="2" destOrd="0" presId="urn:microsoft.com/office/officeart/2008/layout/LinedList"/>
    <dgm:cxn modelId="{D2E4EB90-B6F9-48D3-993A-E855F93E642F}" type="presParOf" srcId="{D0C33450-E5E7-484E-A268-96DCB0AA2311}" destId="{B46D07C0-4C4E-4358-9414-C6C47459A812}" srcOrd="3" destOrd="0" presId="urn:microsoft.com/office/officeart/2008/layout/LinedList"/>
    <dgm:cxn modelId="{78506528-0D4F-44F3-A5AA-D321FB1CEC45}" type="presParOf" srcId="{A1C160A3-2FE5-4652-B060-BF2EE0E38613}" destId="{C0D55053-375C-47FC-8A58-9D3D4D52B4DF}" srcOrd="2" destOrd="0" presId="urn:microsoft.com/office/officeart/2008/layout/LinedList"/>
    <dgm:cxn modelId="{753E7F09-F32C-4BC2-A5F4-597A34844EBF}" type="presParOf" srcId="{A1C160A3-2FE5-4652-B060-BF2EE0E38613}" destId="{19C65B61-3802-4F5E-871A-B33D707F96AD}" srcOrd="3" destOrd="0" presId="urn:microsoft.com/office/officeart/2008/layout/LinedList"/>
    <dgm:cxn modelId="{DCDDB263-14FC-4B65-93A4-EF3D0BB66DB7}" type="presParOf" srcId="{19C65B61-3802-4F5E-871A-B33D707F96AD}" destId="{5AF924A3-5F13-44C1-B939-B348B9369F65}" srcOrd="0" destOrd="0" presId="urn:microsoft.com/office/officeart/2008/layout/LinedList"/>
    <dgm:cxn modelId="{DFCD2BEB-146F-43D5-B460-7C54DB4D426F}" type="presParOf" srcId="{19C65B61-3802-4F5E-871A-B33D707F96AD}" destId="{A6D0F3FF-C9FA-4F12-A80C-8B14646023C6}" srcOrd="1" destOrd="0" presId="urn:microsoft.com/office/officeart/2008/layout/LinedList"/>
    <dgm:cxn modelId="{3F7E2459-60DD-41AC-8BC8-F4EE9935A621}" type="presParOf" srcId="{A6D0F3FF-C9FA-4F12-A80C-8B14646023C6}" destId="{296443A6-4B06-4C1E-B2CD-D3682D7A3478}" srcOrd="0" destOrd="0" presId="urn:microsoft.com/office/officeart/2008/layout/LinedList"/>
    <dgm:cxn modelId="{F7204610-1A7C-48A6-9615-8926871205B8}" type="presParOf" srcId="{A6D0F3FF-C9FA-4F12-A80C-8B14646023C6}" destId="{3127EFC1-F571-46E9-A55F-7BC628297FEF}" srcOrd="1" destOrd="0" presId="urn:microsoft.com/office/officeart/2008/layout/LinedList"/>
    <dgm:cxn modelId="{A9CF0DD1-D736-4393-AB09-F45E32DABFF7}" type="presParOf" srcId="{3127EFC1-F571-46E9-A55F-7BC628297FEF}" destId="{F24858AA-9BF4-451F-A888-586FFE649E55}" srcOrd="0" destOrd="0" presId="urn:microsoft.com/office/officeart/2008/layout/LinedList"/>
    <dgm:cxn modelId="{C22EDCAC-486A-4475-B646-813FD7F7FED9}" type="presParOf" srcId="{3127EFC1-F571-46E9-A55F-7BC628297FEF}" destId="{FF7B0F5D-B2DD-4448-910B-A506105B59FC}" srcOrd="1" destOrd="0" presId="urn:microsoft.com/office/officeart/2008/layout/LinedList"/>
    <dgm:cxn modelId="{7EE0805B-2E1F-4C00-9537-7D9FCC03156E}" type="presParOf" srcId="{3127EFC1-F571-46E9-A55F-7BC628297FEF}" destId="{1CA10747-1FA8-41B8-8EAF-39759E6F71E5}" srcOrd="2" destOrd="0" presId="urn:microsoft.com/office/officeart/2008/layout/LinedList"/>
    <dgm:cxn modelId="{7B04DE54-0070-40C3-A99A-2D858EC1BF98}" type="presParOf" srcId="{A6D0F3FF-C9FA-4F12-A80C-8B14646023C6}" destId="{E4D29D9D-E8F5-4BE8-80E9-D1DF608B1A06}" srcOrd="2" destOrd="0" presId="urn:microsoft.com/office/officeart/2008/layout/LinedList"/>
    <dgm:cxn modelId="{784B1951-2F5E-4772-9861-8E829D9C0F31}" type="presParOf" srcId="{A6D0F3FF-C9FA-4F12-A80C-8B14646023C6}" destId="{143CDC68-ADA0-4AC0-B6F8-2C108871ABC6}" srcOrd="3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A0DA90AA-1E24-470A-958C-8270D275E20D}" type="doc">
      <dgm:prSet loTypeId="urn:diagrams.loki3.com/BracketList" loCatId="list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13FC0DBA-2AEB-4B7A-9784-F851358A01DD}">
      <dgm:prSet phldrT="[Text]"/>
      <dgm:spPr/>
      <dgm:t>
        <a:bodyPr/>
        <a:lstStyle/>
        <a:p>
          <a:r>
            <a:rPr lang="en-US" dirty="0"/>
            <a:t>a</a:t>
          </a:r>
        </a:p>
      </dgm:t>
    </dgm:pt>
    <dgm:pt modelId="{13E19803-49D9-4F5D-8004-7C811FF1F773}" type="parTrans" cxnId="{D19AC331-B846-4FB2-B8ED-C060F066613C}">
      <dgm:prSet/>
      <dgm:spPr/>
      <dgm:t>
        <a:bodyPr/>
        <a:lstStyle/>
        <a:p>
          <a:endParaRPr lang="en-US"/>
        </a:p>
      </dgm:t>
    </dgm:pt>
    <dgm:pt modelId="{BF59AD55-B6B7-4E55-AA19-3D7F233B80CF}" type="sibTrans" cxnId="{D19AC331-B846-4FB2-B8ED-C060F066613C}">
      <dgm:prSet/>
      <dgm:spPr/>
      <dgm:t>
        <a:bodyPr/>
        <a:lstStyle/>
        <a:p>
          <a:endParaRPr lang="en-US"/>
        </a:p>
      </dgm:t>
    </dgm:pt>
    <dgm:pt modelId="{628497F0-8C55-4C64-AB84-3DE4E11F5FA3}">
      <dgm:prSet phldrT="[Text]" custT="1"/>
      <dgm:spPr/>
      <dgm:t>
        <a:bodyPr/>
        <a:lstStyle/>
        <a:p>
          <a:pPr>
            <a:buFont typeface="Wingdings" panose="05000000000000000000" pitchFamily="2" charset="2"/>
            <a:buChar char="v"/>
          </a:pPr>
          <a:r>
            <a:rPr lang="en-US" altLang="id-ID" sz="2200" dirty="0" err="1"/>
            <a:t>Globalisasi</a:t>
          </a:r>
          <a:r>
            <a:rPr lang="en-US" altLang="id-ID" sz="2200" dirty="0"/>
            <a:t> (borderless world, borderless society)</a:t>
          </a:r>
          <a:endParaRPr lang="en-US" sz="2200" dirty="0"/>
        </a:p>
      </dgm:t>
    </dgm:pt>
    <dgm:pt modelId="{BABE5C40-17C3-40EB-A9B1-6A59468C4A27}" type="parTrans" cxnId="{25075F2E-D3AD-4D4B-BCEA-95BFA715A81C}">
      <dgm:prSet/>
      <dgm:spPr/>
      <dgm:t>
        <a:bodyPr/>
        <a:lstStyle/>
        <a:p>
          <a:endParaRPr lang="en-US"/>
        </a:p>
      </dgm:t>
    </dgm:pt>
    <dgm:pt modelId="{197196FF-BF00-4DD0-AF7E-A388F389CF46}" type="sibTrans" cxnId="{25075F2E-D3AD-4D4B-BCEA-95BFA715A81C}">
      <dgm:prSet/>
      <dgm:spPr/>
      <dgm:t>
        <a:bodyPr/>
        <a:lstStyle/>
        <a:p>
          <a:endParaRPr lang="en-US"/>
        </a:p>
      </dgm:t>
    </dgm:pt>
    <dgm:pt modelId="{FAA2CF92-1657-4F6E-9878-0A9B56008B22}">
      <dgm:prSet phldrT="[Text]"/>
      <dgm:spPr/>
      <dgm:t>
        <a:bodyPr/>
        <a:lstStyle/>
        <a:p>
          <a:r>
            <a:rPr lang="en-US" dirty="0"/>
            <a:t>b</a:t>
          </a:r>
        </a:p>
      </dgm:t>
    </dgm:pt>
    <dgm:pt modelId="{FFFF1DED-63AC-4DF5-9249-FD52731EACD0}" type="parTrans" cxnId="{7E0A1602-860E-455C-AD75-290225D1E83C}">
      <dgm:prSet/>
      <dgm:spPr/>
      <dgm:t>
        <a:bodyPr/>
        <a:lstStyle/>
        <a:p>
          <a:endParaRPr lang="en-US"/>
        </a:p>
      </dgm:t>
    </dgm:pt>
    <dgm:pt modelId="{7D0F784B-436F-4B67-BB1C-F924224AF1F7}" type="sibTrans" cxnId="{7E0A1602-860E-455C-AD75-290225D1E83C}">
      <dgm:prSet/>
      <dgm:spPr/>
      <dgm:t>
        <a:bodyPr/>
        <a:lstStyle/>
        <a:p>
          <a:endParaRPr lang="en-US"/>
        </a:p>
      </dgm:t>
    </dgm:pt>
    <dgm:pt modelId="{5014A21D-6087-4730-9AB3-9DAD644AB0FD}">
      <dgm:prSet phldrT="[Text]" custT="1"/>
      <dgm:spPr/>
      <dgm:t>
        <a:bodyPr/>
        <a:lstStyle/>
        <a:p>
          <a:pPr algn="just">
            <a:buFont typeface="Wingdings" panose="05000000000000000000" pitchFamily="2" charset="2"/>
            <a:buChar char="v"/>
          </a:pPr>
          <a:r>
            <a:rPr lang="en-US" altLang="id-ID" sz="2200" dirty="0" err="1"/>
            <a:t>Perubahan</a:t>
          </a:r>
          <a:r>
            <a:rPr lang="en-US" altLang="id-ID" sz="2200" dirty="0"/>
            <a:t> </a:t>
          </a:r>
          <a:r>
            <a:rPr lang="en-US" altLang="id-ID" sz="2200" dirty="0" err="1"/>
            <a:t>Sosial</a:t>
          </a:r>
          <a:r>
            <a:rPr lang="en-US" altLang="id-ID" sz="2200" dirty="0"/>
            <a:t> yang sangat </a:t>
          </a:r>
          <a:r>
            <a:rPr lang="en-US" altLang="id-ID" sz="2200" dirty="0" err="1"/>
            <a:t>cepat</a:t>
          </a:r>
          <a:r>
            <a:rPr lang="en-US" altLang="id-ID" sz="2200" dirty="0"/>
            <a:t> (</a:t>
          </a:r>
          <a:r>
            <a:rPr lang="en-US" altLang="id-ID" sz="2200" dirty="0" err="1"/>
            <a:t>semakin</a:t>
          </a:r>
          <a:r>
            <a:rPr lang="en-US" altLang="id-ID" sz="2200" dirty="0"/>
            <a:t> </a:t>
          </a:r>
          <a:r>
            <a:rPr lang="en-US" altLang="id-ID" sz="2200" dirty="0" err="1"/>
            <a:t>melemahnya</a:t>
          </a:r>
          <a:r>
            <a:rPr lang="en-US" altLang="id-ID" sz="2200" dirty="0"/>
            <a:t> </a:t>
          </a:r>
          <a:r>
            <a:rPr lang="en-US" altLang="id-ID" sz="2200" dirty="0" err="1"/>
            <a:t>moralitas</a:t>
          </a:r>
          <a:r>
            <a:rPr lang="en-US" altLang="id-ID" sz="2200" dirty="0"/>
            <a:t>, </a:t>
          </a:r>
          <a:r>
            <a:rPr lang="en-US" altLang="id-ID" sz="2200" dirty="0" err="1"/>
            <a:t>kekeluargaan</a:t>
          </a:r>
          <a:r>
            <a:rPr lang="en-US" altLang="id-ID" sz="2200" dirty="0"/>
            <a:t>, </a:t>
          </a:r>
          <a:r>
            <a:rPr lang="en-US" altLang="id-ID" sz="2200" dirty="0" err="1"/>
            <a:t>kekerabatan</a:t>
          </a:r>
          <a:r>
            <a:rPr lang="en-US" altLang="id-ID" sz="2200" dirty="0"/>
            <a:t>, </a:t>
          </a:r>
          <a:r>
            <a:rPr lang="en-US" altLang="id-ID" sz="2200" dirty="0" err="1"/>
            <a:t>solidaritas</a:t>
          </a:r>
          <a:r>
            <a:rPr lang="en-US" altLang="id-ID" sz="2200" dirty="0"/>
            <a:t> </a:t>
          </a:r>
          <a:r>
            <a:rPr lang="en-US" altLang="id-ID" sz="2200" dirty="0" err="1"/>
            <a:t>sosial</a:t>
          </a:r>
          <a:r>
            <a:rPr lang="en-US" altLang="id-ID" sz="2200" dirty="0"/>
            <a:t> dan </a:t>
          </a:r>
          <a:r>
            <a:rPr lang="en-US" altLang="id-ID" sz="2200" dirty="0" err="1"/>
            <a:t>primordialitas</a:t>
          </a:r>
          <a:r>
            <a:rPr lang="en-US" altLang="id-ID" sz="2200" dirty="0"/>
            <a:t>, </a:t>
          </a:r>
          <a:r>
            <a:rPr lang="en-US" altLang="id-ID" sz="2200" dirty="0" err="1"/>
            <a:t>sebaliknya</a:t>
          </a:r>
          <a:r>
            <a:rPr lang="en-US" altLang="id-ID" sz="2200" dirty="0"/>
            <a:t> </a:t>
          </a:r>
          <a:r>
            <a:rPr lang="en-US" altLang="id-ID" sz="2200" dirty="0" err="1"/>
            <a:t>semakin</a:t>
          </a:r>
          <a:r>
            <a:rPr lang="en-US" altLang="id-ID" sz="2200" dirty="0"/>
            <a:t> </a:t>
          </a:r>
          <a:r>
            <a:rPr lang="en-US" altLang="id-ID" sz="2200" dirty="0" err="1"/>
            <a:t>menguat</a:t>
          </a:r>
          <a:r>
            <a:rPr lang="en-US" altLang="id-ID" sz="2200" dirty="0"/>
            <a:t> </a:t>
          </a:r>
          <a:r>
            <a:rPr lang="en-US" altLang="id-ID" sz="2200" dirty="0" err="1"/>
            <a:t>individualisme</a:t>
          </a:r>
          <a:r>
            <a:rPr lang="en-US" altLang="id-ID" sz="2200" dirty="0"/>
            <a:t>, </a:t>
          </a:r>
          <a:r>
            <a:rPr lang="en-US" altLang="id-ID" sz="2200" dirty="0" err="1"/>
            <a:t>konsumerisme</a:t>
          </a:r>
          <a:r>
            <a:rPr lang="en-US" altLang="id-ID" sz="2200" dirty="0"/>
            <a:t> dan </a:t>
          </a:r>
          <a:r>
            <a:rPr lang="en-US" altLang="id-ID" sz="2200" dirty="0" err="1"/>
            <a:t>kapitalisme</a:t>
          </a:r>
          <a:r>
            <a:rPr lang="en-US" altLang="id-ID" sz="2200" dirty="0"/>
            <a:t>) </a:t>
          </a:r>
          <a:endParaRPr lang="en-US" sz="2200" dirty="0"/>
        </a:p>
      </dgm:t>
    </dgm:pt>
    <dgm:pt modelId="{C2D5885D-2B6A-47FD-B155-4F0CA8E6A8A5}" type="parTrans" cxnId="{21CF271E-9D87-43D3-9382-81ABE605C79E}">
      <dgm:prSet/>
      <dgm:spPr/>
      <dgm:t>
        <a:bodyPr/>
        <a:lstStyle/>
        <a:p>
          <a:endParaRPr lang="en-US"/>
        </a:p>
      </dgm:t>
    </dgm:pt>
    <dgm:pt modelId="{AEA55539-66CC-4DCB-AF59-A5BB4D09C85C}" type="sibTrans" cxnId="{21CF271E-9D87-43D3-9382-81ABE605C79E}">
      <dgm:prSet/>
      <dgm:spPr/>
      <dgm:t>
        <a:bodyPr/>
        <a:lstStyle/>
        <a:p>
          <a:endParaRPr lang="en-US"/>
        </a:p>
      </dgm:t>
    </dgm:pt>
    <dgm:pt modelId="{82582B27-3A44-42E4-9DC7-F1677494A3ED}">
      <dgm:prSet phldrT="[Text]"/>
      <dgm:spPr/>
      <dgm:t>
        <a:bodyPr/>
        <a:lstStyle/>
        <a:p>
          <a:r>
            <a:rPr lang="en-US" dirty="0"/>
            <a:t>c</a:t>
          </a:r>
        </a:p>
      </dgm:t>
    </dgm:pt>
    <dgm:pt modelId="{5D5A7B15-3192-4716-9055-66FA83EACBEE}" type="parTrans" cxnId="{CB74C4A8-4CB9-478A-909A-C0DA15DA491D}">
      <dgm:prSet/>
      <dgm:spPr/>
      <dgm:t>
        <a:bodyPr/>
        <a:lstStyle/>
        <a:p>
          <a:endParaRPr lang="en-US"/>
        </a:p>
      </dgm:t>
    </dgm:pt>
    <dgm:pt modelId="{DF052F61-34A0-4D7F-8E50-41EB981D129B}" type="sibTrans" cxnId="{CB74C4A8-4CB9-478A-909A-C0DA15DA491D}">
      <dgm:prSet/>
      <dgm:spPr/>
      <dgm:t>
        <a:bodyPr/>
        <a:lstStyle/>
        <a:p>
          <a:endParaRPr lang="en-US"/>
        </a:p>
      </dgm:t>
    </dgm:pt>
    <dgm:pt modelId="{179716CC-DE43-4CA6-B16A-B8E6C0F511A2}">
      <dgm:prSet phldrT="[Text]" custT="1"/>
      <dgm:spPr/>
      <dgm:t>
        <a:bodyPr/>
        <a:lstStyle/>
        <a:p>
          <a:pPr algn="just">
            <a:buFont typeface="Wingdings" panose="05000000000000000000" pitchFamily="2" charset="2"/>
            <a:buChar char="v"/>
          </a:pPr>
          <a:r>
            <a:rPr lang="en-US" altLang="id-ID" sz="2200" dirty="0" err="1"/>
            <a:t>Kemajuan</a:t>
          </a:r>
          <a:r>
            <a:rPr lang="en-US" altLang="id-ID" sz="2200" dirty="0"/>
            <a:t> </a:t>
          </a:r>
          <a:r>
            <a:rPr lang="en-US" altLang="id-ID" sz="2200" dirty="0" err="1"/>
            <a:t>teknologi</a:t>
          </a:r>
          <a:r>
            <a:rPr lang="en-US" altLang="id-ID" sz="2200" dirty="0"/>
            <a:t> </a:t>
          </a:r>
          <a:r>
            <a:rPr lang="en-US" altLang="id-ID" sz="2200" dirty="0" err="1"/>
            <a:t>komunikasi</a:t>
          </a:r>
          <a:r>
            <a:rPr lang="en-US" altLang="id-ID" sz="2200" dirty="0"/>
            <a:t> dan </a:t>
          </a:r>
          <a:r>
            <a:rPr lang="en-US" altLang="id-ID" sz="2200" dirty="0" err="1"/>
            <a:t>informasi</a:t>
          </a:r>
          <a:r>
            <a:rPr lang="en-US" altLang="id-ID" sz="2200" dirty="0"/>
            <a:t> (</a:t>
          </a:r>
          <a:r>
            <a:rPr lang="en-US" altLang="id-ID" sz="2200" dirty="0" err="1"/>
            <a:t>semakin</a:t>
          </a:r>
          <a:r>
            <a:rPr lang="en-US" altLang="id-ID" sz="2200" dirty="0"/>
            <a:t> </a:t>
          </a:r>
          <a:r>
            <a:rPr lang="en-US" altLang="id-ID" sz="2200" dirty="0" err="1"/>
            <a:t>mudahnya</a:t>
          </a:r>
          <a:r>
            <a:rPr lang="en-US" altLang="id-ID" sz="2200" dirty="0"/>
            <a:t> </a:t>
          </a:r>
          <a:r>
            <a:rPr lang="en-US" altLang="id-ID" sz="2200" dirty="0" err="1"/>
            <a:t>mengakses</a:t>
          </a:r>
          <a:r>
            <a:rPr lang="en-US" altLang="id-ID" sz="2200" dirty="0"/>
            <a:t> </a:t>
          </a:r>
          <a:r>
            <a:rPr lang="en-US" altLang="id-ID" sz="2200" dirty="0" err="1"/>
            <a:t>informasi</a:t>
          </a:r>
          <a:r>
            <a:rPr lang="en-US" altLang="id-ID" sz="2200" dirty="0"/>
            <a:t> dan </a:t>
          </a:r>
          <a:r>
            <a:rPr lang="en-US" altLang="id-ID" sz="2200" dirty="0" err="1"/>
            <a:t>melakukan</a:t>
          </a:r>
          <a:r>
            <a:rPr lang="en-US" altLang="id-ID" sz="2200" dirty="0"/>
            <a:t> </a:t>
          </a:r>
          <a:r>
            <a:rPr lang="en-US" altLang="id-ID" sz="2200" dirty="0" err="1"/>
            <a:t>komunikasi</a:t>
          </a:r>
          <a:r>
            <a:rPr lang="en-US" altLang="id-ID" sz="2200" dirty="0"/>
            <a:t> </a:t>
          </a:r>
          <a:r>
            <a:rPr lang="en-US" altLang="id-ID" sz="2200" dirty="0" err="1"/>
            <a:t>melalui</a:t>
          </a:r>
          <a:r>
            <a:rPr lang="en-US" altLang="id-ID" sz="2200" dirty="0"/>
            <a:t> </a:t>
          </a:r>
          <a:r>
            <a:rPr lang="en-US" altLang="id-ID" sz="2200" dirty="0" err="1"/>
            <a:t>interaksi</a:t>
          </a:r>
          <a:r>
            <a:rPr lang="en-US" altLang="id-ID" sz="2200" dirty="0"/>
            <a:t> </a:t>
          </a:r>
          <a:r>
            <a:rPr lang="en-US" altLang="id-ID" sz="2200" dirty="0" err="1"/>
            <a:t>dalam</a:t>
          </a:r>
          <a:r>
            <a:rPr lang="en-US" altLang="id-ID" sz="2200" dirty="0"/>
            <a:t> dunia maya)</a:t>
          </a:r>
          <a:endParaRPr lang="en-US" sz="2200" dirty="0"/>
        </a:p>
      </dgm:t>
    </dgm:pt>
    <dgm:pt modelId="{328D27B2-0B1A-44ED-99A7-E7F3F3F855C2}" type="parTrans" cxnId="{C11D8492-BFF2-4C39-9254-FE4B58BF81B1}">
      <dgm:prSet/>
      <dgm:spPr/>
      <dgm:t>
        <a:bodyPr/>
        <a:lstStyle/>
        <a:p>
          <a:endParaRPr lang="en-US"/>
        </a:p>
      </dgm:t>
    </dgm:pt>
    <dgm:pt modelId="{ABC5FB35-E354-4749-8A1A-CB35D99893ED}" type="sibTrans" cxnId="{C11D8492-BFF2-4C39-9254-FE4B58BF81B1}">
      <dgm:prSet/>
      <dgm:spPr/>
      <dgm:t>
        <a:bodyPr/>
        <a:lstStyle/>
        <a:p>
          <a:endParaRPr lang="en-US"/>
        </a:p>
      </dgm:t>
    </dgm:pt>
    <dgm:pt modelId="{01F83F63-EEFD-4C5B-B604-6B0F2810F9F2}" type="pres">
      <dgm:prSet presAssocID="{A0DA90AA-1E24-470A-958C-8270D275E20D}" presName="Name0" presStyleCnt="0">
        <dgm:presLayoutVars>
          <dgm:dir/>
          <dgm:animLvl val="lvl"/>
          <dgm:resizeHandles val="exact"/>
        </dgm:presLayoutVars>
      </dgm:prSet>
      <dgm:spPr/>
    </dgm:pt>
    <dgm:pt modelId="{6E51655E-D667-4E5F-A3CD-314EBB9C0877}" type="pres">
      <dgm:prSet presAssocID="{13FC0DBA-2AEB-4B7A-9784-F851358A01DD}" presName="linNode" presStyleCnt="0"/>
      <dgm:spPr/>
    </dgm:pt>
    <dgm:pt modelId="{29A8D631-C138-46E9-ACA0-CB337C1C8119}" type="pres">
      <dgm:prSet presAssocID="{13FC0DBA-2AEB-4B7A-9784-F851358A01DD}" presName="parTx" presStyleLbl="revTx" presStyleIdx="0" presStyleCnt="3" custScaleX="24969">
        <dgm:presLayoutVars>
          <dgm:chMax val="1"/>
          <dgm:bulletEnabled val="1"/>
        </dgm:presLayoutVars>
      </dgm:prSet>
      <dgm:spPr/>
    </dgm:pt>
    <dgm:pt modelId="{2DBC622C-5BC5-4748-A020-7E752E9EC0B3}" type="pres">
      <dgm:prSet presAssocID="{13FC0DBA-2AEB-4B7A-9784-F851358A01DD}" presName="bracket" presStyleLbl="parChTrans1D1" presStyleIdx="0" presStyleCnt="3"/>
      <dgm:spPr/>
    </dgm:pt>
    <dgm:pt modelId="{E16DB82E-D94A-429C-9F08-56ABFF3F2CA2}" type="pres">
      <dgm:prSet presAssocID="{13FC0DBA-2AEB-4B7A-9784-F851358A01DD}" presName="spH" presStyleCnt="0"/>
      <dgm:spPr/>
    </dgm:pt>
    <dgm:pt modelId="{3705FCD2-EFBB-4FD8-8D5C-352D873FF7FD}" type="pres">
      <dgm:prSet presAssocID="{13FC0DBA-2AEB-4B7A-9784-F851358A01DD}" presName="desTx" presStyleLbl="node1" presStyleIdx="0" presStyleCnt="3" custScaleX="127845">
        <dgm:presLayoutVars>
          <dgm:bulletEnabled val="1"/>
        </dgm:presLayoutVars>
      </dgm:prSet>
      <dgm:spPr/>
    </dgm:pt>
    <dgm:pt modelId="{A05DF11E-22BE-4535-98FF-E8B31ABEDE52}" type="pres">
      <dgm:prSet presAssocID="{BF59AD55-B6B7-4E55-AA19-3D7F233B80CF}" presName="spV" presStyleCnt="0"/>
      <dgm:spPr/>
    </dgm:pt>
    <dgm:pt modelId="{DC6F49D7-6B89-4C55-856B-A248A014102C}" type="pres">
      <dgm:prSet presAssocID="{FAA2CF92-1657-4F6E-9878-0A9B56008B22}" presName="linNode" presStyleCnt="0"/>
      <dgm:spPr/>
    </dgm:pt>
    <dgm:pt modelId="{7989FEEA-71D3-4B5A-BDCD-F1D8C329B9A5}" type="pres">
      <dgm:prSet presAssocID="{FAA2CF92-1657-4F6E-9878-0A9B56008B22}" presName="parTx" presStyleLbl="revTx" presStyleIdx="1" presStyleCnt="3" custScaleX="24969">
        <dgm:presLayoutVars>
          <dgm:chMax val="1"/>
          <dgm:bulletEnabled val="1"/>
        </dgm:presLayoutVars>
      </dgm:prSet>
      <dgm:spPr/>
    </dgm:pt>
    <dgm:pt modelId="{0C142DB7-76D6-4F63-B502-47D355006787}" type="pres">
      <dgm:prSet presAssocID="{FAA2CF92-1657-4F6E-9878-0A9B56008B22}" presName="bracket" presStyleLbl="parChTrans1D1" presStyleIdx="1" presStyleCnt="3"/>
      <dgm:spPr/>
    </dgm:pt>
    <dgm:pt modelId="{D9477F7E-1554-4D1A-8D66-B7A9C931FBD2}" type="pres">
      <dgm:prSet presAssocID="{FAA2CF92-1657-4F6E-9878-0A9B56008B22}" presName="spH" presStyleCnt="0"/>
      <dgm:spPr/>
    </dgm:pt>
    <dgm:pt modelId="{E0AFA502-C3C7-4404-B441-FDA4540E44CB}" type="pres">
      <dgm:prSet presAssocID="{FAA2CF92-1657-4F6E-9878-0A9B56008B22}" presName="desTx" presStyleLbl="node1" presStyleIdx="1" presStyleCnt="3" custScaleX="127845">
        <dgm:presLayoutVars>
          <dgm:bulletEnabled val="1"/>
        </dgm:presLayoutVars>
      </dgm:prSet>
      <dgm:spPr/>
    </dgm:pt>
    <dgm:pt modelId="{F4EAAC63-9A96-4F5F-91A0-6B5B54FCBC27}" type="pres">
      <dgm:prSet presAssocID="{7D0F784B-436F-4B67-BB1C-F924224AF1F7}" presName="spV" presStyleCnt="0"/>
      <dgm:spPr/>
    </dgm:pt>
    <dgm:pt modelId="{A885ABD9-61F0-47DC-AB55-FD6164602102}" type="pres">
      <dgm:prSet presAssocID="{82582B27-3A44-42E4-9DC7-F1677494A3ED}" presName="linNode" presStyleCnt="0"/>
      <dgm:spPr/>
    </dgm:pt>
    <dgm:pt modelId="{A744F323-1369-40EE-AD4D-ED01E8D41AE8}" type="pres">
      <dgm:prSet presAssocID="{82582B27-3A44-42E4-9DC7-F1677494A3ED}" presName="parTx" presStyleLbl="revTx" presStyleIdx="2" presStyleCnt="3" custScaleX="24969">
        <dgm:presLayoutVars>
          <dgm:chMax val="1"/>
          <dgm:bulletEnabled val="1"/>
        </dgm:presLayoutVars>
      </dgm:prSet>
      <dgm:spPr/>
    </dgm:pt>
    <dgm:pt modelId="{6E7C0A97-CFFA-4AC8-BACF-41A62E5A3554}" type="pres">
      <dgm:prSet presAssocID="{82582B27-3A44-42E4-9DC7-F1677494A3ED}" presName="bracket" presStyleLbl="parChTrans1D1" presStyleIdx="2" presStyleCnt="3"/>
      <dgm:spPr/>
    </dgm:pt>
    <dgm:pt modelId="{78276473-AE68-45DE-8EF6-A4F23A1B8044}" type="pres">
      <dgm:prSet presAssocID="{82582B27-3A44-42E4-9DC7-F1677494A3ED}" presName="spH" presStyleCnt="0"/>
      <dgm:spPr/>
    </dgm:pt>
    <dgm:pt modelId="{E9763549-B2F6-4111-B521-7562CFF91D8D}" type="pres">
      <dgm:prSet presAssocID="{82582B27-3A44-42E4-9DC7-F1677494A3ED}" presName="desTx" presStyleLbl="node1" presStyleIdx="2" presStyleCnt="3" custScaleX="127845">
        <dgm:presLayoutVars>
          <dgm:bulletEnabled val="1"/>
        </dgm:presLayoutVars>
      </dgm:prSet>
      <dgm:spPr/>
    </dgm:pt>
  </dgm:ptLst>
  <dgm:cxnLst>
    <dgm:cxn modelId="{7E0A1602-860E-455C-AD75-290225D1E83C}" srcId="{A0DA90AA-1E24-470A-958C-8270D275E20D}" destId="{FAA2CF92-1657-4F6E-9878-0A9B56008B22}" srcOrd="1" destOrd="0" parTransId="{FFFF1DED-63AC-4DF5-9249-FD52731EACD0}" sibTransId="{7D0F784B-436F-4B67-BB1C-F924224AF1F7}"/>
    <dgm:cxn modelId="{ABB2C81B-95FB-4652-A8DE-02179F7D3722}" type="presOf" srcId="{FAA2CF92-1657-4F6E-9878-0A9B56008B22}" destId="{7989FEEA-71D3-4B5A-BDCD-F1D8C329B9A5}" srcOrd="0" destOrd="0" presId="urn:diagrams.loki3.com/BracketList"/>
    <dgm:cxn modelId="{21CF271E-9D87-43D3-9382-81ABE605C79E}" srcId="{FAA2CF92-1657-4F6E-9878-0A9B56008B22}" destId="{5014A21D-6087-4730-9AB3-9DAD644AB0FD}" srcOrd="0" destOrd="0" parTransId="{C2D5885D-2B6A-47FD-B155-4F0CA8E6A8A5}" sibTransId="{AEA55539-66CC-4DCB-AF59-A5BB4D09C85C}"/>
    <dgm:cxn modelId="{BE3F8A25-8F97-46B8-99F6-53C2E89F2951}" type="presOf" srcId="{82582B27-3A44-42E4-9DC7-F1677494A3ED}" destId="{A744F323-1369-40EE-AD4D-ED01E8D41AE8}" srcOrd="0" destOrd="0" presId="urn:diagrams.loki3.com/BracketList"/>
    <dgm:cxn modelId="{25075F2E-D3AD-4D4B-BCEA-95BFA715A81C}" srcId="{13FC0DBA-2AEB-4B7A-9784-F851358A01DD}" destId="{628497F0-8C55-4C64-AB84-3DE4E11F5FA3}" srcOrd="0" destOrd="0" parTransId="{BABE5C40-17C3-40EB-A9B1-6A59468C4A27}" sibTransId="{197196FF-BF00-4DD0-AF7E-A388F389CF46}"/>
    <dgm:cxn modelId="{D19AC331-B846-4FB2-B8ED-C060F066613C}" srcId="{A0DA90AA-1E24-470A-958C-8270D275E20D}" destId="{13FC0DBA-2AEB-4B7A-9784-F851358A01DD}" srcOrd="0" destOrd="0" parTransId="{13E19803-49D9-4F5D-8004-7C811FF1F773}" sibTransId="{BF59AD55-B6B7-4E55-AA19-3D7F233B80CF}"/>
    <dgm:cxn modelId="{46FFD742-AFB7-4A19-AA40-C7B3BE3E1A09}" type="presOf" srcId="{A0DA90AA-1E24-470A-958C-8270D275E20D}" destId="{01F83F63-EEFD-4C5B-B604-6B0F2810F9F2}" srcOrd="0" destOrd="0" presId="urn:diagrams.loki3.com/BracketList"/>
    <dgm:cxn modelId="{DE5F904A-AE4C-49FF-BD95-46279DFB5EF2}" type="presOf" srcId="{179716CC-DE43-4CA6-B16A-B8E6C0F511A2}" destId="{E9763549-B2F6-4111-B521-7562CFF91D8D}" srcOrd="0" destOrd="0" presId="urn:diagrams.loki3.com/BracketList"/>
    <dgm:cxn modelId="{83C2F37C-3789-4CE8-8618-A09B26DA8595}" type="presOf" srcId="{5014A21D-6087-4730-9AB3-9DAD644AB0FD}" destId="{E0AFA502-C3C7-4404-B441-FDA4540E44CB}" srcOrd="0" destOrd="0" presId="urn:diagrams.loki3.com/BracketList"/>
    <dgm:cxn modelId="{C11D8492-BFF2-4C39-9254-FE4B58BF81B1}" srcId="{82582B27-3A44-42E4-9DC7-F1677494A3ED}" destId="{179716CC-DE43-4CA6-B16A-B8E6C0F511A2}" srcOrd="0" destOrd="0" parTransId="{328D27B2-0B1A-44ED-99A7-E7F3F3F855C2}" sibTransId="{ABC5FB35-E354-4749-8A1A-CB35D99893ED}"/>
    <dgm:cxn modelId="{CB74C4A8-4CB9-478A-909A-C0DA15DA491D}" srcId="{A0DA90AA-1E24-470A-958C-8270D275E20D}" destId="{82582B27-3A44-42E4-9DC7-F1677494A3ED}" srcOrd="2" destOrd="0" parTransId="{5D5A7B15-3192-4716-9055-66FA83EACBEE}" sibTransId="{DF052F61-34A0-4D7F-8E50-41EB981D129B}"/>
    <dgm:cxn modelId="{9BFAF8E4-9C4B-48DF-91FA-7F6E39242119}" type="presOf" srcId="{13FC0DBA-2AEB-4B7A-9784-F851358A01DD}" destId="{29A8D631-C138-46E9-ACA0-CB337C1C8119}" srcOrd="0" destOrd="0" presId="urn:diagrams.loki3.com/BracketList"/>
    <dgm:cxn modelId="{041BAAF4-E4EF-4D92-AFD5-89066D64586C}" type="presOf" srcId="{628497F0-8C55-4C64-AB84-3DE4E11F5FA3}" destId="{3705FCD2-EFBB-4FD8-8D5C-352D873FF7FD}" srcOrd="0" destOrd="0" presId="urn:diagrams.loki3.com/BracketList"/>
    <dgm:cxn modelId="{9C8030AE-2F10-4849-AD48-81961A50E593}" type="presParOf" srcId="{01F83F63-EEFD-4C5B-B604-6B0F2810F9F2}" destId="{6E51655E-D667-4E5F-A3CD-314EBB9C0877}" srcOrd="0" destOrd="0" presId="urn:diagrams.loki3.com/BracketList"/>
    <dgm:cxn modelId="{F804F40A-B2C8-4E89-AC4A-F041D4B55278}" type="presParOf" srcId="{6E51655E-D667-4E5F-A3CD-314EBB9C0877}" destId="{29A8D631-C138-46E9-ACA0-CB337C1C8119}" srcOrd="0" destOrd="0" presId="urn:diagrams.loki3.com/BracketList"/>
    <dgm:cxn modelId="{43684ABB-57E7-40C0-998F-3C9536A1B3A2}" type="presParOf" srcId="{6E51655E-D667-4E5F-A3CD-314EBB9C0877}" destId="{2DBC622C-5BC5-4748-A020-7E752E9EC0B3}" srcOrd="1" destOrd="0" presId="urn:diagrams.loki3.com/BracketList"/>
    <dgm:cxn modelId="{8BE17D8C-4E87-465C-8C1D-6D553F3B29B1}" type="presParOf" srcId="{6E51655E-D667-4E5F-A3CD-314EBB9C0877}" destId="{E16DB82E-D94A-429C-9F08-56ABFF3F2CA2}" srcOrd="2" destOrd="0" presId="urn:diagrams.loki3.com/BracketList"/>
    <dgm:cxn modelId="{4D968423-AFEA-44FA-A8D5-A081EFC12739}" type="presParOf" srcId="{6E51655E-D667-4E5F-A3CD-314EBB9C0877}" destId="{3705FCD2-EFBB-4FD8-8D5C-352D873FF7FD}" srcOrd="3" destOrd="0" presId="urn:diagrams.loki3.com/BracketList"/>
    <dgm:cxn modelId="{E93C312D-A889-4AB1-9D26-B4E58A374CD6}" type="presParOf" srcId="{01F83F63-EEFD-4C5B-B604-6B0F2810F9F2}" destId="{A05DF11E-22BE-4535-98FF-E8B31ABEDE52}" srcOrd="1" destOrd="0" presId="urn:diagrams.loki3.com/BracketList"/>
    <dgm:cxn modelId="{C1E1B30F-EA5C-43D7-B1D3-8A00D91E2FD2}" type="presParOf" srcId="{01F83F63-EEFD-4C5B-B604-6B0F2810F9F2}" destId="{DC6F49D7-6B89-4C55-856B-A248A014102C}" srcOrd="2" destOrd="0" presId="urn:diagrams.loki3.com/BracketList"/>
    <dgm:cxn modelId="{5A305211-F96E-44D6-ABFF-ABB39B5E388A}" type="presParOf" srcId="{DC6F49D7-6B89-4C55-856B-A248A014102C}" destId="{7989FEEA-71D3-4B5A-BDCD-F1D8C329B9A5}" srcOrd="0" destOrd="0" presId="urn:diagrams.loki3.com/BracketList"/>
    <dgm:cxn modelId="{001980F1-CB5C-4D7A-AF3C-89E9A03D06AE}" type="presParOf" srcId="{DC6F49D7-6B89-4C55-856B-A248A014102C}" destId="{0C142DB7-76D6-4F63-B502-47D355006787}" srcOrd="1" destOrd="0" presId="urn:diagrams.loki3.com/BracketList"/>
    <dgm:cxn modelId="{DF307E3F-0621-46C0-AB26-47AC07CFEF1D}" type="presParOf" srcId="{DC6F49D7-6B89-4C55-856B-A248A014102C}" destId="{D9477F7E-1554-4D1A-8D66-B7A9C931FBD2}" srcOrd="2" destOrd="0" presId="urn:diagrams.loki3.com/BracketList"/>
    <dgm:cxn modelId="{9848D8EC-3A69-4070-9A43-08DDD5D8B4E0}" type="presParOf" srcId="{DC6F49D7-6B89-4C55-856B-A248A014102C}" destId="{E0AFA502-C3C7-4404-B441-FDA4540E44CB}" srcOrd="3" destOrd="0" presId="urn:diagrams.loki3.com/BracketList"/>
    <dgm:cxn modelId="{BAD1D787-E5BF-418F-9425-17DA2B06C108}" type="presParOf" srcId="{01F83F63-EEFD-4C5B-B604-6B0F2810F9F2}" destId="{F4EAAC63-9A96-4F5F-91A0-6B5B54FCBC27}" srcOrd="3" destOrd="0" presId="urn:diagrams.loki3.com/BracketList"/>
    <dgm:cxn modelId="{37EC56A1-AC6B-4D1B-A9DE-7D12C8C26E70}" type="presParOf" srcId="{01F83F63-EEFD-4C5B-B604-6B0F2810F9F2}" destId="{A885ABD9-61F0-47DC-AB55-FD6164602102}" srcOrd="4" destOrd="0" presId="urn:diagrams.loki3.com/BracketList"/>
    <dgm:cxn modelId="{490FCD9D-F8F7-46C6-BF75-3A62AE35DC18}" type="presParOf" srcId="{A885ABD9-61F0-47DC-AB55-FD6164602102}" destId="{A744F323-1369-40EE-AD4D-ED01E8D41AE8}" srcOrd="0" destOrd="0" presId="urn:diagrams.loki3.com/BracketList"/>
    <dgm:cxn modelId="{1C23807F-C731-471A-87FE-D54BB40F2AA1}" type="presParOf" srcId="{A885ABD9-61F0-47DC-AB55-FD6164602102}" destId="{6E7C0A97-CFFA-4AC8-BACF-41A62E5A3554}" srcOrd="1" destOrd="0" presId="urn:diagrams.loki3.com/BracketList"/>
    <dgm:cxn modelId="{016A6EDF-E1E1-402C-9766-883D960A998D}" type="presParOf" srcId="{A885ABD9-61F0-47DC-AB55-FD6164602102}" destId="{78276473-AE68-45DE-8EF6-A4F23A1B8044}" srcOrd="2" destOrd="0" presId="urn:diagrams.loki3.com/BracketList"/>
    <dgm:cxn modelId="{15C2746A-4D94-43BA-AE1B-FBD737129AA0}" type="presParOf" srcId="{A885ABD9-61F0-47DC-AB55-FD6164602102}" destId="{E9763549-B2F6-4111-B521-7562CFF91D8D}" srcOrd="3" destOrd="0" presId="urn:diagrams.loki3.com/Bracket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355727AA-F4D3-463D-8DF0-210E5A4B7476}" type="doc">
      <dgm:prSet loTypeId="urn:microsoft.com/office/officeart/2005/8/layout/list1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F7861903-3343-4242-B484-FE0AC930D09C}">
      <dgm:prSet phldrT="[Text]" custT="1"/>
      <dgm:spPr/>
      <dgm:t>
        <a:bodyPr/>
        <a:lstStyle/>
        <a:p>
          <a:r>
            <a:rPr lang="en-US" altLang="id-ID" sz="2200" b="1" dirty="0" err="1"/>
            <a:t>Pertama</a:t>
          </a:r>
          <a:endParaRPr lang="en-US" sz="2200" b="1" dirty="0"/>
        </a:p>
      </dgm:t>
    </dgm:pt>
    <dgm:pt modelId="{7C337F7F-83BA-4473-A830-5888A70AE65C}" type="parTrans" cxnId="{F6AEECEF-6F64-45F2-8261-B58EE21D25A3}">
      <dgm:prSet/>
      <dgm:spPr/>
      <dgm:t>
        <a:bodyPr/>
        <a:lstStyle/>
        <a:p>
          <a:endParaRPr lang="en-US"/>
        </a:p>
      </dgm:t>
    </dgm:pt>
    <dgm:pt modelId="{64C6989F-7732-4E86-80CF-209FFB2097DB}" type="sibTrans" cxnId="{F6AEECEF-6F64-45F2-8261-B58EE21D25A3}">
      <dgm:prSet/>
      <dgm:spPr/>
      <dgm:t>
        <a:bodyPr/>
        <a:lstStyle/>
        <a:p>
          <a:endParaRPr lang="en-US"/>
        </a:p>
      </dgm:t>
    </dgm:pt>
    <dgm:pt modelId="{8F7F986F-0DBE-4FA8-BA51-4FA6AE7C385E}">
      <dgm:prSet phldrT="[Text]" custT="1"/>
      <dgm:spPr/>
      <dgm:t>
        <a:bodyPr/>
        <a:lstStyle/>
        <a:p>
          <a:pPr algn="just"/>
          <a:r>
            <a:rPr lang="en-US" altLang="id-ID" sz="2200" dirty="0" err="1"/>
            <a:t>Lemahnya</a:t>
          </a:r>
          <a:r>
            <a:rPr lang="en-US" altLang="id-ID" sz="2200" dirty="0"/>
            <a:t> agama-agama formal </a:t>
          </a:r>
          <a:r>
            <a:rPr lang="en-US" altLang="id-ID" sz="2200" dirty="0" err="1"/>
            <a:t>untuk</a:t>
          </a:r>
          <a:r>
            <a:rPr lang="en-US" altLang="id-ID" sz="2200" dirty="0"/>
            <a:t> </a:t>
          </a:r>
          <a:r>
            <a:rPr lang="en-US" altLang="id-ID" sz="2200" dirty="0" err="1"/>
            <a:t>menyapa</a:t>
          </a:r>
          <a:r>
            <a:rPr lang="en-US" altLang="id-ID" sz="2200" dirty="0"/>
            <a:t> </a:t>
          </a:r>
          <a:r>
            <a:rPr lang="en-US" altLang="id-ID" sz="2200" dirty="0" err="1"/>
            <a:t>terhadap</a:t>
          </a:r>
          <a:r>
            <a:rPr lang="en-US" altLang="id-ID" sz="2200" dirty="0"/>
            <a:t> </a:t>
          </a:r>
          <a:r>
            <a:rPr lang="en-US" altLang="id-ID" sz="2200" dirty="0" err="1"/>
            <a:t>kelompok-kelompok</a:t>
          </a:r>
          <a:r>
            <a:rPr lang="en-US" altLang="id-ID" sz="2200" dirty="0"/>
            <a:t> </a:t>
          </a:r>
          <a:r>
            <a:rPr lang="en-US" altLang="id-ID" sz="2200" dirty="0" err="1"/>
            <a:t>pinggiran</a:t>
          </a:r>
          <a:r>
            <a:rPr lang="en-US" altLang="id-ID" sz="2200" dirty="0"/>
            <a:t>. Agama-agama formal </a:t>
          </a:r>
          <a:r>
            <a:rPr lang="en-US" altLang="id-ID" sz="2200" dirty="0" err="1"/>
            <a:t>lebih</a:t>
          </a:r>
          <a:r>
            <a:rPr lang="en-US" altLang="id-ID" sz="2200" dirty="0"/>
            <a:t> </a:t>
          </a:r>
          <a:r>
            <a:rPr lang="en-US" altLang="id-ID" sz="2200" dirty="0" err="1"/>
            <a:t>banyak</a:t>
          </a:r>
          <a:r>
            <a:rPr lang="en-US" altLang="id-ID" sz="2200" dirty="0"/>
            <a:t> </a:t>
          </a:r>
          <a:r>
            <a:rPr lang="en-US" altLang="id-ID" sz="2200" dirty="0" err="1"/>
            <a:t>menyentuh</a:t>
          </a:r>
          <a:r>
            <a:rPr lang="en-US" altLang="id-ID" sz="2200" dirty="0"/>
            <a:t> </a:t>
          </a:r>
          <a:r>
            <a:rPr lang="en-US" altLang="id-ID" sz="2200" dirty="0" err="1"/>
            <a:t>terhadap</a:t>
          </a:r>
          <a:r>
            <a:rPr lang="en-US" altLang="id-ID" sz="2200" dirty="0"/>
            <a:t> orang-orang yang </a:t>
          </a:r>
          <a:r>
            <a:rPr lang="en-US" altLang="id-ID" sz="2200" dirty="0" err="1"/>
            <a:t>sudah</a:t>
          </a:r>
          <a:r>
            <a:rPr lang="en-US" altLang="id-ID" sz="2200" dirty="0"/>
            <a:t> Islam. </a:t>
          </a:r>
          <a:endParaRPr lang="en-US" sz="2200" dirty="0"/>
        </a:p>
      </dgm:t>
    </dgm:pt>
    <dgm:pt modelId="{96D88BF5-2812-4BAD-9CDE-91ED671CDAE5}" type="parTrans" cxnId="{6FE16662-ACE3-47BD-99EE-E16FDA1959A6}">
      <dgm:prSet/>
      <dgm:spPr/>
      <dgm:t>
        <a:bodyPr/>
        <a:lstStyle/>
        <a:p>
          <a:endParaRPr lang="en-US"/>
        </a:p>
      </dgm:t>
    </dgm:pt>
    <dgm:pt modelId="{782EBFC9-B9DF-448E-8FA9-E27FC9E540A1}" type="sibTrans" cxnId="{6FE16662-ACE3-47BD-99EE-E16FDA1959A6}">
      <dgm:prSet/>
      <dgm:spPr/>
      <dgm:t>
        <a:bodyPr/>
        <a:lstStyle/>
        <a:p>
          <a:endParaRPr lang="en-US"/>
        </a:p>
      </dgm:t>
    </dgm:pt>
    <dgm:pt modelId="{26E9E187-545F-4866-A6F8-90804DFF6E0E}">
      <dgm:prSet phldrT="[Text]" custT="1"/>
      <dgm:spPr/>
      <dgm:t>
        <a:bodyPr/>
        <a:lstStyle/>
        <a:p>
          <a:pPr algn="ctr"/>
          <a:r>
            <a:rPr lang="en-US" altLang="id-ID" sz="2200" b="1" dirty="0" err="1"/>
            <a:t>Kedua</a:t>
          </a:r>
          <a:endParaRPr lang="en-US" sz="2200" b="1" dirty="0"/>
        </a:p>
      </dgm:t>
    </dgm:pt>
    <dgm:pt modelId="{C2222B44-1497-47D5-9C0C-1E6912B8168C}" type="parTrans" cxnId="{6EE36F39-E10C-4A00-AF35-33F0D843AC73}">
      <dgm:prSet/>
      <dgm:spPr/>
      <dgm:t>
        <a:bodyPr/>
        <a:lstStyle/>
        <a:p>
          <a:endParaRPr lang="en-US"/>
        </a:p>
      </dgm:t>
    </dgm:pt>
    <dgm:pt modelId="{141A99A3-8366-4EC9-B8B6-47F50B03CAC4}" type="sibTrans" cxnId="{6EE36F39-E10C-4A00-AF35-33F0D843AC73}">
      <dgm:prSet/>
      <dgm:spPr/>
      <dgm:t>
        <a:bodyPr/>
        <a:lstStyle/>
        <a:p>
          <a:endParaRPr lang="en-US"/>
        </a:p>
      </dgm:t>
    </dgm:pt>
    <dgm:pt modelId="{35BCD396-BA96-4F36-8F96-5C3150F46BAC}">
      <dgm:prSet phldrT="[Text]" custT="1"/>
      <dgm:spPr/>
      <dgm:t>
        <a:bodyPr/>
        <a:lstStyle/>
        <a:p>
          <a:pPr algn="just"/>
          <a:r>
            <a:rPr lang="en-US" altLang="id-ID" sz="2200" dirty="0" err="1"/>
            <a:t>Mereka</a:t>
          </a:r>
          <a:r>
            <a:rPr lang="en-US" altLang="id-ID" sz="2200" dirty="0"/>
            <a:t> </a:t>
          </a:r>
          <a:r>
            <a:rPr lang="en-US" altLang="id-ID" sz="2200" dirty="0" err="1"/>
            <a:t>belum</a:t>
          </a:r>
          <a:r>
            <a:rPr lang="en-US" altLang="id-ID" sz="2200" dirty="0"/>
            <a:t> </a:t>
          </a:r>
          <a:r>
            <a:rPr lang="en-US" altLang="id-ID" sz="2200" dirty="0" err="1"/>
            <a:t>merasakan</a:t>
          </a:r>
          <a:r>
            <a:rPr lang="en-US" altLang="id-ID" sz="2200" dirty="0"/>
            <a:t> </a:t>
          </a:r>
          <a:r>
            <a:rPr lang="en-US" altLang="id-ID" sz="2200" dirty="0" err="1"/>
            <a:t>kepuasan</a:t>
          </a:r>
          <a:r>
            <a:rPr lang="en-US" altLang="id-ID" sz="2200" dirty="0"/>
            <a:t> </a:t>
          </a:r>
          <a:r>
            <a:rPr lang="en-US" altLang="id-ID" sz="2200" dirty="0" err="1"/>
            <a:t>dengan</a:t>
          </a:r>
          <a:r>
            <a:rPr lang="en-US" altLang="id-ID" sz="2200" dirty="0"/>
            <a:t> agama formal. </a:t>
          </a:r>
          <a:r>
            <a:rPr lang="en-US" altLang="id-ID" sz="2200" dirty="0" err="1"/>
            <a:t>Munculnya</a:t>
          </a:r>
          <a:r>
            <a:rPr lang="en-US" altLang="id-ID" sz="2200" dirty="0"/>
            <a:t> </a:t>
          </a:r>
          <a:r>
            <a:rPr lang="en-US" altLang="id-ID" sz="2200" dirty="0" err="1"/>
            <a:t>aliran-aliran</a:t>
          </a:r>
          <a:r>
            <a:rPr lang="en-US" altLang="id-ID" sz="2200" dirty="0"/>
            <a:t> </a:t>
          </a:r>
          <a:r>
            <a:rPr lang="en-US" altLang="id-ID" sz="2200" dirty="0" err="1"/>
            <a:t>kepercayaan</a:t>
          </a:r>
          <a:r>
            <a:rPr lang="en-US" altLang="id-ID" sz="2200" dirty="0"/>
            <a:t> </a:t>
          </a:r>
          <a:r>
            <a:rPr lang="en-US" altLang="id-ID" sz="2200" dirty="0" err="1"/>
            <a:t>dalam</a:t>
          </a:r>
          <a:r>
            <a:rPr lang="en-US" altLang="id-ID" sz="2200" dirty="0"/>
            <a:t> </a:t>
          </a:r>
          <a:r>
            <a:rPr lang="en-US" altLang="id-ID" sz="2200" dirty="0" err="1"/>
            <a:t>banyak</a:t>
          </a:r>
          <a:r>
            <a:rPr lang="en-US" altLang="id-ID" sz="2200" dirty="0"/>
            <a:t> </a:t>
          </a:r>
          <a:r>
            <a:rPr lang="en-US" altLang="id-ID" sz="2200" dirty="0" err="1"/>
            <a:t>hal</a:t>
          </a:r>
          <a:r>
            <a:rPr lang="en-US" altLang="id-ID" sz="2200" dirty="0"/>
            <a:t> </a:t>
          </a:r>
          <a:r>
            <a:rPr lang="en-US" altLang="id-ID" sz="2200" dirty="0" err="1"/>
            <a:t>karena</a:t>
          </a:r>
          <a:r>
            <a:rPr lang="en-US" altLang="id-ID" sz="2200" dirty="0"/>
            <a:t> agama formal </a:t>
          </a:r>
          <a:r>
            <a:rPr lang="en-US" altLang="id-ID" sz="2200" dirty="0" err="1"/>
            <a:t>tidak</a:t>
          </a:r>
          <a:r>
            <a:rPr lang="en-US" altLang="id-ID" sz="2200" dirty="0"/>
            <a:t> </a:t>
          </a:r>
          <a:r>
            <a:rPr lang="en-US" altLang="id-ID" sz="2200" dirty="0" err="1"/>
            <a:t>memberikan</a:t>
          </a:r>
          <a:r>
            <a:rPr lang="en-US" altLang="id-ID" sz="2200" dirty="0"/>
            <a:t> </a:t>
          </a:r>
          <a:r>
            <a:rPr lang="en-US" altLang="id-ID" sz="2200" dirty="0" err="1"/>
            <a:t>ruang</a:t>
          </a:r>
          <a:r>
            <a:rPr lang="en-US" altLang="id-ID" sz="2200" dirty="0"/>
            <a:t> </a:t>
          </a:r>
          <a:r>
            <a:rPr lang="en-US" altLang="id-ID" sz="2200" dirty="0" err="1"/>
            <a:t>ekspressi</a:t>
          </a:r>
          <a:r>
            <a:rPr lang="en-US" altLang="id-ID" sz="2200" dirty="0"/>
            <a:t>  </a:t>
          </a:r>
          <a:r>
            <a:rPr lang="en-US" altLang="id-ID" sz="2200" dirty="0" err="1"/>
            <a:t>dahaga</a:t>
          </a:r>
          <a:r>
            <a:rPr lang="en-US" altLang="id-ID" sz="2200" dirty="0"/>
            <a:t> </a:t>
          </a:r>
          <a:r>
            <a:rPr lang="en-US" altLang="id-ID" sz="2200" dirty="0" err="1"/>
            <a:t>spiritualitas</a:t>
          </a:r>
          <a:r>
            <a:rPr lang="en-US" altLang="id-ID" sz="2200" dirty="0"/>
            <a:t>.  </a:t>
          </a:r>
          <a:r>
            <a:rPr lang="en-US" altLang="id-ID" sz="2200" dirty="0" err="1"/>
            <a:t>Mereka</a:t>
          </a:r>
          <a:r>
            <a:rPr lang="en-US" altLang="id-ID" sz="2200" dirty="0"/>
            <a:t> </a:t>
          </a:r>
          <a:r>
            <a:rPr lang="en-US" altLang="id-ID" sz="2200" dirty="0" err="1"/>
            <a:t>tidak</a:t>
          </a:r>
          <a:r>
            <a:rPr lang="en-US" altLang="id-ID" sz="2200" dirty="0"/>
            <a:t> </a:t>
          </a:r>
          <a:r>
            <a:rPr lang="en-US" altLang="id-ID" sz="2200" dirty="0" err="1"/>
            <a:t>hanya</a:t>
          </a:r>
          <a:r>
            <a:rPr lang="en-US" altLang="id-ID" sz="2200" dirty="0"/>
            <a:t> </a:t>
          </a:r>
          <a:r>
            <a:rPr lang="en-US" altLang="id-ID" sz="2200" dirty="0" err="1"/>
            <a:t>membutuhkan</a:t>
          </a:r>
          <a:r>
            <a:rPr lang="en-US" altLang="id-ID" sz="2200" dirty="0"/>
            <a:t> ritual-ritual formal </a:t>
          </a:r>
          <a:r>
            <a:rPr lang="en-US" altLang="id-ID" sz="2200" dirty="0" err="1"/>
            <a:t>tetapi</a:t>
          </a:r>
          <a:r>
            <a:rPr lang="en-US" altLang="id-ID" sz="2200" dirty="0"/>
            <a:t> </a:t>
          </a:r>
          <a:r>
            <a:rPr lang="en-US" altLang="id-ID" sz="2200" dirty="0" err="1"/>
            <a:t>pemenuhan</a:t>
          </a:r>
          <a:r>
            <a:rPr lang="en-US" altLang="id-ID" sz="2200" dirty="0"/>
            <a:t> </a:t>
          </a:r>
          <a:r>
            <a:rPr lang="en-US" altLang="id-ID" sz="2200" dirty="0" err="1"/>
            <a:t>hasrat</a:t>
          </a:r>
          <a:r>
            <a:rPr lang="en-US" altLang="id-ID" sz="2200" dirty="0"/>
            <a:t> </a:t>
          </a:r>
          <a:r>
            <a:rPr lang="en-US" altLang="id-ID" sz="2200" dirty="0" err="1"/>
            <a:t>spiritualitas</a:t>
          </a:r>
          <a:r>
            <a:rPr lang="en-US" altLang="id-ID" sz="2200" dirty="0"/>
            <a:t> yang </a:t>
          </a:r>
          <a:r>
            <a:rPr lang="en-US" altLang="id-ID" sz="2200" dirty="0" err="1"/>
            <a:t>lebih</a:t>
          </a:r>
          <a:r>
            <a:rPr lang="en-US" altLang="id-ID" sz="2200" dirty="0"/>
            <a:t> </a:t>
          </a:r>
          <a:r>
            <a:rPr lang="en-US" altLang="id-ID" sz="2200" dirty="0" err="1"/>
            <a:t>esoterik</a:t>
          </a:r>
          <a:r>
            <a:rPr lang="en-US" altLang="id-ID" sz="2200" dirty="0"/>
            <a:t>.</a:t>
          </a:r>
          <a:endParaRPr lang="en-US" sz="2200" dirty="0"/>
        </a:p>
      </dgm:t>
    </dgm:pt>
    <dgm:pt modelId="{2500E142-2670-4FFB-A021-F795D648F817}" type="parTrans" cxnId="{F6565938-15EB-45A9-B242-0644915494FA}">
      <dgm:prSet/>
      <dgm:spPr/>
      <dgm:t>
        <a:bodyPr/>
        <a:lstStyle/>
        <a:p>
          <a:endParaRPr lang="en-US"/>
        </a:p>
      </dgm:t>
    </dgm:pt>
    <dgm:pt modelId="{DD697785-3772-4577-AFFF-CFB58EC12B63}" type="sibTrans" cxnId="{F6565938-15EB-45A9-B242-0644915494FA}">
      <dgm:prSet/>
      <dgm:spPr/>
      <dgm:t>
        <a:bodyPr/>
        <a:lstStyle/>
        <a:p>
          <a:endParaRPr lang="en-US"/>
        </a:p>
      </dgm:t>
    </dgm:pt>
    <dgm:pt modelId="{BF86D398-FD42-4526-B7CE-B4EB05681F6F}">
      <dgm:prSet phldrT="[Text]" custT="1"/>
      <dgm:spPr/>
      <dgm:t>
        <a:bodyPr/>
        <a:lstStyle/>
        <a:p>
          <a:pPr algn="ctr"/>
          <a:r>
            <a:rPr lang="en-US" altLang="id-ID" sz="2200" b="1" dirty="0" err="1"/>
            <a:t>Ketiga</a:t>
          </a:r>
          <a:endParaRPr lang="en-US" sz="2200" b="1" dirty="0"/>
        </a:p>
      </dgm:t>
    </dgm:pt>
    <dgm:pt modelId="{A5E13CD7-1F6E-424B-8E2F-16B0D7B1AB67}" type="parTrans" cxnId="{6B8EE632-6BE4-4FD9-A167-EE9FD859BA42}">
      <dgm:prSet/>
      <dgm:spPr/>
      <dgm:t>
        <a:bodyPr/>
        <a:lstStyle/>
        <a:p>
          <a:endParaRPr lang="en-US"/>
        </a:p>
      </dgm:t>
    </dgm:pt>
    <dgm:pt modelId="{B91C1830-1846-418F-A4D7-71B879CE729F}" type="sibTrans" cxnId="{6B8EE632-6BE4-4FD9-A167-EE9FD859BA42}">
      <dgm:prSet/>
      <dgm:spPr/>
      <dgm:t>
        <a:bodyPr/>
        <a:lstStyle/>
        <a:p>
          <a:endParaRPr lang="en-US"/>
        </a:p>
      </dgm:t>
    </dgm:pt>
    <dgm:pt modelId="{2D52E480-77BC-469D-A602-737F70DD74F3}">
      <dgm:prSet phldrT="[Text]" custT="1"/>
      <dgm:spPr/>
      <dgm:t>
        <a:bodyPr/>
        <a:lstStyle/>
        <a:p>
          <a:r>
            <a:rPr lang="en-US" altLang="id-ID" sz="2200" dirty="0" err="1"/>
            <a:t>Keinginan</a:t>
          </a:r>
          <a:r>
            <a:rPr lang="en-US" altLang="id-ID" sz="2200" dirty="0"/>
            <a:t> </a:t>
          </a:r>
          <a:r>
            <a:rPr lang="en-US" altLang="id-ID" sz="2200" dirty="0" err="1"/>
            <a:t>identifikasi</a:t>
          </a:r>
          <a:r>
            <a:rPr lang="en-US" altLang="id-ID" sz="2200" dirty="0"/>
            <a:t> </a:t>
          </a:r>
          <a:r>
            <a:rPr lang="en-US" altLang="id-ID" sz="2200" dirty="0" err="1"/>
            <a:t>diri</a:t>
          </a:r>
          <a:r>
            <a:rPr lang="en-US" altLang="id-ID" sz="2200" dirty="0"/>
            <a:t> dan </a:t>
          </a:r>
          <a:r>
            <a:rPr lang="en-US" altLang="id-ID" sz="2200" dirty="0" err="1"/>
            <a:t>aktualisasi</a:t>
          </a:r>
          <a:r>
            <a:rPr lang="en-US" altLang="id-ID" sz="2200" dirty="0"/>
            <a:t> </a:t>
          </a:r>
          <a:r>
            <a:rPr lang="en-US" altLang="id-ID" sz="2200" dirty="0" err="1"/>
            <a:t>diri</a:t>
          </a:r>
          <a:r>
            <a:rPr lang="en-US" altLang="id-ID" sz="2200" dirty="0"/>
            <a:t>. </a:t>
          </a:r>
          <a:endParaRPr lang="en-US" sz="2200" dirty="0"/>
        </a:p>
      </dgm:t>
    </dgm:pt>
    <dgm:pt modelId="{153A685A-5EA6-4870-AA3F-FFF9977226D2}" type="parTrans" cxnId="{8A899FFD-6980-4B8D-9D84-89CB88AEF266}">
      <dgm:prSet/>
      <dgm:spPr/>
      <dgm:t>
        <a:bodyPr/>
        <a:lstStyle/>
        <a:p>
          <a:endParaRPr lang="en-US"/>
        </a:p>
      </dgm:t>
    </dgm:pt>
    <dgm:pt modelId="{1C1A6FEF-7FF0-427D-BA1D-388007C9EA39}" type="sibTrans" cxnId="{8A899FFD-6980-4B8D-9D84-89CB88AEF266}">
      <dgm:prSet/>
      <dgm:spPr/>
      <dgm:t>
        <a:bodyPr/>
        <a:lstStyle/>
        <a:p>
          <a:endParaRPr lang="en-US"/>
        </a:p>
      </dgm:t>
    </dgm:pt>
    <dgm:pt modelId="{48A9E889-82B5-429A-99FA-76CDDBD87791}" type="pres">
      <dgm:prSet presAssocID="{355727AA-F4D3-463D-8DF0-210E5A4B7476}" presName="linear" presStyleCnt="0">
        <dgm:presLayoutVars>
          <dgm:dir/>
          <dgm:animLvl val="lvl"/>
          <dgm:resizeHandles val="exact"/>
        </dgm:presLayoutVars>
      </dgm:prSet>
      <dgm:spPr/>
    </dgm:pt>
    <dgm:pt modelId="{43042DCF-767A-450C-9328-0B77B684B514}" type="pres">
      <dgm:prSet presAssocID="{F7861903-3343-4242-B484-FE0AC930D09C}" presName="parentLin" presStyleCnt="0"/>
      <dgm:spPr/>
    </dgm:pt>
    <dgm:pt modelId="{21B045F4-A2D9-4937-B27C-999A32871B21}" type="pres">
      <dgm:prSet presAssocID="{F7861903-3343-4242-B484-FE0AC930D09C}" presName="parentLeftMargin" presStyleLbl="node1" presStyleIdx="0" presStyleCnt="3"/>
      <dgm:spPr/>
    </dgm:pt>
    <dgm:pt modelId="{28F515EB-CEBD-4E2B-A64C-6A8E97ECC6A5}" type="pres">
      <dgm:prSet presAssocID="{F7861903-3343-4242-B484-FE0AC930D09C}" presName="parentText" presStyleLbl="node1" presStyleIdx="0" presStyleCnt="3" custScaleX="23805" custScaleY="195719">
        <dgm:presLayoutVars>
          <dgm:chMax val="0"/>
          <dgm:bulletEnabled val="1"/>
        </dgm:presLayoutVars>
      </dgm:prSet>
      <dgm:spPr/>
    </dgm:pt>
    <dgm:pt modelId="{885FDE05-BE24-40A8-8446-71E4332BDCA2}" type="pres">
      <dgm:prSet presAssocID="{F7861903-3343-4242-B484-FE0AC930D09C}" presName="negativeSpace" presStyleCnt="0"/>
      <dgm:spPr/>
    </dgm:pt>
    <dgm:pt modelId="{63BBD2AF-CE3D-45CF-9487-52B11A3A3C5C}" type="pres">
      <dgm:prSet presAssocID="{F7861903-3343-4242-B484-FE0AC930D09C}" presName="childText" presStyleLbl="conFgAcc1" presStyleIdx="0" presStyleCnt="3">
        <dgm:presLayoutVars>
          <dgm:bulletEnabled val="1"/>
        </dgm:presLayoutVars>
      </dgm:prSet>
      <dgm:spPr/>
    </dgm:pt>
    <dgm:pt modelId="{92781DC9-9FE7-4885-A434-2C193E785335}" type="pres">
      <dgm:prSet presAssocID="{64C6989F-7732-4E86-80CF-209FFB2097DB}" presName="spaceBetweenRectangles" presStyleCnt="0"/>
      <dgm:spPr/>
    </dgm:pt>
    <dgm:pt modelId="{A7C59EC2-7CE9-400A-B596-A304A8703A98}" type="pres">
      <dgm:prSet presAssocID="{26E9E187-545F-4866-A6F8-90804DFF6E0E}" presName="parentLin" presStyleCnt="0"/>
      <dgm:spPr/>
    </dgm:pt>
    <dgm:pt modelId="{62514564-A3FF-42C7-AE42-6805B10D433F}" type="pres">
      <dgm:prSet presAssocID="{26E9E187-545F-4866-A6F8-90804DFF6E0E}" presName="parentLeftMargin" presStyleLbl="node1" presStyleIdx="0" presStyleCnt="3"/>
      <dgm:spPr/>
    </dgm:pt>
    <dgm:pt modelId="{10BBD1D2-721A-4333-B139-60B421ED9935}" type="pres">
      <dgm:prSet presAssocID="{26E9E187-545F-4866-A6F8-90804DFF6E0E}" presName="parentText" presStyleLbl="node1" presStyleIdx="1" presStyleCnt="3" custScaleX="23805" custScaleY="195719">
        <dgm:presLayoutVars>
          <dgm:chMax val="0"/>
          <dgm:bulletEnabled val="1"/>
        </dgm:presLayoutVars>
      </dgm:prSet>
      <dgm:spPr/>
    </dgm:pt>
    <dgm:pt modelId="{AC9C05AC-C95D-4B40-81A0-AE7123E64F13}" type="pres">
      <dgm:prSet presAssocID="{26E9E187-545F-4866-A6F8-90804DFF6E0E}" presName="negativeSpace" presStyleCnt="0"/>
      <dgm:spPr/>
    </dgm:pt>
    <dgm:pt modelId="{03C29670-DAD9-45FE-9F1C-B02F8DD38484}" type="pres">
      <dgm:prSet presAssocID="{26E9E187-545F-4866-A6F8-90804DFF6E0E}" presName="childText" presStyleLbl="conFgAcc1" presStyleIdx="1" presStyleCnt="3">
        <dgm:presLayoutVars>
          <dgm:bulletEnabled val="1"/>
        </dgm:presLayoutVars>
      </dgm:prSet>
      <dgm:spPr/>
    </dgm:pt>
    <dgm:pt modelId="{338989B4-86D6-4A5B-A398-031CD9B3AD53}" type="pres">
      <dgm:prSet presAssocID="{141A99A3-8366-4EC9-B8B6-47F50B03CAC4}" presName="spaceBetweenRectangles" presStyleCnt="0"/>
      <dgm:spPr/>
    </dgm:pt>
    <dgm:pt modelId="{2A1E2DAC-D345-4F30-B0C2-C8F04B03B03B}" type="pres">
      <dgm:prSet presAssocID="{BF86D398-FD42-4526-B7CE-B4EB05681F6F}" presName="parentLin" presStyleCnt="0"/>
      <dgm:spPr/>
    </dgm:pt>
    <dgm:pt modelId="{0E32D36E-0D4E-4CB3-93E5-F54A3C0F5230}" type="pres">
      <dgm:prSet presAssocID="{BF86D398-FD42-4526-B7CE-B4EB05681F6F}" presName="parentLeftMargin" presStyleLbl="node1" presStyleIdx="1" presStyleCnt="3"/>
      <dgm:spPr/>
    </dgm:pt>
    <dgm:pt modelId="{781FFDAF-84F5-4FCB-9FE8-AC79AEF81FF3}" type="pres">
      <dgm:prSet presAssocID="{BF86D398-FD42-4526-B7CE-B4EB05681F6F}" presName="parentText" presStyleLbl="node1" presStyleIdx="2" presStyleCnt="3" custScaleX="23805" custScaleY="195719">
        <dgm:presLayoutVars>
          <dgm:chMax val="0"/>
          <dgm:bulletEnabled val="1"/>
        </dgm:presLayoutVars>
      </dgm:prSet>
      <dgm:spPr/>
    </dgm:pt>
    <dgm:pt modelId="{E5E0E704-35C4-41B7-BB62-0A8F6B1E19FF}" type="pres">
      <dgm:prSet presAssocID="{BF86D398-FD42-4526-B7CE-B4EB05681F6F}" presName="negativeSpace" presStyleCnt="0"/>
      <dgm:spPr/>
    </dgm:pt>
    <dgm:pt modelId="{6A7F263F-C068-4324-8B53-714BC2EDEBD2}" type="pres">
      <dgm:prSet presAssocID="{BF86D398-FD42-4526-B7CE-B4EB05681F6F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6B8EE632-6BE4-4FD9-A167-EE9FD859BA42}" srcId="{355727AA-F4D3-463D-8DF0-210E5A4B7476}" destId="{BF86D398-FD42-4526-B7CE-B4EB05681F6F}" srcOrd="2" destOrd="0" parTransId="{A5E13CD7-1F6E-424B-8E2F-16B0D7B1AB67}" sibTransId="{B91C1830-1846-418F-A4D7-71B879CE729F}"/>
    <dgm:cxn modelId="{52A67A36-EE5A-4D21-91D5-BF74574C02F0}" type="presOf" srcId="{35BCD396-BA96-4F36-8F96-5C3150F46BAC}" destId="{03C29670-DAD9-45FE-9F1C-B02F8DD38484}" srcOrd="0" destOrd="0" presId="urn:microsoft.com/office/officeart/2005/8/layout/list1"/>
    <dgm:cxn modelId="{F6565938-15EB-45A9-B242-0644915494FA}" srcId="{26E9E187-545F-4866-A6F8-90804DFF6E0E}" destId="{35BCD396-BA96-4F36-8F96-5C3150F46BAC}" srcOrd="0" destOrd="0" parTransId="{2500E142-2670-4FFB-A021-F795D648F817}" sibTransId="{DD697785-3772-4577-AFFF-CFB58EC12B63}"/>
    <dgm:cxn modelId="{6EE36F39-E10C-4A00-AF35-33F0D843AC73}" srcId="{355727AA-F4D3-463D-8DF0-210E5A4B7476}" destId="{26E9E187-545F-4866-A6F8-90804DFF6E0E}" srcOrd="1" destOrd="0" parTransId="{C2222B44-1497-47D5-9C0C-1E6912B8168C}" sibTransId="{141A99A3-8366-4EC9-B8B6-47F50B03CAC4}"/>
    <dgm:cxn modelId="{6FE16662-ACE3-47BD-99EE-E16FDA1959A6}" srcId="{F7861903-3343-4242-B484-FE0AC930D09C}" destId="{8F7F986F-0DBE-4FA8-BA51-4FA6AE7C385E}" srcOrd="0" destOrd="0" parTransId="{96D88BF5-2812-4BAD-9CDE-91ED671CDAE5}" sibTransId="{782EBFC9-B9DF-448E-8FA9-E27FC9E540A1}"/>
    <dgm:cxn modelId="{C012244E-1658-4D5B-BAEE-574804425E28}" type="presOf" srcId="{26E9E187-545F-4866-A6F8-90804DFF6E0E}" destId="{10BBD1D2-721A-4333-B139-60B421ED9935}" srcOrd="1" destOrd="0" presId="urn:microsoft.com/office/officeart/2005/8/layout/list1"/>
    <dgm:cxn modelId="{8CAC777B-77FF-4636-864B-61EF97D1ADB7}" type="presOf" srcId="{355727AA-F4D3-463D-8DF0-210E5A4B7476}" destId="{48A9E889-82B5-429A-99FA-76CDDBD87791}" srcOrd="0" destOrd="0" presId="urn:microsoft.com/office/officeart/2005/8/layout/list1"/>
    <dgm:cxn modelId="{C8014688-2ACF-4329-B6B0-0F1CD4B2A08C}" type="presOf" srcId="{26E9E187-545F-4866-A6F8-90804DFF6E0E}" destId="{62514564-A3FF-42C7-AE42-6805B10D433F}" srcOrd="0" destOrd="0" presId="urn:microsoft.com/office/officeart/2005/8/layout/list1"/>
    <dgm:cxn modelId="{95D696B0-C451-4B7A-8EAA-5A32845F40B5}" type="presOf" srcId="{2D52E480-77BC-469D-A602-737F70DD74F3}" destId="{6A7F263F-C068-4324-8B53-714BC2EDEBD2}" srcOrd="0" destOrd="0" presId="urn:microsoft.com/office/officeart/2005/8/layout/list1"/>
    <dgm:cxn modelId="{81EC1BB5-257A-4EFB-A3F0-55E5F7B02D3A}" type="presOf" srcId="{BF86D398-FD42-4526-B7CE-B4EB05681F6F}" destId="{781FFDAF-84F5-4FCB-9FE8-AC79AEF81FF3}" srcOrd="1" destOrd="0" presId="urn:microsoft.com/office/officeart/2005/8/layout/list1"/>
    <dgm:cxn modelId="{80EE3CB6-B745-478E-84C2-8372F0B9844F}" type="presOf" srcId="{8F7F986F-0DBE-4FA8-BA51-4FA6AE7C385E}" destId="{63BBD2AF-CE3D-45CF-9487-52B11A3A3C5C}" srcOrd="0" destOrd="0" presId="urn:microsoft.com/office/officeart/2005/8/layout/list1"/>
    <dgm:cxn modelId="{90A60FC6-3263-4EBA-B56C-603A3A91B015}" type="presOf" srcId="{F7861903-3343-4242-B484-FE0AC930D09C}" destId="{21B045F4-A2D9-4937-B27C-999A32871B21}" srcOrd="0" destOrd="0" presId="urn:microsoft.com/office/officeart/2005/8/layout/list1"/>
    <dgm:cxn modelId="{8CA19EE6-D880-4BBB-99A5-500377546256}" type="presOf" srcId="{BF86D398-FD42-4526-B7CE-B4EB05681F6F}" destId="{0E32D36E-0D4E-4CB3-93E5-F54A3C0F5230}" srcOrd="0" destOrd="0" presId="urn:microsoft.com/office/officeart/2005/8/layout/list1"/>
    <dgm:cxn modelId="{F6AEECEF-6F64-45F2-8261-B58EE21D25A3}" srcId="{355727AA-F4D3-463D-8DF0-210E5A4B7476}" destId="{F7861903-3343-4242-B484-FE0AC930D09C}" srcOrd="0" destOrd="0" parTransId="{7C337F7F-83BA-4473-A830-5888A70AE65C}" sibTransId="{64C6989F-7732-4E86-80CF-209FFB2097DB}"/>
    <dgm:cxn modelId="{0E0D60F0-3D19-4796-BA81-E5BC9ABE76BE}" type="presOf" srcId="{F7861903-3343-4242-B484-FE0AC930D09C}" destId="{28F515EB-CEBD-4E2B-A64C-6A8E97ECC6A5}" srcOrd="1" destOrd="0" presId="urn:microsoft.com/office/officeart/2005/8/layout/list1"/>
    <dgm:cxn modelId="{8A899FFD-6980-4B8D-9D84-89CB88AEF266}" srcId="{BF86D398-FD42-4526-B7CE-B4EB05681F6F}" destId="{2D52E480-77BC-469D-A602-737F70DD74F3}" srcOrd="0" destOrd="0" parTransId="{153A685A-5EA6-4870-AA3F-FFF9977226D2}" sibTransId="{1C1A6FEF-7FF0-427D-BA1D-388007C9EA39}"/>
    <dgm:cxn modelId="{03D38DAB-3E43-4AEB-9918-5DB32D2E9868}" type="presParOf" srcId="{48A9E889-82B5-429A-99FA-76CDDBD87791}" destId="{43042DCF-767A-450C-9328-0B77B684B514}" srcOrd="0" destOrd="0" presId="urn:microsoft.com/office/officeart/2005/8/layout/list1"/>
    <dgm:cxn modelId="{50FB3FA8-F361-4ED3-8CC5-78CED7F73EC0}" type="presParOf" srcId="{43042DCF-767A-450C-9328-0B77B684B514}" destId="{21B045F4-A2D9-4937-B27C-999A32871B21}" srcOrd="0" destOrd="0" presId="urn:microsoft.com/office/officeart/2005/8/layout/list1"/>
    <dgm:cxn modelId="{A272B20E-5B34-40C5-805A-7E363EECDC24}" type="presParOf" srcId="{43042DCF-767A-450C-9328-0B77B684B514}" destId="{28F515EB-CEBD-4E2B-A64C-6A8E97ECC6A5}" srcOrd="1" destOrd="0" presId="urn:microsoft.com/office/officeart/2005/8/layout/list1"/>
    <dgm:cxn modelId="{FEA6AD0E-734D-490F-BAA0-63D162D200DC}" type="presParOf" srcId="{48A9E889-82B5-429A-99FA-76CDDBD87791}" destId="{885FDE05-BE24-40A8-8446-71E4332BDCA2}" srcOrd="1" destOrd="0" presId="urn:microsoft.com/office/officeart/2005/8/layout/list1"/>
    <dgm:cxn modelId="{7AB80269-D0B0-462F-92A6-6EF902A0DA82}" type="presParOf" srcId="{48A9E889-82B5-429A-99FA-76CDDBD87791}" destId="{63BBD2AF-CE3D-45CF-9487-52B11A3A3C5C}" srcOrd="2" destOrd="0" presId="urn:microsoft.com/office/officeart/2005/8/layout/list1"/>
    <dgm:cxn modelId="{CE7B593A-C8F4-4972-9CA5-5AB432AEEEAF}" type="presParOf" srcId="{48A9E889-82B5-429A-99FA-76CDDBD87791}" destId="{92781DC9-9FE7-4885-A434-2C193E785335}" srcOrd="3" destOrd="0" presId="urn:microsoft.com/office/officeart/2005/8/layout/list1"/>
    <dgm:cxn modelId="{F6F3F7D7-1B14-4014-8766-805572DFF07A}" type="presParOf" srcId="{48A9E889-82B5-429A-99FA-76CDDBD87791}" destId="{A7C59EC2-7CE9-400A-B596-A304A8703A98}" srcOrd="4" destOrd="0" presId="urn:microsoft.com/office/officeart/2005/8/layout/list1"/>
    <dgm:cxn modelId="{11483478-3DF8-4349-85D2-5F80BCA82F5B}" type="presParOf" srcId="{A7C59EC2-7CE9-400A-B596-A304A8703A98}" destId="{62514564-A3FF-42C7-AE42-6805B10D433F}" srcOrd="0" destOrd="0" presId="urn:microsoft.com/office/officeart/2005/8/layout/list1"/>
    <dgm:cxn modelId="{A2E307BA-0F19-441C-91D7-F883BF3AAEF5}" type="presParOf" srcId="{A7C59EC2-7CE9-400A-B596-A304A8703A98}" destId="{10BBD1D2-721A-4333-B139-60B421ED9935}" srcOrd="1" destOrd="0" presId="urn:microsoft.com/office/officeart/2005/8/layout/list1"/>
    <dgm:cxn modelId="{B0C121FB-B729-4020-AF41-3FD07C0CB6D1}" type="presParOf" srcId="{48A9E889-82B5-429A-99FA-76CDDBD87791}" destId="{AC9C05AC-C95D-4B40-81A0-AE7123E64F13}" srcOrd="5" destOrd="0" presId="urn:microsoft.com/office/officeart/2005/8/layout/list1"/>
    <dgm:cxn modelId="{7161C955-3FBD-4424-9CA2-615DECD9E06E}" type="presParOf" srcId="{48A9E889-82B5-429A-99FA-76CDDBD87791}" destId="{03C29670-DAD9-45FE-9F1C-B02F8DD38484}" srcOrd="6" destOrd="0" presId="urn:microsoft.com/office/officeart/2005/8/layout/list1"/>
    <dgm:cxn modelId="{2C47B918-64A3-4DE0-8931-8BECC6C749E2}" type="presParOf" srcId="{48A9E889-82B5-429A-99FA-76CDDBD87791}" destId="{338989B4-86D6-4A5B-A398-031CD9B3AD53}" srcOrd="7" destOrd="0" presId="urn:microsoft.com/office/officeart/2005/8/layout/list1"/>
    <dgm:cxn modelId="{FEA58996-6896-4932-B9BE-8055DD4ED2B4}" type="presParOf" srcId="{48A9E889-82B5-429A-99FA-76CDDBD87791}" destId="{2A1E2DAC-D345-4F30-B0C2-C8F04B03B03B}" srcOrd="8" destOrd="0" presId="urn:microsoft.com/office/officeart/2005/8/layout/list1"/>
    <dgm:cxn modelId="{FCEB1F53-CED6-4251-BC2F-159214F18B87}" type="presParOf" srcId="{2A1E2DAC-D345-4F30-B0C2-C8F04B03B03B}" destId="{0E32D36E-0D4E-4CB3-93E5-F54A3C0F5230}" srcOrd="0" destOrd="0" presId="urn:microsoft.com/office/officeart/2005/8/layout/list1"/>
    <dgm:cxn modelId="{1A3FFFA7-216E-49F2-BB56-20ADE2974497}" type="presParOf" srcId="{2A1E2DAC-D345-4F30-B0C2-C8F04B03B03B}" destId="{781FFDAF-84F5-4FCB-9FE8-AC79AEF81FF3}" srcOrd="1" destOrd="0" presId="urn:microsoft.com/office/officeart/2005/8/layout/list1"/>
    <dgm:cxn modelId="{610FCE02-8083-4E0B-954C-83F303814EE0}" type="presParOf" srcId="{48A9E889-82B5-429A-99FA-76CDDBD87791}" destId="{E5E0E704-35C4-41B7-BB62-0A8F6B1E19FF}" srcOrd="9" destOrd="0" presId="urn:microsoft.com/office/officeart/2005/8/layout/list1"/>
    <dgm:cxn modelId="{C4E01963-993F-4861-ACC9-E6F5B643D234}" type="presParOf" srcId="{48A9E889-82B5-429A-99FA-76CDDBD87791}" destId="{6A7F263F-C068-4324-8B53-714BC2EDEBD2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696B59C8-90D9-471D-9CDB-688E0B729677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0DB7466-180A-48B7-ADC8-AB11AC3CC746}">
      <dgm:prSet phldrT="[Text]" custT="1"/>
      <dgm:spPr/>
      <dgm:t>
        <a:bodyPr/>
        <a:lstStyle/>
        <a:p>
          <a:pPr algn="ctr"/>
          <a:r>
            <a:rPr lang="en-US" altLang="id-ID" sz="3200" i="1" dirty="0" err="1"/>
            <a:t>Pertama</a:t>
          </a:r>
          <a:endParaRPr lang="en-US" sz="3200" dirty="0"/>
        </a:p>
      </dgm:t>
    </dgm:pt>
    <dgm:pt modelId="{B336D09F-6219-4A7F-B8BE-3B91B17B8F6E}" type="parTrans" cxnId="{F3866F42-E237-466D-997F-042C4E18A23F}">
      <dgm:prSet/>
      <dgm:spPr/>
      <dgm:t>
        <a:bodyPr/>
        <a:lstStyle/>
        <a:p>
          <a:endParaRPr lang="en-US"/>
        </a:p>
      </dgm:t>
    </dgm:pt>
    <dgm:pt modelId="{C2621756-3E8F-4040-809D-6A842037F3E1}" type="sibTrans" cxnId="{F3866F42-E237-466D-997F-042C4E18A23F}">
      <dgm:prSet/>
      <dgm:spPr/>
      <dgm:t>
        <a:bodyPr/>
        <a:lstStyle/>
        <a:p>
          <a:endParaRPr lang="en-US"/>
        </a:p>
      </dgm:t>
    </dgm:pt>
    <dgm:pt modelId="{E9468E9A-69EE-49C7-9B60-F61AD03872B4}">
      <dgm:prSet phldrT="[Text]" custT="1"/>
      <dgm:spPr/>
      <dgm:t>
        <a:bodyPr/>
        <a:lstStyle/>
        <a:p>
          <a:pPr algn="just"/>
          <a:r>
            <a:rPr lang="en-US" altLang="id-ID" sz="2400" dirty="0" err="1"/>
            <a:t>Menampilkan</a:t>
          </a:r>
          <a:r>
            <a:rPr lang="en-US" altLang="id-ID" sz="2400" dirty="0"/>
            <a:t> </a:t>
          </a:r>
          <a:r>
            <a:rPr lang="en-US" altLang="id-ID" sz="2400" dirty="0" err="1"/>
            <a:t>ajaran</a:t>
          </a:r>
          <a:r>
            <a:rPr lang="en-US" altLang="id-ID" sz="2400" dirty="0"/>
            <a:t> Islam yang </a:t>
          </a:r>
          <a:r>
            <a:rPr lang="en-US" altLang="id-ID" sz="2400" dirty="0" err="1"/>
            <a:t>memiliki</a:t>
          </a:r>
          <a:r>
            <a:rPr lang="en-US" altLang="id-ID" sz="2400" dirty="0"/>
            <a:t> </a:t>
          </a:r>
          <a:r>
            <a:rPr lang="en-US" altLang="id-ID" sz="2400" dirty="0" err="1"/>
            <a:t>moralitas</a:t>
          </a:r>
          <a:r>
            <a:rPr lang="en-US" altLang="id-ID" sz="2400" dirty="0"/>
            <a:t> universal. Yang </a:t>
          </a:r>
          <a:r>
            <a:rPr lang="en-US" altLang="id-ID" sz="2400" dirty="0" err="1"/>
            <a:t>diusung</a:t>
          </a:r>
          <a:r>
            <a:rPr lang="en-US" altLang="id-ID" sz="2400" dirty="0"/>
            <a:t> di </a:t>
          </a:r>
          <a:r>
            <a:rPr lang="en-US" altLang="id-ID" sz="2400" dirty="0" err="1"/>
            <a:t>dalam</a:t>
          </a:r>
          <a:r>
            <a:rPr lang="en-US" altLang="id-ID" sz="2400" dirty="0"/>
            <a:t> </a:t>
          </a:r>
          <a:r>
            <a:rPr lang="en-US" altLang="id-ID" sz="2400" dirty="0" err="1"/>
            <a:t>universalitas</a:t>
          </a:r>
          <a:r>
            <a:rPr lang="en-US" altLang="id-ID" sz="2400" dirty="0"/>
            <a:t> </a:t>
          </a:r>
          <a:r>
            <a:rPr lang="en-US" altLang="id-ID" sz="2400" dirty="0" err="1"/>
            <a:t>adalah</a:t>
          </a:r>
          <a:r>
            <a:rPr lang="en-US" altLang="id-ID" sz="2400" dirty="0"/>
            <a:t> </a:t>
          </a:r>
          <a:r>
            <a:rPr lang="en-US" altLang="id-ID" sz="2400" dirty="0" err="1"/>
            <a:t>moralitas</a:t>
          </a:r>
          <a:r>
            <a:rPr lang="en-US" altLang="id-ID" sz="2400" dirty="0"/>
            <a:t> </a:t>
          </a:r>
          <a:r>
            <a:rPr lang="en-US" altLang="id-ID" sz="2400" dirty="0" err="1"/>
            <a:t>agamanya</a:t>
          </a:r>
          <a:r>
            <a:rPr lang="en-US" altLang="id-ID" sz="2400" dirty="0"/>
            <a:t>. Agama </a:t>
          </a:r>
          <a:r>
            <a:rPr lang="en-US" altLang="id-ID" sz="2400" dirty="0" err="1"/>
            <a:t>apapun</a:t>
          </a:r>
          <a:r>
            <a:rPr lang="en-US" altLang="id-ID" sz="2400" dirty="0"/>
            <a:t> </a:t>
          </a:r>
          <a:r>
            <a:rPr lang="en-US" altLang="id-ID" sz="2400" dirty="0" err="1"/>
            <a:t>akan</a:t>
          </a:r>
          <a:r>
            <a:rPr lang="en-US" altLang="id-ID" sz="2400" dirty="0"/>
            <a:t> </a:t>
          </a:r>
          <a:r>
            <a:rPr lang="en-US" altLang="id-ID" sz="2400" dirty="0" err="1"/>
            <a:t>mengajarkan</a:t>
          </a:r>
          <a:r>
            <a:rPr lang="en-US" altLang="id-ID" sz="2400" dirty="0"/>
            <a:t> </a:t>
          </a:r>
          <a:r>
            <a:rPr lang="en-US" altLang="id-ID" sz="2400" dirty="0" err="1"/>
            <a:t>kemanusiaan</a:t>
          </a:r>
          <a:r>
            <a:rPr lang="en-US" altLang="id-ID" sz="2400" dirty="0"/>
            <a:t>, </a:t>
          </a:r>
          <a:r>
            <a:rPr lang="en-US" altLang="id-ID" sz="2400" dirty="0" err="1"/>
            <a:t>cinta</a:t>
          </a:r>
          <a:r>
            <a:rPr lang="en-US" altLang="id-ID" sz="2400" dirty="0"/>
            <a:t> dan </a:t>
          </a:r>
          <a:r>
            <a:rPr lang="en-US" altLang="id-ID" sz="2400" dirty="0" err="1"/>
            <a:t>kasih</a:t>
          </a:r>
          <a:r>
            <a:rPr lang="en-US" altLang="id-ID" sz="2400" dirty="0"/>
            <a:t> </a:t>
          </a:r>
          <a:r>
            <a:rPr lang="en-US" altLang="id-ID" sz="2400" dirty="0" err="1"/>
            <a:t>sayang</a:t>
          </a:r>
          <a:r>
            <a:rPr lang="en-US" altLang="id-ID" sz="2400" dirty="0"/>
            <a:t>, </a:t>
          </a:r>
          <a:r>
            <a:rPr lang="en-US" altLang="id-ID" sz="2400" dirty="0" err="1"/>
            <a:t>keadilan</a:t>
          </a:r>
          <a:r>
            <a:rPr lang="en-US" altLang="id-ID" sz="2400" dirty="0"/>
            <a:t>, </a:t>
          </a:r>
          <a:r>
            <a:rPr lang="en-US" altLang="id-ID" sz="2400" dirty="0" err="1"/>
            <a:t>kesetaraan</a:t>
          </a:r>
          <a:r>
            <a:rPr lang="en-US" altLang="id-ID" sz="2400" dirty="0"/>
            <a:t>, </a:t>
          </a:r>
          <a:r>
            <a:rPr lang="en-US" altLang="id-ID" sz="2400" dirty="0" err="1"/>
            <a:t>keselamatan</a:t>
          </a:r>
          <a:r>
            <a:rPr lang="en-US" altLang="id-ID" sz="2400" dirty="0"/>
            <a:t> dan </a:t>
          </a:r>
          <a:r>
            <a:rPr lang="en-US" altLang="id-ID" sz="2400" dirty="0" err="1"/>
            <a:t>perdamaian</a:t>
          </a:r>
          <a:r>
            <a:rPr lang="en-US" altLang="id-ID" sz="2400" dirty="0"/>
            <a:t>. </a:t>
          </a:r>
          <a:r>
            <a:rPr lang="en-US" altLang="id-ID" sz="2400" dirty="0" err="1"/>
            <a:t>Persoalan</a:t>
          </a:r>
          <a:r>
            <a:rPr lang="en-US" altLang="id-ID" sz="2400" dirty="0"/>
            <a:t> </a:t>
          </a:r>
          <a:r>
            <a:rPr lang="en-US" altLang="id-ID" sz="2400" dirty="0" err="1"/>
            <a:t>kemanusiaan</a:t>
          </a:r>
          <a:r>
            <a:rPr lang="en-US" altLang="id-ID" sz="2400" dirty="0"/>
            <a:t> </a:t>
          </a:r>
          <a:r>
            <a:rPr lang="en-US" altLang="id-ID" sz="2400" dirty="0" err="1"/>
            <a:t>adalah</a:t>
          </a:r>
          <a:r>
            <a:rPr lang="en-US" altLang="id-ID" sz="2400" dirty="0"/>
            <a:t> </a:t>
          </a:r>
          <a:r>
            <a:rPr lang="en-US" altLang="id-ID" sz="2400" dirty="0" err="1"/>
            <a:t>persoalan</a:t>
          </a:r>
          <a:r>
            <a:rPr lang="en-US" altLang="id-ID" sz="2400" dirty="0"/>
            <a:t> universal, </a:t>
          </a:r>
          <a:r>
            <a:rPr lang="en-US" altLang="id-ID" sz="2400" dirty="0" err="1"/>
            <a:t>sehingga</a:t>
          </a:r>
          <a:r>
            <a:rPr lang="en-US" altLang="id-ID" sz="2400" dirty="0"/>
            <a:t> </a:t>
          </a:r>
          <a:r>
            <a:rPr lang="en-US" altLang="id-ID" sz="2400" dirty="0" err="1"/>
            <a:t>harus</a:t>
          </a:r>
          <a:r>
            <a:rPr lang="en-US" altLang="id-ID" sz="2400" dirty="0"/>
            <a:t> </a:t>
          </a:r>
          <a:r>
            <a:rPr lang="en-US" altLang="id-ID" sz="2400" dirty="0" err="1"/>
            <a:t>diusung</a:t>
          </a:r>
          <a:r>
            <a:rPr lang="en-US" altLang="id-ID" sz="2400" dirty="0"/>
            <a:t> oleh </a:t>
          </a:r>
          <a:r>
            <a:rPr lang="en-US" altLang="id-ID" sz="2400" dirty="0" err="1"/>
            <a:t>semua</a:t>
          </a:r>
          <a:r>
            <a:rPr lang="en-US" altLang="id-ID" sz="2400" dirty="0"/>
            <a:t> </a:t>
          </a:r>
          <a:r>
            <a:rPr lang="en-US" altLang="id-ID" sz="2400" dirty="0" err="1"/>
            <a:t>pemeluk</a:t>
          </a:r>
          <a:r>
            <a:rPr lang="en-US" altLang="id-ID" sz="2400" dirty="0"/>
            <a:t> agama </a:t>
          </a:r>
          <a:endParaRPr lang="en-US" sz="2400" dirty="0"/>
        </a:p>
      </dgm:t>
    </dgm:pt>
    <dgm:pt modelId="{DDCAC14A-509B-4011-B7F6-222F6AC73814}" type="parTrans" cxnId="{0F71C0C0-3CCA-4A37-A36D-1C4FB7C9BD4A}">
      <dgm:prSet/>
      <dgm:spPr/>
      <dgm:t>
        <a:bodyPr/>
        <a:lstStyle/>
        <a:p>
          <a:endParaRPr lang="en-US"/>
        </a:p>
      </dgm:t>
    </dgm:pt>
    <dgm:pt modelId="{70D79C3E-63A4-4D8C-A7F9-3B1FF4290117}" type="sibTrans" cxnId="{0F71C0C0-3CCA-4A37-A36D-1C4FB7C9BD4A}">
      <dgm:prSet/>
      <dgm:spPr/>
      <dgm:t>
        <a:bodyPr/>
        <a:lstStyle/>
        <a:p>
          <a:endParaRPr lang="en-US"/>
        </a:p>
      </dgm:t>
    </dgm:pt>
    <dgm:pt modelId="{B675CD89-0141-45B8-A449-F7E03FAE4E9A}" type="pres">
      <dgm:prSet presAssocID="{696B59C8-90D9-471D-9CDB-688E0B729677}" presName="vert0" presStyleCnt="0">
        <dgm:presLayoutVars>
          <dgm:dir/>
          <dgm:animOne val="branch"/>
          <dgm:animLvl val="lvl"/>
        </dgm:presLayoutVars>
      </dgm:prSet>
      <dgm:spPr/>
    </dgm:pt>
    <dgm:pt modelId="{9736EB39-F2D5-4D83-B19C-79B71E21BC2D}" type="pres">
      <dgm:prSet presAssocID="{D0DB7466-180A-48B7-ADC8-AB11AC3CC746}" presName="thickLine" presStyleLbl="alignNode1" presStyleIdx="0" presStyleCnt="1"/>
      <dgm:spPr/>
    </dgm:pt>
    <dgm:pt modelId="{A5887779-1E89-4D49-81FF-82644807D43F}" type="pres">
      <dgm:prSet presAssocID="{D0DB7466-180A-48B7-ADC8-AB11AC3CC746}" presName="horz1" presStyleCnt="0"/>
      <dgm:spPr/>
    </dgm:pt>
    <dgm:pt modelId="{289DF4D3-387A-4AB2-9CB9-B07569E164A1}" type="pres">
      <dgm:prSet presAssocID="{D0DB7466-180A-48B7-ADC8-AB11AC3CC746}" presName="tx1" presStyleLbl="revTx" presStyleIdx="0" presStyleCnt="2"/>
      <dgm:spPr/>
    </dgm:pt>
    <dgm:pt modelId="{9F8F4D7A-1168-425C-BFCF-102DA860D234}" type="pres">
      <dgm:prSet presAssocID="{D0DB7466-180A-48B7-ADC8-AB11AC3CC746}" presName="vert1" presStyleCnt="0"/>
      <dgm:spPr/>
    </dgm:pt>
    <dgm:pt modelId="{31EB84FA-2F82-4B8A-938C-B76A8CB132AC}" type="pres">
      <dgm:prSet presAssocID="{E9468E9A-69EE-49C7-9B60-F61AD03872B4}" presName="vertSpace2a" presStyleCnt="0"/>
      <dgm:spPr/>
    </dgm:pt>
    <dgm:pt modelId="{F11AAF5B-7796-4BA2-8718-BA7BC94DE379}" type="pres">
      <dgm:prSet presAssocID="{E9468E9A-69EE-49C7-9B60-F61AD03872B4}" presName="horz2" presStyleCnt="0"/>
      <dgm:spPr/>
    </dgm:pt>
    <dgm:pt modelId="{21793247-B47C-4808-A165-B12A8B100E11}" type="pres">
      <dgm:prSet presAssocID="{E9468E9A-69EE-49C7-9B60-F61AD03872B4}" presName="horzSpace2" presStyleCnt="0"/>
      <dgm:spPr/>
    </dgm:pt>
    <dgm:pt modelId="{6C6FDC12-1346-4B07-8297-096BDABE88D4}" type="pres">
      <dgm:prSet presAssocID="{E9468E9A-69EE-49C7-9B60-F61AD03872B4}" presName="tx2" presStyleLbl="revTx" presStyleIdx="1" presStyleCnt="2"/>
      <dgm:spPr/>
    </dgm:pt>
    <dgm:pt modelId="{1B47E03F-84BE-48D5-824F-B6B9AEDE6F51}" type="pres">
      <dgm:prSet presAssocID="{E9468E9A-69EE-49C7-9B60-F61AD03872B4}" presName="vert2" presStyleCnt="0"/>
      <dgm:spPr/>
    </dgm:pt>
    <dgm:pt modelId="{B03D3042-2D0C-4CD1-A1FC-0E51F2050635}" type="pres">
      <dgm:prSet presAssocID="{E9468E9A-69EE-49C7-9B60-F61AD03872B4}" presName="thinLine2b" presStyleLbl="callout" presStyleIdx="0" presStyleCnt="1"/>
      <dgm:spPr/>
    </dgm:pt>
    <dgm:pt modelId="{6A1173F9-28B2-4EF8-A66C-3AB2C8A69450}" type="pres">
      <dgm:prSet presAssocID="{E9468E9A-69EE-49C7-9B60-F61AD03872B4}" presName="vertSpace2b" presStyleCnt="0"/>
      <dgm:spPr/>
    </dgm:pt>
  </dgm:ptLst>
  <dgm:cxnLst>
    <dgm:cxn modelId="{F3866F42-E237-466D-997F-042C4E18A23F}" srcId="{696B59C8-90D9-471D-9CDB-688E0B729677}" destId="{D0DB7466-180A-48B7-ADC8-AB11AC3CC746}" srcOrd="0" destOrd="0" parTransId="{B336D09F-6219-4A7F-B8BE-3B91B17B8F6E}" sibTransId="{C2621756-3E8F-4040-809D-6A842037F3E1}"/>
    <dgm:cxn modelId="{52DF8071-FE5F-45EB-BE1D-42A4C55CB3A5}" type="presOf" srcId="{E9468E9A-69EE-49C7-9B60-F61AD03872B4}" destId="{6C6FDC12-1346-4B07-8297-096BDABE88D4}" srcOrd="0" destOrd="0" presId="urn:microsoft.com/office/officeart/2008/layout/LinedList"/>
    <dgm:cxn modelId="{281D6D8D-C55F-40DF-A192-5E87C35635C5}" type="presOf" srcId="{696B59C8-90D9-471D-9CDB-688E0B729677}" destId="{B675CD89-0141-45B8-A449-F7E03FAE4E9A}" srcOrd="0" destOrd="0" presId="urn:microsoft.com/office/officeart/2008/layout/LinedList"/>
    <dgm:cxn modelId="{E24B14B1-A60B-4933-9161-B1D58B81F969}" type="presOf" srcId="{D0DB7466-180A-48B7-ADC8-AB11AC3CC746}" destId="{289DF4D3-387A-4AB2-9CB9-B07569E164A1}" srcOrd="0" destOrd="0" presId="urn:microsoft.com/office/officeart/2008/layout/LinedList"/>
    <dgm:cxn modelId="{0F71C0C0-3CCA-4A37-A36D-1C4FB7C9BD4A}" srcId="{D0DB7466-180A-48B7-ADC8-AB11AC3CC746}" destId="{E9468E9A-69EE-49C7-9B60-F61AD03872B4}" srcOrd="0" destOrd="0" parTransId="{DDCAC14A-509B-4011-B7F6-222F6AC73814}" sibTransId="{70D79C3E-63A4-4D8C-A7F9-3B1FF4290117}"/>
    <dgm:cxn modelId="{87B2A943-D9C3-4473-B888-EF33160FD6D1}" type="presParOf" srcId="{B675CD89-0141-45B8-A449-F7E03FAE4E9A}" destId="{9736EB39-F2D5-4D83-B19C-79B71E21BC2D}" srcOrd="0" destOrd="0" presId="urn:microsoft.com/office/officeart/2008/layout/LinedList"/>
    <dgm:cxn modelId="{7CF247BB-B566-4AA2-BEB5-13CC45050301}" type="presParOf" srcId="{B675CD89-0141-45B8-A449-F7E03FAE4E9A}" destId="{A5887779-1E89-4D49-81FF-82644807D43F}" srcOrd="1" destOrd="0" presId="urn:microsoft.com/office/officeart/2008/layout/LinedList"/>
    <dgm:cxn modelId="{A9A8F742-0357-453C-9A4E-FC2A8AE77326}" type="presParOf" srcId="{A5887779-1E89-4D49-81FF-82644807D43F}" destId="{289DF4D3-387A-4AB2-9CB9-B07569E164A1}" srcOrd="0" destOrd="0" presId="urn:microsoft.com/office/officeart/2008/layout/LinedList"/>
    <dgm:cxn modelId="{3ABC7AF1-4868-4F23-BDEF-FF77ABEFC32B}" type="presParOf" srcId="{A5887779-1E89-4D49-81FF-82644807D43F}" destId="{9F8F4D7A-1168-425C-BFCF-102DA860D234}" srcOrd="1" destOrd="0" presId="urn:microsoft.com/office/officeart/2008/layout/LinedList"/>
    <dgm:cxn modelId="{14D697C0-8815-499E-962A-FBB31A21983F}" type="presParOf" srcId="{9F8F4D7A-1168-425C-BFCF-102DA860D234}" destId="{31EB84FA-2F82-4B8A-938C-B76A8CB132AC}" srcOrd="0" destOrd="0" presId="urn:microsoft.com/office/officeart/2008/layout/LinedList"/>
    <dgm:cxn modelId="{7EA227D7-7E95-473B-8859-9B5E10C67E37}" type="presParOf" srcId="{9F8F4D7A-1168-425C-BFCF-102DA860D234}" destId="{F11AAF5B-7796-4BA2-8718-BA7BC94DE379}" srcOrd="1" destOrd="0" presId="urn:microsoft.com/office/officeart/2008/layout/LinedList"/>
    <dgm:cxn modelId="{17F46B02-05A3-40F6-AAE2-2AFC6DD8ED28}" type="presParOf" srcId="{F11AAF5B-7796-4BA2-8718-BA7BC94DE379}" destId="{21793247-B47C-4808-A165-B12A8B100E11}" srcOrd="0" destOrd="0" presId="urn:microsoft.com/office/officeart/2008/layout/LinedList"/>
    <dgm:cxn modelId="{58C10226-304F-4B5C-81F9-1F55F686C4B5}" type="presParOf" srcId="{F11AAF5B-7796-4BA2-8718-BA7BC94DE379}" destId="{6C6FDC12-1346-4B07-8297-096BDABE88D4}" srcOrd="1" destOrd="0" presId="urn:microsoft.com/office/officeart/2008/layout/LinedList"/>
    <dgm:cxn modelId="{5661426B-34AF-436C-B4BD-0FEA2D3F9480}" type="presParOf" srcId="{F11AAF5B-7796-4BA2-8718-BA7BC94DE379}" destId="{1B47E03F-84BE-48D5-824F-B6B9AEDE6F51}" srcOrd="2" destOrd="0" presId="urn:microsoft.com/office/officeart/2008/layout/LinedList"/>
    <dgm:cxn modelId="{E350722B-7FBB-40D8-A7C7-64DBA51547C8}" type="presParOf" srcId="{9F8F4D7A-1168-425C-BFCF-102DA860D234}" destId="{B03D3042-2D0C-4CD1-A1FC-0E51F2050635}" srcOrd="2" destOrd="0" presId="urn:microsoft.com/office/officeart/2008/layout/LinedList"/>
    <dgm:cxn modelId="{A6E97325-79E2-47FE-95C9-1D084121BE7F}" type="presParOf" srcId="{9F8F4D7A-1168-425C-BFCF-102DA860D234}" destId="{6A1173F9-28B2-4EF8-A66C-3AB2C8A69450}" srcOrd="3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963B550E-C650-4011-BCDE-6CBC49A37271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CB6E0EE-545C-41C7-AA57-4BA91A0E6385}">
      <dgm:prSet phldrT="[Text]" custT="1"/>
      <dgm:spPr/>
      <dgm:t>
        <a:bodyPr/>
        <a:lstStyle/>
        <a:p>
          <a:r>
            <a:rPr lang="en-US" altLang="id-ID" sz="3200" i="1" dirty="0" err="1"/>
            <a:t>Kedua</a:t>
          </a:r>
          <a:r>
            <a:rPr lang="en-US" altLang="id-ID" sz="3200" dirty="0"/>
            <a:t> </a:t>
          </a:r>
          <a:endParaRPr lang="en-US" sz="3200" dirty="0"/>
        </a:p>
      </dgm:t>
    </dgm:pt>
    <dgm:pt modelId="{C5533228-C64F-408E-8078-9ED5345AFE4A}" type="parTrans" cxnId="{C770CD53-BBEE-4BB3-ADC3-86077C685C5B}">
      <dgm:prSet/>
      <dgm:spPr/>
      <dgm:t>
        <a:bodyPr/>
        <a:lstStyle/>
        <a:p>
          <a:endParaRPr lang="en-US"/>
        </a:p>
      </dgm:t>
    </dgm:pt>
    <dgm:pt modelId="{1B8B3A4B-C715-4C7D-8B40-BBAF20C78117}" type="sibTrans" cxnId="{C770CD53-BBEE-4BB3-ADC3-86077C685C5B}">
      <dgm:prSet/>
      <dgm:spPr/>
      <dgm:t>
        <a:bodyPr/>
        <a:lstStyle/>
        <a:p>
          <a:endParaRPr lang="en-US"/>
        </a:p>
      </dgm:t>
    </dgm:pt>
    <dgm:pt modelId="{6C86A589-59A4-4C65-8D6D-CE8095F814C2}">
      <dgm:prSet phldrT="[Text]" custT="1"/>
      <dgm:spPr/>
      <dgm:t>
        <a:bodyPr/>
        <a:lstStyle/>
        <a:p>
          <a:pPr algn="just"/>
          <a:r>
            <a:rPr lang="en-US" altLang="id-ID" sz="2400" dirty="0" err="1"/>
            <a:t>Menggalang</a:t>
          </a:r>
          <a:r>
            <a:rPr lang="en-US" altLang="id-ID" sz="2400" dirty="0"/>
            <a:t> </a:t>
          </a:r>
          <a:r>
            <a:rPr lang="en-US" altLang="id-ID" sz="2400" dirty="0" err="1"/>
            <a:t>pemahaman</a:t>
          </a:r>
          <a:r>
            <a:rPr lang="en-US" altLang="id-ID" sz="2400" dirty="0"/>
            <a:t> agama yang </a:t>
          </a:r>
          <a:r>
            <a:rPr lang="en-US" altLang="id-ID" sz="2400" dirty="0" err="1"/>
            <a:t>tidak</a:t>
          </a:r>
          <a:r>
            <a:rPr lang="en-US" altLang="id-ID" sz="2400" dirty="0"/>
            <a:t> </a:t>
          </a:r>
          <a:r>
            <a:rPr lang="en-US" altLang="id-ID" sz="2400" dirty="0" err="1"/>
            <a:t>sempit</a:t>
          </a:r>
          <a:r>
            <a:rPr lang="en-US" altLang="id-ID" sz="2400" dirty="0"/>
            <a:t> </a:t>
          </a:r>
          <a:r>
            <a:rPr lang="en-US" altLang="id-ID" sz="2400" dirty="0" err="1"/>
            <a:t>dengan</a:t>
          </a:r>
          <a:r>
            <a:rPr lang="en-US" altLang="id-ID" sz="2400" dirty="0"/>
            <a:t> </a:t>
          </a:r>
          <a:r>
            <a:rPr lang="en-US" altLang="id-ID" sz="2400" dirty="0" err="1"/>
            <a:t>klaim</a:t>
          </a:r>
          <a:r>
            <a:rPr lang="en-US" altLang="id-ID" sz="2400" dirty="0"/>
            <a:t> </a:t>
          </a:r>
          <a:r>
            <a:rPr lang="en-US" altLang="id-ID" sz="2400" dirty="0" err="1"/>
            <a:t>kebenaran</a:t>
          </a:r>
          <a:r>
            <a:rPr lang="en-US" altLang="id-ID" sz="2400" dirty="0"/>
            <a:t> yang </a:t>
          </a:r>
          <a:r>
            <a:rPr lang="en-US" altLang="id-ID" sz="2400" dirty="0" err="1"/>
            <a:t>eksklusif</a:t>
          </a:r>
          <a:r>
            <a:rPr lang="en-US" altLang="id-ID" sz="2400" dirty="0"/>
            <a:t>. </a:t>
          </a:r>
          <a:r>
            <a:rPr lang="en-US" altLang="id-ID" sz="2400" dirty="0" err="1"/>
            <a:t>Kesadaran</a:t>
          </a:r>
          <a:r>
            <a:rPr lang="en-US" altLang="id-ID" sz="2400" dirty="0"/>
            <a:t> </a:t>
          </a:r>
          <a:r>
            <a:rPr lang="en-US" altLang="id-ID" sz="2400" dirty="0" err="1"/>
            <a:t>itu</a:t>
          </a:r>
          <a:r>
            <a:rPr lang="en-US" altLang="id-ID" sz="2400" dirty="0"/>
            <a:t> </a:t>
          </a:r>
          <a:r>
            <a:rPr lang="en-US" altLang="id-ID" sz="2400" dirty="0" err="1"/>
            <a:t>bersumber</a:t>
          </a:r>
          <a:r>
            <a:rPr lang="en-US" altLang="id-ID" sz="2400" dirty="0"/>
            <a:t> </a:t>
          </a:r>
          <a:r>
            <a:rPr lang="en-US" altLang="id-ID" sz="2400" dirty="0" err="1"/>
            <a:t>dari</a:t>
          </a:r>
          <a:r>
            <a:rPr lang="en-US" altLang="id-ID" sz="2400" dirty="0"/>
            <a:t> </a:t>
          </a:r>
          <a:r>
            <a:rPr lang="en-US" altLang="id-ID" sz="2400" dirty="0" err="1"/>
            <a:t>pemahaman</a:t>
          </a:r>
          <a:r>
            <a:rPr lang="en-US" altLang="id-ID" sz="2400" dirty="0"/>
            <a:t> </a:t>
          </a:r>
          <a:r>
            <a:rPr lang="en-US" altLang="id-ID" sz="2400" dirty="0" err="1"/>
            <a:t>bahwa</a:t>
          </a:r>
          <a:r>
            <a:rPr lang="en-US" altLang="id-ID" sz="2400" dirty="0"/>
            <a:t> </a:t>
          </a:r>
          <a:r>
            <a:rPr lang="en-US" altLang="id-ID" sz="2400" dirty="0" err="1"/>
            <a:t>ada</a:t>
          </a:r>
          <a:r>
            <a:rPr lang="en-US" altLang="id-ID" sz="2400" dirty="0"/>
            <a:t> </a:t>
          </a:r>
          <a:r>
            <a:rPr lang="en-US" altLang="id-ID" sz="2400" dirty="0" err="1"/>
            <a:t>perbedaan</a:t>
          </a:r>
          <a:r>
            <a:rPr lang="en-US" altLang="id-ID" sz="2400" dirty="0"/>
            <a:t> </a:t>
          </a:r>
          <a:r>
            <a:rPr lang="en-US" altLang="id-ID" sz="2400" dirty="0" err="1"/>
            <a:t>teologis</a:t>
          </a:r>
          <a:r>
            <a:rPr lang="en-US" altLang="id-ID" sz="2400" dirty="0"/>
            <a:t> dan ritual yang </a:t>
          </a:r>
          <a:r>
            <a:rPr lang="en-US" altLang="id-ID" sz="2400" dirty="0" err="1"/>
            <a:t>tidak</a:t>
          </a:r>
          <a:r>
            <a:rPr lang="en-US" altLang="id-ID" sz="2400" dirty="0"/>
            <a:t> </a:t>
          </a:r>
          <a:r>
            <a:rPr lang="en-US" altLang="id-ID" sz="2400" dirty="0" err="1"/>
            <a:t>terbantahkan</a:t>
          </a:r>
          <a:r>
            <a:rPr lang="en-US" altLang="id-ID" sz="2400" dirty="0"/>
            <a:t>, </a:t>
          </a:r>
          <a:r>
            <a:rPr lang="en-US" altLang="id-ID" sz="2400" dirty="0" err="1"/>
            <a:t>tetapi</a:t>
          </a:r>
          <a:r>
            <a:rPr lang="en-US" altLang="id-ID" sz="2400" dirty="0"/>
            <a:t> juga </a:t>
          </a:r>
          <a:r>
            <a:rPr lang="en-US" altLang="id-ID" sz="2400" dirty="0" err="1"/>
            <a:t>ada</a:t>
          </a:r>
          <a:r>
            <a:rPr lang="en-US" altLang="id-ID" sz="2400" dirty="0"/>
            <a:t> </a:t>
          </a:r>
          <a:r>
            <a:rPr lang="en-US" altLang="id-ID" sz="2400" dirty="0" err="1"/>
            <a:t>dimensi</a:t>
          </a:r>
          <a:r>
            <a:rPr lang="en-US" altLang="id-ID" sz="2400" dirty="0"/>
            <a:t> </a:t>
          </a:r>
          <a:r>
            <a:rPr lang="en-US" altLang="id-ID" sz="2400" dirty="0" err="1"/>
            <a:t>humanitas</a:t>
          </a:r>
          <a:r>
            <a:rPr lang="en-US" altLang="id-ID" sz="2400" dirty="0"/>
            <a:t> yang </a:t>
          </a:r>
          <a:r>
            <a:rPr lang="en-US" altLang="id-ID" sz="2400" dirty="0" err="1"/>
            <a:t>dapat</a:t>
          </a:r>
          <a:r>
            <a:rPr lang="en-US" altLang="id-ID" sz="2400" dirty="0"/>
            <a:t> </a:t>
          </a:r>
          <a:r>
            <a:rPr lang="en-US" altLang="id-ID" sz="2400" dirty="0" err="1"/>
            <a:t>dipertemukan</a:t>
          </a:r>
          <a:r>
            <a:rPr lang="en-US" altLang="id-ID" sz="2400" dirty="0"/>
            <a:t>. Faham agama yang </a:t>
          </a:r>
          <a:r>
            <a:rPr lang="en-US" altLang="id-ID" sz="2400" dirty="0" err="1"/>
            <a:t>eksklusif</a:t>
          </a:r>
          <a:r>
            <a:rPr lang="en-US" altLang="id-ID" sz="2400" dirty="0"/>
            <a:t> </a:t>
          </a:r>
          <a:r>
            <a:rPr lang="en-US" altLang="id-ID" sz="2400" dirty="0" err="1"/>
            <a:t>akan</a:t>
          </a:r>
          <a:r>
            <a:rPr lang="en-US" altLang="id-ID" sz="2400" dirty="0"/>
            <a:t> </a:t>
          </a:r>
          <a:r>
            <a:rPr lang="en-US" altLang="id-ID" sz="2400" dirty="0" err="1"/>
            <a:t>berimplikasi</a:t>
          </a:r>
          <a:r>
            <a:rPr lang="en-US" altLang="id-ID" sz="2400" dirty="0"/>
            <a:t> </a:t>
          </a:r>
          <a:r>
            <a:rPr lang="en-US" altLang="id-ID" sz="2400" dirty="0" err="1"/>
            <a:t>terhadap</a:t>
          </a:r>
          <a:r>
            <a:rPr lang="en-US" altLang="id-ID" sz="2400" dirty="0"/>
            <a:t> </a:t>
          </a:r>
          <a:r>
            <a:rPr lang="en-US" altLang="id-ID" sz="2400" dirty="0" err="1"/>
            <a:t>penyangkalan</a:t>
          </a:r>
          <a:r>
            <a:rPr lang="en-US" altLang="id-ID" sz="2400" dirty="0"/>
            <a:t> </a:t>
          </a:r>
          <a:r>
            <a:rPr lang="en-US" altLang="id-ID" sz="2400" dirty="0" err="1"/>
            <a:t>diversitas</a:t>
          </a:r>
          <a:r>
            <a:rPr lang="en-US" altLang="id-ID" sz="2400" dirty="0"/>
            <a:t> </a:t>
          </a:r>
          <a:r>
            <a:rPr lang="en-US" altLang="id-ID" sz="2400" dirty="0" err="1"/>
            <a:t>kepemelukan</a:t>
          </a:r>
          <a:r>
            <a:rPr lang="en-US" altLang="id-ID" sz="2400" dirty="0"/>
            <a:t> agama yang </a:t>
          </a:r>
          <a:r>
            <a:rPr lang="en-US" altLang="id-ID" sz="2400" dirty="0" err="1"/>
            <a:t>memang</a:t>
          </a:r>
          <a:r>
            <a:rPr lang="en-US" altLang="id-ID" sz="2400" dirty="0"/>
            <a:t> </a:t>
          </a:r>
          <a:r>
            <a:rPr lang="en-US" altLang="id-ID" sz="2400" dirty="0" err="1"/>
            <a:t>menjadi</a:t>
          </a:r>
          <a:r>
            <a:rPr lang="en-US" altLang="id-ID" sz="2400" dirty="0"/>
            <a:t> </a:t>
          </a:r>
          <a:r>
            <a:rPr lang="en-US" altLang="id-ID" sz="2400" dirty="0" err="1"/>
            <a:t>keniscayaan</a:t>
          </a:r>
          <a:r>
            <a:rPr lang="en-US" altLang="id-ID" sz="2400" dirty="0"/>
            <a:t> di dunia </a:t>
          </a:r>
          <a:r>
            <a:rPr lang="en-US" altLang="id-ID" sz="2400" dirty="0" err="1"/>
            <a:t>ini</a:t>
          </a:r>
          <a:r>
            <a:rPr lang="en-US" altLang="id-ID" sz="2400" dirty="0"/>
            <a:t> </a:t>
          </a:r>
          <a:endParaRPr lang="en-US" sz="2400" dirty="0"/>
        </a:p>
      </dgm:t>
    </dgm:pt>
    <dgm:pt modelId="{B2DF3C45-1A35-4EB4-932C-8B39E1AFA272}" type="parTrans" cxnId="{2BB4495E-C1FD-4E5A-A78F-709A86B37FF7}">
      <dgm:prSet/>
      <dgm:spPr/>
      <dgm:t>
        <a:bodyPr/>
        <a:lstStyle/>
        <a:p>
          <a:endParaRPr lang="en-US"/>
        </a:p>
      </dgm:t>
    </dgm:pt>
    <dgm:pt modelId="{E4862F04-7EEB-47E9-A2B2-FBF516081BAB}" type="sibTrans" cxnId="{2BB4495E-C1FD-4E5A-A78F-709A86B37FF7}">
      <dgm:prSet/>
      <dgm:spPr/>
      <dgm:t>
        <a:bodyPr/>
        <a:lstStyle/>
        <a:p>
          <a:endParaRPr lang="en-US"/>
        </a:p>
      </dgm:t>
    </dgm:pt>
    <dgm:pt modelId="{E48F26F4-010A-4070-9A49-9120C7ACFD3B}" type="pres">
      <dgm:prSet presAssocID="{963B550E-C650-4011-BCDE-6CBC49A37271}" presName="vert0" presStyleCnt="0">
        <dgm:presLayoutVars>
          <dgm:dir/>
          <dgm:animOne val="branch"/>
          <dgm:animLvl val="lvl"/>
        </dgm:presLayoutVars>
      </dgm:prSet>
      <dgm:spPr/>
    </dgm:pt>
    <dgm:pt modelId="{51249214-35C2-4A30-A8F8-84E93ECD6821}" type="pres">
      <dgm:prSet presAssocID="{ACB6E0EE-545C-41C7-AA57-4BA91A0E6385}" presName="thickLine" presStyleLbl="alignNode1" presStyleIdx="0" presStyleCnt="1"/>
      <dgm:spPr/>
    </dgm:pt>
    <dgm:pt modelId="{5A1FE279-E0A5-4414-A76D-E152DCAB464C}" type="pres">
      <dgm:prSet presAssocID="{ACB6E0EE-545C-41C7-AA57-4BA91A0E6385}" presName="horz1" presStyleCnt="0"/>
      <dgm:spPr/>
    </dgm:pt>
    <dgm:pt modelId="{FFCDB818-8412-4B5A-9065-480A0945AB6F}" type="pres">
      <dgm:prSet presAssocID="{ACB6E0EE-545C-41C7-AA57-4BA91A0E6385}" presName="tx1" presStyleLbl="revTx" presStyleIdx="0" presStyleCnt="2"/>
      <dgm:spPr/>
    </dgm:pt>
    <dgm:pt modelId="{F9350ACE-BC18-48FC-A7E3-7B02AFCBA44D}" type="pres">
      <dgm:prSet presAssocID="{ACB6E0EE-545C-41C7-AA57-4BA91A0E6385}" presName="vert1" presStyleCnt="0"/>
      <dgm:spPr/>
    </dgm:pt>
    <dgm:pt modelId="{170F8C57-5F0B-40BF-9808-9E735FE33F4D}" type="pres">
      <dgm:prSet presAssocID="{6C86A589-59A4-4C65-8D6D-CE8095F814C2}" presName="vertSpace2a" presStyleCnt="0"/>
      <dgm:spPr/>
    </dgm:pt>
    <dgm:pt modelId="{A6CCA96B-4A69-43EF-B20F-CC9317D4759D}" type="pres">
      <dgm:prSet presAssocID="{6C86A589-59A4-4C65-8D6D-CE8095F814C2}" presName="horz2" presStyleCnt="0"/>
      <dgm:spPr/>
    </dgm:pt>
    <dgm:pt modelId="{D3E08AEC-EBB3-4C2C-89C4-FB8E18FE4AC9}" type="pres">
      <dgm:prSet presAssocID="{6C86A589-59A4-4C65-8D6D-CE8095F814C2}" presName="horzSpace2" presStyleCnt="0"/>
      <dgm:spPr/>
    </dgm:pt>
    <dgm:pt modelId="{49DCF6B6-C9C1-4D74-AE80-33BE358A64D4}" type="pres">
      <dgm:prSet presAssocID="{6C86A589-59A4-4C65-8D6D-CE8095F814C2}" presName="tx2" presStyleLbl="revTx" presStyleIdx="1" presStyleCnt="2"/>
      <dgm:spPr/>
    </dgm:pt>
    <dgm:pt modelId="{6101BF63-6434-4A5E-9B7A-119D764BF53B}" type="pres">
      <dgm:prSet presAssocID="{6C86A589-59A4-4C65-8D6D-CE8095F814C2}" presName="vert2" presStyleCnt="0"/>
      <dgm:spPr/>
    </dgm:pt>
    <dgm:pt modelId="{02D7BB76-E41B-44C9-9FA4-20B426ABA9E6}" type="pres">
      <dgm:prSet presAssocID="{6C86A589-59A4-4C65-8D6D-CE8095F814C2}" presName="thinLine2b" presStyleLbl="callout" presStyleIdx="0" presStyleCnt="1"/>
      <dgm:spPr/>
    </dgm:pt>
    <dgm:pt modelId="{F27C2F11-2847-40E4-9613-84FE756FFC04}" type="pres">
      <dgm:prSet presAssocID="{6C86A589-59A4-4C65-8D6D-CE8095F814C2}" presName="vertSpace2b" presStyleCnt="0"/>
      <dgm:spPr/>
    </dgm:pt>
  </dgm:ptLst>
  <dgm:cxnLst>
    <dgm:cxn modelId="{FEA87B32-8BBF-4235-B823-E08098998AF2}" type="presOf" srcId="{ACB6E0EE-545C-41C7-AA57-4BA91A0E6385}" destId="{FFCDB818-8412-4B5A-9065-480A0945AB6F}" srcOrd="0" destOrd="0" presId="urn:microsoft.com/office/officeart/2008/layout/LinedList"/>
    <dgm:cxn modelId="{2BB4495E-C1FD-4E5A-A78F-709A86B37FF7}" srcId="{ACB6E0EE-545C-41C7-AA57-4BA91A0E6385}" destId="{6C86A589-59A4-4C65-8D6D-CE8095F814C2}" srcOrd="0" destOrd="0" parTransId="{B2DF3C45-1A35-4EB4-932C-8B39E1AFA272}" sibTransId="{E4862F04-7EEB-47E9-A2B2-FBF516081BAB}"/>
    <dgm:cxn modelId="{C770CD53-BBEE-4BB3-ADC3-86077C685C5B}" srcId="{963B550E-C650-4011-BCDE-6CBC49A37271}" destId="{ACB6E0EE-545C-41C7-AA57-4BA91A0E6385}" srcOrd="0" destOrd="0" parTransId="{C5533228-C64F-408E-8078-9ED5345AFE4A}" sibTransId="{1B8B3A4B-C715-4C7D-8B40-BBAF20C78117}"/>
    <dgm:cxn modelId="{0DED3193-C0E0-476B-BDA8-FADDB3892329}" type="presOf" srcId="{6C86A589-59A4-4C65-8D6D-CE8095F814C2}" destId="{49DCF6B6-C9C1-4D74-AE80-33BE358A64D4}" srcOrd="0" destOrd="0" presId="urn:microsoft.com/office/officeart/2008/layout/LinedList"/>
    <dgm:cxn modelId="{F99A1A95-A9AB-441D-8192-9EC152741743}" type="presOf" srcId="{963B550E-C650-4011-BCDE-6CBC49A37271}" destId="{E48F26F4-010A-4070-9A49-9120C7ACFD3B}" srcOrd="0" destOrd="0" presId="urn:microsoft.com/office/officeart/2008/layout/LinedList"/>
    <dgm:cxn modelId="{30795710-5D29-481E-9865-D14422B46FFD}" type="presParOf" srcId="{E48F26F4-010A-4070-9A49-9120C7ACFD3B}" destId="{51249214-35C2-4A30-A8F8-84E93ECD6821}" srcOrd="0" destOrd="0" presId="urn:microsoft.com/office/officeart/2008/layout/LinedList"/>
    <dgm:cxn modelId="{F369F8EC-5511-4F6C-BCFC-DDEA60E14EBB}" type="presParOf" srcId="{E48F26F4-010A-4070-9A49-9120C7ACFD3B}" destId="{5A1FE279-E0A5-4414-A76D-E152DCAB464C}" srcOrd="1" destOrd="0" presId="urn:microsoft.com/office/officeart/2008/layout/LinedList"/>
    <dgm:cxn modelId="{1843A4D1-EB67-41C4-9290-3B558F48BA95}" type="presParOf" srcId="{5A1FE279-E0A5-4414-A76D-E152DCAB464C}" destId="{FFCDB818-8412-4B5A-9065-480A0945AB6F}" srcOrd="0" destOrd="0" presId="urn:microsoft.com/office/officeart/2008/layout/LinedList"/>
    <dgm:cxn modelId="{9BDB218E-E08D-4768-B2E4-DA337E1B4463}" type="presParOf" srcId="{5A1FE279-E0A5-4414-A76D-E152DCAB464C}" destId="{F9350ACE-BC18-48FC-A7E3-7B02AFCBA44D}" srcOrd="1" destOrd="0" presId="urn:microsoft.com/office/officeart/2008/layout/LinedList"/>
    <dgm:cxn modelId="{EBB9C136-8411-4833-B759-20CAD5550855}" type="presParOf" srcId="{F9350ACE-BC18-48FC-A7E3-7B02AFCBA44D}" destId="{170F8C57-5F0B-40BF-9808-9E735FE33F4D}" srcOrd="0" destOrd="0" presId="urn:microsoft.com/office/officeart/2008/layout/LinedList"/>
    <dgm:cxn modelId="{57D2B51F-D222-4F96-8D6E-ACE50C768497}" type="presParOf" srcId="{F9350ACE-BC18-48FC-A7E3-7B02AFCBA44D}" destId="{A6CCA96B-4A69-43EF-B20F-CC9317D4759D}" srcOrd="1" destOrd="0" presId="urn:microsoft.com/office/officeart/2008/layout/LinedList"/>
    <dgm:cxn modelId="{264CF8E4-55C9-4CF6-9157-251C7501B199}" type="presParOf" srcId="{A6CCA96B-4A69-43EF-B20F-CC9317D4759D}" destId="{D3E08AEC-EBB3-4C2C-89C4-FB8E18FE4AC9}" srcOrd="0" destOrd="0" presId="urn:microsoft.com/office/officeart/2008/layout/LinedList"/>
    <dgm:cxn modelId="{1B4FC861-2E14-4F92-B97D-0FD849ADF1B5}" type="presParOf" srcId="{A6CCA96B-4A69-43EF-B20F-CC9317D4759D}" destId="{49DCF6B6-C9C1-4D74-AE80-33BE358A64D4}" srcOrd="1" destOrd="0" presId="urn:microsoft.com/office/officeart/2008/layout/LinedList"/>
    <dgm:cxn modelId="{FACC51C5-BD4E-4E37-8F03-9961E4F63AC0}" type="presParOf" srcId="{A6CCA96B-4A69-43EF-B20F-CC9317D4759D}" destId="{6101BF63-6434-4A5E-9B7A-119D764BF53B}" srcOrd="2" destOrd="0" presId="urn:microsoft.com/office/officeart/2008/layout/LinedList"/>
    <dgm:cxn modelId="{14E333EA-2BD5-4AB4-8AF9-92644FD31B5B}" type="presParOf" srcId="{F9350ACE-BC18-48FC-A7E3-7B02AFCBA44D}" destId="{02D7BB76-E41B-44C9-9FA4-20B426ABA9E6}" srcOrd="2" destOrd="0" presId="urn:microsoft.com/office/officeart/2008/layout/LinedList"/>
    <dgm:cxn modelId="{2ECAD4AC-BD0C-4779-B0F6-42FF281F4BBF}" type="presParOf" srcId="{F9350ACE-BC18-48FC-A7E3-7B02AFCBA44D}" destId="{F27C2F11-2847-40E4-9613-84FE756FFC04}" srcOrd="3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963B550E-C650-4011-BCDE-6CBC49A37271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CB6E0EE-545C-41C7-AA57-4BA91A0E6385}">
      <dgm:prSet phldrT="[Text]" custT="1"/>
      <dgm:spPr/>
      <dgm:t>
        <a:bodyPr/>
        <a:lstStyle/>
        <a:p>
          <a:pPr algn="ctr"/>
          <a:r>
            <a:rPr lang="en-US" altLang="id-ID" sz="3200" i="1" dirty="0" err="1"/>
            <a:t>Ketiga</a:t>
          </a:r>
          <a:r>
            <a:rPr lang="en-US" altLang="id-ID" sz="3200" i="1" dirty="0"/>
            <a:t> </a:t>
          </a:r>
          <a:endParaRPr lang="en-US" sz="3200" dirty="0"/>
        </a:p>
      </dgm:t>
    </dgm:pt>
    <dgm:pt modelId="{C5533228-C64F-408E-8078-9ED5345AFE4A}" type="parTrans" cxnId="{C770CD53-BBEE-4BB3-ADC3-86077C685C5B}">
      <dgm:prSet/>
      <dgm:spPr/>
      <dgm:t>
        <a:bodyPr/>
        <a:lstStyle/>
        <a:p>
          <a:endParaRPr lang="en-US"/>
        </a:p>
      </dgm:t>
    </dgm:pt>
    <dgm:pt modelId="{1B8B3A4B-C715-4C7D-8B40-BBAF20C78117}" type="sibTrans" cxnId="{C770CD53-BBEE-4BB3-ADC3-86077C685C5B}">
      <dgm:prSet/>
      <dgm:spPr/>
      <dgm:t>
        <a:bodyPr/>
        <a:lstStyle/>
        <a:p>
          <a:endParaRPr lang="en-US"/>
        </a:p>
      </dgm:t>
    </dgm:pt>
    <dgm:pt modelId="{6C86A589-59A4-4C65-8D6D-CE8095F814C2}">
      <dgm:prSet phldrT="[Text]" custT="1"/>
      <dgm:spPr/>
      <dgm:t>
        <a:bodyPr/>
        <a:lstStyle/>
        <a:p>
          <a:pPr algn="just"/>
          <a:r>
            <a:rPr lang="en-US" altLang="id-ID" sz="2400" dirty="0" err="1"/>
            <a:t>Mengembangkan</a:t>
          </a:r>
          <a:r>
            <a:rPr lang="en-US" altLang="id-ID" sz="2400" dirty="0"/>
            <a:t> </a:t>
          </a:r>
          <a:r>
            <a:rPr lang="en-US" altLang="id-ID" sz="2400" dirty="0" err="1"/>
            <a:t>sikap</a:t>
          </a:r>
          <a:r>
            <a:rPr lang="en-US" altLang="id-ID" sz="2400" dirty="0"/>
            <a:t> </a:t>
          </a:r>
          <a:r>
            <a:rPr lang="en-US" altLang="id-ID" sz="2400" dirty="0" err="1"/>
            <a:t>keberagaman</a:t>
          </a:r>
          <a:r>
            <a:rPr lang="en-US" altLang="id-ID" sz="2400" dirty="0"/>
            <a:t> yang </a:t>
          </a:r>
          <a:r>
            <a:rPr lang="en-US" altLang="id-ID" sz="2400" dirty="0" err="1"/>
            <a:t>moderat</a:t>
          </a:r>
          <a:r>
            <a:rPr lang="en-US" altLang="id-ID" sz="2400" dirty="0"/>
            <a:t>. </a:t>
          </a:r>
          <a:r>
            <a:rPr lang="en-US" altLang="id-ID" sz="2400" dirty="0" err="1"/>
            <a:t>Moderatisme</a:t>
          </a:r>
          <a:r>
            <a:rPr lang="en-US" altLang="id-ID" sz="2400" dirty="0"/>
            <a:t> </a:t>
          </a:r>
          <a:r>
            <a:rPr lang="en-US" altLang="id-ID" sz="2400" dirty="0" err="1"/>
            <a:t>adalah</a:t>
          </a:r>
          <a:r>
            <a:rPr lang="en-US" altLang="id-ID" sz="2400" dirty="0"/>
            <a:t> </a:t>
          </a:r>
          <a:r>
            <a:rPr lang="en-US" altLang="id-ID" sz="2400" dirty="0" err="1"/>
            <a:t>sikap</a:t>
          </a:r>
          <a:r>
            <a:rPr lang="en-US" altLang="id-ID" sz="2400" dirty="0"/>
            <a:t> </a:t>
          </a:r>
          <a:r>
            <a:rPr lang="en-US" altLang="id-ID" sz="2400" dirty="0" err="1"/>
            <a:t>keberagamaan</a:t>
          </a:r>
          <a:r>
            <a:rPr lang="en-US" altLang="id-ID" sz="2400" dirty="0"/>
            <a:t> yang </a:t>
          </a:r>
          <a:r>
            <a:rPr lang="en-US" altLang="id-ID" sz="2400" dirty="0" err="1"/>
            <a:t>cenderung</a:t>
          </a:r>
          <a:r>
            <a:rPr lang="en-US" altLang="id-ID" sz="2400" dirty="0"/>
            <a:t> </a:t>
          </a:r>
          <a:r>
            <a:rPr lang="en-US" altLang="id-ID" sz="2400" dirty="0" err="1"/>
            <a:t>memberikan</a:t>
          </a:r>
          <a:r>
            <a:rPr lang="en-US" altLang="id-ID" sz="2400" dirty="0"/>
            <a:t> </a:t>
          </a:r>
          <a:r>
            <a:rPr lang="en-US" altLang="id-ID" sz="2400" dirty="0" err="1"/>
            <a:t>ruang</a:t>
          </a:r>
          <a:r>
            <a:rPr lang="en-US" altLang="id-ID" sz="2400" dirty="0"/>
            <a:t> </a:t>
          </a:r>
          <a:r>
            <a:rPr lang="en-US" altLang="id-ID" sz="2400" dirty="0" err="1"/>
            <a:t>bagi</a:t>
          </a:r>
          <a:r>
            <a:rPr lang="en-US" altLang="id-ID" sz="2400" dirty="0"/>
            <a:t> yang lain </a:t>
          </a:r>
          <a:r>
            <a:rPr lang="en-US" altLang="id-ID" sz="2400" dirty="0" err="1"/>
            <a:t>untuk</a:t>
          </a:r>
          <a:r>
            <a:rPr lang="en-US" altLang="id-ID" sz="2400" dirty="0"/>
            <a:t> </a:t>
          </a:r>
          <a:r>
            <a:rPr lang="en-US" altLang="id-ID" sz="2400" dirty="0" err="1"/>
            <a:t>hidup</a:t>
          </a:r>
          <a:r>
            <a:rPr lang="en-US" altLang="id-ID" sz="2400" dirty="0"/>
            <a:t>. </a:t>
          </a:r>
          <a:r>
            <a:rPr lang="en-US" altLang="id-ID" sz="2400" dirty="0" err="1"/>
            <a:t>Melalui</a:t>
          </a:r>
          <a:r>
            <a:rPr lang="en-US" altLang="id-ID" sz="2400" dirty="0"/>
            <a:t> </a:t>
          </a:r>
          <a:r>
            <a:rPr lang="en-US" altLang="id-ID" sz="2400" dirty="0" err="1"/>
            <a:t>sikap</a:t>
          </a:r>
          <a:r>
            <a:rPr lang="en-US" altLang="id-ID" sz="2400" dirty="0"/>
            <a:t> </a:t>
          </a:r>
          <a:r>
            <a:rPr lang="en-US" altLang="id-ID" sz="2400" dirty="0" err="1"/>
            <a:t>moderat</a:t>
          </a:r>
          <a:r>
            <a:rPr lang="en-US" altLang="id-ID" sz="2400" dirty="0"/>
            <a:t>, </a:t>
          </a:r>
          <a:r>
            <a:rPr lang="en-US" altLang="id-ID" sz="2400" dirty="0" err="1"/>
            <a:t>maka</a:t>
          </a:r>
          <a:r>
            <a:rPr lang="en-US" altLang="id-ID" sz="2400" dirty="0"/>
            <a:t> orang lain </a:t>
          </a:r>
          <a:r>
            <a:rPr lang="en-US" altLang="id-ID" sz="2400" dirty="0" err="1"/>
            <a:t>dengan</a:t>
          </a:r>
          <a:r>
            <a:rPr lang="en-US" altLang="id-ID" sz="2400" dirty="0"/>
            <a:t> </a:t>
          </a:r>
          <a:r>
            <a:rPr lang="en-US" altLang="id-ID" sz="2400" dirty="0" err="1"/>
            <a:t>keyakinan</a:t>
          </a:r>
          <a:r>
            <a:rPr lang="en-US" altLang="id-ID" sz="2400" dirty="0"/>
            <a:t> </a:t>
          </a:r>
          <a:r>
            <a:rPr lang="en-US" altLang="id-ID" sz="2400" dirty="0" err="1"/>
            <a:t>berbeda</a:t>
          </a:r>
          <a:r>
            <a:rPr lang="en-US" altLang="id-ID" sz="2400" dirty="0"/>
            <a:t>, </a:t>
          </a:r>
          <a:r>
            <a:rPr lang="en-US" altLang="id-ID" sz="2400" dirty="0" err="1"/>
            <a:t>pandangan</a:t>
          </a:r>
          <a:r>
            <a:rPr lang="en-US" altLang="id-ID" sz="2400" dirty="0"/>
            <a:t> </a:t>
          </a:r>
          <a:r>
            <a:rPr lang="en-US" altLang="id-ID" sz="2400" dirty="0" err="1"/>
            <a:t>hidup</a:t>
          </a:r>
          <a:r>
            <a:rPr lang="en-US" altLang="id-ID" sz="2400" dirty="0"/>
            <a:t> </a:t>
          </a:r>
          <a:r>
            <a:rPr lang="en-US" altLang="id-ID" sz="2400" dirty="0" err="1"/>
            <a:t>berbeda</a:t>
          </a:r>
          <a:r>
            <a:rPr lang="en-US" altLang="id-ID" sz="2400" dirty="0"/>
            <a:t> dan </a:t>
          </a:r>
          <a:r>
            <a:rPr lang="en-US" altLang="id-ID" sz="2400" dirty="0" err="1"/>
            <a:t>gaya</a:t>
          </a:r>
          <a:r>
            <a:rPr lang="en-US" altLang="id-ID" sz="2400" dirty="0"/>
            <a:t> </a:t>
          </a:r>
          <a:r>
            <a:rPr lang="en-US" altLang="id-ID" sz="2400" dirty="0" err="1"/>
            <a:t>hidup</a:t>
          </a:r>
          <a:r>
            <a:rPr lang="en-US" altLang="id-ID" sz="2400" dirty="0"/>
            <a:t> </a:t>
          </a:r>
          <a:r>
            <a:rPr lang="en-US" altLang="id-ID" sz="2400" dirty="0" err="1"/>
            <a:t>berbeda</a:t>
          </a:r>
          <a:r>
            <a:rPr lang="en-US" altLang="id-ID" sz="2400" dirty="0"/>
            <a:t> </a:t>
          </a:r>
          <a:r>
            <a:rPr lang="en-US" altLang="id-ID" sz="2400" dirty="0" err="1"/>
            <a:t>adalah</a:t>
          </a:r>
          <a:r>
            <a:rPr lang="en-US" altLang="id-ID" sz="2400" dirty="0"/>
            <a:t> </a:t>
          </a:r>
          <a:r>
            <a:rPr lang="en-US" altLang="id-ID" sz="2400" dirty="0" err="1"/>
            <a:t>suatu</a:t>
          </a:r>
          <a:r>
            <a:rPr lang="en-US" altLang="id-ID" sz="2400" dirty="0"/>
            <a:t> </a:t>
          </a:r>
          <a:r>
            <a:rPr lang="en-US" altLang="id-ID" sz="2400" dirty="0" err="1"/>
            <a:t>kewajaran</a:t>
          </a:r>
          <a:r>
            <a:rPr lang="en-US" altLang="id-ID" sz="2400" dirty="0"/>
            <a:t> dan </a:t>
          </a:r>
          <a:r>
            <a:rPr lang="en-US" altLang="id-ID" sz="2400" dirty="0" err="1"/>
            <a:t>kemungkinan</a:t>
          </a:r>
          <a:r>
            <a:rPr lang="en-US" altLang="id-ID" sz="2400" dirty="0"/>
            <a:t> di </a:t>
          </a:r>
          <a:r>
            <a:rPr lang="en-US" altLang="id-ID" sz="2400" dirty="0" err="1"/>
            <a:t>dalam</a:t>
          </a:r>
          <a:r>
            <a:rPr lang="en-US" altLang="id-ID" sz="2400" dirty="0"/>
            <a:t> </a:t>
          </a:r>
          <a:r>
            <a:rPr lang="en-US" altLang="id-ID" sz="2400" dirty="0" err="1"/>
            <a:t>kehidupan</a:t>
          </a:r>
          <a:r>
            <a:rPr lang="en-US" altLang="id-ID" sz="2400" dirty="0"/>
            <a:t> </a:t>
          </a:r>
          <a:endParaRPr lang="en-US" sz="2400" dirty="0"/>
        </a:p>
      </dgm:t>
    </dgm:pt>
    <dgm:pt modelId="{B2DF3C45-1A35-4EB4-932C-8B39E1AFA272}" type="parTrans" cxnId="{2BB4495E-C1FD-4E5A-A78F-709A86B37FF7}">
      <dgm:prSet/>
      <dgm:spPr/>
      <dgm:t>
        <a:bodyPr/>
        <a:lstStyle/>
        <a:p>
          <a:endParaRPr lang="en-US"/>
        </a:p>
      </dgm:t>
    </dgm:pt>
    <dgm:pt modelId="{E4862F04-7EEB-47E9-A2B2-FBF516081BAB}" type="sibTrans" cxnId="{2BB4495E-C1FD-4E5A-A78F-709A86B37FF7}">
      <dgm:prSet/>
      <dgm:spPr/>
      <dgm:t>
        <a:bodyPr/>
        <a:lstStyle/>
        <a:p>
          <a:endParaRPr lang="en-US"/>
        </a:p>
      </dgm:t>
    </dgm:pt>
    <dgm:pt modelId="{BC50D5D7-11C4-4F2E-8F41-96E0131D4A9A}" type="pres">
      <dgm:prSet presAssocID="{963B550E-C650-4011-BCDE-6CBC49A37271}" presName="vert0" presStyleCnt="0">
        <dgm:presLayoutVars>
          <dgm:dir/>
          <dgm:animOne val="branch"/>
          <dgm:animLvl val="lvl"/>
        </dgm:presLayoutVars>
      </dgm:prSet>
      <dgm:spPr/>
    </dgm:pt>
    <dgm:pt modelId="{3A9C5F9F-D4BA-445E-A287-1659A2330439}" type="pres">
      <dgm:prSet presAssocID="{ACB6E0EE-545C-41C7-AA57-4BA91A0E6385}" presName="thickLine" presStyleLbl="alignNode1" presStyleIdx="0" presStyleCnt="1"/>
      <dgm:spPr/>
    </dgm:pt>
    <dgm:pt modelId="{35C18460-EB77-454D-9694-430BB8DF4BF8}" type="pres">
      <dgm:prSet presAssocID="{ACB6E0EE-545C-41C7-AA57-4BA91A0E6385}" presName="horz1" presStyleCnt="0"/>
      <dgm:spPr/>
    </dgm:pt>
    <dgm:pt modelId="{AAADBBF2-0AAB-4DAF-B0A2-64796CABB030}" type="pres">
      <dgm:prSet presAssocID="{ACB6E0EE-545C-41C7-AA57-4BA91A0E6385}" presName="tx1" presStyleLbl="revTx" presStyleIdx="0" presStyleCnt="2"/>
      <dgm:spPr/>
    </dgm:pt>
    <dgm:pt modelId="{A6D380C2-79BE-4E89-9377-DB3055FB1F61}" type="pres">
      <dgm:prSet presAssocID="{ACB6E0EE-545C-41C7-AA57-4BA91A0E6385}" presName="vert1" presStyleCnt="0"/>
      <dgm:spPr/>
    </dgm:pt>
    <dgm:pt modelId="{62FD9B32-D9D7-4B63-92FF-A9CDDE610B17}" type="pres">
      <dgm:prSet presAssocID="{6C86A589-59A4-4C65-8D6D-CE8095F814C2}" presName="vertSpace2a" presStyleCnt="0"/>
      <dgm:spPr/>
    </dgm:pt>
    <dgm:pt modelId="{89769493-9379-4E9F-8D8F-6CEF955D18BB}" type="pres">
      <dgm:prSet presAssocID="{6C86A589-59A4-4C65-8D6D-CE8095F814C2}" presName="horz2" presStyleCnt="0"/>
      <dgm:spPr/>
    </dgm:pt>
    <dgm:pt modelId="{F322F320-A074-488D-A01F-363035CA2764}" type="pres">
      <dgm:prSet presAssocID="{6C86A589-59A4-4C65-8D6D-CE8095F814C2}" presName="horzSpace2" presStyleCnt="0"/>
      <dgm:spPr/>
    </dgm:pt>
    <dgm:pt modelId="{BB395872-4BBA-41FB-979C-27A6D8815756}" type="pres">
      <dgm:prSet presAssocID="{6C86A589-59A4-4C65-8D6D-CE8095F814C2}" presName="tx2" presStyleLbl="revTx" presStyleIdx="1" presStyleCnt="2"/>
      <dgm:spPr/>
    </dgm:pt>
    <dgm:pt modelId="{BCAEB139-1398-4B47-A9D0-5825B81B9B03}" type="pres">
      <dgm:prSet presAssocID="{6C86A589-59A4-4C65-8D6D-CE8095F814C2}" presName="vert2" presStyleCnt="0"/>
      <dgm:spPr/>
    </dgm:pt>
    <dgm:pt modelId="{F31CFB69-F696-4B9C-8C09-26DAF744E750}" type="pres">
      <dgm:prSet presAssocID="{6C86A589-59A4-4C65-8D6D-CE8095F814C2}" presName="thinLine2b" presStyleLbl="callout" presStyleIdx="0" presStyleCnt="1"/>
      <dgm:spPr/>
    </dgm:pt>
    <dgm:pt modelId="{537A6250-02D2-4525-87C1-8EDA93D17918}" type="pres">
      <dgm:prSet presAssocID="{6C86A589-59A4-4C65-8D6D-CE8095F814C2}" presName="vertSpace2b" presStyleCnt="0"/>
      <dgm:spPr/>
    </dgm:pt>
  </dgm:ptLst>
  <dgm:cxnLst>
    <dgm:cxn modelId="{2BB4495E-C1FD-4E5A-A78F-709A86B37FF7}" srcId="{ACB6E0EE-545C-41C7-AA57-4BA91A0E6385}" destId="{6C86A589-59A4-4C65-8D6D-CE8095F814C2}" srcOrd="0" destOrd="0" parTransId="{B2DF3C45-1A35-4EB4-932C-8B39E1AFA272}" sibTransId="{E4862F04-7EEB-47E9-A2B2-FBF516081BAB}"/>
    <dgm:cxn modelId="{1584A744-525F-4EA4-80FA-058FE870B460}" type="presOf" srcId="{ACB6E0EE-545C-41C7-AA57-4BA91A0E6385}" destId="{AAADBBF2-0AAB-4DAF-B0A2-64796CABB030}" srcOrd="0" destOrd="0" presId="urn:microsoft.com/office/officeart/2008/layout/LinedList"/>
    <dgm:cxn modelId="{C770CD53-BBEE-4BB3-ADC3-86077C685C5B}" srcId="{963B550E-C650-4011-BCDE-6CBC49A37271}" destId="{ACB6E0EE-545C-41C7-AA57-4BA91A0E6385}" srcOrd="0" destOrd="0" parTransId="{C5533228-C64F-408E-8078-9ED5345AFE4A}" sibTransId="{1B8B3A4B-C715-4C7D-8B40-BBAF20C78117}"/>
    <dgm:cxn modelId="{FBA3837F-22F0-4BEA-B69F-222B76ED24E2}" type="presOf" srcId="{963B550E-C650-4011-BCDE-6CBC49A37271}" destId="{BC50D5D7-11C4-4F2E-8F41-96E0131D4A9A}" srcOrd="0" destOrd="0" presId="urn:microsoft.com/office/officeart/2008/layout/LinedList"/>
    <dgm:cxn modelId="{AA515787-E539-41A3-8790-73C96F7CB401}" type="presOf" srcId="{6C86A589-59A4-4C65-8D6D-CE8095F814C2}" destId="{BB395872-4BBA-41FB-979C-27A6D8815756}" srcOrd="0" destOrd="0" presId="urn:microsoft.com/office/officeart/2008/layout/LinedList"/>
    <dgm:cxn modelId="{6273C0DE-A806-441F-A49F-ED52A60F827D}" type="presParOf" srcId="{BC50D5D7-11C4-4F2E-8F41-96E0131D4A9A}" destId="{3A9C5F9F-D4BA-445E-A287-1659A2330439}" srcOrd="0" destOrd="0" presId="urn:microsoft.com/office/officeart/2008/layout/LinedList"/>
    <dgm:cxn modelId="{8612B783-5712-48A9-8050-D3874F26C78E}" type="presParOf" srcId="{BC50D5D7-11C4-4F2E-8F41-96E0131D4A9A}" destId="{35C18460-EB77-454D-9694-430BB8DF4BF8}" srcOrd="1" destOrd="0" presId="urn:microsoft.com/office/officeart/2008/layout/LinedList"/>
    <dgm:cxn modelId="{7FA814FB-02AA-4EB6-B7B2-36AEABA53B35}" type="presParOf" srcId="{35C18460-EB77-454D-9694-430BB8DF4BF8}" destId="{AAADBBF2-0AAB-4DAF-B0A2-64796CABB030}" srcOrd="0" destOrd="0" presId="urn:microsoft.com/office/officeart/2008/layout/LinedList"/>
    <dgm:cxn modelId="{D4D12675-D957-4157-A00F-FF69B43F4018}" type="presParOf" srcId="{35C18460-EB77-454D-9694-430BB8DF4BF8}" destId="{A6D380C2-79BE-4E89-9377-DB3055FB1F61}" srcOrd="1" destOrd="0" presId="urn:microsoft.com/office/officeart/2008/layout/LinedList"/>
    <dgm:cxn modelId="{06DDEA5C-7B87-4A75-84EB-B6741F954324}" type="presParOf" srcId="{A6D380C2-79BE-4E89-9377-DB3055FB1F61}" destId="{62FD9B32-D9D7-4B63-92FF-A9CDDE610B17}" srcOrd="0" destOrd="0" presId="urn:microsoft.com/office/officeart/2008/layout/LinedList"/>
    <dgm:cxn modelId="{04D5E8A1-1EE4-43DA-9A2C-3E66975E09C5}" type="presParOf" srcId="{A6D380C2-79BE-4E89-9377-DB3055FB1F61}" destId="{89769493-9379-4E9F-8D8F-6CEF955D18BB}" srcOrd="1" destOrd="0" presId="urn:microsoft.com/office/officeart/2008/layout/LinedList"/>
    <dgm:cxn modelId="{294554D1-189D-49BB-948A-100E7CD10EED}" type="presParOf" srcId="{89769493-9379-4E9F-8D8F-6CEF955D18BB}" destId="{F322F320-A074-488D-A01F-363035CA2764}" srcOrd="0" destOrd="0" presId="urn:microsoft.com/office/officeart/2008/layout/LinedList"/>
    <dgm:cxn modelId="{73F53550-6064-472F-88E3-B69A67FE7C26}" type="presParOf" srcId="{89769493-9379-4E9F-8D8F-6CEF955D18BB}" destId="{BB395872-4BBA-41FB-979C-27A6D8815756}" srcOrd="1" destOrd="0" presId="urn:microsoft.com/office/officeart/2008/layout/LinedList"/>
    <dgm:cxn modelId="{7A94DDC4-D77C-4A52-8348-970321CF6DE3}" type="presParOf" srcId="{89769493-9379-4E9F-8D8F-6CEF955D18BB}" destId="{BCAEB139-1398-4B47-A9D0-5825B81B9B03}" srcOrd="2" destOrd="0" presId="urn:microsoft.com/office/officeart/2008/layout/LinedList"/>
    <dgm:cxn modelId="{2614C41F-7012-4A54-A63A-E31F778945B5}" type="presParOf" srcId="{A6D380C2-79BE-4E89-9377-DB3055FB1F61}" destId="{F31CFB69-F696-4B9C-8C09-26DAF744E750}" srcOrd="2" destOrd="0" presId="urn:microsoft.com/office/officeart/2008/layout/LinedList"/>
    <dgm:cxn modelId="{3BC9570D-000A-448D-9FD5-6E2892255DC1}" type="presParOf" srcId="{A6D380C2-79BE-4E89-9377-DB3055FB1F61}" destId="{537A6250-02D2-4525-87C1-8EDA93D17918}" srcOrd="3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66BB584-868C-4570-8E54-2FDD6CCC43FD}">
      <dsp:nvSpPr>
        <dsp:cNvPr id="0" name=""/>
        <dsp:cNvSpPr/>
      </dsp:nvSpPr>
      <dsp:spPr>
        <a:xfrm>
          <a:off x="0" y="299290"/>
          <a:ext cx="10823388" cy="1167075"/>
        </a:xfrm>
        <a:prstGeom prst="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0015" tIns="395732" rIns="840015" bIns="156464" numCol="1" spcCol="1270" anchor="t" anchorCtr="0">
          <a:noAutofit/>
        </a:bodyPr>
        <a:lstStyle/>
        <a:p>
          <a:pPr marL="228600" lvl="1" indent="-228600" algn="just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id-ID" sz="2200" kern="1200" dirty="0"/>
            <a:t>Orang Indonesia (</a:t>
          </a:r>
          <a:r>
            <a:rPr lang="en-US" altLang="id-ID" sz="2200" kern="1200" dirty="0" err="1"/>
            <a:t>khususnya</a:t>
          </a:r>
          <a:r>
            <a:rPr lang="en-US" altLang="id-ID" sz="2200" kern="1200" dirty="0"/>
            <a:t> Orang </a:t>
          </a:r>
          <a:r>
            <a:rPr lang="en-US" altLang="id-ID" sz="2200" kern="1200" dirty="0" err="1"/>
            <a:t>Jawa</a:t>
          </a:r>
          <a:r>
            <a:rPr lang="en-US" altLang="id-ID" sz="2200" kern="1200" dirty="0"/>
            <a:t>) </a:t>
          </a:r>
          <a:r>
            <a:rPr lang="en-US" altLang="id-ID" sz="2200" kern="1200" dirty="0" err="1"/>
            <a:t>selalu</a:t>
          </a:r>
          <a:r>
            <a:rPr lang="en-US" altLang="id-ID" sz="2200" kern="1200" dirty="0"/>
            <a:t> </a:t>
          </a:r>
          <a:r>
            <a:rPr lang="en-US" altLang="id-ID" sz="2200" kern="1200" dirty="0" err="1"/>
            <a:t>mengedepankan</a:t>
          </a:r>
          <a:r>
            <a:rPr lang="en-US" altLang="id-ID" sz="2200" kern="1200" dirty="0"/>
            <a:t> </a:t>
          </a:r>
          <a:r>
            <a:rPr lang="en-US" altLang="id-ID" sz="2200" kern="1200" dirty="0" err="1"/>
            <a:t>kerukunan</a:t>
          </a:r>
          <a:r>
            <a:rPr lang="en-US" altLang="id-ID" sz="2200" kern="1200" dirty="0"/>
            <a:t> </a:t>
          </a:r>
          <a:r>
            <a:rPr lang="en-US" altLang="id-ID" sz="2200" kern="1200" dirty="0" err="1"/>
            <a:t>dalam</a:t>
          </a:r>
          <a:r>
            <a:rPr lang="en-US" altLang="id-ID" sz="2200" kern="1200" dirty="0"/>
            <a:t> </a:t>
          </a:r>
          <a:r>
            <a:rPr lang="en-US" altLang="id-ID" sz="2200" kern="1200" dirty="0" err="1"/>
            <a:t>kehidupannya</a:t>
          </a:r>
          <a:r>
            <a:rPr lang="en-US" altLang="id-ID" sz="2200" kern="1200" dirty="0"/>
            <a:t>.</a:t>
          </a:r>
          <a:endParaRPr lang="en-US" sz="2200" kern="1200" dirty="0"/>
        </a:p>
      </dsp:txBody>
      <dsp:txXfrm>
        <a:off x="0" y="299290"/>
        <a:ext cx="10823388" cy="1167075"/>
      </dsp:txXfrm>
    </dsp:sp>
    <dsp:sp modelId="{A1012AE1-3467-48D8-8C26-E4BB742F9ABB}">
      <dsp:nvSpPr>
        <dsp:cNvPr id="0" name=""/>
        <dsp:cNvSpPr/>
      </dsp:nvSpPr>
      <dsp:spPr>
        <a:xfrm>
          <a:off x="541169" y="18850"/>
          <a:ext cx="1988342" cy="56088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6369" tIns="0" rIns="286369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id-ID" sz="2200" b="1" kern="1200" dirty="0" err="1"/>
            <a:t>Rukun</a:t>
          </a:r>
          <a:endParaRPr lang="en-US" sz="2200" b="1" kern="1200" dirty="0"/>
        </a:p>
      </dsp:txBody>
      <dsp:txXfrm>
        <a:off x="568549" y="46230"/>
        <a:ext cx="1933582" cy="506120"/>
      </dsp:txXfrm>
    </dsp:sp>
    <dsp:sp modelId="{B27D84FB-D47F-4E9F-9224-85D35498D050}">
      <dsp:nvSpPr>
        <dsp:cNvPr id="0" name=""/>
        <dsp:cNvSpPr/>
      </dsp:nvSpPr>
      <dsp:spPr>
        <a:xfrm>
          <a:off x="0" y="1849406"/>
          <a:ext cx="10823388" cy="1167075"/>
        </a:xfrm>
        <a:prstGeom prst="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0015" tIns="395732" rIns="840015" bIns="156464" numCol="1" spcCol="1270" anchor="t" anchorCtr="0">
          <a:noAutofit/>
        </a:bodyPr>
        <a:lstStyle/>
        <a:p>
          <a:pPr marL="228600" lvl="1" indent="-228600" algn="just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id-ID" sz="2200" kern="1200" dirty="0"/>
            <a:t>Orang Indonesia (</a:t>
          </a:r>
          <a:r>
            <a:rPr lang="en-US" altLang="id-ID" sz="2200" kern="1200" dirty="0" err="1"/>
            <a:t>khususnya</a:t>
          </a:r>
          <a:r>
            <a:rPr lang="en-US" altLang="id-ID" sz="2200" kern="1200" dirty="0"/>
            <a:t> Orang </a:t>
          </a:r>
          <a:r>
            <a:rPr lang="en-US" altLang="id-ID" sz="2200" kern="1200" dirty="0" err="1"/>
            <a:t>Jawa</a:t>
          </a:r>
          <a:r>
            <a:rPr lang="en-US" altLang="id-ID" sz="2200" kern="1200" dirty="0"/>
            <a:t>) </a:t>
          </a:r>
          <a:r>
            <a:rPr lang="en-US" altLang="id-ID" sz="2200" kern="1200" dirty="0" err="1"/>
            <a:t>selalu</a:t>
          </a:r>
          <a:r>
            <a:rPr lang="en-US" altLang="id-ID" sz="2200" kern="1200" dirty="0"/>
            <a:t> </a:t>
          </a:r>
          <a:r>
            <a:rPr lang="en-US" altLang="id-ID" sz="2200" kern="1200" dirty="0" err="1"/>
            <a:t>mengedepankan</a:t>
          </a:r>
          <a:r>
            <a:rPr lang="en-US" altLang="id-ID" sz="2200" kern="1200" dirty="0"/>
            <a:t> </a:t>
          </a:r>
          <a:r>
            <a:rPr lang="en-US" altLang="id-ID" sz="2200" kern="1200" dirty="0" err="1"/>
            <a:t>keseimbangan</a:t>
          </a:r>
          <a:r>
            <a:rPr lang="en-US" altLang="id-ID" sz="2200" kern="1200" dirty="0"/>
            <a:t> </a:t>
          </a:r>
          <a:r>
            <a:rPr lang="en-US" altLang="id-ID" sz="2200" kern="1200" dirty="0" err="1"/>
            <a:t>antara</a:t>
          </a:r>
          <a:r>
            <a:rPr lang="en-US" altLang="id-ID" sz="2200" kern="1200" dirty="0"/>
            <a:t> </a:t>
          </a:r>
          <a:r>
            <a:rPr lang="en-US" altLang="id-ID" sz="2200" kern="1200" dirty="0" err="1"/>
            <a:t>mikro</a:t>
          </a:r>
          <a:r>
            <a:rPr lang="en-US" altLang="id-ID" sz="2200" kern="1200" dirty="0"/>
            <a:t> </a:t>
          </a:r>
          <a:r>
            <a:rPr lang="en-US" altLang="id-ID" sz="2200" kern="1200" dirty="0" err="1"/>
            <a:t>kosmos</a:t>
          </a:r>
          <a:r>
            <a:rPr lang="en-US" altLang="id-ID" sz="2200" kern="1200" dirty="0"/>
            <a:t> dan </a:t>
          </a:r>
          <a:r>
            <a:rPr lang="en-US" altLang="id-ID" sz="2200" kern="1200" dirty="0" err="1"/>
            <a:t>makro</a:t>
          </a:r>
          <a:r>
            <a:rPr lang="en-US" altLang="id-ID" sz="2200" kern="1200" dirty="0"/>
            <a:t> </a:t>
          </a:r>
          <a:r>
            <a:rPr lang="en-US" altLang="id-ID" sz="2200" kern="1200" dirty="0" err="1"/>
            <a:t>kosmos</a:t>
          </a:r>
          <a:endParaRPr lang="en-US" sz="2200" kern="1200" dirty="0"/>
        </a:p>
      </dsp:txBody>
      <dsp:txXfrm>
        <a:off x="0" y="1849406"/>
        <a:ext cx="10823388" cy="1167075"/>
      </dsp:txXfrm>
    </dsp:sp>
    <dsp:sp modelId="{D2CD3733-8787-450A-8BBD-848373BDB903}">
      <dsp:nvSpPr>
        <dsp:cNvPr id="0" name=""/>
        <dsp:cNvSpPr/>
      </dsp:nvSpPr>
      <dsp:spPr>
        <a:xfrm>
          <a:off x="541169" y="1568966"/>
          <a:ext cx="1988342" cy="56088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6369" tIns="0" rIns="286369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id-ID" sz="2200" b="1" kern="1200" dirty="0" err="1"/>
            <a:t>Harmoni</a:t>
          </a:r>
          <a:endParaRPr lang="en-US" sz="2200" b="1" kern="1200" dirty="0"/>
        </a:p>
      </dsp:txBody>
      <dsp:txXfrm>
        <a:off x="568549" y="1596346"/>
        <a:ext cx="1933582" cy="506120"/>
      </dsp:txXfrm>
    </dsp:sp>
    <dsp:sp modelId="{E34346C4-851D-420E-9517-E78D7C6C2E1E}">
      <dsp:nvSpPr>
        <dsp:cNvPr id="0" name=""/>
        <dsp:cNvSpPr/>
      </dsp:nvSpPr>
      <dsp:spPr>
        <a:xfrm>
          <a:off x="0" y="3399521"/>
          <a:ext cx="10823388" cy="1167075"/>
        </a:xfrm>
        <a:prstGeom prst="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0015" tIns="395732" rIns="840015" bIns="156464" numCol="1" spcCol="1270" anchor="t" anchorCtr="0">
          <a:noAutofit/>
        </a:bodyPr>
        <a:lstStyle/>
        <a:p>
          <a:pPr marL="228600" lvl="1" indent="-228600" algn="just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id-ID" sz="2200" kern="1200" dirty="0"/>
            <a:t>Orang Indonesia (</a:t>
          </a:r>
          <a:r>
            <a:rPr lang="en-US" altLang="id-ID" sz="2200" kern="1200" dirty="0" err="1"/>
            <a:t>khususnya</a:t>
          </a:r>
          <a:r>
            <a:rPr lang="en-US" altLang="id-ID" sz="2200" kern="1200" dirty="0"/>
            <a:t> orang </a:t>
          </a:r>
          <a:r>
            <a:rPr lang="en-US" altLang="id-ID" sz="2200" kern="1200" dirty="0" err="1"/>
            <a:t>Jawa</a:t>
          </a:r>
          <a:r>
            <a:rPr lang="en-US" altLang="id-ID" sz="2200" kern="1200" dirty="0"/>
            <a:t>) sangat </a:t>
          </a:r>
          <a:r>
            <a:rPr lang="en-US" altLang="id-ID" sz="2200" kern="1200" dirty="0" err="1"/>
            <a:t>menjaga</a:t>
          </a:r>
          <a:r>
            <a:rPr lang="en-US" altLang="id-ID" sz="2200" kern="1200" dirty="0"/>
            <a:t> </a:t>
          </a:r>
          <a:r>
            <a:rPr lang="en-US" altLang="id-ID" sz="2200" kern="1200" dirty="0" err="1"/>
            <a:t>keselamatan</a:t>
          </a:r>
          <a:r>
            <a:rPr lang="en-US" altLang="id-ID" sz="2200" kern="1200" dirty="0"/>
            <a:t> </a:t>
          </a:r>
          <a:r>
            <a:rPr lang="en-US" altLang="id-ID" sz="2200" kern="1200" dirty="0" err="1"/>
            <a:t>baik</a:t>
          </a:r>
          <a:r>
            <a:rPr lang="en-US" altLang="id-ID" sz="2200" kern="1200" dirty="0"/>
            <a:t> </a:t>
          </a:r>
          <a:r>
            <a:rPr lang="en-US" altLang="id-ID" sz="2200" kern="1200" dirty="0" err="1"/>
            <a:t>dengan</a:t>
          </a:r>
          <a:r>
            <a:rPr lang="en-US" altLang="id-ID" sz="2200" kern="1200" dirty="0"/>
            <a:t> </a:t>
          </a:r>
          <a:r>
            <a:rPr lang="en-US" altLang="id-ID" sz="2200" kern="1200" dirty="0" err="1"/>
            <a:t>sesama</a:t>
          </a:r>
          <a:r>
            <a:rPr lang="en-US" altLang="id-ID" sz="2200" kern="1200" dirty="0"/>
            <a:t> </a:t>
          </a:r>
          <a:r>
            <a:rPr lang="en-US" altLang="id-ID" sz="2200" kern="1200" dirty="0" err="1"/>
            <a:t>manusia</a:t>
          </a:r>
          <a:r>
            <a:rPr lang="en-US" altLang="id-ID" sz="2200" kern="1200" dirty="0"/>
            <a:t>, </a:t>
          </a:r>
          <a:r>
            <a:rPr lang="en-US" altLang="id-ID" sz="2200" kern="1200" dirty="0" err="1"/>
            <a:t>alam</a:t>
          </a:r>
          <a:r>
            <a:rPr lang="en-US" altLang="id-ID" sz="2200" kern="1200" dirty="0"/>
            <a:t> dan </a:t>
          </a:r>
          <a:r>
            <a:rPr lang="en-US" altLang="id-ID" sz="2200" kern="1200" dirty="0" err="1"/>
            <a:t>Tuhan</a:t>
          </a:r>
          <a:endParaRPr lang="en-US" sz="2200" kern="1200" dirty="0"/>
        </a:p>
      </dsp:txBody>
      <dsp:txXfrm>
        <a:off x="0" y="3399521"/>
        <a:ext cx="10823388" cy="1167075"/>
      </dsp:txXfrm>
    </dsp:sp>
    <dsp:sp modelId="{B07D90E8-9951-410B-9C92-EDCE261C06F6}">
      <dsp:nvSpPr>
        <dsp:cNvPr id="0" name=""/>
        <dsp:cNvSpPr/>
      </dsp:nvSpPr>
      <dsp:spPr>
        <a:xfrm>
          <a:off x="541169" y="3119081"/>
          <a:ext cx="1988342" cy="56088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6369" tIns="0" rIns="286369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id-ID" sz="2200" b="1" kern="1200" dirty="0" err="1"/>
            <a:t>Selamat</a:t>
          </a:r>
          <a:endParaRPr lang="en-US" sz="2200" b="1" kern="1200" dirty="0"/>
        </a:p>
      </dsp:txBody>
      <dsp:txXfrm>
        <a:off x="568549" y="3146461"/>
        <a:ext cx="1933582" cy="50612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E72346-4295-4E4C-8774-1AE7E65C5CA9}">
      <dsp:nvSpPr>
        <dsp:cNvPr id="0" name=""/>
        <dsp:cNvSpPr/>
      </dsp:nvSpPr>
      <dsp:spPr>
        <a:xfrm>
          <a:off x="3336" y="400402"/>
          <a:ext cx="4065351" cy="162614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011" tIns="29337" rIns="29337" bIns="29337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id-ID" sz="2200" kern="1200" dirty="0" err="1"/>
            <a:t>Kerukunan</a:t>
          </a:r>
          <a:r>
            <a:rPr lang="en-US" altLang="id-ID" sz="2200" kern="1200" dirty="0"/>
            <a:t> </a:t>
          </a:r>
          <a:r>
            <a:rPr lang="en-US" altLang="id-ID" sz="2200" kern="1200" dirty="0" err="1"/>
            <a:t>antar</a:t>
          </a:r>
          <a:r>
            <a:rPr lang="en-US" altLang="id-ID" sz="2200" kern="1200" dirty="0"/>
            <a:t> </a:t>
          </a:r>
          <a:r>
            <a:rPr lang="en-US" altLang="id-ID" sz="2200" kern="1200" dirty="0" err="1"/>
            <a:t>umat</a:t>
          </a:r>
          <a:r>
            <a:rPr lang="en-US" altLang="id-ID" sz="2200" kern="1200" dirty="0"/>
            <a:t> </a:t>
          </a:r>
          <a:r>
            <a:rPr lang="en-US" altLang="id-ID" sz="2200" kern="1200" dirty="0" err="1"/>
            <a:t>beragama</a:t>
          </a:r>
          <a:endParaRPr lang="en-US" sz="2200" kern="1200" dirty="0"/>
        </a:p>
      </dsp:txBody>
      <dsp:txXfrm>
        <a:off x="816406" y="400402"/>
        <a:ext cx="2439211" cy="1626140"/>
      </dsp:txXfrm>
    </dsp:sp>
    <dsp:sp modelId="{DF46CC59-F35A-417B-A06B-78A2503E5819}">
      <dsp:nvSpPr>
        <dsp:cNvPr id="0" name=""/>
        <dsp:cNvSpPr/>
      </dsp:nvSpPr>
      <dsp:spPr>
        <a:xfrm>
          <a:off x="3662153" y="400402"/>
          <a:ext cx="4065351" cy="162614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011" tIns="29337" rIns="29337" bIns="29337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id-ID" sz="2200" kern="1200" dirty="0" err="1"/>
            <a:t>Kerukunan</a:t>
          </a:r>
          <a:r>
            <a:rPr lang="en-US" altLang="id-ID" sz="2200" kern="1200" dirty="0"/>
            <a:t> intern </a:t>
          </a:r>
          <a:r>
            <a:rPr lang="en-US" altLang="id-ID" sz="2200" kern="1200" dirty="0" err="1"/>
            <a:t>umat</a:t>
          </a:r>
          <a:r>
            <a:rPr lang="en-US" altLang="id-ID" sz="2200" kern="1200" dirty="0"/>
            <a:t> </a:t>
          </a:r>
          <a:r>
            <a:rPr lang="en-US" altLang="id-ID" sz="2200" kern="1200" dirty="0" err="1"/>
            <a:t>beragama</a:t>
          </a:r>
          <a:endParaRPr lang="en-US" sz="2200" kern="1200" dirty="0"/>
        </a:p>
      </dsp:txBody>
      <dsp:txXfrm>
        <a:off x="4475223" y="400402"/>
        <a:ext cx="2439211" cy="1626140"/>
      </dsp:txXfrm>
    </dsp:sp>
    <dsp:sp modelId="{2F54E6E7-DB0B-4031-A9E4-3171F2CD86E7}">
      <dsp:nvSpPr>
        <dsp:cNvPr id="0" name=""/>
        <dsp:cNvSpPr/>
      </dsp:nvSpPr>
      <dsp:spPr>
        <a:xfrm>
          <a:off x="7320969" y="400402"/>
          <a:ext cx="4065351" cy="162614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011" tIns="29337" rIns="29337" bIns="29337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id-ID" sz="2200" kern="1200" dirty="0" err="1"/>
            <a:t>Kerukunan</a:t>
          </a:r>
          <a:r>
            <a:rPr lang="en-US" altLang="id-ID" sz="2200" kern="1200" dirty="0"/>
            <a:t> </a:t>
          </a:r>
          <a:r>
            <a:rPr lang="en-US" altLang="id-ID" sz="2200" kern="1200" dirty="0" err="1"/>
            <a:t>antara</a:t>
          </a:r>
          <a:r>
            <a:rPr lang="en-US" altLang="id-ID" sz="2200" kern="1200" dirty="0"/>
            <a:t> </a:t>
          </a:r>
          <a:r>
            <a:rPr lang="en-US" altLang="id-ID" sz="2200" kern="1200" dirty="0" err="1"/>
            <a:t>umat</a:t>
          </a:r>
          <a:r>
            <a:rPr lang="en-US" altLang="id-ID" sz="2200" kern="1200" dirty="0"/>
            <a:t> </a:t>
          </a:r>
          <a:r>
            <a:rPr lang="en-US" altLang="id-ID" sz="2200" kern="1200" dirty="0" err="1"/>
            <a:t>beragama</a:t>
          </a:r>
          <a:r>
            <a:rPr lang="en-US" altLang="id-ID" sz="2200" kern="1200" dirty="0"/>
            <a:t> </a:t>
          </a:r>
          <a:r>
            <a:rPr lang="en-US" altLang="id-ID" sz="2200" kern="1200" dirty="0" err="1"/>
            <a:t>dengan</a:t>
          </a:r>
          <a:r>
            <a:rPr lang="en-US" altLang="id-ID" sz="2200" kern="1200" dirty="0"/>
            <a:t> </a:t>
          </a:r>
          <a:r>
            <a:rPr lang="en-US" altLang="id-ID" sz="2200" kern="1200" dirty="0" err="1"/>
            <a:t>pemerintah</a:t>
          </a:r>
          <a:endParaRPr lang="en-US" sz="2200" kern="1200" dirty="0"/>
        </a:p>
      </dsp:txBody>
      <dsp:txXfrm>
        <a:off x="8134039" y="400402"/>
        <a:ext cx="2439211" cy="162614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B05BD39-C58F-4B1D-96CD-29CE0887E060}">
      <dsp:nvSpPr>
        <dsp:cNvPr id="0" name=""/>
        <dsp:cNvSpPr/>
      </dsp:nvSpPr>
      <dsp:spPr>
        <a:xfrm rot="5400000">
          <a:off x="-231129" y="232610"/>
          <a:ext cx="1540863" cy="1078604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A</a:t>
          </a:r>
        </a:p>
      </dsp:txBody>
      <dsp:txXfrm rot="-5400000">
        <a:off x="1" y="540782"/>
        <a:ext cx="1078604" cy="462259"/>
      </dsp:txXfrm>
    </dsp:sp>
    <dsp:sp modelId="{EC26AA56-E6FA-49B4-A29F-4721AFE185E6}">
      <dsp:nvSpPr>
        <dsp:cNvPr id="0" name=""/>
        <dsp:cNvSpPr/>
      </dsp:nvSpPr>
      <dsp:spPr>
        <a:xfrm rot="5400000">
          <a:off x="5302298" y="-4222212"/>
          <a:ext cx="1001561" cy="9448948"/>
        </a:xfrm>
        <a:prstGeom prst="round2SameRect">
          <a:avLst/>
        </a:prstGeom>
        <a:solidFill>
          <a:schemeClr val="accent4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2700" rIns="12700" bIns="12700" numCol="1" spcCol="1270" anchor="ctr" anchorCtr="0">
          <a:noAutofit/>
        </a:bodyPr>
        <a:lstStyle/>
        <a:p>
          <a:pPr marL="228600" lvl="1" indent="-228600" algn="just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v"/>
          </a:pPr>
          <a:r>
            <a:rPr lang="it-IT" altLang="id-ID" sz="2000" kern="1200" dirty="0"/>
            <a:t>Bahwa hak beragama adalah hak asasi manusia yg tdk dpt dikurangi dlm keadaan apapun;</a:t>
          </a:r>
          <a:endParaRPr lang="en-US" sz="2000" kern="1200" dirty="0"/>
        </a:p>
      </dsp:txBody>
      <dsp:txXfrm rot="-5400000">
        <a:off x="1078605" y="50373"/>
        <a:ext cx="9400056" cy="903777"/>
      </dsp:txXfrm>
    </dsp:sp>
    <dsp:sp modelId="{38D750C0-5B78-4260-88E4-8954095457A5}">
      <dsp:nvSpPr>
        <dsp:cNvPr id="0" name=""/>
        <dsp:cNvSpPr/>
      </dsp:nvSpPr>
      <dsp:spPr>
        <a:xfrm rot="5400000">
          <a:off x="-231129" y="1578609"/>
          <a:ext cx="1540863" cy="1078604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B</a:t>
          </a:r>
        </a:p>
      </dsp:txBody>
      <dsp:txXfrm rot="-5400000">
        <a:off x="1" y="1886781"/>
        <a:ext cx="1078604" cy="462259"/>
      </dsp:txXfrm>
    </dsp:sp>
    <dsp:sp modelId="{D769FF33-A27F-4DD6-9D8B-0502A5FEEF36}">
      <dsp:nvSpPr>
        <dsp:cNvPr id="0" name=""/>
        <dsp:cNvSpPr/>
      </dsp:nvSpPr>
      <dsp:spPr>
        <a:xfrm rot="5400000">
          <a:off x="5302298" y="-2876213"/>
          <a:ext cx="1001561" cy="9448948"/>
        </a:xfrm>
        <a:prstGeom prst="round2SameRect">
          <a:avLst/>
        </a:prstGeom>
        <a:solidFill>
          <a:schemeClr val="accent4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2700" rIns="12700" bIns="12700" numCol="1" spcCol="1270" anchor="ctr" anchorCtr="0">
          <a:noAutofit/>
        </a:bodyPr>
        <a:lstStyle/>
        <a:p>
          <a:pPr marL="228600" lvl="1" indent="-228600" algn="just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v"/>
          </a:pPr>
          <a:r>
            <a:rPr lang="it-IT" altLang="id-ID" sz="2000" kern="1200" dirty="0"/>
            <a:t>Bahwa negara menjamin  kemerdekaan  tiap-tiap penduduk untuk memeluk agamanya masing-masing dan untuk beribadat menurut agamanya dan kepercayaannya itu;</a:t>
          </a:r>
          <a:endParaRPr lang="en-US" sz="2000" kern="1200" dirty="0"/>
        </a:p>
      </dsp:txBody>
      <dsp:txXfrm rot="-5400000">
        <a:off x="1078605" y="1396372"/>
        <a:ext cx="9400056" cy="903777"/>
      </dsp:txXfrm>
    </dsp:sp>
    <dsp:sp modelId="{B5E27B15-20AF-44D7-891D-AAA73114A5CC}">
      <dsp:nvSpPr>
        <dsp:cNvPr id="0" name=""/>
        <dsp:cNvSpPr/>
      </dsp:nvSpPr>
      <dsp:spPr>
        <a:xfrm rot="5400000">
          <a:off x="-231129" y="2924609"/>
          <a:ext cx="1540863" cy="1078604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C</a:t>
          </a:r>
        </a:p>
      </dsp:txBody>
      <dsp:txXfrm rot="-5400000">
        <a:off x="1" y="3232781"/>
        <a:ext cx="1078604" cy="462259"/>
      </dsp:txXfrm>
    </dsp:sp>
    <dsp:sp modelId="{34CF8BA1-3035-40D7-9BA7-6CA57B69D036}">
      <dsp:nvSpPr>
        <dsp:cNvPr id="0" name=""/>
        <dsp:cNvSpPr/>
      </dsp:nvSpPr>
      <dsp:spPr>
        <a:xfrm rot="5400000">
          <a:off x="5302298" y="-1530213"/>
          <a:ext cx="1001561" cy="9448948"/>
        </a:xfrm>
        <a:prstGeom prst="round2SameRect">
          <a:avLst/>
        </a:prstGeom>
        <a:solidFill>
          <a:schemeClr val="accent4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2700" rIns="12700" bIns="12700" numCol="1" spcCol="1270" anchor="ctr" anchorCtr="0">
          <a:noAutofit/>
        </a:bodyPr>
        <a:lstStyle/>
        <a:p>
          <a:pPr marL="228600" lvl="1" indent="-228600" algn="just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v"/>
          </a:pPr>
          <a:r>
            <a:rPr lang="it-IT" altLang="id-ID" sz="2000" kern="1200" dirty="0"/>
            <a:t>Bahwa Pemerintah berkewajiban melindungi setiap usaha penduduk melaksanakan ajaran agama &amp; ibadat pemeluk-pemeluknya, </a:t>
          </a:r>
          <a:endParaRPr lang="en-US" sz="2000" kern="1200" dirty="0"/>
        </a:p>
      </dsp:txBody>
      <dsp:txXfrm rot="-5400000">
        <a:off x="1078605" y="2742372"/>
        <a:ext cx="9400056" cy="90377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B3129EA-FEA4-464D-A205-132EA472AFC5}">
      <dsp:nvSpPr>
        <dsp:cNvPr id="0" name=""/>
        <dsp:cNvSpPr/>
      </dsp:nvSpPr>
      <dsp:spPr>
        <a:xfrm>
          <a:off x="11" y="1009653"/>
          <a:ext cx="546867" cy="49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0" tIns="63500" rIns="177800" bIns="63500" numCol="1" spcCol="1270" anchor="ctr" anchorCtr="0">
          <a:noAutofit/>
        </a:bodyPr>
        <a:lstStyle/>
        <a:p>
          <a:pPr marL="0" lvl="0" indent="0" algn="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A</a:t>
          </a:r>
        </a:p>
      </dsp:txBody>
      <dsp:txXfrm>
        <a:off x="11" y="1009653"/>
        <a:ext cx="546867" cy="495000"/>
      </dsp:txXfrm>
    </dsp:sp>
    <dsp:sp modelId="{9CDBB325-B130-43CA-907C-A24E2D4954A0}">
      <dsp:nvSpPr>
        <dsp:cNvPr id="0" name=""/>
        <dsp:cNvSpPr/>
      </dsp:nvSpPr>
      <dsp:spPr>
        <a:xfrm>
          <a:off x="546879" y="700278"/>
          <a:ext cx="533998" cy="1113750"/>
        </a:xfrm>
        <a:prstGeom prst="leftBrace">
          <a:avLst>
            <a:gd name="adj1" fmla="val 35000"/>
            <a:gd name="adj2" fmla="val 50000"/>
          </a:avLst>
        </a:pr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36C7CFD-E6C8-411A-BB95-14CB5DA7C6F3}">
      <dsp:nvSpPr>
        <dsp:cNvPr id="0" name=""/>
        <dsp:cNvSpPr/>
      </dsp:nvSpPr>
      <dsp:spPr>
        <a:xfrm>
          <a:off x="1294477" y="700278"/>
          <a:ext cx="9395923" cy="111375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228600" lvl="1" indent="-228600" algn="just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v"/>
          </a:pPr>
          <a:r>
            <a:rPr lang="it-IT" altLang="id-ID" sz="2200" kern="1200" dirty="0"/>
            <a:t>Pemerintah mempunyai tugas utk memberikan bimbingan dan pelayanan agar setiap penduduk dlm melaksanakan ajaran agamanya dapat berlangsung dgn rukun, lancar, dan tertib;</a:t>
          </a:r>
          <a:endParaRPr lang="en-US" sz="2200" kern="1200" dirty="0"/>
        </a:p>
      </dsp:txBody>
      <dsp:txXfrm>
        <a:off x="1294477" y="700278"/>
        <a:ext cx="9395923" cy="1113750"/>
      </dsp:txXfrm>
    </dsp:sp>
    <dsp:sp modelId="{949E373E-79BB-49D3-88C4-8437018E0347}">
      <dsp:nvSpPr>
        <dsp:cNvPr id="0" name=""/>
        <dsp:cNvSpPr/>
      </dsp:nvSpPr>
      <dsp:spPr>
        <a:xfrm>
          <a:off x="11" y="2213403"/>
          <a:ext cx="546867" cy="49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0" tIns="63500" rIns="177800" bIns="63500" numCol="1" spcCol="1270" anchor="ctr" anchorCtr="0">
          <a:noAutofit/>
        </a:bodyPr>
        <a:lstStyle/>
        <a:p>
          <a:pPr marL="0" lvl="0" indent="0" algn="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B</a:t>
          </a:r>
        </a:p>
      </dsp:txBody>
      <dsp:txXfrm>
        <a:off x="11" y="2213403"/>
        <a:ext cx="546867" cy="495000"/>
      </dsp:txXfrm>
    </dsp:sp>
    <dsp:sp modelId="{A0B8DB91-F30E-4EE1-8E5B-79698E00A62D}">
      <dsp:nvSpPr>
        <dsp:cNvPr id="0" name=""/>
        <dsp:cNvSpPr/>
      </dsp:nvSpPr>
      <dsp:spPr>
        <a:xfrm>
          <a:off x="546879" y="1904028"/>
          <a:ext cx="533998" cy="1113750"/>
        </a:xfrm>
        <a:prstGeom prst="leftBrace">
          <a:avLst>
            <a:gd name="adj1" fmla="val 35000"/>
            <a:gd name="adj2" fmla="val 50000"/>
          </a:avLst>
        </a:pr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5CAE40F-FAB7-41DC-AF57-24EA29C367AE}">
      <dsp:nvSpPr>
        <dsp:cNvPr id="0" name=""/>
        <dsp:cNvSpPr/>
      </dsp:nvSpPr>
      <dsp:spPr>
        <a:xfrm>
          <a:off x="1294477" y="1904028"/>
          <a:ext cx="9395923" cy="111375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228600" lvl="1" indent="-228600" algn="just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altLang="id-ID" sz="2200" kern="1200" dirty="0"/>
            <a:t>Arah kebijakan Pemerintah dalam pembangunan nasional di bidang agama antara lain peningkatan kualitas pelayanan dan pemahaman agama, kehidupan beragama, serta peningkatan kerukunan intern dan antar umat beragama;</a:t>
          </a:r>
          <a:endParaRPr lang="en-US" sz="2200" kern="1200" dirty="0"/>
        </a:p>
      </dsp:txBody>
      <dsp:txXfrm>
        <a:off x="1294477" y="1904028"/>
        <a:ext cx="9395923" cy="1113750"/>
      </dsp:txXfrm>
    </dsp:sp>
    <dsp:sp modelId="{DF8FEA29-87D1-49F5-8EF9-2E1C44E7DE2B}">
      <dsp:nvSpPr>
        <dsp:cNvPr id="0" name=""/>
        <dsp:cNvSpPr/>
      </dsp:nvSpPr>
      <dsp:spPr>
        <a:xfrm>
          <a:off x="11" y="3107778"/>
          <a:ext cx="546867" cy="49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0" tIns="63500" rIns="177800" bIns="63500" numCol="1" spcCol="1270" anchor="ctr" anchorCtr="0">
          <a:noAutofit/>
        </a:bodyPr>
        <a:lstStyle/>
        <a:p>
          <a:pPr marL="0" lvl="0" indent="0" algn="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C</a:t>
          </a:r>
        </a:p>
      </dsp:txBody>
      <dsp:txXfrm>
        <a:off x="11" y="3107778"/>
        <a:ext cx="546867" cy="495000"/>
      </dsp:txXfrm>
    </dsp:sp>
    <dsp:sp modelId="{116AA915-8461-4A28-B046-C45BC93C7212}">
      <dsp:nvSpPr>
        <dsp:cNvPr id="0" name=""/>
        <dsp:cNvSpPr/>
      </dsp:nvSpPr>
      <dsp:spPr>
        <a:xfrm>
          <a:off x="546879" y="3107778"/>
          <a:ext cx="533998" cy="495000"/>
        </a:xfrm>
        <a:prstGeom prst="leftBrace">
          <a:avLst>
            <a:gd name="adj1" fmla="val 35000"/>
            <a:gd name="adj2" fmla="val 50000"/>
          </a:avLst>
        </a:pr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A1D27C8-9C9A-4386-883A-32BA4A2D3243}">
      <dsp:nvSpPr>
        <dsp:cNvPr id="0" name=""/>
        <dsp:cNvSpPr/>
      </dsp:nvSpPr>
      <dsp:spPr>
        <a:xfrm>
          <a:off x="1294477" y="3107778"/>
          <a:ext cx="9395923" cy="49500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228600" lvl="1" indent="-228600" algn="just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altLang="id-ID" sz="2200" kern="1200" dirty="0"/>
            <a:t>Kerukunan umat beragama merupakan pilar kerukunan bangsa dan negara </a:t>
          </a:r>
          <a:endParaRPr lang="en-US" sz="2200" kern="1200" dirty="0"/>
        </a:p>
      </dsp:txBody>
      <dsp:txXfrm>
        <a:off x="1294477" y="3107778"/>
        <a:ext cx="9395923" cy="4950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E7E1685-587A-41D1-B54F-1571B6B85955}">
      <dsp:nvSpPr>
        <dsp:cNvPr id="0" name=""/>
        <dsp:cNvSpPr/>
      </dsp:nvSpPr>
      <dsp:spPr>
        <a:xfrm>
          <a:off x="0" y="773"/>
          <a:ext cx="1085625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98CF05-E776-4FF9-85AD-6A44FB8803E9}">
      <dsp:nvSpPr>
        <dsp:cNvPr id="0" name=""/>
        <dsp:cNvSpPr/>
      </dsp:nvSpPr>
      <dsp:spPr>
        <a:xfrm>
          <a:off x="0" y="773"/>
          <a:ext cx="2171251" cy="10202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1</a:t>
          </a:r>
        </a:p>
      </dsp:txBody>
      <dsp:txXfrm>
        <a:off x="0" y="773"/>
        <a:ext cx="2171251" cy="1020289"/>
      </dsp:txXfrm>
    </dsp:sp>
    <dsp:sp modelId="{E419CB1E-8D76-43D0-9B48-ECC112AAB059}">
      <dsp:nvSpPr>
        <dsp:cNvPr id="0" name=""/>
        <dsp:cNvSpPr/>
      </dsp:nvSpPr>
      <dsp:spPr>
        <a:xfrm>
          <a:off x="2334095" y="119731"/>
          <a:ext cx="8522162" cy="23645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just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Wingdings" panose="05000000000000000000" pitchFamily="2" charset="2"/>
            <a:buNone/>
          </a:pPr>
          <a:r>
            <a:rPr lang="es-ES" altLang="id-ID" sz="2200" b="0" kern="1200" dirty="0" err="1">
              <a:latin typeface="+mn-lt"/>
            </a:rPr>
            <a:t>Kerukunan</a:t>
          </a:r>
          <a:r>
            <a:rPr lang="es-ES" altLang="id-ID" sz="2200" b="0" kern="1200" dirty="0">
              <a:latin typeface="+mn-lt"/>
            </a:rPr>
            <a:t> </a:t>
          </a:r>
          <a:r>
            <a:rPr lang="es-ES" altLang="id-ID" sz="2200" b="0" kern="1200" dirty="0" err="1">
              <a:latin typeface="+mn-lt"/>
            </a:rPr>
            <a:t>umat</a:t>
          </a:r>
          <a:r>
            <a:rPr lang="es-ES" altLang="id-ID" sz="2200" b="0" kern="1200" dirty="0">
              <a:latin typeface="+mn-lt"/>
            </a:rPr>
            <a:t> </a:t>
          </a:r>
          <a:r>
            <a:rPr lang="es-ES" altLang="id-ID" sz="2200" b="0" kern="1200" dirty="0" err="1">
              <a:latin typeface="+mn-lt"/>
            </a:rPr>
            <a:t>beragama</a:t>
          </a:r>
          <a:r>
            <a:rPr lang="es-ES" altLang="id-ID" sz="2200" b="0" kern="1200" dirty="0">
              <a:latin typeface="+mn-lt"/>
            </a:rPr>
            <a:t> </a:t>
          </a:r>
          <a:r>
            <a:rPr lang="es-ES" altLang="id-ID" sz="2200" b="0" kern="1200" dirty="0" err="1">
              <a:latin typeface="+mn-lt"/>
            </a:rPr>
            <a:t>adalah</a:t>
          </a:r>
          <a:r>
            <a:rPr lang="es-ES" altLang="id-ID" sz="2200" b="0" kern="1200" dirty="0">
              <a:latin typeface="+mn-lt"/>
            </a:rPr>
            <a:t> </a:t>
          </a:r>
          <a:r>
            <a:rPr lang="es-ES" altLang="id-ID" sz="2200" b="0" kern="1200" dirty="0" err="1">
              <a:latin typeface="+mn-lt"/>
            </a:rPr>
            <a:t>keadaan</a:t>
          </a:r>
          <a:r>
            <a:rPr lang="es-ES" altLang="id-ID" sz="2200" b="0" kern="1200" dirty="0">
              <a:latin typeface="+mn-lt"/>
            </a:rPr>
            <a:t> </a:t>
          </a:r>
          <a:r>
            <a:rPr lang="es-ES" altLang="id-ID" sz="2200" b="0" kern="1200" dirty="0" err="1">
              <a:latin typeface="+mn-lt"/>
            </a:rPr>
            <a:t>hubungan</a:t>
          </a:r>
          <a:r>
            <a:rPr lang="es-ES" altLang="id-ID" sz="2200" b="0" kern="1200" dirty="0">
              <a:latin typeface="+mn-lt"/>
            </a:rPr>
            <a:t> </a:t>
          </a:r>
          <a:r>
            <a:rPr lang="es-ES" altLang="id-ID" sz="2200" b="0" kern="1200" dirty="0" err="1">
              <a:latin typeface="+mn-lt"/>
            </a:rPr>
            <a:t>sesama</a:t>
          </a:r>
          <a:r>
            <a:rPr lang="es-ES" altLang="id-ID" sz="2200" b="0" kern="1200" dirty="0">
              <a:latin typeface="+mn-lt"/>
            </a:rPr>
            <a:t> </a:t>
          </a:r>
          <a:r>
            <a:rPr lang="es-ES" altLang="id-ID" sz="2200" b="0" kern="1200" dirty="0" err="1">
              <a:latin typeface="+mn-lt"/>
            </a:rPr>
            <a:t>umat</a:t>
          </a:r>
          <a:r>
            <a:rPr lang="es-ES" altLang="id-ID" sz="2200" b="0" kern="1200" dirty="0">
              <a:latin typeface="+mn-lt"/>
            </a:rPr>
            <a:t> </a:t>
          </a:r>
          <a:r>
            <a:rPr lang="es-ES" altLang="id-ID" sz="2200" b="0" kern="1200" dirty="0" err="1">
              <a:latin typeface="+mn-lt"/>
            </a:rPr>
            <a:t>beragama</a:t>
          </a:r>
          <a:r>
            <a:rPr lang="es-ES" altLang="id-ID" sz="2200" b="0" kern="1200" dirty="0">
              <a:latin typeface="+mn-lt"/>
            </a:rPr>
            <a:t> yang </a:t>
          </a:r>
          <a:r>
            <a:rPr lang="es-ES" altLang="id-ID" sz="2200" b="0" kern="1200" dirty="0" err="1">
              <a:latin typeface="+mn-lt"/>
            </a:rPr>
            <a:t>dilandasi</a:t>
          </a:r>
          <a:r>
            <a:rPr lang="es-ES" altLang="id-ID" sz="2200" b="0" kern="1200" dirty="0">
              <a:latin typeface="+mn-lt"/>
            </a:rPr>
            <a:t> </a:t>
          </a:r>
          <a:r>
            <a:rPr lang="es-ES" altLang="id-ID" sz="2200" b="0" kern="1200" dirty="0" err="1">
              <a:latin typeface="+mn-lt"/>
            </a:rPr>
            <a:t>toleransi</a:t>
          </a:r>
          <a:r>
            <a:rPr lang="es-ES" altLang="id-ID" sz="2200" b="0" kern="1200" dirty="0">
              <a:latin typeface="+mn-lt"/>
            </a:rPr>
            <a:t>,  </a:t>
          </a:r>
          <a:r>
            <a:rPr lang="es-ES" altLang="id-ID" sz="2200" b="0" kern="1200" dirty="0" err="1">
              <a:latin typeface="+mn-lt"/>
            </a:rPr>
            <a:t>saling</a:t>
          </a:r>
          <a:r>
            <a:rPr lang="es-ES" altLang="id-ID" sz="2200" b="0" kern="1200" dirty="0">
              <a:latin typeface="+mn-lt"/>
            </a:rPr>
            <a:t> </a:t>
          </a:r>
          <a:r>
            <a:rPr lang="es-ES" altLang="id-ID" sz="2200" b="0" kern="1200" dirty="0" err="1">
              <a:latin typeface="+mn-lt"/>
            </a:rPr>
            <a:t>pengertian</a:t>
          </a:r>
          <a:r>
            <a:rPr lang="es-ES" altLang="id-ID" sz="2200" b="0" kern="1200" dirty="0">
              <a:latin typeface="+mn-lt"/>
            </a:rPr>
            <a:t>, </a:t>
          </a:r>
          <a:r>
            <a:rPr lang="es-ES" altLang="id-ID" sz="2200" b="0" kern="1200" dirty="0" err="1">
              <a:latin typeface="+mn-lt"/>
            </a:rPr>
            <a:t>saling</a:t>
          </a:r>
          <a:r>
            <a:rPr lang="es-ES" altLang="id-ID" sz="2200" b="0" kern="1200" dirty="0">
              <a:latin typeface="+mn-lt"/>
            </a:rPr>
            <a:t> </a:t>
          </a:r>
          <a:r>
            <a:rPr lang="es-ES" altLang="id-ID" sz="2200" b="0" kern="1200" dirty="0" err="1">
              <a:latin typeface="+mn-lt"/>
            </a:rPr>
            <a:t>menghormati</a:t>
          </a:r>
          <a:r>
            <a:rPr lang="es-ES" altLang="id-ID" sz="2200" b="0" kern="1200" dirty="0">
              <a:latin typeface="+mn-lt"/>
            </a:rPr>
            <a:t>, </a:t>
          </a:r>
          <a:r>
            <a:rPr lang="es-ES" altLang="id-ID" sz="2200" b="0" kern="1200" dirty="0" err="1">
              <a:latin typeface="+mn-lt"/>
            </a:rPr>
            <a:t>menghargai</a:t>
          </a:r>
          <a:r>
            <a:rPr lang="es-ES" altLang="id-ID" sz="2200" b="0" kern="1200" dirty="0">
              <a:latin typeface="+mn-lt"/>
            </a:rPr>
            <a:t> </a:t>
          </a:r>
          <a:r>
            <a:rPr lang="es-ES" altLang="id-ID" sz="2200" b="0" kern="1200" dirty="0" err="1">
              <a:latin typeface="+mn-lt"/>
            </a:rPr>
            <a:t>kesetaraan</a:t>
          </a:r>
          <a:r>
            <a:rPr lang="es-ES" altLang="id-ID" sz="2200" b="0" kern="1200" dirty="0">
              <a:latin typeface="+mn-lt"/>
            </a:rPr>
            <a:t> </a:t>
          </a:r>
          <a:r>
            <a:rPr lang="es-ES" altLang="id-ID" sz="2200" b="0" kern="1200" dirty="0" err="1">
              <a:latin typeface="+mn-lt"/>
            </a:rPr>
            <a:t>dalam</a:t>
          </a:r>
          <a:r>
            <a:rPr lang="es-ES" altLang="id-ID" sz="2200" b="0" kern="1200" dirty="0">
              <a:latin typeface="+mn-lt"/>
            </a:rPr>
            <a:t> </a:t>
          </a:r>
          <a:r>
            <a:rPr lang="es-ES" altLang="id-ID" sz="2200" b="0" kern="1200" dirty="0" err="1">
              <a:latin typeface="+mn-lt"/>
            </a:rPr>
            <a:t>pengamalan</a:t>
          </a:r>
          <a:r>
            <a:rPr lang="es-ES" altLang="id-ID" sz="2200" b="0" kern="1200" dirty="0">
              <a:latin typeface="+mn-lt"/>
            </a:rPr>
            <a:t> ajaran </a:t>
          </a:r>
          <a:r>
            <a:rPr lang="es-ES" altLang="id-ID" sz="2200" b="0" kern="1200" dirty="0" err="1">
              <a:latin typeface="+mn-lt"/>
            </a:rPr>
            <a:t>agamanya</a:t>
          </a:r>
          <a:r>
            <a:rPr lang="es-ES" altLang="id-ID" sz="2200" b="0" kern="1200" dirty="0">
              <a:latin typeface="+mn-lt"/>
            </a:rPr>
            <a:t> dan </a:t>
          </a:r>
          <a:r>
            <a:rPr lang="es-ES" altLang="id-ID" sz="2200" b="0" kern="1200" dirty="0" err="1">
              <a:latin typeface="+mn-lt"/>
            </a:rPr>
            <a:t>kerjasama</a:t>
          </a:r>
          <a:r>
            <a:rPr lang="es-ES" altLang="id-ID" sz="2200" b="0" kern="1200" dirty="0">
              <a:latin typeface="+mn-lt"/>
            </a:rPr>
            <a:t> </a:t>
          </a:r>
          <a:r>
            <a:rPr lang="es-ES" altLang="id-ID" sz="2200" b="0" kern="1200" dirty="0" err="1">
              <a:latin typeface="+mn-lt"/>
            </a:rPr>
            <a:t>dalam</a:t>
          </a:r>
          <a:r>
            <a:rPr lang="es-ES" altLang="id-ID" sz="2200" b="0" kern="1200" dirty="0">
              <a:latin typeface="+mn-lt"/>
            </a:rPr>
            <a:t> </a:t>
          </a:r>
          <a:r>
            <a:rPr lang="es-ES" altLang="id-ID" sz="2200" b="0" kern="1200" dirty="0" err="1">
              <a:latin typeface="+mn-lt"/>
            </a:rPr>
            <a:t>kehidupan</a:t>
          </a:r>
          <a:r>
            <a:rPr lang="es-ES" altLang="id-ID" sz="2200" b="0" kern="1200" dirty="0">
              <a:latin typeface="+mn-lt"/>
            </a:rPr>
            <a:t> </a:t>
          </a:r>
          <a:r>
            <a:rPr lang="es-ES" altLang="id-ID" sz="2200" b="0" kern="1200" dirty="0" err="1">
              <a:latin typeface="+mn-lt"/>
            </a:rPr>
            <a:t>bermasyarakat</a:t>
          </a:r>
          <a:r>
            <a:rPr lang="es-ES" altLang="id-ID" sz="2200" b="0" kern="1200" dirty="0">
              <a:latin typeface="+mn-lt"/>
            </a:rPr>
            <a:t>, </a:t>
          </a:r>
          <a:r>
            <a:rPr lang="es-ES" altLang="id-ID" sz="2200" b="0" kern="1200" dirty="0" err="1">
              <a:latin typeface="+mn-lt"/>
            </a:rPr>
            <a:t>berbangsa</a:t>
          </a:r>
          <a:r>
            <a:rPr lang="es-ES" altLang="id-ID" sz="2200" b="0" kern="1200" dirty="0">
              <a:latin typeface="+mn-lt"/>
            </a:rPr>
            <a:t> dan </a:t>
          </a:r>
          <a:r>
            <a:rPr lang="es-ES" altLang="id-ID" sz="2200" b="0" kern="1200" dirty="0" err="1">
              <a:latin typeface="+mn-lt"/>
            </a:rPr>
            <a:t>bernegara</a:t>
          </a:r>
          <a:r>
            <a:rPr lang="es-ES" altLang="id-ID" sz="2200" b="0" kern="1200" dirty="0">
              <a:latin typeface="+mn-lt"/>
            </a:rPr>
            <a:t> di </a:t>
          </a:r>
          <a:r>
            <a:rPr lang="es-ES" altLang="id-ID" sz="2200" b="0" kern="1200" dirty="0" err="1">
              <a:latin typeface="+mn-lt"/>
            </a:rPr>
            <a:t>dalam</a:t>
          </a:r>
          <a:r>
            <a:rPr lang="es-ES" altLang="id-ID" sz="2200" b="0" kern="1200" dirty="0">
              <a:latin typeface="+mn-lt"/>
            </a:rPr>
            <a:t> Negara </a:t>
          </a:r>
          <a:r>
            <a:rPr lang="es-ES" altLang="id-ID" sz="2200" b="0" kern="1200" dirty="0" err="1">
              <a:latin typeface="+mn-lt"/>
            </a:rPr>
            <a:t>Kesatuan</a:t>
          </a:r>
          <a:r>
            <a:rPr lang="es-ES" altLang="id-ID" sz="2200" b="0" kern="1200" dirty="0">
              <a:latin typeface="+mn-lt"/>
            </a:rPr>
            <a:t> </a:t>
          </a:r>
          <a:r>
            <a:rPr lang="es-ES" altLang="id-ID" sz="2200" b="0" kern="1200" dirty="0" err="1">
              <a:latin typeface="+mn-lt"/>
            </a:rPr>
            <a:t>Republik</a:t>
          </a:r>
          <a:r>
            <a:rPr lang="es-ES" altLang="id-ID" sz="2200" b="0" kern="1200" dirty="0">
              <a:latin typeface="+mn-lt"/>
            </a:rPr>
            <a:t> Indonesia </a:t>
          </a:r>
          <a:r>
            <a:rPr lang="es-ES" altLang="id-ID" sz="2200" b="0" kern="1200" dirty="0" err="1">
              <a:latin typeface="+mn-lt"/>
            </a:rPr>
            <a:t>berdasarkan</a:t>
          </a:r>
          <a:r>
            <a:rPr lang="es-ES" altLang="id-ID" sz="2200" b="0" kern="1200" dirty="0">
              <a:latin typeface="+mn-lt"/>
            </a:rPr>
            <a:t> </a:t>
          </a:r>
          <a:r>
            <a:rPr lang="es-ES" altLang="id-ID" sz="2200" b="0" kern="1200" dirty="0" err="1">
              <a:latin typeface="+mn-lt"/>
            </a:rPr>
            <a:t>Pancasila</a:t>
          </a:r>
          <a:r>
            <a:rPr lang="es-ES" altLang="id-ID" sz="2200" b="0" kern="1200" dirty="0">
              <a:latin typeface="+mn-lt"/>
            </a:rPr>
            <a:t> dan </a:t>
          </a:r>
          <a:r>
            <a:rPr lang="es-ES" altLang="id-ID" sz="2200" b="0" kern="1200" dirty="0" err="1">
              <a:latin typeface="+mn-lt"/>
            </a:rPr>
            <a:t>Undang-Undang</a:t>
          </a:r>
          <a:r>
            <a:rPr lang="es-ES" altLang="id-ID" sz="2200" b="0" kern="1200" dirty="0">
              <a:latin typeface="+mn-lt"/>
            </a:rPr>
            <a:t> </a:t>
          </a:r>
          <a:r>
            <a:rPr lang="es-ES" altLang="id-ID" sz="2200" b="0" kern="1200" dirty="0" err="1">
              <a:latin typeface="+mn-lt"/>
            </a:rPr>
            <a:t>Dasar</a:t>
          </a:r>
          <a:r>
            <a:rPr lang="es-ES" altLang="id-ID" sz="2200" b="0" kern="1200" dirty="0">
              <a:latin typeface="+mn-lt"/>
            </a:rPr>
            <a:t> Negara </a:t>
          </a:r>
          <a:r>
            <a:rPr lang="es-ES" altLang="id-ID" sz="2200" b="0" kern="1200" dirty="0" err="1">
              <a:latin typeface="+mn-lt"/>
            </a:rPr>
            <a:t>Republik</a:t>
          </a:r>
          <a:r>
            <a:rPr lang="es-ES" altLang="id-ID" sz="2200" b="0" kern="1200" dirty="0">
              <a:latin typeface="+mn-lt"/>
            </a:rPr>
            <a:t> Indonesia </a:t>
          </a:r>
          <a:r>
            <a:rPr lang="es-ES" altLang="id-ID" sz="2200" b="0" kern="1200" dirty="0" err="1">
              <a:latin typeface="+mn-lt"/>
            </a:rPr>
            <a:t>Tahun</a:t>
          </a:r>
          <a:r>
            <a:rPr lang="es-ES" altLang="id-ID" sz="2200" b="0" kern="1200" dirty="0">
              <a:latin typeface="+mn-lt"/>
            </a:rPr>
            <a:t> 1945. </a:t>
          </a:r>
          <a:endParaRPr lang="en-US" sz="2200" b="0" kern="1200" dirty="0">
            <a:latin typeface="+mn-lt"/>
          </a:endParaRPr>
        </a:p>
      </dsp:txBody>
      <dsp:txXfrm>
        <a:off x="2334095" y="119731"/>
        <a:ext cx="8522162" cy="2364556"/>
      </dsp:txXfrm>
    </dsp:sp>
    <dsp:sp modelId="{A9F62AE1-BCC0-49FE-B0A2-48ECD0DC8E55}">
      <dsp:nvSpPr>
        <dsp:cNvPr id="0" name=""/>
        <dsp:cNvSpPr/>
      </dsp:nvSpPr>
      <dsp:spPr>
        <a:xfrm>
          <a:off x="2171251" y="2484287"/>
          <a:ext cx="868500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0D55053-375C-47FC-8A58-9D3D4D52B4DF}">
      <dsp:nvSpPr>
        <dsp:cNvPr id="0" name=""/>
        <dsp:cNvSpPr/>
      </dsp:nvSpPr>
      <dsp:spPr>
        <a:xfrm>
          <a:off x="0" y="2603245"/>
          <a:ext cx="1085625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F924A3-5F13-44C1-B939-B348B9369F65}">
      <dsp:nvSpPr>
        <dsp:cNvPr id="0" name=""/>
        <dsp:cNvSpPr/>
      </dsp:nvSpPr>
      <dsp:spPr>
        <a:xfrm>
          <a:off x="0" y="2603245"/>
          <a:ext cx="2171251" cy="10202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 dirty="0"/>
            <a:t>2</a:t>
          </a:r>
        </a:p>
      </dsp:txBody>
      <dsp:txXfrm>
        <a:off x="0" y="2603245"/>
        <a:ext cx="2171251" cy="1020289"/>
      </dsp:txXfrm>
    </dsp:sp>
    <dsp:sp modelId="{FF7B0F5D-B2DD-4448-910B-A506105B59FC}">
      <dsp:nvSpPr>
        <dsp:cNvPr id="0" name=""/>
        <dsp:cNvSpPr/>
      </dsp:nvSpPr>
      <dsp:spPr>
        <a:xfrm>
          <a:off x="2334095" y="2733387"/>
          <a:ext cx="8522162" cy="15194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just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Wingdings" panose="05000000000000000000" pitchFamily="2" charset="2"/>
            <a:buNone/>
          </a:pPr>
          <a:r>
            <a:rPr lang="es-ES" altLang="id-ID" sz="2200" b="0" kern="1200" dirty="0" err="1">
              <a:latin typeface="+mn-lt"/>
            </a:rPr>
            <a:t>Pemeliharaan</a:t>
          </a:r>
          <a:r>
            <a:rPr lang="es-ES" altLang="id-ID" sz="2200" b="0" kern="1200" dirty="0">
              <a:latin typeface="+mn-lt"/>
            </a:rPr>
            <a:t> </a:t>
          </a:r>
          <a:r>
            <a:rPr lang="es-ES" altLang="id-ID" sz="2200" b="0" kern="1200" dirty="0" err="1">
              <a:latin typeface="+mn-lt"/>
            </a:rPr>
            <a:t>kerukunan</a:t>
          </a:r>
          <a:r>
            <a:rPr lang="es-ES" altLang="id-ID" sz="2200" b="0" kern="1200" dirty="0">
              <a:latin typeface="+mn-lt"/>
            </a:rPr>
            <a:t> </a:t>
          </a:r>
          <a:r>
            <a:rPr lang="es-ES" altLang="id-ID" sz="2200" b="0" kern="1200" dirty="0" err="1">
              <a:latin typeface="+mn-lt"/>
            </a:rPr>
            <a:t>umat</a:t>
          </a:r>
          <a:r>
            <a:rPr lang="es-ES" altLang="id-ID" sz="2200" b="0" kern="1200" dirty="0">
              <a:latin typeface="+mn-lt"/>
            </a:rPr>
            <a:t> </a:t>
          </a:r>
          <a:r>
            <a:rPr lang="es-ES" altLang="id-ID" sz="2200" b="0" kern="1200" dirty="0" err="1">
              <a:latin typeface="+mn-lt"/>
            </a:rPr>
            <a:t>beragama</a:t>
          </a:r>
          <a:r>
            <a:rPr lang="es-ES" altLang="id-ID" sz="2200" b="0" kern="1200" dirty="0">
              <a:latin typeface="+mn-lt"/>
            </a:rPr>
            <a:t> </a:t>
          </a:r>
          <a:r>
            <a:rPr lang="es-ES" altLang="id-ID" sz="2200" b="0" kern="1200" dirty="0" err="1">
              <a:latin typeface="+mn-lt"/>
            </a:rPr>
            <a:t>adalah</a:t>
          </a:r>
          <a:r>
            <a:rPr lang="es-ES" altLang="id-ID" sz="2200" b="0" kern="1200" dirty="0">
              <a:latin typeface="+mn-lt"/>
            </a:rPr>
            <a:t> </a:t>
          </a:r>
          <a:r>
            <a:rPr lang="es-ES" altLang="id-ID" sz="2200" b="0" kern="1200" dirty="0" err="1">
              <a:latin typeface="+mn-lt"/>
            </a:rPr>
            <a:t>upaya</a:t>
          </a:r>
          <a:r>
            <a:rPr lang="es-ES" altLang="id-ID" sz="2200" b="0" kern="1200" dirty="0">
              <a:latin typeface="+mn-lt"/>
            </a:rPr>
            <a:t> </a:t>
          </a:r>
          <a:r>
            <a:rPr lang="es-ES" altLang="id-ID" sz="2200" b="0" kern="1200" dirty="0" err="1">
              <a:latin typeface="+mn-lt"/>
            </a:rPr>
            <a:t>bersama</a:t>
          </a:r>
          <a:r>
            <a:rPr lang="es-ES" altLang="id-ID" sz="2200" b="0" kern="1200" dirty="0">
              <a:latin typeface="+mn-lt"/>
            </a:rPr>
            <a:t>    </a:t>
          </a:r>
          <a:r>
            <a:rPr lang="es-ES" altLang="id-ID" sz="2200" b="0" kern="1200" dirty="0" err="1">
              <a:latin typeface="+mn-lt"/>
            </a:rPr>
            <a:t>umat</a:t>
          </a:r>
          <a:r>
            <a:rPr lang="es-ES" altLang="id-ID" sz="2200" b="0" kern="1200" dirty="0">
              <a:latin typeface="+mn-lt"/>
            </a:rPr>
            <a:t> </a:t>
          </a:r>
          <a:r>
            <a:rPr lang="es-ES" altLang="id-ID" sz="2200" b="0" kern="1200" dirty="0" err="1">
              <a:latin typeface="+mn-lt"/>
            </a:rPr>
            <a:t>beragama</a:t>
          </a:r>
          <a:r>
            <a:rPr lang="es-ES" altLang="id-ID" sz="2200" b="0" kern="1200" dirty="0">
              <a:latin typeface="+mn-lt"/>
            </a:rPr>
            <a:t> dan </a:t>
          </a:r>
          <a:r>
            <a:rPr lang="es-ES" altLang="id-ID" sz="2200" b="0" kern="1200" dirty="0" err="1">
              <a:latin typeface="+mn-lt"/>
            </a:rPr>
            <a:t>Pemerintah</a:t>
          </a:r>
          <a:r>
            <a:rPr lang="es-ES" altLang="id-ID" sz="2200" b="0" kern="1200" dirty="0">
              <a:latin typeface="+mn-lt"/>
            </a:rPr>
            <a:t> di </a:t>
          </a:r>
          <a:r>
            <a:rPr lang="es-ES" altLang="id-ID" sz="2200" b="0" kern="1200" dirty="0" err="1">
              <a:latin typeface="+mn-lt"/>
            </a:rPr>
            <a:t>bidang</a:t>
          </a:r>
          <a:r>
            <a:rPr lang="es-ES" altLang="id-ID" sz="2200" b="0" kern="1200" dirty="0">
              <a:latin typeface="+mn-lt"/>
            </a:rPr>
            <a:t> </a:t>
          </a:r>
          <a:r>
            <a:rPr lang="es-ES" altLang="id-ID" sz="2200" b="0" kern="1200" dirty="0" err="1">
              <a:latin typeface="+mn-lt"/>
            </a:rPr>
            <a:t>pelayanan</a:t>
          </a:r>
          <a:r>
            <a:rPr lang="es-ES" altLang="id-ID" sz="2200" b="0" kern="1200" dirty="0">
              <a:latin typeface="+mn-lt"/>
            </a:rPr>
            <a:t>, </a:t>
          </a:r>
          <a:r>
            <a:rPr lang="es-ES" altLang="id-ID" sz="2200" b="0" kern="1200" dirty="0" err="1">
              <a:latin typeface="+mn-lt"/>
            </a:rPr>
            <a:t>pengaturan</a:t>
          </a:r>
          <a:r>
            <a:rPr lang="es-ES" altLang="id-ID" sz="2200" b="0" kern="1200" dirty="0">
              <a:latin typeface="+mn-lt"/>
            </a:rPr>
            <a:t>, dan </a:t>
          </a:r>
          <a:r>
            <a:rPr lang="es-ES" altLang="id-ID" sz="2200" b="0" kern="1200" dirty="0" err="1">
              <a:latin typeface="+mn-lt"/>
            </a:rPr>
            <a:t>pemberdayaan</a:t>
          </a:r>
          <a:r>
            <a:rPr lang="es-ES" altLang="id-ID" sz="2200" b="0" kern="1200" dirty="0">
              <a:latin typeface="+mn-lt"/>
            </a:rPr>
            <a:t> </a:t>
          </a:r>
          <a:r>
            <a:rPr lang="es-ES" altLang="id-ID" sz="2200" b="0" kern="1200" dirty="0" err="1">
              <a:latin typeface="+mn-lt"/>
            </a:rPr>
            <a:t>umat</a:t>
          </a:r>
          <a:r>
            <a:rPr lang="es-ES" altLang="id-ID" sz="2200" b="0" kern="1200" dirty="0">
              <a:latin typeface="+mn-lt"/>
            </a:rPr>
            <a:t> </a:t>
          </a:r>
          <a:r>
            <a:rPr lang="es-ES" altLang="id-ID" sz="2200" b="0" kern="1200" dirty="0" err="1">
              <a:latin typeface="+mn-lt"/>
            </a:rPr>
            <a:t>beragama</a:t>
          </a:r>
          <a:r>
            <a:rPr lang="es-ES" altLang="id-ID" sz="2200" b="0" kern="1200" dirty="0">
              <a:latin typeface="+mn-lt"/>
            </a:rPr>
            <a:t>.</a:t>
          </a:r>
          <a:endParaRPr lang="en-US" sz="2200" b="0" kern="1200" dirty="0">
            <a:latin typeface="+mn-lt"/>
          </a:endParaRPr>
        </a:p>
      </dsp:txBody>
      <dsp:txXfrm>
        <a:off x="2334095" y="2733387"/>
        <a:ext cx="8522162" cy="1519437"/>
      </dsp:txXfrm>
    </dsp:sp>
    <dsp:sp modelId="{E4D29D9D-E8F5-4BE8-80E9-D1DF608B1A06}">
      <dsp:nvSpPr>
        <dsp:cNvPr id="0" name=""/>
        <dsp:cNvSpPr/>
      </dsp:nvSpPr>
      <dsp:spPr>
        <a:xfrm>
          <a:off x="2171251" y="4252825"/>
          <a:ext cx="868500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A8D631-C138-46E9-ACA0-CB337C1C8119}">
      <dsp:nvSpPr>
        <dsp:cNvPr id="0" name=""/>
        <dsp:cNvSpPr/>
      </dsp:nvSpPr>
      <dsp:spPr>
        <a:xfrm>
          <a:off x="1019" y="402511"/>
          <a:ext cx="675141" cy="6336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7584" tIns="81280" rIns="227584" bIns="81280" numCol="1" spcCol="1270" anchor="ctr" anchorCtr="0">
          <a:noAutofit/>
        </a:bodyPr>
        <a:lstStyle/>
        <a:p>
          <a:pPr marL="0" lvl="0" indent="0" algn="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a</a:t>
          </a:r>
        </a:p>
      </dsp:txBody>
      <dsp:txXfrm>
        <a:off x="1019" y="402511"/>
        <a:ext cx="675141" cy="633600"/>
      </dsp:txXfrm>
    </dsp:sp>
    <dsp:sp modelId="{2DBC622C-5BC5-4748-A020-7E752E9EC0B3}">
      <dsp:nvSpPr>
        <dsp:cNvPr id="0" name=""/>
        <dsp:cNvSpPr/>
      </dsp:nvSpPr>
      <dsp:spPr>
        <a:xfrm>
          <a:off x="676160" y="402511"/>
          <a:ext cx="540783" cy="633600"/>
        </a:xfrm>
        <a:prstGeom prst="leftBrace">
          <a:avLst>
            <a:gd name="adj1" fmla="val 35000"/>
            <a:gd name="adj2" fmla="val 50000"/>
          </a:avLst>
        </a:pr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705FCD2-EFBB-4FD8-8D5C-352D873FF7FD}">
      <dsp:nvSpPr>
        <dsp:cNvPr id="0" name=""/>
        <dsp:cNvSpPr/>
      </dsp:nvSpPr>
      <dsp:spPr>
        <a:xfrm>
          <a:off x="1433257" y="402511"/>
          <a:ext cx="9402559" cy="63360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v"/>
          </a:pPr>
          <a:r>
            <a:rPr lang="en-US" altLang="id-ID" sz="2200" kern="1200" dirty="0" err="1"/>
            <a:t>Globalisasi</a:t>
          </a:r>
          <a:r>
            <a:rPr lang="en-US" altLang="id-ID" sz="2200" kern="1200" dirty="0"/>
            <a:t> (borderless world, borderless society)</a:t>
          </a:r>
          <a:endParaRPr lang="en-US" sz="2200" kern="1200" dirty="0"/>
        </a:p>
      </dsp:txBody>
      <dsp:txXfrm>
        <a:off x="1433257" y="402511"/>
        <a:ext cx="9402559" cy="633600"/>
      </dsp:txXfrm>
    </dsp:sp>
    <dsp:sp modelId="{7989FEEA-71D3-4B5A-BDCD-F1D8C329B9A5}">
      <dsp:nvSpPr>
        <dsp:cNvPr id="0" name=""/>
        <dsp:cNvSpPr/>
      </dsp:nvSpPr>
      <dsp:spPr>
        <a:xfrm>
          <a:off x="1019" y="1379011"/>
          <a:ext cx="675141" cy="6336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7584" tIns="81280" rIns="227584" bIns="81280" numCol="1" spcCol="1270" anchor="ctr" anchorCtr="0">
          <a:noAutofit/>
        </a:bodyPr>
        <a:lstStyle/>
        <a:p>
          <a:pPr marL="0" lvl="0" indent="0" algn="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b</a:t>
          </a:r>
        </a:p>
      </dsp:txBody>
      <dsp:txXfrm>
        <a:off x="1019" y="1379011"/>
        <a:ext cx="675141" cy="633600"/>
      </dsp:txXfrm>
    </dsp:sp>
    <dsp:sp modelId="{0C142DB7-76D6-4F63-B502-47D355006787}">
      <dsp:nvSpPr>
        <dsp:cNvPr id="0" name=""/>
        <dsp:cNvSpPr/>
      </dsp:nvSpPr>
      <dsp:spPr>
        <a:xfrm>
          <a:off x="676160" y="1151311"/>
          <a:ext cx="540783" cy="1089000"/>
        </a:xfrm>
        <a:prstGeom prst="leftBrace">
          <a:avLst>
            <a:gd name="adj1" fmla="val 35000"/>
            <a:gd name="adj2" fmla="val 50000"/>
          </a:avLst>
        </a:pr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0AFA502-C3C7-4404-B441-FDA4540E44CB}">
      <dsp:nvSpPr>
        <dsp:cNvPr id="0" name=""/>
        <dsp:cNvSpPr/>
      </dsp:nvSpPr>
      <dsp:spPr>
        <a:xfrm>
          <a:off x="1433257" y="1151311"/>
          <a:ext cx="9402559" cy="108900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228600" lvl="1" indent="-228600" algn="just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v"/>
          </a:pPr>
          <a:r>
            <a:rPr lang="en-US" altLang="id-ID" sz="2200" kern="1200" dirty="0" err="1"/>
            <a:t>Perubahan</a:t>
          </a:r>
          <a:r>
            <a:rPr lang="en-US" altLang="id-ID" sz="2200" kern="1200" dirty="0"/>
            <a:t> </a:t>
          </a:r>
          <a:r>
            <a:rPr lang="en-US" altLang="id-ID" sz="2200" kern="1200" dirty="0" err="1"/>
            <a:t>Sosial</a:t>
          </a:r>
          <a:r>
            <a:rPr lang="en-US" altLang="id-ID" sz="2200" kern="1200" dirty="0"/>
            <a:t> yang sangat </a:t>
          </a:r>
          <a:r>
            <a:rPr lang="en-US" altLang="id-ID" sz="2200" kern="1200" dirty="0" err="1"/>
            <a:t>cepat</a:t>
          </a:r>
          <a:r>
            <a:rPr lang="en-US" altLang="id-ID" sz="2200" kern="1200" dirty="0"/>
            <a:t> (</a:t>
          </a:r>
          <a:r>
            <a:rPr lang="en-US" altLang="id-ID" sz="2200" kern="1200" dirty="0" err="1"/>
            <a:t>semakin</a:t>
          </a:r>
          <a:r>
            <a:rPr lang="en-US" altLang="id-ID" sz="2200" kern="1200" dirty="0"/>
            <a:t> </a:t>
          </a:r>
          <a:r>
            <a:rPr lang="en-US" altLang="id-ID" sz="2200" kern="1200" dirty="0" err="1"/>
            <a:t>melemahnya</a:t>
          </a:r>
          <a:r>
            <a:rPr lang="en-US" altLang="id-ID" sz="2200" kern="1200" dirty="0"/>
            <a:t> </a:t>
          </a:r>
          <a:r>
            <a:rPr lang="en-US" altLang="id-ID" sz="2200" kern="1200" dirty="0" err="1"/>
            <a:t>moralitas</a:t>
          </a:r>
          <a:r>
            <a:rPr lang="en-US" altLang="id-ID" sz="2200" kern="1200" dirty="0"/>
            <a:t>, </a:t>
          </a:r>
          <a:r>
            <a:rPr lang="en-US" altLang="id-ID" sz="2200" kern="1200" dirty="0" err="1"/>
            <a:t>kekeluargaan</a:t>
          </a:r>
          <a:r>
            <a:rPr lang="en-US" altLang="id-ID" sz="2200" kern="1200" dirty="0"/>
            <a:t>, </a:t>
          </a:r>
          <a:r>
            <a:rPr lang="en-US" altLang="id-ID" sz="2200" kern="1200" dirty="0" err="1"/>
            <a:t>kekerabatan</a:t>
          </a:r>
          <a:r>
            <a:rPr lang="en-US" altLang="id-ID" sz="2200" kern="1200" dirty="0"/>
            <a:t>, </a:t>
          </a:r>
          <a:r>
            <a:rPr lang="en-US" altLang="id-ID" sz="2200" kern="1200" dirty="0" err="1"/>
            <a:t>solidaritas</a:t>
          </a:r>
          <a:r>
            <a:rPr lang="en-US" altLang="id-ID" sz="2200" kern="1200" dirty="0"/>
            <a:t> </a:t>
          </a:r>
          <a:r>
            <a:rPr lang="en-US" altLang="id-ID" sz="2200" kern="1200" dirty="0" err="1"/>
            <a:t>sosial</a:t>
          </a:r>
          <a:r>
            <a:rPr lang="en-US" altLang="id-ID" sz="2200" kern="1200" dirty="0"/>
            <a:t> dan </a:t>
          </a:r>
          <a:r>
            <a:rPr lang="en-US" altLang="id-ID" sz="2200" kern="1200" dirty="0" err="1"/>
            <a:t>primordialitas</a:t>
          </a:r>
          <a:r>
            <a:rPr lang="en-US" altLang="id-ID" sz="2200" kern="1200" dirty="0"/>
            <a:t>, </a:t>
          </a:r>
          <a:r>
            <a:rPr lang="en-US" altLang="id-ID" sz="2200" kern="1200" dirty="0" err="1"/>
            <a:t>sebaliknya</a:t>
          </a:r>
          <a:r>
            <a:rPr lang="en-US" altLang="id-ID" sz="2200" kern="1200" dirty="0"/>
            <a:t> </a:t>
          </a:r>
          <a:r>
            <a:rPr lang="en-US" altLang="id-ID" sz="2200" kern="1200" dirty="0" err="1"/>
            <a:t>semakin</a:t>
          </a:r>
          <a:r>
            <a:rPr lang="en-US" altLang="id-ID" sz="2200" kern="1200" dirty="0"/>
            <a:t> </a:t>
          </a:r>
          <a:r>
            <a:rPr lang="en-US" altLang="id-ID" sz="2200" kern="1200" dirty="0" err="1"/>
            <a:t>menguat</a:t>
          </a:r>
          <a:r>
            <a:rPr lang="en-US" altLang="id-ID" sz="2200" kern="1200" dirty="0"/>
            <a:t> </a:t>
          </a:r>
          <a:r>
            <a:rPr lang="en-US" altLang="id-ID" sz="2200" kern="1200" dirty="0" err="1"/>
            <a:t>individualisme</a:t>
          </a:r>
          <a:r>
            <a:rPr lang="en-US" altLang="id-ID" sz="2200" kern="1200" dirty="0"/>
            <a:t>, </a:t>
          </a:r>
          <a:r>
            <a:rPr lang="en-US" altLang="id-ID" sz="2200" kern="1200" dirty="0" err="1"/>
            <a:t>konsumerisme</a:t>
          </a:r>
          <a:r>
            <a:rPr lang="en-US" altLang="id-ID" sz="2200" kern="1200" dirty="0"/>
            <a:t> dan </a:t>
          </a:r>
          <a:r>
            <a:rPr lang="en-US" altLang="id-ID" sz="2200" kern="1200" dirty="0" err="1"/>
            <a:t>kapitalisme</a:t>
          </a:r>
          <a:r>
            <a:rPr lang="en-US" altLang="id-ID" sz="2200" kern="1200" dirty="0"/>
            <a:t>) </a:t>
          </a:r>
          <a:endParaRPr lang="en-US" sz="2200" kern="1200" dirty="0"/>
        </a:p>
      </dsp:txBody>
      <dsp:txXfrm>
        <a:off x="1433257" y="1151311"/>
        <a:ext cx="9402559" cy="1089000"/>
      </dsp:txXfrm>
    </dsp:sp>
    <dsp:sp modelId="{A744F323-1369-40EE-AD4D-ED01E8D41AE8}">
      <dsp:nvSpPr>
        <dsp:cNvPr id="0" name=""/>
        <dsp:cNvSpPr/>
      </dsp:nvSpPr>
      <dsp:spPr>
        <a:xfrm>
          <a:off x="1019" y="2434711"/>
          <a:ext cx="675141" cy="6336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7584" tIns="81280" rIns="227584" bIns="81280" numCol="1" spcCol="1270" anchor="ctr" anchorCtr="0">
          <a:noAutofit/>
        </a:bodyPr>
        <a:lstStyle/>
        <a:p>
          <a:pPr marL="0" lvl="0" indent="0" algn="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c</a:t>
          </a:r>
        </a:p>
      </dsp:txBody>
      <dsp:txXfrm>
        <a:off x="1019" y="2434711"/>
        <a:ext cx="675141" cy="633600"/>
      </dsp:txXfrm>
    </dsp:sp>
    <dsp:sp modelId="{6E7C0A97-CFFA-4AC8-BACF-41A62E5A3554}">
      <dsp:nvSpPr>
        <dsp:cNvPr id="0" name=""/>
        <dsp:cNvSpPr/>
      </dsp:nvSpPr>
      <dsp:spPr>
        <a:xfrm>
          <a:off x="676160" y="2355511"/>
          <a:ext cx="540783" cy="792000"/>
        </a:xfrm>
        <a:prstGeom prst="leftBrace">
          <a:avLst>
            <a:gd name="adj1" fmla="val 35000"/>
            <a:gd name="adj2" fmla="val 50000"/>
          </a:avLst>
        </a:pr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9763549-B2F6-4111-B521-7562CFF91D8D}">
      <dsp:nvSpPr>
        <dsp:cNvPr id="0" name=""/>
        <dsp:cNvSpPr/>
      </dsp:nvSpPr>
      <dsp:spPr>
        <a:xfrm>
          <a:off x="1433257" y="2355511"/>
          <a:ext cx="9402559" cy="79200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228600" lvl="1" indent="-228600" algn="just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v"/>
          </a:pPr>
          <a:r>
            <a:rPr lang="en-US" altLang="id-ID" sz="2200" kern="1200" dirty="0" err="1"/>
            <a:t>Kemajuan</a:t>
          </a:r>
          <a:r>
            <a:rPr lang="en-US" altLang="id-ID" sz="2200" kern="1200" dirty="0"/>
            <a:t> </a:t>
          </a:r>
          <a:r>
            <a:rPr lang="en-US" altLang="id-ID" sz="2200" kern="1200" dirty="0" err="1"/>
            <a:t>teknologi</a:t>
          </a:r>
          <a:r>
            <a:rPr lang="en-US" altLang="id-ID" sz="2200" kern="1200" dirty="0"/>
            <a:t> </a:t>
          </a:r>
          <a:r>
            <a:rPr lang="en-US" altLang="id-ID" sz="2200" kern="1200" dirty="0" err="1"/>
            <a:t>komunikasi</a:t>
          </a:r>
          <a:r>
            <a:rPr lang="en-US" altLang="id-ID" sz="2200" kern="1200" dirty="0"/>
            <a:t> dan </a:t>
          </a:r>
          <a:r>
            <a:rPr lang="en-US" altLang="id-ID" sz="2200" kern="1200" dirty="0" err="1"/>
            <a:t>informasi</a:t>
          </a:r>
          <a:r>
            <a:rPr lang="en-US" altLang="id-ID" sz="2200" kern="1200" dirty="0"/>
            <a:t> (</a:t>
          </a:r>
          <a:r>
            <a:rPr lang="en-US" altLang="id-ID" sz="2200" kern="1200" dirty="0" err="1"/>
            <a:t>semakin</a:t>
          </a:r>
          <a:r>
            <a:rPr lang="en-US" altLang="id-ID" sz="2200" kern="1200" dirty="0"/>
            <a:t> </a:t>
          </a:r>
          <a:r>
            <a:rPr lang="en-US" altLang="id-ID" sz="2200" kern="1200" dirty="0" err="1"/>
            <a:t>mudahnya</a:t>
          </a:r>
          <a:r>
            <a:rPr lang="en-US" altLang="id-ID" sz="2200" kern="1200" dirty="0"/>
            <a:t> </a:t>
          </a:r>
          <a:r>
            <a:rPr lang="en-US" altLang="id-ID" sz="2200" kern="1200" dirty="0" err="1"/>
            <a:t>mengakses</a:t>
          </a:r>
          <a:r>
            <a:rPr lang="en-US" altLang="id-ID" sz="2200" kern="1200" dirty="0"/>
            <a:t> </a:t>
          </a:r>
          <a:r>
            <a:rPr lang="en-US" altLang="id-ID" sz="2200" kern="1200" dirty="0" err="1"/>
            <a:t>informasi</a:t>
          </a:r>
          <a:r>
            <a:rPr lang="en-US" altLang="id-ID" sz="2200" kern="1200" dirty="0"/>
            <a:t> dan </a:t>
          </a:r>
          <a:r>
            <a:rPr lang="en-US" altLang="id-ID" sz="2200" kern="1200" dirty="0" err="1"/>
            <a:t>melakukan</a:t>
          </a:r>
          <a:r>
            <a:rPr lang="en-US" altLang="id-ID" sz="2200" kern="1200" dirty="0"/>
            <a:t> </a:t>
          </a:r>
          <a:r>
            <a:rPr lang="en-US" altLang="id-ID" sz="2200" kern="1200" dirty="0" err="1"/>
            <a:t>komunikasi</a:t>
          </a:r>
          <a:r>
            <a:rPr lang="en-US" altLang="id-ID" sz="2200" kern="1200" dirty="0"/>
            <a:t> </a:t>
          </a:r>
          <a:r>
            <a:rPr lang="en-US" altLang="id-ID" sz="2200" kern="1200" dirty="0" err="1"/>
            <a:t>melalui</a:t>
          </a:r>
          <a:r>
            <a:rPr lang="en-US" altLang="id-ID" sz="2200" kern="1200" dirty="0"/>
            <a:t> </a:t>
          </a:r>
          <a:r>
            <a:rPr lang="en-US" altLang="id-ID" sz="2200" kern="1200" dirty="0" err="1"/>
            <a:t>interaksi</a:t>
          </a:r>
          <a:r>
            <a:rPr lang="en-US" altLang="id-ID" sz="2200" kern="1200" dirty="0"/>
            <a:t> </a:t>
          </a:r>
          <a:r>
            <a:rPr lang="en-US" altLang="id-ID" sz="2200" kern="1200" dirty="0" err="1"/>
            <a:t>dalam</a:t>
          </a:r>
          <a:r>
            <a:rPr lang="en-US" altLang="id-ID" sz="2200" kern="1200" dirty="0"/>
            <a:t> dunia maya)</a:t>
          </a:r>
          <a:endParaRPr lang="en-US" sz="2200" kern="1200" dirty="0"/>
        </a:p>
      </dsp:txBody>
      <dsp:txXfrm>
        <a:off x="1433257" y="2355511"/>
        <a:ext cx="9402559" cy="79200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BBD2AF-CE3D-45CF-9487-52B11A3A3C5C}">
      <dsp:nvSpPr>
        <dsp:cNvPr id="0" name=""/>
        <dsp:cNvSpPr/>
      </dsp:nvSpPr>
      <dsp:spPr>
        <a:xfrm>
          <a:off x="0" y="305955"/>
          <a:ext cx="10323513" cy="1234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1219" tIns="145796" rIns="801219" bIns="156464" numCol="1" spcCol="1270" anchor="t" anchorCtr="0">
          <a:noAutofit/>
        </a:bodyPr>
        <a:lstStyle/>
        <a:p>
          <a:pPr marL="228600" lvl="1" indent="-228600" algn="just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id-ID" sz="2200" kern="1200" dirty="0" err="1"/>
            <a:t>Lemahnya</a:t>
          </a:r>
          <a:r>
            <a:rPr lang="en-US" altLang="id-ID" sz="2200" kern="1200" dirty="0"/>
            <a:t> agama-agama formal </a:t>
          </a:r>
          <a:r>
            <a:rPr lang="en-US" altLang="id-ID" sz="2200" kern="1200" dirty="0" err="1"/>
            <a:t>untuk</a:t>
          </a:r>
          <a:r>
            <a:rPr lang="en-US" altLang="id-ID" sz="2200" kern="1200" dirty="0"/>
            <a:t> </a:t>
          </a:r>
          <a:r>
            <a:rPr lang="en-US" altLang="id-ID" sz="2200" kern="1200" dirty="0" err="1"/>
            <a:t>menyapa</a:t>
          </a:r>
          <a:r>
            <a:rPr lang="en-US" altLang="id-ID" sz="2200" kern="1200" dirty="0"/>
            <a:t> </a:t>
          </a:r>
          <a:r>
            <a:rPr lang="en-US" altLang="id-ID" sz="2200" kern="1200" dirty="0" err="1"/>
            <a:t>terhadap</a:t>
          </a:r>
          <a:r>
            <a:rPr lang="en-US" altLang="id-ID" sz="2200" kern="1200" dirty="0"/>
            <a:t> </a:t>
          </a:r>
          <a:r>
            <a:rPr lang="en-US" altLang="id-ID" sz="2200" kern="1200" dirty="0" err="1"/>
            <a:t>kelompok-kelompok</a:t>
          </a:r>
          <a:r>
            <a:rPr lang="en-US" altLang="id-ID" sz="2200" kern="1200" dirty="0"/>
            <a:t> </a:t>
          </a:r>
          <a:r>
            <a:rPr lang="en-US" altLang="id-ID" sz="2200" kern="1200" dirty="0" err="1"/>
            <a:t>pinggiran</a:t>
          </a:r>
          <a:r>
            <a:rPr lang="en-US" altLang="id-ID" sz="2200" kern="1200" dirty="0"/>
            <a:t>. Agama-agama formal </a:t>
          </a:r>
          <a:r>
            <a:rPr lang="en-US" altLang="id-ID" sz="2200" kern="1200" dirty="0" err="1"/>
            <a:t>lebih</a:t>
          </a:r>
          <a:r>
            <a:rPr lang="en-US" altLang="id-ID" sz="2200" kern="1200" dirty="0"/>
            <a:t> </a:t>
          </a:r>
          <a:r>
            <a:rPr lang="en-US" altLang="id-ID" sz="2200" kern="1200" dirty="0" err="1"/>
            <a:t>banyak</a:t>
          </a:r>
          <a:r>
            <a:rPr lang="en-US" altLang="id-ID" sz="2200" kern="1200" dirty="0"/>
            <a:t> </a:t>
          </a:r>
          <a:r>
            <a:rPr lang="en-US" altLang="id-ID" sz="2200" kern="1200" dirty="0" err="1"/>
            <a:t>menyentuh</a:t>
          </a:r>
          <a:r>
            <a:rPr lang="en-US" altLang="id-ID" sz="2200" kern="1200" dirty="0"/>
            <a:t> </a:t>
          </a:r>
          <a:r>
            <a:rPr lang="en-US" altLang="id-ID" sz="2200" kern="1200" dirty="0" err="1"/>
            <a:t>terhadap</a:t>
          </a:r>
          <a:r>
            <a:rPr lang="en-US" altLang="id-ID" sz="2200" kern="1200" dirty="0"/>
            <a:t> orang-orang yang </a:t>
          </a:r>
          <a:r>
            <a:rPr lang="en-US" altLang="id-ID" sz="2200" kern="1200" dirty="0" err="1"/>
            <a:t>sudah</a:t>
          </a:r>
          <a:r>
            <a:rPr lang="en-US" altLang="id-ID" sz="2200" kern="1200" dirty="0"/>
            <a:t> Islam. </a:t>
          </a:r>
          <a:endParaRPr lang="en-US" sz="2200" kern="1200" dirty="0"/>
        </a:p>
      </dsp:txBody>
      <dsp:txXfrm>
        <a:off x="0" y="305955"/>
        <a:ext cx="10323513" cy="1234800"/>
      </dsp:txXfrm>
    </dsp:sp>
    <dsp:sp modelId="{28F515EB-CEBD-4E2B-A64C-6A8E97ECC6A5}">
      <dsp:nvSpPr>
        <dsp:cNvPr id="0" name=""/>
        <dsp:cNvSpPr/>
      </dsp:nvSpPr>
      <dsp:spPr>
        <a:xfrm>
          <a:off x="516175" y="4841"/>
          <a:ext cx="1720258" cy="404433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3143" tIns="0" rIns="273143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id-ID" sz="2200" b="1" kern="1200" dirty="0" err="1"/>
            <a:t>Pertama</a:t>
          </a:r>
          <a:endParaRPr lang="en-US" sz="2200" b="1" kern="1200" dirty="0"/>
        </a:p>
      </dsp:txBody>
      <dsp:txXfrm>
        <a:off x="535918" y="24584"/>
        <a:ext cx="1680772" cy="364947"/>
      </dsp:txXfrm>
    </dsp:sp>
    <dsp:sp modelId="{03C29670-DAD9-45FE-9F1C-B02F8DD38484}">
      <dsp:nvSpPr>
        <dsp:cNvPr id="0" name=""/>
        <dsp:cNvSpPr/>
      </dsp:nvSpPr>
      <dsp:spPr>
        <a:xfrm>
          <a:off x="0" y="1879668"/>
          <a:ext cx="10323513" cy="1852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1219" tIns="145796" rIns="801219" bIns="156464" numCol="1" spcCol="1270" anchor="t" anchorCtr="0">
          <a:noAutofit/>
        </a:bodyPr>
        <a:lstStyle/>
        <a:p>
          <a:pPr marL="228600" lvl="1" indent="-228600" algn="just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id-ID" sz="2200" kern="1200" dirty="0" err="1"/>
            <a:t>Mereka</a:t>
          </a:r>
          <a:r>
            <a:rPr lang="en-US" altLang="id-ID" sz="2200" kern="1200" dirty="0"/>
            <a:t> </a:t>
          </a:r>
          <a:r>
            <a:rPr lang="en-US" altLang="id-ID" sz="2200" kern="1200" dirty="0" err="1"/>
            <a:t>belum</a:t>
          </a:r>
          <a:r>
            <a:rPr lang="en-US" altLang="id-ID" sz="2200" kern="1200" dirty="0"/>
            <a:t> </a:t>
          </a:r>
          <a:r>
            <a:rPr lang="en-US" altLang="id-ID" sz="2200" kern="1200" dirty="0" err="1"/>
            <a:t>merasakan</a:t>
          </a:r>
          <a:r>
            <a:rPr lang="en-US" altLang="id-ID" sz="2200" kern="1200" dirty="0"/>
            <a:t> </a:t>
          </a:r>
          <a:r>
            <a:rPr lang="en-US" altLang="id-ID" sz="2200" kern="1200" dirty="0" err="1"/>
            <a:t>kepuasan</a:t>
          </a:r>
          <a:r>
            <a:rPr lang="en-US" altLang="id-ID" sz="2200" kern="1200" dirty="0"/>
            <a:t> </a:t>
          </a:r>
          <a:r>
            <a:rPr lang="en-US" altLang="id-ID" sz="2200" kern="1200" dirty="0" err="1"/>
            <a:t>dengan</a:t>
          </a:r>
          <a:r>
            <a:rPr lang="en-US" altLang="id-ID" sz="2200" kern="1200" dirty="0"/>
            <a:t> agama formal. </a:t>
          </a:r>
          <a:r>
            <a:rPr lang="en-US" altLang="id-ID" sz="2200" kern="1200" dirty="0" err="1"/>
            <a:t>Munculnya</a:t>
          </a:r>
          <a:r>
            <a:rPr lang="en-US" altLang="id-ID" sz="2200" kern="1200" dirty="0"/>
            <a:t> </a:t>
          </a:r>
          <a:r>
            <a:rPr lang="en-US" altLang="id-ID" sz="2200" kern="1200" dirty="0" err="1"/>
            <a:t>aliran-aliran</a:t>
          </a:r>
          <a:r>
            <a:rPr lang="en-US" altLang="id-ID" sz="2200" kern="1200" dirty="0"/>
            <a:t> </a:t>
          </a:r>
          <a:r>
            <a:rPr lang="en-US" altLang="id-ID" sz="2200" kern="1200" dirty="0" err="1"/>
            <a:t>kepercayaan</a:t>
          </a:r>
          <a:r>
            <a:rPr lang="en-US" altLang="id-ID" sz="2200" kern="1200" dirty="0"/>
            <a:t> </a:t>
          </a:r>
          <a:r>
            <a:rPr lang="en-US" altLang="id-ID" sz="2200" kern="1200" dirty="0" err="1"/>
            <a:t>dalam</a:t>
          </a:r>
          <a:r>
            <a:rPr lang="en-US" altLang="id-ID" sz="2200" kern="1200" dirty="0"/>
            <a:t> </a:t>
          </a:r>
          <a:r>
            <a:rPr lang="en-US" altLang="id-ID" sz="2200" kern="1200" dirty="0" err="1"/>
            <a:t>banyak</a:t>
          </a:r>
          <a:r>
            <a:rPr lang="en-US" altLang="id-ID" sz="2200" kern="1200" dirty="0"/>
            <a:t> </a:t>
          </a:r>
          <a:r>
            <a:rPr lang="en-US" altLang="id-ID" sz="2200" kern="1200" dirty="0" err="1"/>
            <a:t>hal</a:t>
          </a:r>
          <a:r>
            <a:rPr lang="en-US" altLang="id-ID" sz="2200" kern="1200" dirty="0"/>
            <a:t> </a:t>
          </a:r>
          <a:r>
            <a:rPr lang="en-US" altLang="id-ID" sz="2200" kern="1200" dirty="0" err="1"/>
            <a:t>karena</a:t>
          </a:r>
          <a:r>
            <a:rPr lang="en-US" altLang="id-ID" sz="2200" kern="1200" dirty="0"/>
            <a:t> agama formal </a:t>
          </a:r>
          <a:r>
            <a:rPr lang="en-US" altLang="id-ID" sz="2200" kern="1200" dirty="0" err="1"/>
            <a:t>tidak</a:t>
          </a:r>
          <a:r>
            <a:rPr lang="en-US" altLang="id-ID" sz="2200" kern="1200" dirty="0"/>
            <a:t> </a:t>
          </a:r>
          <a:r>
            <a:rPr lang="en-US" altLang="id-ID" sz="2200" kern="1200" dirty="0" err="1"/>
            <a:t>memberikan</a:t>
          </a:r>
          <a:r>
            <a:rPr lang="en-US" altLang="id-ID" sz="2200" kern="1200" dirty="0"/>
            <a:t> </a:t>
          </a:r>
          <a:r>
            <a:rPr lang="en-US" altLang="id-ID" sz="2200" kern="1200" dirty="0" err="1"/>
            <a:t>ruang</a:t>
          </a:r>
          <a:r>
            <a:rPr lang="en-US" altLang="id-ID" sz="2200" kern="1200" dirty="0"/>
            <a:t> </a:t>
          </a:r>
          <a:r>
            <a:rPr lang="en-US" altLang="id-ID" sz="2200" kern="1200" dirty="0" err="1"/>
            <a:t>ekspressi</a:t>
          </a:r>
          <a:r>
            <a:rPr lang="en-US" altLang="id-ID" sz="2200" kern="1200" dirty="0"/>
            <a:t>  </a:t>
          </a:r>
          <a:r>
            <a:rPr lang="en-US" altLang="id-ID" sz="2200" kern="1200" dirty="0" err="1"/>
            <a:t>dahaga</a:t>
          </a:r>
          <a:r>
            <a:rPr lang="en-US" altLang="id-ID" sz="2200" kern="1200" dirty="0"/>
            <a:t> </a:t>
          </a:r>
          <a:r>
            <a:rPr lang="en-US" altLang="id-ID" sz="2200" kern="1200" dirty="0" err="1"/>
            <a:t>spiritualitas</a:t>
          </a:r>
          <a:r>
            <a:rPr lang="en-US" altLang="id-ID" sz="2200" kern="1200" dirty="0"/>
            <a:t>.  </a:t>
          </a:r>
          <a:r>
            <a:rPr lang="en-US" altLang="id-ID" sz="2200" kern="1200" dirty="0" err="1"/>
            <a:t>Mereka</a:t>
          </a:r>
          <a:r>
            <a:rPr lang="en-US" altLang="id-ID" sz="2200" kern="1200" dirty="0"/>
            <a:t> </a:t>
          </a:r>
          <a:r>
            <a:rPr lang="en-US" altLang="id-ID" sz="2200" kern="1200" dirty="0" err="1"/>
            <a:t>tidak</a:t>
          </a:r>
          <a:r>
            <a:rPr lang="en-US" altLang="id-ID" sz="2200" kern="1200" dirty="0"/>
            <a:t> </a:t>
          </a:r>
          <a:r>
            <a:rPr lang="en-US" altLang="id-ID" sz="2200" kern="1200" dirty="0" err="1"/>
            <a:t>hanya</a:t>
          </a:r>
          <a:r>
            <a:rPr lang="en-US" altLang="id-ID" sz="2200" kern="1200" dirty="0"/>
            <a:t> </a:t>
          </a:r>
          <a:r>
            <a:rPr lang="en-US" altLang="id-ID" sz="2200" kern="1200" dirty="0" err="1"/>
            <a:t>membutuhkan</a:t>
          </a:r>
          <a:r>
            <a:rPr lang="en-US" altLang="id-ID" sz="2200" kern="1200" dirty="0"/>
            <a:t> ritual-ritual formal </a:t>
          </a:r>
          <a:r>
            <a:rPr lang="en-US" altLang="id-ID" sz="2200" kern="1200" dirty="0" err="1"/>
            <a:t>tetapi</a:t>
          </a:r>
          <a:r>
            <a:rPr lang="en-US" altLang="id-ID" sz="2200" kern="1200" dirty="0"/>
            <a:t> </a:t>
          </a:r>
          <a:r>
            <a:rPr lang="en-US" altLang="id-ID" sz="2200" kern="1200" dirty="0" err="1"/>
            <a:t>pemenuhan</a:t>
          </a:r>
          <a:r>
            <a:rPr lang="en-US" altLang="id-ID" sz="2200" kern="1200" dirty="0"/>
            <a:t> </a:t>
          </a:r>
          <a:r>
            <a:rPr lang="en-US" altLang="id-ID" sz="2200" kern="1200" dirty="0" err="1"/>
            <a:t>hasrat</a:t>
          </a:r>
          <a:r>
            <a:rPr lang="en-US" altLang="id-ID" sz="2200" kern="1200" dirty="0"/>
            <a:t> </a:t>
          </a:r>
          <a:r>
            <a:rPr lang="en-US" altLang="id-ID" sz="2200" kern="1200" dirty="0" err="1"/>
            <a:t>spiritualitas</a:t>
          </a:r>
          <a:r>
            <a:rPr lang="en-US" altLang="id-ID" sz="2200" kern="1200" dirty="0"/>
            <a:t> yang </a:t>
          </a:r>
          <a:r>
            <a:rPr lang="en-US" altLang="id-ID" sz="2200" kern="1200" dirty="0" err="1"/>
            <a:t>lebih</a:t>
          </a:r>
          <a:r>
            <a:rPr lang="en-US" altLang="id-ID" sz="2200" kern="1200" dirty="0"/>
            <a:t> </a:t>
          </a:r>
          <a:r>
            <a:rPr lang="en-US" altLang="id-ID" sz="2200" kern="1200" dirty="0" err="1"/>
            <a:t>esoterik</a:t>
          </a:r>
          <a:r>
            <a:rPr lang="en-US" altLang="id-ID" sz="2200" kern="1200" dirty="0"/>
            <a:t>.</a:t>
          </a:r>
          <a:endParaRPr lang="en-US" sz="2200" kern="1200" dirty="0"/>
        </a:p>
      </dsp:txBody>
      <dsp:txXfrm>
        <a:off x="0" y="1879668"/>
        <a:ext cx="10323513" cy="1852200"/>
      </dsp:txXfrm>
    </dsp:sp>
    <dsp:sp modelId="{10BBD1D2-721A-4333-B139-60B421ED9935}">
      <dsp:nvSpPr>
        <dsp:cNvPr id="0" name=""/>
        <dsp:cNvSpPr/>
      </dsp:nvSpPr>
      <dsp:spPr>
        <a:xfrm>
          <a:off x="516175" y="1578555"/>
          <a:ext cx="1720258" cy="404433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3143" tIns="0" rIns="273143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id-ID" sz="2200" b="1" kern="1200" dirty="0" err="1"/>
            <a:t>Kedua</a:t>
          </a:r>
          <a:endParaRPr lang="en-US" sz="2200" b="1" kern="1200" dirty="0"/>
        </a:p>
      </dsp:txBody>
      <dsp:txXfrm>
        <a:off x="535918" y="1598298"/>
        <a:ext cx="1680772" cy="364947"/>
      </dsp:txXfrm>
    </dsp:sp>
    <dsp:sp modelId="{6A7F263F-C068-4324-8B53-714BC2EDEBD2}">
      <dsp:nvSpPr>
        <dsp:cNvPr id="0" name=""/>
        <dsp:cNvSpPr/>
      </dsp:nvSpPr>
      <dsp:spPr>
        <a:xfrm>
          <a:off x="0" y="4070782"/>
          <a:ext cx="10323513" cy="617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1219" tIns="145796" rIns="801219" bIns="156464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id-ID" sz="2200" kern="1200" dirty="0" err="1"/>
            <a:t>Keinginan</a:t>
          </a:r>
          <a:r>
            <a:rPr lang="en-US" altLang="id-ID" sz="2200" kern="1200" dirty="0"/>
            <a:t> </a:t>
          </a:r>
          <a:r>
            <a:rPr lang="en-US" altLang="id-ID" sz="2200" kern="1200" dirty="0" err="1"/>
            <a:t>identifikasi</a:t>
          </a:r>
          <a:r>
            <a:rPr lang="en-US" altLang="id-ID" sz="2200" kern="1200" dirty="0"/>
            <a:t> </a:t>
          </a:r>
          <a:r>
            <a:rPr lang="en-US" altLang="id-ID" sz="2200" kern="1200" dirty="0" err="1"/>
            <a:t>diri</a:t>
          </a:r>
          <a:r>
            <a:rPr lang="en-US" altLang="id-ID" sz="2200" kern="1200" dirty="0"/>
            <a:t> dan </a:t>
          </a:r>
          <a:r>
            <a:rPr lang="en-US" altLang="id-ID" sz="2200" kern="1200" dirty="0" err="1"/>
            <a:t>aktualisasi</a:t>
          </a:r>
          <a:r>
            <a:rPr lang="en-US" altLang="id-ID" sz="2200" kern="1200" dirty="0"/>
            <a:t> </a:t>
          </a:r>
          <a:r>
            <a:rPr lang="en-US" altLang="id-ID" sz="2200" kern="1200" dirty="0" err="1"/>
            <a:t>diri</a:t>
          </a:r>
          <a:r>
            <a:rPr lang="en-US" altLang="id-ID" sz="2200" kern="1200" dirty="0"/>
            <a:t>. </a:t>
          </a:r>
          <a:endParaRPr lang="en-US" sz="2200" kern="1200" dirty="0"/>
        </a:p>
      </dsp:txBody>
      <dsp:txXfrm>
        <a:off x="0" y="4070782"/>
        <a:ext cx="10323513" cy="617400"/>
      </dsp:txXfrm>
    </dsp:sp>
    <dsp:sp modelId="{781FFDAF-84F5-4FCB-9FE8-AC79AEF81FF3}">
      <dsp:nvSpPr>
        <dsp:cNvPr id="0" name=""/>
        <dsp:cNvSpPr/>
      </dsp:nvSpPr>
      <dsp:spPr>
        <a:xfrm>
          <a:off x="516175" y="3769668"/>
          <a:ext cx="1720258" cy="404433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3143" tIns="0" rIns="273143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id-ID" sz="2200" b="1" kern="1200" dirty="0" err="1"/>
            <a:t>Ketiga</a:t>
          </a:r>
          <a:endParaRPr lang="en-US" sz="2200" b="1" kern="1200" dirty="0"/>
        </a:p>
      </dsp:txBody>
      <dsp:txXfrm>
        <a:off x="535918" y="3789411"/>
        <a:ext cx="1680772" cy="364947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736EB39-F2D5-4D83-B19C-79B71E21BC2D}">
      <dsp:nvSpPr>
        <dsp:cNvPr id="0" name=""/>
        <dsp:cNvSpPr/>
      </dsp:nvSpPr>
      <dsp:spPr>
        <a:xfrm>
          <a:off x="0" y="0"/>
          <a:ext cx="943834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9DF4D3-387A-4AB2-9CB9-B07569E164A1}">
      <dsp:nvSpPr>
        <dsp:cNvPr id="0" name=""/>
        <dsp:cNvSpPr/>
      </dsp:nvSpPr>
      <dsp:spPr>
        <a:xfrm>
          <a:off x="0" y="0"/>
          <a:ext cx="1887668" cy="33192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id-ID" sz="3200" i="1" kern="1200" dirty="0" err="1"/>
            <a:t>Pertama</a:t>
          </a:r>
          <a:endParaRPr lang="en-US" sz="3200" kern="1200" dirty="0"/>
        </a:p>
      </dsp:txBody>
      <dsp:txXfrm>
        <a:off x="0" y="0"/>
        <a:ext cx="1887668" cy="3319215"/>
      </dsp:txXfrm>
    </dsp:sp>
    <dsp:sp modelId="{6C6FDC12-1346-4B07-8297-096BDABE88D4}">
      <dsp:nvSpPr>
        <dsp:cNvPr id="0" name=""/>
        <dsp:cNvSpPr/>
      </dsp:nvSpPr>
      <dsp:spPr>
        <a:xfrm>
          <a:off x="2029243" y="150726"/>
          <a:ext cx="7409097" cy="30145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just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id-ID" sz="2400" kern="1200" dirty="0" err="1"/>
            <a:t>Menampilkan</a:t>
          </a:r>
          <a:r>
            <a:rPr lang="en-US" altLang="id-ID" sz="2400" kern="1200" dirty="0"/>
            <a:t> </a:t>
          </a:r>
          <a:r>
            <a:rPr lang="en-US" altLang="id-ID" sz="2400" kern="1200" dirty="0" err="1"/>
            <a:t>ajaran</a:t>
          </a:r>
          <a:r>
            <a:rPr lang="en-US" altLang="id-ID" sz="2400" kern="1200" dirty="0"/>
            <a:t> Islam yang </a:t>
          </a:r>
          <a:r>
            <a:rPr lang="en-US" altLang="id-ID" sz="2400" kern="1200" dirty="0" err="1"/>
            <a:t>memiliki</a:t>
          </a:r>
          <a:r>
            <a:rPr lang="en-US" altLang="id-ID" sz="2400" kern="1200" dirty="0"/>
            <a:t> </a:t>
          </a:r>
          <a:r>
            <a:rPr lang="en-US" altLang="id-ID" sz="2400" kern="1200" dirty="0" err="1"/>
            <a:t>moralitas</a:t>
          </a:r>
          <a:r>
            <a:rPr lang="en-US" altLang="id-ID" sz="2400" kern="1200" dirty="0"/>
            <a:t> universal. Yang </a:t>
          </a:r>
          <a:r>
            <a:rPr lang="en-US" altLang="id-ID" sz="2400" kern="1200" dirty="0" err="1"/>
            <a:t>diusung</a:t>
          </a:r>
          <a:r>
            <a:rPr lang="en-US" altLang="id-ID" sz="2400" kern="1200" dirty="0"/>
            <a:t> di </a:t>
          </a:r>
          <a:r>
            <a:rPr lang="en-US" altLang="id-ID" sz="2400" kern="1200" dirty="0" err="1"/>
            <a:t>dalam</a:t>
          </a:r>
          <a:r>
            <a:rPr lang="en-US" altLang="id-ID" sz="2400" kern="1200" dirty="0"/>
            <a:t> </a:t>
          </a:r>
          <a:r>
            <a:rPr lang="en-US" altLang="id-ID" sz="2400" kern="1200" dirty="0" err="1"/>
            <a:t>universalitas</a:t>
          </a:r>
          <a:r>
            <a:rPr lang="en-US" altLang="id-ID" sz="2400" kern="1200" dirty="0"/>
            <a:t> </a:t>
          </a:r>
          <a:r>
            <a:rPr lang="en-US" altLang="id-ID" sz="2400" kern="1200" dirty="0" err="1"/>
            <a:t>adalah</a:t>
          </a:r>
          <a:r>
            <a:rPr lang="en-US" altLang="id-ID" sz="2400" kern="1200" dirty="0"/>
            <a:t> </a:t>
          </a:r>
          <a:r>
            <a:rPr lang="en-US" altLang="id-ID" sz="2400" kern="1200" dirty="0" err="1"/>
            <a:t>moralitas</a:t>
          </a:r>
          <a:r>
            <a:rPr lang="en-US" altLang="id-ID" sz="2400" kern="1200" dirty="0"/>
            <a:t> </a:t>
          </a:r>
          <a:r>
            <a:rPr lang="en-US" altLang="id-ID" sz="2400" kern="1200" dirty="0" err="1"/>
            <a:t>agamanya</a:t>
          </a:r>
          <a:r>
            <a:rPr lang="en-US" altLang="id-ID" sz="2400" kern="1200" dirty="0"/>
            <a:t>. Agama </a:t>
          </a:r>
          <a:r>
            <a:rPr lang="en-US" altLang="id-ID" sz="2400" kern="1200" dirty="0" err="1"/>
            <a:t>apapun</a:t>
          </a:r>
          <a:r>
            <a:rPr lang="en-US" altLang="id-ID" sz="2400" kern="1200" dirty="0"/>
            <a:t> </a:t>
          </a:r>
          <a:r>
            <a:rPr lang="en-US" altLang="id-ID" sz="2400" kern="1200" dirty="0" err="1"/>
            <a:t>akan</a:t>
          </a:r>
          <a:r>
            <a:rPr lang="en-US" altLang="id-ID" sz="2400" kern="1200" dirty="0"/>
            <a:t> </a:t>
          </a:r>
          <a:r>
            <a:rPr lang="en-US" altLang="id-ID" sz="2400" kern="1200" dirty="0" err="1"/>
            <a:t>mengajarkan</a:t>
          </a:r>
          <a:r>
            <a:rPr lang="en-US" altLang="id-ID" sz="2400" kern="1200" dirty="0"/>
            <a:t> </a:t>
          </a:r>
          <a:r>
            <a:rPr lang="en-US" altLang="id-ID" sz="2400" kern="1200" dirty="0" err="1"/>
            <a:t>kemanusiaan</a:t>
          </a:r>
          <a:r>
            <a:rPr lang="en-US" altLang="id-ID" sz="2400" kern="1200" dirty="0"/>
            <a:t>, </a:t>
          </a:r>
          <a:r>
            <a:rPr lang="en-US" altLang="id-ID" sz="2400" kern="1200" dirty="0" err="1"/>
            <a:t>cinta</a:t>
          </a:r>
          <a:r>
            <a:rPr lang="en-US" altLang="id-ID" sz="2400" kern="1200" dirty="0"/>
            <a:t> dan </a:t>
          </a:r>
          <a:r>
            <a:rPr lang="en-US" altLang="id-ID" sz="2400" kern="1200" dirty="0" err="1"/>
            <a:t>kasih</a:t>
          </a:r>
          <a:r>
            <a:rPr lang="en-US" altLang="id-ID" sz="2400" kern="1200" dirty="0"/>
            <a:t> </a:t>
          </a:r>
          <a:r>
            <a:rPr lang="en-US" altLang="id-ID" sz="2400" kern="1200" dirty="0" err="1"/>
            <a:t>sayang</a:t>
          </a:r>
          <a:r>
            <a:rPr lang="en-US" altLang="id-ID" sz="2400" kern="1200" dirty="0"/>
            <a:t>, </a:t>
          </a:r>
          <a:r>
            <a:rPr lang="en-US" altLang="id-ID" sz="2400" kern="1200" dirty="0" err="1"/>
            <a:t>keadilan</a:t>
          </a:r>
          <a:r>
            <a:rPr lang="en-US" altLang="id-ID" sz="2400" kern="1200" dirty="0"/>
            <a:t>, </a:t>
          </a:r>
          <a:r>
            <a:rPr lang="en-US" altLang="id-ID" sz="2400" kern="1200" dirty="0" err="1"/>
            <a:t>kesetaraan</a:t>
          </a:r>
          <a:r>
            <a:rPr lang="en-US" altLang="id-ID" sz="2400" kern="1200" dirty="0"/>
            <a:t>, </a:t>
          </a:r>
          <a:r>
            <a:rPr lang="en-US" altLang="id-ID" sz="2400" kern="1200" dirty="0" err="1"/>
            <a:t>keselamatan</a:t>
          </a:r>
          <a:r>
            <a:rPr lang="en-US" altLang="id-ID" sz="2400" kern="1200" dirty="0"/>
            <a:t> dan </a:t>
          </a:r>
          <a:r>
            <a:rPr lang="en-US" altLang="id-ID" sz="2400" kern="1200" dirty="0" err="1"/>
            <a:t>perdamaian</a:t>
          </a:r>
          <a:r>
            <a:rPr lang="en-US" altLang="id-ID" sz="2400" kern="1200" dirty="0"/>
            <a:t>. </a:t>
          </a:r>
          <a:r>
            <a:rPr lang="en-US" altLang="id-ID" sz="2400" kern="1200" dirty="0" err="1"/>
            <a:t>Persoalan</a:t>
          </a:r>
          <a:r>
            <a:rPr lang="en-US" altLang="id-ID" sz="2400" kern="1200" dirty="0"/>
            <a:t> </a:t>
          </a:r>
          <a:r>
            <a:rPr lang="en-US" altLang="id-ID" sz="2400" kern="1200" dirty="0" err="1"/>
            <a:t>kemanusiaan</a:t>
          </a:r>
          <a:r>
            <a:rPr lang="en-US" altLang="id-ID" sz="2400" kern="1200" dirty="0"/>
            <a:t> </a:t>
          </a:r>
          <a:r>
            <a:rPr lang="en-US" altLang="id-ID" sz="2400" kern="1200" dirty="0" err="1"/>
            <a:t>adalah</a:t>
          </a:r>
          <a:r>
            <a:rPr lang="en-US" altLang="id-ID" sz="2400" kern="1200" dirty="0"/>
            <a:t> </a:t>
          </a:r>
          <a:r>
            <a:rPr lang="en-US" altLang="id-ID" sz="2400" kern="1200" dirty="0" err="1"/>
            <a:t>persoalan</a:t>
          </a:r>
          <a:r>
            <a:rPr lang="en-US" altLang="id-ID" sz="2400" kern="1200" dirty="0"/>
            <a:t> universal, </a:t>
          </a:r>
          <a:r>
            <a:rPr lang="en-US" altLang="id-ID" sz="2400" kern="1200" dirty="0" err="1"/>
            <a:t>sehingga</a:t>
          </a:r>
          <a:r>
            <a:rPr lang="en-US" altLang="id-ID" sz="2400" kern="1200" dirty="0"/>
            <a:t> </a:t>
          </a:r>
          <a:r>
            <a:rPr lang="en-US" altLang="id-ID" sz="2400" kern="1200" dirty="0" err="1"/>
            <a:t>harus</a:t>
          </a:r>
          <a:r>
            <a:rPr lang="en-US" altLang="id-ID" sz="2400" kern="1200" dirty="0"/>
            <a:t> </a:t>
          </a:r>
          <a:r>
            <a:rPr lang="en-US" altLang="id-ID" sz="2400" kern="1200" dirty="0" err="1"/>
            <a:t>diusung</a:t>
          </a:r>
          <a:r>
            <a:rPr lang="en-US" altLang="id-ID" sz="2400" kern="1200" dirty="0"/>
            <a:t> oleh </a:t>
          </a:r>
          <a:r>
            <a:rPr lang="en-US" altLang="id-ID" sz="2400" kern="1200" dirty="0" err="1"/>
            <a:t>semua</a:t>
          </a:r>
          <a:r>
            <a:rPr lang="en-US" altLang="id-ID" sz="2400" kern="1200" dirty="0"/>
            <a:t> </a:t>
          </a:r>
          <a:r>
            <a:rPr lang="en-US" altLang="id-ID" sz="2400" kern="1200" dirty="0" err="1"/>
            <a:t>pemeluk</a:t>
          </a:r>
          <a:r>
            <a:rPr lang="en-US" altLang="id-ID" sz="2400" kern="1200" dirty="0"/>
            <a:t> agama </a:t>
          </a:r>
          <a:endParaRPr lang="en-US" sz="2400" kern="1200" dirty="0"/>
        </a:p>
      </dsp:txBody>
      <dsp:txXfrm>
        <a:off x="2029243" y="150726"/>
        <a:ext cx="7409097" cy="3014521"/>
      </dsp:txXfrm>
    </dsp:sp>
    <dsp:sp modelId="{B03D3042-2D0C-4CD1-A1FC-0E51F2050635}">
      <dsp:nvSpPr>
        <dsp:cNvPr id="0" name=""/>
        <dsp:cNvSpPr/>
      </dsp:nvSpPr>
      <dsp:spPr>
        <a:xfrm>
          <a:off x="1887668" y="3165247"/>
          <a:ext cx="755067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1249214-35C2-4A30-A8F8-84E93ECD6821}">
      <dsp:nvSpPr>
        <dsp:cNvPr id="0" name=""/>
        <dsp:cNvSpPr/>
      </dsp:nvSpPr>
      <dsp:spPr>
        <a:xfrm>
          <a:off x="0" y="0"/>
          <a:ext cx="970728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CDB818-8412-4B5A-9065-480A0945AB6F}">
      <dsp:nvSpPr>
        <dsp:cNvPr id="0" name=""/>
        <dsp:cNvSpPr/>
      </dsp:nvSpPr>
      <dsp:spPr>
        <a:xfrm>
          <a:off x="0" y="0"/>
          <a:ext cx="1941456" cy="34892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id-ID" sz="3200" i="1" kern="1200" dirty="0" err="1"/>
            <a:t>Kedua</a:t>
          </a:r>
          <a:r>
            <a:rPr lang="en-US" altLang="id-ID" sz="3200" kern="1200" dirty="0"/>
            <a:t> </a:t>
          </a:r>
          <a:endParaRPr lang="en-US" sz="3200" kern="1200" dirty="0"/>
        </a:p>
      </dsp:txBody>
      <dsp:txXfrm>
        <a:off x="0" y="0"/>
        <a:ext cx="1941456" cy="3489263"/>
      </dsp:txXfrm>
    </dsp:sp>
    <dsp:sp modelId="{49DCF6B6-C9C1-4D74-AE80-33BE358A64D4}">
      <dsp:nvSpPr>
        <dsp:cNvPr id="0" name=""/>
        <dsp:cNvSpPr/>
      </dsp:nvSpPr>
      <dsp:spPr>
        <a:xfrm>
          <a:off x="2087065" y="158447"/>
          <a:ext cx="7620216" cy="31689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just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id-ID" sz="2400" kern="1200" dirty="0" err="1"/>
            <a:t>Menggalang</a:t>
          </a:r>
          <a:r>
            <a:rPr lang="en-US" altLang="id-ID" sz="2400" kern="1200" dirty="0"/>
            <a:t> </a:t>
          </a:r>
          <a:r>
            <a:rPr lang="en-US" altLang="id-ID" sz="2400" kern="1200" dirty="0" err="1"/>
            <a:t>pemahaman</a:t>
          </a:r>
          <a:r>
            <a:rPr lang="en-US" altLang="id-ID" sz="2400" kern="1200" dirty="0"/>
            <a:t> agama yang </a:t>
          </a:r>
          <a:r>
            <a:rPr lang="en-US" altLang="id-ID" sz="2400" kern="1200" dirty="0" err="1"/>
            <a:t>tidak</a:t>
          </a:r>
          <a:r>
            <a:rPr lang="en-US" altLang="id-ID" sz="2400" kern="1200" dirty="0"/>
            <a:t> </a:t>
          </a:r>
          <a:r>
            <a:rPr lang="en-US" altLang="id-ID" sz="2400" kern="1200" dirty="0" err="1"/>
            <a:t>sempit</a:t>
          </a:r>
          <a:r>
            <a:rPr lang="en-US" altLang="id-ID" sz="2400" kern="1200" dirty="0"/>
            <a:t> </a:t>
          </a:r>
          <a:r>
            <a:rPr lang="en-US" altLang="id-ID" sz="2400" kern="1200" dirty="0" err="1"/>
            <a:t>dengan</a:t>
          </a:r>
          <a:r>
            <a:rPr lang="en-US" altLang="id-ID" sz="2400" kern="1200" dirty="0"/>
            <a:t> </a:t>
          </a:r>
          <a:r>
            <a:rPr lang="en-US" altLang="id-ID" sz="2400" kern="1200" dirty="0" err="1"/>
            <a:t>klaim</a:t>
          </a:r>
          <a:r>
            <a:rPr lang="en-US" altLang="id-ID" sz="2400" kern="1200" dirty="0"/>
            <a:t> </a:t>
          </a:r>
          <a:r>
            <a:rPr lang="en-US" altLang="id-ID" sz="2400" kern="1200" dirty="0" err="1"/>
            <a:t>kebenaran</a:t>
          </a:r>
          <a:r>
            <a:rPr lang="en-US" altLang="id-ID" sz="2400" kern="1200" dirty="0"/>
            <a:t> yang </a:t>
          </a:r>
          <a:r>
            <a:rPr lang="en-US" altLang="id-ID" sz="2400" kern="1200" dirty="0" err="1"/>
            <a:t>eksklusif</a:t>
          </a:r>
          <a:r>
            <a:rPr lang="en-US" altLang="id-ID" sz="2400" kern="1200" dirty="0"/>
            <a:t>. </a:t>
          </a:r>
          <a:r>
            <a:rPr lang="en-US" altLang="id-ID" sz="2400" kern="1200" dirty="0" err="1"/>
            <a:t>Kesadaran</a:t>
          </a:r>
          <a:r>
            <a:rPr lang="en-US" altLang="id-ID" sz="2400" kern="1200" dirty="0"/>
            <a:t> </a:t>
          </a:r>
          <a:r>
            <a:rPr lang="en-US" altLang="id-ID" sz="2400" kern="1200" dirty="0" err="1"/>
            <a:t>itu</a:t>
          </a:r>
          <a:r>
            <a:rPr lang="en-US" altLang="id-ID" sz="2400" kern="1200" dirty="0"/>
            <a:t> </a:t>
          </a:r>
          <a:r>
            <a:rPr lang="en-US" altLang="id-ID" sz="2400" kern="1200" dirty="0" err="1"/>
            <a:t>bersumber</a:t>
          </a:r>
          <a:r>
            <a:rPr lang="en-US" altLang="id-ID" sz="2400" kern="1200" dirty="0"/>
            <a:t> </a:t>
          </a:r>
          <a:r>
            <a:rPr lang="en-US" altLang="id-ID" sz="2400" kern="1200" dirty="0" err="1"/>
            <a:t>dari</a:t>
          </a:r>
          <a:r>
            <a:rPr lang="en-US" altLang="id-ID" sz="2400" kern="1200" dirty="0"/>
            <a:t> </a:t>
          </a:r>
          <a:r>
            <a:rPr lang="en-US" altLang="id-ID" sz="2400" kern="1200" dirty="0" err="1"/>
            <a:t>pemahaman</a:t>
          </a:r>
          <a:r>
            <a:rPr lang="en-US" altLang="id-ID" sz="2400" kern="1200" dirty="0"/>
            <a:t> </a:t>
          </a:r>
          <a:r>
            <a:rPr lang="en-US" altLang="id-ID" sz="2400" kern="1200" dirty="0" err="1"/>
            <a:t>bahwa</a:t>
          </a:r>
          <a:r>
            <a:rPr lang="en-US" altLang="id-ID" sz="2400" kern="1200" dirty="0"/>
            <a:t> </a:t>
          </a:r>
          <a:r>
            <a:rPr lang="en-US" altLang="id-ID" sz="2400" kern="1200" dirty="0" err="1"/>
            <a:t>ada</a:t>
          </a:r>
          <a:r>
            <a:rPr lang="en-US" altLang="id-ID" sz="2400" kern="1200" dirty="0"/>
            <a:t> </a:t>
          </a:r>
          <a:r>
            <a:rPr lang="en-US" altLang="id-ID" sz="2400" kern="1200" dirty="0" err="1"/>
            <a:t>perbedaan</a:t>
          </a:r>
          <a:r>
            <a:rPr lang="en-US" altLang="id-ID" sz="2400" kern="1200" dirty="0"/>
            <a:t> </a:t>
          </a:r>
          <a:r>
            <a:rPr lang="en-US" altLang="id-ID" sz="2400" kern="1200" dirty="0" err="1"/>
            <a:t>teologis</a:t>
          </a:r>
          <a:r>
            <a:rPr lang="en-US" altLang="id-ID" sz="2400" kern="1200" dirty="0"/>
            <a:t> dan ritual yang </a:t>
          </a:r>
          <a:r>
            <a:rPr lang="en-US" altLang="id-ID" sz="2400" kern="1200" dirty="0" err="1"/>
            <a:t>tidak</a:t>
          </a:r>
          <a:r>
            <a:rPr lang="en-US" altLang="id-ID" sz="2400" kern="1200" dirty="0"/>
            <a:t> </a:t>
          </a:r>
          <a:r>
            <a:rPr lang="en-US" altLang="id-ID" sz="2400" kern="1200" dirty="0" err="1"/>
            <a:t>terbantahkan</a:t>
          </a:r>
          <a:r>
            <a:rPr lang="en-US" altLang="id-ID" sz="2400" kern="1200" dirty="0"/>
            <a:t>, </a:t>
          </a:r>
          <a:r>
            <a:rPr lang="en-US" altLang="id-ID" sz="2400" kern="1200" dirty="0" err="1"/>
            <a:t>tetapi</a:t>
          </a:r>
          <a:r>
            <a:rPr lang="en-US" altLang="id-ID" sz="2400" kern="1200" dirty="0"/>
            <a:t> juga </a:t>
          </a:r>
          <a:r>
            <a:rPr lang="en-US" altLang="id-ID" sz="2400" kern="1200" dirty="0" err="1"/>
            <a:t>ada</a:t>
          </a:r>
          <a:r>
            <a:rPr lang="en-US" altLang="id-ID" sz="2400" kern="1200" dirty="0"/>
            <a:t> </a:t>
          </a:r>
          <a:r>
            <a:rPr lang="en-US" altLang="id-ID" sz="2400" kern="1200" dirty="0" err="1"/>
            <a:t>dimensi</a:t>
          </a:r>
          <a:r>
            <a:rPr lang="en-US" altLang="id-ID" sz="2400" kern="1200" dirty="0"/>
            <a:t> </a:t>
          </a:r>
          <a:r>
            <a:rPr lang="en-US" altLang="id-ID" sz="2400" kern="1200" dirty="0" err="1"/>
            <a:t>humanitas</a:t>
          </a:r>
          <a:r>
            <a:rPr lang="en-US" altLang="id-ID" sz="2400" kern="1200" dirty="0"/>
            <a:t> yang </a:t>
          </a:r>
          <a:r>
            <a:rPr lang="en-US" altLang="id-ID" sz="2400" kern="1200" dirty="0" err="1"/>
            <a:t>dapat</a:t>
          </a:r>
          <a:r>
            <a:rPr lang="en-US" altLang="id-ID" sz="2400" kern="1200" dirty="0"/>
            <a:t> </a:t>
          </a:r>
          <a:r>
            <a:rPr lang="en-US" altLang="id-ID" sz="2400" kern="1200" dirty="0" err="1"/>
            <a:t>dipertemukan</a:t>
          </a:r>
          <a:r>
            <a:rPr lang="en-US" altLang="id-ID" sz="2400" kern="1200" dirty="0"/>
            <a:t>. Faham agama yang </a:t>
          </a:r>
          <a:r>
            <a:rPr lang="en-US" altLang="id-ID" sz="2400" kern="1200" dirty="0" err="1"/>
            <a:t>eksklusif</a:t>
          </a:r>
          <a:r>
            <a:rPr lang="en-US" altLang="id-ID" sz="2400" kern="1200" dirty="0"/>
            <a:t> </a:t>
          </a:r>
          <a:r>
            <a:rPr lang="en-US" altLang="id-ID" sz="2400" kern="1200" dirty="0" err="1"/>
            <a:t>akan</a:t>
          </a:r>
          <a:r>
            <a:rPr lang="en-US" altLang="id-ID" sz="2400" kern="1200" dirty="0"/>
            <a:t> </a:t>
          </a:r>
          <a:r>
            <a:rPr lang="en-US" altLang="id-ID" sz="2400" kern="1200" dirty="0" err="1"/>
            <a:t>berimplikasi</a:t>
          </a:r>
          <a:r>
            <a:rPr lang="en-US" altLang="id-ID" sz="2400" kern="1200" dirty="0"/>
            <a:t> </a:t>
          </a:r>
          <a:r>
            <a:rPr lang="en-US" altLang="id-ID" sz="2400" kern="1200" dirty="0" err="1"/>
            <a:t>terhadap</a:t>
          </a:r>
          <a:r>
            <a:rPr lang="en-US" altLang="id-ID" sz="2400" kern="1200" dirty="0"/>
            <a:t> </a:t>
          </a:r>
          <a:r>
            <a:rPr lang="en-US" altLang="id-ID" sz="2400" kern="1200" dirty="0" err="1"/>
            <a:t>penyangkalan</a:t>
          </a:r>
          <a:r>
            <a:rPr lang="en-US" altLang="id-ID" sz="2400" kern="1200" dirty="0"/>
            <a:t> </a:t>
          </a:r>
          <a:r>
            <a:rPr lang="en-US" altLang="id-ID" sz="2400" kern="1200" dirty="0" err="1"/>
            <a:t>diversitas</a:t>
          </a:r>
          <a:r>
            <a:rPr lang="en-US" altLang="id-ID" sz="2400" kern="1200" dirty="0"/>
            <a:t> </a:t>
          </a:r>
          <a:r>
            <a:rPr lang="en-US" altLang="id-ID" sz="2400" kern="1200" dirty="0" err="1"/>
            <a:t>kepemelukan</a:t>
          </a:r>
          <a:r>
            <a:rPr lang="en-US" altLang="id-ID" sz="2400" kern="1200" dirty="0"/>
            <a:t> agama yang </a:t>
          </a:r>
          <a:r>
            <a:rPr lang="en-US" altLang="id-ID" sz="2400" kern="1200" dirty="0" err="1"/>
            <a:t>memang</a:t>
          </a:r>
          <a:r>
            <a:rPr lang="en-US" altLang="id-ID" sz="2400" kern="1200" dirty="0"/>
            <a:t> </a:t>
          </a:r>
          <a:r>
            <a:rPr lang="en-US" altLang="id-ID" sz="2400" kern="1200" dirty="0" err="1"/>
            <a:t>menjadi</a:t>
          </a:r>
          <a:r>
            <a:rPr lang="en-US" altLang="id-ID" sz="2400" kern="1200" dirty="0"/>
            <a:t> </a:t>
          </a:r>
          <a:r>
            <a:rPr lang="en-US" altLang="id-ID" sz="2400" kern="1200" dirty="0" err="1"/>
            <a:t>keniscayaan</a:t>
          </a:r>
          <a:r>
            <a:rPr lang="en-US" altLang="id-ID" sz="2400" kern="1200" dirty="0"/>
            <a:t> di dunia </a:t>
          </a:r>
          <a:r>
            <a:rPr lang="en-US" altLang="id-ID" sz="2400" kern="1200" dirty="0" err="1"/>
            <a:t>ini</a:t>
          </a:r>
          <a:r>
            <a:rPr lang="en-US" altLang="id-ID" sz="2400" kern="1200" dirty="0"/>
            <a:t> </a:t>
          </a:r>
          <a:endParaRPr lang="en-US" sz="2400" kern="1200" dirty="0"/>
        </a:p>
      </dsp:txBody>
      <dsp:txXfrm>
        <a:off x="2087065" y="158447"/>
        <a:ext cx="7620216" cy="3168959"/>
      </dsp:txXfrm>
    </dsp:sp>
    <dsp:sp modelId="{02D7BB76-E41B-44C9-9FA4-20B426ABA9E6}">
      <dsp:nvSpPr>
        <dsp:cNvPr id="0" name=""/>
        <dsp:cNvSpPr/>
      </dsp:nvSpPr>
      <dsp:spPr>
        <a:xfrm>
          <a:off x="1941456" y="3327407"/>
          <a:ext cx="776582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9C5F9F-D4BA-445E-A287-1659A2330439}">
      <dsp:nvSpPr>
        <dsp:cNvPr id="0" name=""/>
        <dsp:cNvSpPr/>
      </dsp:nvSpPr>
      <dsp:spPr>
        <a:xfrm>
          <a:off x="0" y="0"/>
          <a:ext cx="950557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ADBBF2-0AAB-4DAF-B0A2-64796CABB030}">
      <dsp:nvSpPr>
        <dsp:cNvPr id="0" name=""/>
        <dsp:cNvSpPr/>
      </dsp:nvSpPr>
      <dsp:spPr>
        <a:xfrm>
          <a:off x="0" y="0"/>
          <a:ext cx="1901115" cy="30121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id-ID" sz="3200" i="1" kern="1200" dirty="0" err="1"/>
            <a:t>Ketiga</a:t>
          </a:r>
          <a:r>
            <a:rPr lang="en-US" altLang="id-ID" sz="3200" i="1" kern="1200" dirty="0"/>
            <a:t> </a:t>
          </a:r>
          <a:endParaRPr lang="en-US" sz="3200" kern="1200" dirty="0"/>
        </a:p>
      </dsp:txBody>
      <dsp:txXfrm>
        <a:off x="0" y="0"/>
        <a:ext cx="1901115" cy="3012141"/>
      </dsp:txXfrm>
    </dsp:sp>
    <dsp:sp modelId="{BB395872-4BBA-41FB-979C-27A6D8815756}">
      <dsp:nvSpPr>
        <dsp:cNvPr id="0" name=""/>
        <dsp:cNvSpPr/>
      </dsp:nvSpPr>
      <dsp:spPr>
        <a:xfrm>
          <a:off x="2043698" y="136781"/>
          <a:ext cx="7461877" cy="27356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just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id-ID" sz="2400" kern="1200" dirty="0" err="1"/>
            <a:t>Mengembangkan</a:t>
          </a:r>
          <a:r>
            <a:rPr lang="en-US" altLang="id-ID" sz="2400" kern="1200" dirty="0"/>
            <a:t> </a:t>
          </a:r>
          <a:r>
            <a:rPr lang="en-US" altLang="id-ID" sz="2400" kern="1200" dirty="0" err="1"/>
            <a:t>sikap</a:t>
          </a:r>
          <a:r>
            <a:rPr lang="en-US" altLang="id-ID" sz="2400" kern="1200" dirty="0"/>
            <a:t> </a:t>
          </a:r>
          <a:r>
            <a:rPr lang="en-US" altLang="id-ID" sz="2400" kern="1200" dirty="0" err="1"/>
            <a:t>keberagaman</a:t>
          </a:r>
          <a:r>
            <a:rPr lang="en-US" altLang="id-ID" sz="2400" kern="1200" dirty="0"/>
            <a:t> yang </a:t>
          </a:r>
          <a:r>
            <a:rPr lang="en-US" altLang="id-ID" sz="2400" kern="1200" dirty="0" err="1"/>
            <a:t>moderat</a:t>
          </a:r>
          <a:r>
            <a:rPr lang="en-US" altLang="id-ID" sz="2400" kern="1200" dirty="0"/>
            <a:t>. </a:t>
          </a:r>
          <a:r>
            <a:rPr lang="en-US" altLang="id-ID" sz="2400" kern="1200" dirty="0" err="1"/>
            <a:t>Moderatisme</a:t>
          </a:r>
          <a:r>
            <a:rPr lang="en-US" altLang="id-ID" sz="2400" kern="1200" dirty="0"/>
            <a:t> </a:t>
          </a:r>
          <a:r>
            <a:rPr lang="en-US" altLang="id-ID" sz="2400" kern="1200" dirty="0" err="1"/>
            <a:t>adalah</a:t>
          </a:r>
          <a:r>
            <a:rPr lang="en-US" altLang="id-ID" sz="2400" kern="1200" dirty="0"/>
            <a:t> </a:t>
          </a:r>
          <a:r>
            <a:rPr lang="en-US" altLang="id-ID" sz="2400" kern="1200" dirty="0" err="1"/>
            <a:t>sikap</a:t>
          </a:r>
          <a:r>
            <a:rPr lang="en-US" altLang="id-ID" sz="2400" kern="1200" dirty="0"/>
            <a:t> </a:t>
          </a:r>
          <a:r>
            <a:rPr lang="en-US" altLang="id-ID" sz="2400" kern="1200" dirty="0" err="1"/>
            <a:t>keberagamaan</a:t>
          </a:r>
          <a:r>
            <a:rPr lang="en-US" altLang="id-ID" sz="2400" kern="1200" dirty="0"/>
            <a:t> yang </a:t>
          </a:r>
          <a:r>
            <a:rPr lang="en-US" altLang="id-ID" sz="2400" kern="1200" dirty="0" err="1"/>
            <a:t>cenderung</a:t>
          </a:r>
          <a:r>
            <a:rPr lang="en-US" altLang="id-ID" sz="2400" kern="1200" dirty="0"/>
            <a:t> </a:t>
          </a:r>
          <a:r>
            <a:rPr lang="en-US" altLang="id-ID" sz="2400" kern="1200" dirty="0" err="1"/>
            <a:t>memberikan</a:t>
          </a:r>
          <a:r>
            <a:rPr lang="en-US" altLang="id-ID" sz="2400" kern="1200" dirty="0"/>
            <a:t> </a:t>
          </a:r>
          <a:r>
            <a:rPr lang="en-US" altLang="id-ID" sz="2400" kern="1200" dirty="0" err="1"/>
            <a:t>ruang</a:t>
          </a:r>
          <a:r>
            <a:rPr lang="en-US" altLang="id-ID" sz="2400" kern="1200" dirty="0"/>
            <a:t> </a:t>
          </a:r>
          <a:r>
            <a:rPr lang="en-US" altLang="id-ID" sz="2400" kern="1200" dirty="0" err="1"/>
            <a:t>bagi</a:t>
          </a:r>
          <a:r>
            <a:rPr lang="en-US" altLang="id-ID" sz="2400" kern="1200" dirty="0"/>
            <a:t> yang lain </a:t>
          </a:r>
          <a:r>
            <a:rPr lang="en-US" altLang="id-ID" sz="2400" kern="1200" dirty="0" err="1"/>
            <a:t>untuk</a:t>
          </a:r>
          <a:r>
            <a:rPr lang="en-US" altLang="id-ID" sz="2400" kern="1200" dirty="0"/>
            <a:t> </a:t>
          </a:r>
          <a:r>
            <a:rPr lang="en-US" altLang="id-ID" sz="2400" kern="1200" dirty="0" err="1"/>
            <a:t>hidup</a:t>
          </a:r>
          <a:r>
            <a:rPr lang="en-US" altLang="id-ID" sz="2400" kern="1200" dirty="0"/>
            <a:t>. </a:t>
          </a:r>
          <a:r>
            <a:rPr lang="en-US" altLang="id-ID" sz="2400" kern="1200" dirty="0" err="1"/>
            <a:t>Melalui</a:t>
          </a:r>
          <a:r>
            <a:rPr lang="en-US" altLang="id-ID" sz="2400" kern="1200" dirty="0"/>
            <a:t> </a:t>
          </a:r>
          <a:r>
            <a:rPr lang="en-US" altLang="id-ID" sz="2400" kern="1200" dirty="0" err="1"/>
            <a:t>sikap</a:t>
          </a:r>
          <a:r>
            <a:rPr lang="en-US" altLang="id-ID" sz="2400" kern="1200" dirty="0"/>
            <a:t> </a:t>
          </a:r>
          <a:r>
            <a:rPr lang="en-US" altLang="id-ID" sz="2400" kern="1200" dirty="0" err="1"/>
            <a:t>moderat</a:t>
          </a:r>
          <a:r>
            <a:rPr lang="en-US" altLang="id-ID" sz="2400" kern="1200" dirty="0"/>
            <a:t>, </a:t>
          </a:r>
          <a:r>
            <a:rPr lang="en-US" altLang="id-ID" sz="2400" kern="1200" dirty="0" err="1"/>
            <a:t>maka</a:t>
          </a:r>
          <a:r>
            <a:rPr lang="en-US" altLang="id-ID" sz="2400" kern="1200" dirty="0"/>
            <a:t> orang lain </a:t>
          </a:r>
          <a:r>
            <a:rPr lang="en-US" altLang="id-ID" sz="2400" kern="1200" dirty="0" err="1"/>
            <a:t>dengan</a:t>
          </a:r>
          <a:r>
            <a:rPr lang="en-US" altLang="id-ID" sz="2400" kern="1200" dirty="0"/>
            <a:t> </a:t>
          </a:r>
          <a:r>
            <a:rPr lang="en-US" altLang="id-ID" sz="2400" kern="1200" dirty="0" err="1"/>
            <a:t>keyakinan</a:t>
          </a:r>
          <a:r>
            <a:rPr lang="en-US" altLang="id-ID" sz="2400" kern="1200" dirty="0"/>
            <a:t> </a:t>
          </a:r>
          <a:r>
            <a:rPr lang="en-US" altLang="id-ID" sz="2400" kern="1200" dirty="0" err="1"/>
            <a:t>berbeda</a:t>
          </a:r>
          <a:r>
            <a:rPr lang="en-US" altLang="id-ID" sz="2400" kern="1200" dirty="0"/>
            <a:t>, </a:t>
          </a:r>
          <a:r>
            <a:rPr lang="en-US" altLang="id-ID" sz="2400" kern="1200" dirty="0" err="1"/>
            <a:t>pandangan</a:t>
          </a:r>
          <a:r>
            <a:rPr lang="en-US" altLang="id-ID" sz="2400" kern="1200" dirty="0"/>
            <a:t> </a:t>
          </a:r>
          <a:r>
            <a:rPr lang="en-US" altLang="id-ID" sz="2400" kern="1200" dirty="0" err="1"/>
            <a:t>hidup</a:t>
          </a:r>
          <a:r>
            <a:rPr lang="en-US" altLang="id-ID" sz="2400" kern="1200" dirty="0"/>
            <a:t> </a:t>
          </a:r>
          <a:r>
            <a:rPr lang="en-US" altLang="id-ID" sz="2400" kern="1200" dirty="0" err="1"/>
            <a:t>berbeda</a:t>
          </a:r>
          <a:r>
            <a:rPr lang="en-US" altLang="id-ID" sz="2400" kern="1200" dirty="0"/>
            <a:t> dan </a:t>
          </a:r>
          <a:r>
            <a:rPr lang="en-US" altLang="id-ID" sz="2400" kern="1200" dirty="0" err="1"/>
            <a:t>gaya</a:t>
          </a:r>
          <a:r>
            <a:rPr lang="en-US" altLang="id-ID" sz="2400" kern="1200" dirty="0"/>
            <a:t> </a:t>
          </a:r>
          <a:r>
            <a:rPr lang="en-US" altLang="id-ID" sz="2400" kern="1200" dirty="0" err="1"/>
            <a:t>hidup</a:t>
          </a:r>
          <a:r>
            <a:rPr lang="en-US" altLang="id-ID" sz="2400" kern="1200" dirty="0"/>
            <a:t> </a:t>
          </a:r>
          <a:r>
            <a:rPr lang="en-US" altLang="id-ID" sz="2400" kern="1200" dirty="0" err="1"/>
            <a:t>berbeda</a:t>
          </a:r>
          <a:r>
            <a:rPr lang="en-US" altLang="id-ID" sz="2400" kern="1200" dirty="0"/>
            <a:t> </a:t>
          </a:r>
          <a:r>
            <a:rPr lang="en-US" altLang="id-ID" sz="2400" kern="1200" dirty="0" err="1"/>
            <a:t>adalah</a:t>
          </a:r>
          <a:r>
            <a:rPr lang="en-US" altLang="id-ID" sz="2400" kern="1200" dirty="0"/>
            <a:t> </a:t>
          </a:r>
          <a:r>
            <a:rPr lang="en-US" altLang="id-ID" sz="2400" kern="1200" dirty="0" err="1"/>
            <a:t>suatu</a:t>
          </a:r>
          <a:r>
            <a:rPr lang="en-US" altLang="id-ID" sz="2400" kern="1200" dirty="0"/>
            <a:t> </a:t>
          </a:r>
          <a:r>
            <a:rPr lang="en-US" altLang="id-ID" sz="2400" kern="1200" dirty="0" err="1"/>
            <a:t>kewajaran</a:t>
          </a:r>
          <a:r>
            <a:rPr lang="en-US" altLang="id-ID" sz="2400" kern="1200" dirty="0"/>
            <a:t> dan </a:t>
          </a:r>
          <a:r>
            <a:rPr lang="en-US" altLang="id-ID" sz="2400" kern="1200" dirty="0" err="1"/>
            <a:t>kemungkinan</a:t>
          </a:r>
          <a:r>
            <a:rPr lang="en-US" altLang="id-ID" sz="2400" kern="1200" dirty="0"/>
            <a:t> di </a:t>
          </a:r>
          <a:r>
            <a:rPr lang="en-US" altLang="id-ID" sz="2400" kern="1200" dirty="0" err="1"/>
            <a:t>dalam</a:t>
          </a:r>
          <a:r>
            <a:rPr lang="en-US" altLang="id-ID" sz="2400" kern="1200" dirty="0"/>
            <a:t> </a:t>
          </a:r>
          <a:r>
            <a:rPr lang="en-US" altLang="id-ID" sz="2400" kern="1200" dirty="0" err="1"/>
            <a:t>kehidupan</a:t>
          </a:r>
          <a:r>
            <a:rPr lang="en-US" altLang="id-ID" sz="2400" kern="1200" dirty="0"/>
            <a:t> </a:t>
          </a:r>
          <a:endParaRPr lang="en-US" sz="2400" kern="1200" dirty="0"/>
        </a:p>
      </dsp:txBody>
      <dsp:txXfrm>
        <a:off x="2043698" y="136781"/>
        <a:ext cx="7461877" cy="2735635"/>
      </dsp:txXfrm>
    </dsp:sp>
    <dsp:sp modelId="{F31CFB69-F696-4B9C-8C09-26DAF744E750}">
      <dsp:nvSpPr>
        <dsp:cNvPr id="0" name=""/>
        <dsp:cNvSpPr/>
      </dsp:nvSpPr>
      <dsp:spPr>
        <a:xfrm>
          <a:off x="1901115" y="2872417"/>
          <a:ext cx="760446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diagrams.loki3.com/BracketList">
  <dgm:title val="Vertical Bracket List"/>
  <dgm:desc val="Use to show grouped blocks of information.  Works well with large amounts of Level 2 text."/>
  <dgm:catLst>
    <dgm:cat type="list" pri="4110"/>
    <dgm:cat type="officeonline" pri="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3" srcId="0" destId="1" srcOrd="0" destOrd="0"/>
        <dgm:cxn modelId="4" srcId="1" destId="11" srcOrd="0" destOrd="0"/>
        <dgm:cxn modelId="5" srcId="0" destId="2" srcOrd="0" destOrd="0"/>
        <dgm:cxn modelId="6" srcId="2" destId="21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V" refType="primFontSz" refFor="des" refForName="parTx" fact="0.1"/>
      <dgm:constr type="primFontSz" for="des" forName="parTx" val="65"/>
      <dgm:constr type="primFontSz" for="des" forName="desTx" refType="primFontSz" refFor="des" refForName="parTx"/>
      <dgm:constr type="h" for="des" forName="parTx" refType="primFontSz" refFor="des" refForName="parTx" fact="0.55"/>
      <dgm:constr type="h" for="des" forName="bracket" refType="primFontSz" refFor="des" refForName="parTx" fact="0.55"/>
      <dgm:constr type="h" for="des" forName="desTx" refType="primFontSz" refFor="des" refForName="parTx" fact="0.55"/>
    </dgm:constrLst>
    <dgm:ruleLst>
      <dgm:rule type="primFontSz" for="des" forName="parTx" val="5" fact="NaN" max="NaN"/>
    </dgm:ruleLst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Tx" refType="w" fact="0.25"/>
          <dgm:constr type="w" for="ch" forName="bracket" refType="w" fact="0.05"/>
          <dgm:constr type="w" for="ch" forName="spH" refType="w" fact="0.02"/>
          <dgm:constr type="w" for="ch" forName="desTx" refType="w" fact="0.68"/>
          <dgm:constr type="h" for="ch" forName="bracket" refType="h" refFor="ch" refForName="desTx" op="gte"/>
          <dgm:constr type="h" for="ch" forName="bracket" refType="h" refFor="ch" refForName="parTx" op="gte"/>
          <dgm:constr type="h" for="ch" forName="desTx" refType="h" refFor="ch" refForName="parTx" op="gte"/>
        </dgm:constrLst>
        <dgm:ruleLst/>
        <dgm:layoutNode name="parTx" styleLbl="revTx">
          <dgm:varLst>
            <dgm:chMax val="1"/>
            <dgm:bulletEnabled val="1"/>
          </dgm:varLst>
          <dgm:choose name="Name8">
            <dgm:if name="Name9" func="var" arg="dir" op="equ" val="norm">
              <dgm:alg type="tx">
                <dgm:param type="parTxLTRAlign" val="r"/>
              </dgm:alg>
            </dgm:if>
            <dgm:else name="Name10">
              <dgm:alg type="tx">
                <dgm:param type="parTxLTRAlign" val="l"/>
              </dgm:alg>
            </dgm:else>
          </dgm:choose>
          <dgm:shape xmlns:r="http://schemas.openxmlformats.org/officeDocument/2006/relationships" type="rect" r:blip="">
            <dgm:adjLst/>
          </dgm:shape>
          <dgm:presOf axis="self" ptType="node"/>
          <dgm:constrLst>
            <dgm:constr type="tMarg" refType="primFontSz" fact="0.2"/>
            <dgm:constr type="bMarg" refType="primFontSz" fact="0.2"/>
          </dgm:constrLst>
          <dgm:ruleLst>
            <dgm:rule type="h" val="INF" fact="NaN" max="NaN"/>
          </dgm:ruleLst>
        </dgm:layoutNode>
        <dgm:layoutNode name="bracket" styleLbl="parChTrans1D1">
          <dgm:alg type="sp"/>
          <dgm:choose name="Name11">
            <dgm:if name="Name12" func="var" arg="dir" op="equ" val="norm">
              <dgm:shape xmlns:r="http://schemas.openxmlformats.org/officeDocument/2006/relationships" type="leftBrace" r:blip="">
                <dgm:adjLst>
                  <dgm:adj idx="1" val="0.35"/>
                </dgm:adjLst>
              </dgm:shape>
            </dgm:if>
            <dgm:else name="Name13">
              <dgm:shape xmlns:r="http://schemas.openxmlformats.org/officeDocument/2006/relationships" rot="180" type="leftBrace" r:blip="">
                <dgm:adjLst>
                  <dgm:adj idx="1" val="0.35"/>
                </dgm:adjLst>
              </dgm:shape>
            </dgm:else>
          </dgm:choose>
          <dgm:presOf/>
        </dgm:layoutNode>
        <dgm:layoutNode name="spH">
          <dgm:alg type="sp"/>
        </dgm:layoutNode>
        <dgm:choose name="Name14">
          <dgm:if name="Name15" axis="ch" ptType="node" func="cnt" op="gte" val="1">
            <dgm:layoutNode name="desTx" styleLbl="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secFontSz" refType="primFontSz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h" val="INF" fact="NaN" max="NaN"/>
              </dgm:ruleLst>
            </dgm:layoutNode>
          </dgm:if>
          <dgm:else name="Name16"/>
        </dgm:choose>
      </dgm:layoutNode>
      <dgm:forEach name="Name17" axis="followSib" ptType="sibTrans" cnt="1">
        <dgm:layoutNode name="spV">
          <dgm:alg type="sp"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diagrams.loki3.com/BracketList">
  <dgm:title val="Vertical Bracket List"/>
  <dgm:desc val="Use to show grouped blocks of information.  Works well with large amounts of Level 2 text."/>
  <dgm:catLst>
    <dgm:cat type="list" pri="4110"/>
    <dgm:cat type="officeonline" pri="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3" srcId="0" destId="1" srcOrd="0" destOrd="0"/>
        <dgm:cxn modelId="4" srcId="1" destId="11" srcOrd="0" destOrd="0"/>
        <dgm:cxn modelId="5" srcId="0" destId="2" srcOrd="0" destOrd="0"/>
        <dgm:cxn modelId="6" srcId="2" destId="21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V" refType="primFontSz" refFor="des" refForName="parTx" fact="0.1"/>
      <dgm:constr type="primFontSz" for="des" forName="parTx" val="65"/>
      <dgm:constr type="primFontSz" for="des" forName="desTx" refType="primFontSz" refFor="des" refForName="parTx"/>
      <dgm:constr type="h" for="des" forName="parTx" refType="primFontSz" refFor="des" refForName="parTx" fact="0.55"/>
      <dgm:constr type="h" for="des" forName="bracket" refType="primFontSz" refFor="des" refForName="parTx" fact="0.55"/>
      <dgm:constr type="h" for="des" forName="desTx" refType="primFontSz" refFor="des" refForName="parTx" fact="0.55"/>
    </dgm:constrLst>
    <dgm:ruleLst>
      <dgm:rule type="primFontSz" for="des" forName="parTx" val="5" fact="NaN" max="NaN"/>
    </dgm:ruleLst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Tx" refType="w" fact="0.25"/>
          <dgm:constr type="w" for="ch" forName="bracket" refType="w" fact="0.05"/>
          <dgm:constr type="w" for="ch" forName="spH" refType="w" fact="0.02"/>
          <dgm:constr type="w" for="ch" forName="desTx" refType="w" fact="0.68"/>
          <dgm:constr type="h" for="ch" forName="bracket" refType="h" refFor="ch" refForName="desTx" op="gte"/>
          <dgm:constr type="h" for="ch" forName="bracket" refType="h" refFor="ch" refForName="parTx" op="gte"/>
          <dgm:constr type="h" for="ch" forName="desTx" refType="h" refFor="ch" refForName="parTx" op="gte"/>
        </dgm:constrLst>
        <dgm:ruleLst/>
        <dgm:layoutNode name="parTx" styleLbl="revTx">
          <dgm:varLst>
            <dgm:chMax val="1"/>
            <dgm:bulletEnabled val="1"/>
          </dgm:varLst>
          <dgm:choose name="Name8">
            <dgm:if name="Name9" func="var" arg="dir" op="equ" val="norm">
              <dgm:alg type="tx">
                <dgm:param type="parTxLTRAlign" val="r"/>
              </dgm:alg>
            </dgm:if>
            <dgm:else name="Name10">
              <dgm:alg type="tx">
                <dgm:param type="parTxLTRAlign" val="l"/>
              </dgm:alg>
            </dgm:else>
          </dgm:choose>
          <dgm:shape xmlns:r="http://schemas.openxmlformats.org/officeDocument/2006/relationships" type="rect" r:blip="">
            <dgm:adjLst/>
          </dgm:shape>
          <dgm:presOf axis="self" ptType="node"/>
          <dgm:constrLst>
            <dgm:constr type="tMarg" refType="primFontSz" fact="0.2"/>
            <dgm:constr type="bMarg" refType="primFontSz" fact="0.2"/>
          </dgm:constrLst>
          <dgm:ruleLst>
            <dgm:rule type="h" val="INF" fact="NaN" max="NaN"/>
          </dgm:ruleLst>
        </dgm:layoutNode>
        <dgm:layoutNode name="bracket" styleLbl="parChTrans1D1">
          <dgm:alg type="sp"/>
          <dgm:choose name="Name11">
            <dgm:if name="Name12" func="var" arg="dir" op="equ" val="norm">
              <dgm:shape xmlns:r="http://schemas.openxmlformats.org/officeDocument/2006/relationships" type="leftBrace" r:blip="">
                <dgm:adjLst>
                  <dgm:adj idx="1" val="0.35"/>
                </dgm:adjLst>
              </dgm:shape>
            </dgm:if>
            <dgm:else name="Name13">
              <dgm:shape xmlns:r="http://schemas.openxmlformats.org/officeDocument/2006/relationships" rot="180" type="leftBrace" r:blip="">
                <dgm:adjLst>
                  <dgm:adj idx="1" val="0.35"/>
                </dgm:adjLst>
              </dgm:shape>
            </dgm:else>
          </dgm:choose>
          <dgm:presOf/>
        </dgm:layoutNode>
        <dgm:layoutNode name="spH">
          <dgm:alg type="sp"/>
        </dgm:layoutNode>
        <dgm:choose name="Name14">
          <dgm:if name="Name15" axis="ch" ptType="node" func="cnt" op="gte" val="1">
            <dgm:layoutNode name="desTx" styleLbl="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secFontSz" refType="primFontSz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h" val="INF" fact="NaN" max="NaN"/>
              </dgm:ruleLst>
            </dgm:layoutNode>
          </dgm:if>
          <dgm:else name="Name16"/>
        </dgm:choose>
      </dgm:layoutNode>
      <dgm:forEach name="Name17" axis="followSib" ptType="sibTrans" cnt="1">
        <dgm:layoutNode name="spV">
          <dgm:alg type="sp"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F6BDA8-32D6-4648-87FD-FBA0E4425E44}" type="datetimeFigureOut">
              <a:rPr lang="en-US" smtClean="0"/>
              <a:t>11/15/2023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FAB592-75EE-436F-A5F1-8982D01AC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7947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2EC0E-B54A-4757-90C4-7372932CCB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A9AD3A-6F1F-4452-A6D5-75775264F8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B30A2F-CBEC-478C-BF3B-5C1C8E1499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952B0-BC14-4D46-8DFA-CCD43AD5AF56}" type="datetimeFigureOut">
              <a:rPr lang="en-ID" smtClean="0"/>
              <a:t>15/11/2023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576EAF-BE71-4C3B-8B51-D4E293C8F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49BB96-5449-4130-B96E-450F18C57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BFEBF-9308-49D9-9E96-5E7A6CDA27E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820405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1D603-B48B-4D51-B53C-42277C035B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CA1A1E-015F-4B43-8BC0-E5D3BD269B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FC4540-1B76-4BCF-99BE-B2A4D87D6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952B0-BC14-4D46-8DFA-CCD43AD5AF56}" type="datetimeFigureOut">
              <a:rPr lang="en-ID" smtClean="0"/>
              <a:t>15/11/2023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EB4293-0CA6-49C4-86BE-CB98879BD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714F8C-1643-4897-849C-842379110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BFEBF-9308-49D9-9E96-5E7A6CDA27E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368615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D45662-4128-4CF6-B6BF-C7462F15B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BFAA2A-5B12-4460-982E-C4A0DA85D7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E4750D-CD99-46F0-8516-CFA7E291A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952B0-BC14-4D46-8DFA-CCD43AD5AF56}" type="datetimeFigureOut">
              <a:rPr lang="en-ID" smtClean="0"/>
              <a:t>15/11/2023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88FE43-FE13-479E-8DC8-9D0614BAB7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05134C-D41D-4C0E-BA40-D93FA771C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BFEBF-9308-49D9-9E96-5E7A6CDA27E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469776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C774D-E817-423D-B6B9-A6CCD9F40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C13361-0CCF-4E75-ACBA-2DF897F7A3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BEBA29-35AF-40BF-9A07-09051ACAC3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A18D48-5215-4E34-BEA9-D54296715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952B0-BC14-4D46-8DFA-CCD43AD5AF56}" type="datetimeFigureOut">
              <a:rPr lang="en-ID" smtClean="0"/>
              <a:t>15/11/2023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38976C-76FA-4349-8FF0-EA7038C0EE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0E55C9-AF73-4795-A92A-7A75AFDB5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BFEBF-9308-49D9-9E96-5E7A6CDA27E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950344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D51469-E3CB-4E17-B117-2D5E32465C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D31211-4F33-4AA0-9EB9-94F8189E50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12B0D1-4FEE-4F12-85CF-930D9A6744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70B2A6-975D-4720-971D-3438C838DA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09C17BE-CD29-4269-9A5E-D263264E4F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FA7450-7AEA-4FD7-A19B-38EE6E6B56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952B0-BC14-4D46-8DFA-CCD43AD5AF56}" type="datetimeFigureOut">
              <a:rPr lang="en-ID" smtClean="0"/>
              <a:t>15/11/2023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CAC590-6406-48B1-8044-9ADC28CCE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BCCAC4-CBDB-4FF3-B8A0-41CFF7724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BFEBF-9308-49D9-9E96-5E7A6CDA27E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413809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8E9DF-EE32-4560-91CD-40FC0C771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1E6B15-664E-470F-A5A9-FB7646521A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952B0-BC14-4D46-8DFA-CCD43AD5AF56}" type="datetimeFigureOut">
              <a:rPr lang="en-ID" smtClean="0"/>
              <a:t>15/11/2023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3F3F62-75A9-4B10-B937-E23323174C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1907F2-2F76-4855-A3DB-887452CDD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BFEBF-9308-49D9-9E96-5E7A6CDA27E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0181455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E76255C-049F-4A73-96A8-331182097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952B0-BC14-4D46-8DFA-CCD43AD5AF56}" type="datetimeFigureOut">
              <a:rPr lang="en-ID" smtClean="0"/>
              <a:t>15/11/2023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A75076-AF27-4CDA-96E5-A84EBF112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F9AFC5-D9B0-487B-AA9D-853C4C8D3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BFEBF-9308-49D9-9E96-5E7A6CDA27E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207485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4152B-0CA5-4CD5-8F0A-78246D7E7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994CF2-A46A-40C6-9834-594343A8B2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A4DB8F-EA01-418B-9D1B-4C29395D23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02A462-739E-4636-927F-803C5EF67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952B0-BC14-4D46-8DFA-CCD43AD5AF56}" type="datetimeFigureOut">
              <a:rPr lang="en-ID" smtClean="0"/>
              <a:t>15/11/2023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E59B3E-03B6-4C7A-BD1D-DC3375516C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3D13F6-0AA8-4B08-A97C-CD37608A6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BFEBF-9308-49D9-9E96-5E7A6CDA27E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820311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0CCE7-904D-4B40-A7B5-B4C571AEC2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06BC17C-66AB-4464-8858-22EA3AE725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66F997-37A1-4DC8-B752-3D9C17AEE1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92BAC1-E0FC-4BC7-8EB8-DEB5B532A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952B0-BC14-4D46-8DFA-CCD43AD5AF56}" type="datetimeFigureOut">
              <a:rPr lang="en-ID" smtClean="0"/>
              <a:t>15/11/2023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A43450-F49A-48DC-AC5D-1FFB17F13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889349-023B-4471-BFEE-16073CB24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BFEBF-9308-49D9-9E96-5E7A6CDA27E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499001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F11BD-511A-4E25-B3DA-6451194FBE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8A8543-2E01-4286-B144-CB03531EAE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9DDC02-77FC-4320-95B6-C2191A25AA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952B0-BC14-4D46-8DFA-CCD43AD5AF56}" type="datetimeFigureOut">
              <a:rPr lang="en-ID" smtClean="0"/>
              <a:t>15/11/2023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EAEF0B-DFCE-444E-BCE8-CA309D163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031F82-749B-4E27-81E5-C104152CA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BFEBF-9308-49D9-9E96-5E7A6CDA27E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0929876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31D189E-4AB7-4959-93BD-EB8425E8D2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B47F0F-9537-425D-AC1B-C748D18E91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E30B35-6476-4895-B917-97E026CB8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952B0-BC14-4D46-8DFA-CCD43AD5AF56}" type="datetimeFigureOut">
              <a:rPr lang="en-ID" smtClean="0"/>
              <a:t>15/11/2023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5FDD39-0BB2-4CFD-B7A5-90C56FB72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612572-5C14-4625-A3EC-90B54DFEE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BFEBF-9308-49D9-9E96-5E7A6CDA27E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428391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C9E4F6-9E03-4C0A-9D3E-96394B4E9F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33FEEA-59E3-4848-AB4F-481FAFA7CA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B40B19-C227-4017-9D8C-535BFA7D31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4952B0-BC14-4D46-8DFA-CCD43AD5AF56}" type="datetimeFigureOut">
              <a:rPr lang="en-ID" smtClean="0"/>
              <a:t>15/11/2023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639005-3B4A-4274-820E-DC2B43CAB4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9879D8-F57B-4FCE-B137-91492800FD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7BFEBF-9308-49D9-9E96-5E7A6CDA27E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407113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16A84-E56A-4C5D-986B-43B6981686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51529" y="1214438"/>
            <a:ext cx="9911637" cy="2387600"/>
          </a:xfrm>
        </p:spPr>
        <p:txBody>
          <a:bodyPr>
            <a:noAutofit/>
          </a:bodyPr>
          <a:lstStyle/>
          <a:p>
            <a:pPr lvl="0" algn="r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defRPr/>
            </a:pPr>
            <a:r>
              <a:rPr lang="en-US" sz="3200" b="1" dirty="0">
                <a:solidFill>
                  <a:prstClr val="black"/>
                </a:solidFill>
                <a:latin typeface="Montserrat" panose="02000505000000020004" pitchFamily="2" charset="0"/>
                <a:ea typeface="+mn-ea"/>
                <a:cs typeface="Arial" panose="020B0604020202020204" pitchFamily="34" charset="0"/>
              </a:rPr>
              <a:t>Pendidikan Agama</a:t>
            </a:r>
            <a:br>
              <a:rPr lang="en-US" sz="3200" b="1" dirty="0">
                <a:solidFill>
                  <a:prstClr val="black"/>
                </a:solidFill>
                <a:latin typeface="Montserrat" panose="02000505000000020004" pitchFamily="2" charset="0"/>
                <a:ea typeface="+mn-ea"/>
                <a:cs typeface="Arial" panose="020B0604020202020204" pitchFamily="34" charset="0"/>
              </a:rPr>
            </a:b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2000505000000020004" pitchFamily="2" charset="0"/>
                <a:ea typeface="+mn-ea"/>
                <a:cs typeface="Arial" panose="020B0604020202020204" pitchFamily="34" charset="0"/>
              </a:rPr>
              <a:t>Mata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2000505000000020004" pitchFamily="2" charset="0"/>
                <a:ea typeface="+mn-ea"/>
                <a:cs typeface="Arial" panose="020B0604020202020204" pitchFamily="34" charset="0"/>
              </a:rPr>
              <a:t>Kuliah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2000505000000020004" pitchFamily="2" charset="0"/>
                <a:ea typeface="+mn-ea"/>
                <a:cs typeface="Arial" panose="020B0604020202020204" pitchFamily="34" charset="0"/>
              </a:rPr>
              <a:t> Dasar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2000505000000020004" pitchFamily="2" charset="0"/>
                <a:ea typeface="+mn-ea"/>
                <a:cs typeface="Arial" panose="020B0604020202020204" pitchFamily="34" charset="0"/>
              </a:rPr>
              <a:t>Umum</a:t>
            </a:r>
            <a:br>
              <a:rPr kumimoji="0" lang="id-ID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2000505000000020004" pitchFamily="2" charset="0"/>
                <a:ea typeface="+mn-ea"/>
                <a:cs typeface="Arial" panose="020B0604020202020204" pitchFamily="34" charset="0"/>
              </a:rPr>
            </a:br>
            <a:br>
              <a:rPr kumimoji="0" lang="id-ID" altLang="id-ID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2000505000000020004" pitchFamily="2" charset="0"/>
                <a:ea typeface="+mn-ea"/>
                <a:cs typeface="Arial" panose="020B0604020202020204" pitchFamily="34" charset="0"/>
              </a:rPr>
            </a:br>
            <a:r>
              <a:rPr kumimoji="0" lang="en-US" altLang="id-ID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Sesi</a:t>
            </a:r>
            <a:r>
              <a:rPr kumimoji="0" lang="en-US" altLang="id-ID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 5 – </a:t>
            </a:r>
            <a:r>
              <a:rPr kumimoji="0" lang="en-US" altLang="id-ID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Kerukunan</a:t>
            </a:r>
            <a:r>
              <a:rPr kumimoji="0" lang="en-US" altLang="id-ID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altLang="id-ID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Antar</a:t>
            </a:r>
            <a:r>
              <a:rPr kumimoji="0" lang="en-US" altLang="id-ID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 Ummat </a:t>
            </a:r>
            <a:r>
              <a:rPr kumimoji="0" lang="en-US" altLang="id-ID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Beragama</a:t>
            </a:r>
            <a:endParaRPr lang="en-ID" sz="2400" b="1" dirty="0">
              <a:solidFill>
                <a:srgbClr val="FF0000"/>
              </a:solidFill>
              <a:latin typeface="Montserrat" panose="00000500000000000000" pitchFamily="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9765D7-3DE7-4B42-876A-8EBCDBE18E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35471" y="4639236"/>
            <a:ext cx="3927695" cy="526654"/>
          </a:xfrm>
        </p:spPr>
        <p:txBody>
          <a:bodyPr>
            <a:normAutofit/>
          </a:bodyPr>
          <a:lstStyle/>
          <a:p>
            <a:pPr algn="r"/>
            <a:r>
              <a:rPr lang="en-US" dirty="0">
                <a:latin typeface="Montserrat" panose="02000505000000020004" pitchFamily="2" charset="0"/>
              </a:rPr>
              <a:t>Tim Teaching MKDU</a:t>
            </a:r>
            <a:endParaRPr lang="en-ID" dirty="0">
              <a:latin typeface="Montserrat" panose="02000505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69760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244F9DBC-C0A8-1762-ED32-03F69DC0C28F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895600" y="1965790"/>
            <a:ext cx="6400801" cy="1916767"/>
          </a:xfrm>
        </p:spPr>
        <p:txBody>
          <a:bodyPr/>
          <a:lstStyle/>
          <a:p>
            <a:r>
              <a:rPr lang="en-US" altLang="id-ID" sz="4400" b="1" dirty="0" err="1">
                <a:latin typeface="+mn-lt"/>
              </a:rPr>
              <a:t>Membangun</a:t>
            </a:r>
            <a:r>
              <a:rPr lang="en-US" altLang="id-ID" sz="4400" b="1" dirty="0">
                <a:latin typeface="+mn-lt"/>
              </a:rPr>
              <a:t> </a:t>
            </a:r>
            <a:r>
              <a:rPr lang="en-US" altLang="id-ID" sz="4400" b="1" dirty="0" err="1">
                <a:latin typeface="+mn-lt"/>
              </a:rPr>
              <a:t>Kerukunan</a:t>
            </a:r>
            <a:br>
              <a:rPr lang="en-US" altLang="id-ID" sz="4400" b="1" dirty="0">
                <a:latin typeface="+mn-lt"/>
              </a:rPr>
            </a:br>
            <a:r>
              <a:rPr lang="en-US" altLang="id-ID" sz="4400" b="1" dirty="0" err="1">
                <a:latin typeface="+mn-lt"/>
              </a:rPr>
              <a:t>Antar</a:t>
            </a:r>
            <a:r>
              <a:rPr lang="en-US" altLang="id-ID" sz="4400" b="1" dirty="0">
                <a:latin typeface="+mn-lt"/>
              </a:rPr>
              <a:t> </a:t>
            </a:r>
            <a:r>
              <a:rPr lang="en-US" altLang="id-ID" sz="4400" b="1" dirty="0" err="1">
                <a:latin typeface="+mn-lt"/>
              </a:rPr>
              <a:t>Umat</a:t>
            </a:r>
            <a:r>
              <a:rPr lang="en-US" altLang="id-ID" sz="4400" b="1" dirty="0">
                <a:latin typeface="+mn-lt"/>
              </a:rPr>
              <a:t> </a:t>
            </a:r>
            <a:r>
              <a:rPr lang="en-US" altLang="id-ID" sz="4400" b="1" dirty="0" err="1">
                <a:latin typeface="+mn-lt"/>
              </a:rPr>
              <a:t>Beragama</a:t>
            </a:r>
            <a:r>
              <a:rPr lang="en-US" altLang="id-ID" sz="4400" b="1" dirty="0">
                <a:latin typeface="+mn-lt"/>
              </a:rPr>
              <a:t>: </a:t>
            </a:r>
            <a:br>
              <a:rPr lang="en-US" altLang="id-ID" sz="4400" b="1" dirty="0">
                <a:latin typeface="+mn-lt"/>
              </a:rPr>
            </a:br>
            <a:r>
              <a:rPr lang="en-US" altLang="id-ID" sz="3600" b="1" dirty="0" err="1">
                <a:latin typeface="+mn-lt"/>
              </a:rPr>
              <a:t>Perspektif</a:t>
            </a:r>
            <a:r>
              <a:rPr lang="en-US" altLang="id-ID" sz="3600" b="1" dirty="0">
                <a:latin typeface="+mn-lt"/>
              </a:rPr>
              <a:t> </a:t>
            </a:r>
            <a:r>
              <a:rPr lang="en-US" altLang="id-ID" sz="3600" b="1" dirty="0" err="1">
                <a:latin typeface="+mn-lt"/>
              </a:rPr>
              <a:t>Sosiologis</a:t>
            </a:r>
            <a:endParaRPr lang="en-US" altLang="id-ID" sz="4000" b="1" dirty="0">
              <a:latin typeface="+mn-lt"/>
            </a:endParaRP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7F1FCB00-C1B6-25E6-38E9-E01E8DF372D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895600" y="3933826"/>
            <a:ext cx="6400800" cy="1704975"/>
          </a:xfrm>
        </p:spPr>
        <p:txBody>
          <a:bodyPr anchor="ctr"/>
          <a:lstStyle/>
          <a:p>
            <a:pPr>
              <a:lnSpc>
                <a:spcPct val="90000"/>
              </a:lnSpc>
            </a:pPr>
            <a:r>
              <a:rPr lang="en-US" altLang="id-ID" dirty="0"/>
              <a:t>Tim </a:t>
            </a:r>
            <a:r>
              <a:rPr lang="en-US" altLang="id-ID" dirty="0" err="1"/>
              <a:t>Dosen</a:t>
            </a:r>
            <a:r>
              <a:rPr lang="en-US" altLang="id-ID" dirty="0"/>
              <a:t> MKDU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53A06BBE-61F4-EB17-6BB2-07A3A2213B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99747" y="914400"/>
            <a:ext cx="2792506" cy="668712"/>
          </a:xfr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/>
            <a:r>
              <a:rPr lang="en-US" altLang="id-ID" sz="3200" b="1" dirty="0">
                <a:latin typeface="+mn-lt"/>
              </a:rPr>
              <a:t>Dasar </a:t>
            </a:r>
            <a:r>
              <a:rPr lang="en-US" altLang="id-ID" sz="3200" b="1" dirty="0" err="1">
                <a:latin typeface="+mn-lt"/>
              </a:rPr>
              <a:t>Filosofis</a:t>
            </a:r>
            <a:endParaRPr lang="en-US" altLang="id-ID" sz="3200" b="1" dirty="0">
              <a:latin typeface="+mn-lt"/>
            </a:endParaRP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4BD71B44-FF32-2491-0DB5-3AF24DF0CD4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3709921"/>
              </p:ext>
            </p:extLst>
          </p:nvPr>
        </p:nvGraphicFramePr>
        <p:xfrm>
          <a:off x="660400" y="1788459"/>
          <a:ext cx="10823388" cy="45854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C20EC764-1B10-12C9-95EC-4F44B5B63B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01035" y="1223683"/>
            <a:ext cx="4589930" cy="614923"/>
          </a:xfr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/>
            <a:r>
              <a:rPr lang="en-US" altLang="id-ID" sz="3200" b="1" dirty="0" err="1">
                <a:latin typeface="+mn-lt"/>
              </a:rPr>
              <a:t>Kerukunan</a:t>
            </a:r>
            <a:r>
              <a:rPr lang="en-US" altLang="id-ID" sz="3200" b="1" dirty="0">
                <a:latin typeface="+mn-lt"/>
              </a:rPr>
              <a:t> </a:t>
            </a:r>
            <a:r>
              <a:rPr lang="en-US" altLang="id-ID" sz="3200" b="1" dirty="0" err="1">
                <a:latin typeface="+mn-lt"/>
              </a:rPr>
              <a:t>Beragama</a:t>
            </a:r>
            <a:endParaRPr lang="en-US" altLang="id-ID" sz="3200" b="1" dirty="0">
              <a:latin typeface="+mn-lt"/>
            </a:endParaRP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6A8B31F4-2608-6163-95C8-72A34A38631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0" y="2364817"/>
            <a:ext cx="8229600" cy="42451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altLang="id-ID" sz="2200" b="1" dirty="0" err="1"/>
              <a:t>Konsepsi</a:t>
            </a:r>
            <a:r>
              <a:rPr lang="en-US" altLang="id-ID" sz="2200" b="1" dirty="0"/>
              <a:t> </a:t>
            </a:r>
            <a:r>
              <a:rPr lang="en-US" altLang="id-ID" sz="2200" b="1" dirty="0" err="1"/>
              <a:t>Alamsyah</a:t>
            </a:r>
            <a:r>
              <a:rPr lang="en-US" altLang="id-ID" sz="2200" b="1" dirty="0"/>
              <a:t> </a:t>
            </a:r>
            <a:r>
              <a:rPr lang="en-US" altLang="id-ID" sz="2200" b="1" dirty="0" err="1"/>
              <a:t>Prawiranegara</a:t>
            </a:r>
            <a:r>
              <a:rPr lang="en-US" altLang="id-ID" sz="2200" b="1" dirty="0"/>
              <a:t>, </a:t>
            </a:r>
            <a:r>
              <a:rPr lang="en-US" altLang="id-ID" sz="2200" b="1" dirty="0" err="1"/>
              <a:t>yaitu</a:t>
            </a:r>
            <a:r>
              <a:rPr lang="en-US" altLang="id-ID" sz="2200" b="1" dirty="0"/>
              <a:t>:</a:t>
            </a:r>
          </a:p>
          <a:p>
            <a:pPr algn="ctr"/>
            <a:endParaRPr lang="en-US" altLang="id-ID" sz="2200" dirty="0"/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74B04A84-B02B-D690-BC50-0B5DB0DF073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39182413"/>
              </p:ext>
            </p:extLst>
          </p:nvPr>
        </p:nvGraphicFramePr>
        <p:xfrm>
          <a:off x="401171" y="3169491"/>
          <a:ext cx="11389658" cy="24269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61C99F7F-983C-3AFF-B888-711CC2FFBB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5132" y="1013011"/>
            <a:ext cx="2821733" cy="627530"/>
          </a:xfr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/>
            <a:r>
              <a:rPr lang="en-US" altLang="id-ID" sz="3200" b="1" dirty="0">
                <a:latin typeface="+mn-lt"/>
              </a:rPr>
              <a:t>Hak </a:t>
            </a:r>
            <a:r>
              <a:rPr lang="en-US" altLang="id-ID" sz="3200" b="1" dirty="0" err="1">
                <a:latin typeface="+mn-lt"/>
              </a:rPr>
              <a:t>Beragama</a:t>
            </a:r>
            <a:endParaRPr lang="en-US" altLang="id-ID" sz="3200" b="1" dirty="0">
              <a:latin typeface="+mn-lt"/>
            </a:endParaRP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DA2ECFF3-BCC2-1196-E502-1190DEEA8CD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75124018"/>
              </p:ext>
            </p:extLst>
          </p:nvPr>
        </p:nvGraphicFramePr>
        <p:xfrm>
          <a:off x="848658" y="2070847"/>
          <a:ext cx="10527553" cy="42358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4ADC5BDA-2EBE-40C9-4AAB-5F3C1020FBD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320987" y="1447380"/>
            <a:ext cx="3303494" cy="655264"/>
          </a:xfr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/>
            <a:r>
              <a:rPr lang="en-US" altLang="id-ID" sz="3200" b="1" dirty="0">
                <a:latin typeface="+mn-lt"/>
              </a:rPr>
              <a:t>Peran </a:t>
            </a:r>
            <a:r>
              <a:rPr lang="en-US" altLang="id-ID" sz="3200" b="1" dirty="0" err="1">
                <a:latin typeface="+mn-lt"/>
              </a:rPr>
              <a:t>Pemerintah</a:t>
            </a:r>
            <a:endParaRPr lang="en-US" altLang="id-ID" sz="3200" b="1" dirty="0">
              <a:latin typeface="+mn-lt"/>
            </a:endParaRP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578CE599-1FDE-F1E0-C9D9-D9299001F3A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25709236"/>
              </p:ext>
            </p:extLst>
          </p:nvPr>
        </p:nvGraphicFramePr>
        <p:xfrm>
          <a:off x="739588" y="1775012"/>
          <a:ext cx="10690412" cy="43030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53A13621-0352-F2E9-885F-DB54882218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707749" y="954742"/>
            <a:ext cx="5382464" cy="614083"/>
          </a:xfr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/>
            <a:r>
              <a:rPr lang="en-US" altLang="id-ID" sz="3200" b="1" dirty="0" err="1">
                <a:latin typeface="+mn-lt"/>
              </a:rPr>
              <a:t>Makna</a:t>
            </a:r>
            <a:r>
              <a:rPr lang="en-US" altLang="id-ID" sz="3200" b="1" dirty="0">
                <a:latin typeface="+mn-lt"/>
              </a:rPr>
              <a:t> </a:t>
            </a:r>
            <a:r>
              <a:rPr lang="en-US" altLang="id-ID" sz="3200" b="1" dirty="0" err="1">
                <a:latin typeface="+mn-lt"/>
              </a:rPr>
              <a:t>Kerukunan</a:t>
            </a:r>
            <a:r>
              <a:rPr lang="en-US" altLang="id-ID" sz="3200" b="1" dirty="0">
                <a:latin typeface="+mn-lt"/>
              </a:rPr>
              <a:t> </a:t>
            </a:r>
            <a:r>
              <a:rPr lang="en-US" altLang="id-ID" sz="3200" b="1" dirty="0" err="1">
                <a:latin typeface="+mn-lt"/>
              </a:rPr>
              <a:t>Beragama</a:t>
            </a:r>
            <a:endParaRPr lang="en-US" altLang="id-ID" sz="3200" b="1" dirty="0">
              <a:latin typeface="+mn-lt"/>
            </a:endParaRP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063E7055-1498-3DA1-08DD-1402F0F8AA3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76469005"/>
              </p:ext>
            </p:extLst>
          </p:nvPr>
        </p:nvGraphicFramePr>
        <p:xfrm>
          <a:off x="667871" y="2164976"/>
          <a:ext cx="10856258" cy="43837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417E4F10-E08D-A2E9-9DD3-6EE5A0577F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329953" y="1600200"/>
            <a:ext cx="3532094" cy="515379"/>
          </a:xfr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pPr algn="ctr"/>
            <a:r>
              <a:rPr lang="en-US" altLang="id-ID" sz="3200" b="1" dirty="0" err="1">
                <a:latin typeface="+mn-lt"/>
              </a:rPr>
              <a:t>Tantangan</a:t>
            </a:r>
            <a:r>
              <a:rPr lang="en-US" altLang="id-ID" sz="3200" b="1" dirty="0">
                <a:latin typeface="+mn-lt"/>
              </a:rPr>
              <a:t> </a:t>
            </a:r>
            <a:r>
              <a:rPr lang="en-US" altLang="id-ID" sz="3200" b="1" dirty="0" err="1">
                <a:latin typeface="+mn-lt"/>
              </a:rPr>
              <a:t>ke</a:t>
            </a:r>
            <a:r>
              <a:rPr lang="en-US" altLang="id-ID" sz="3200" b="1" dirty="0">
                <a:latin typeface="+mn-lt"/>
              </a:rPr>
              <a:t> </a:t>
            </a:r>
            <a:r>
              <a:rPr lang="en-US" altLang="id-ID" sz="3200" b="1" dirty="0" err="1">
                <a:latin typeface="+mn-lt"/>
              </a:rPr>
              <a:t>Depan</a:t>
            </a:r>
            <a:endParaRPr lang="en-US" altLang="id-ID" sz="3200" b="1" dirty="0">
              <a:latin typeface="+mn-lt"/>
            </a:endParaRP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3DFBA6D3-EACD-E861-0BA7-E9F861C95A3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73380281"/>
              </p:ext>
            </p:extLst>
          </p:nvPr>
        </p:nvGraphicFramePr>
        <p:xfrm>
          <a:off x="677582" y="2259105"/>
          <a:ext cx="10836836" cy="35500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426BE653-66F7-0662-4DE3-B4A89BA537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138191" y="1461806"/>
            <a:ext cx="3599516" cy="609041"/>
          </a:xfr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/>
            <a:r>
              <a:rPr lang="en-US" altLang="id-ID" sz="3200" b="1" dirty="0" err="1">
                <a:latin typeface="+mn-lt"/>
              </a:rPr>
              <a:t>Sikap</a:t>
            </a:r>
            <a:r>
              <a:rPr lang="en-US" altLang="id-ID" sz="3200" b="1" dirty="0">
                <a:latin typeface="+mn-lt"/>
              </a:rPr>
              <a:t> Masyarakat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DCAF5F54-8F9D-7093-FE20-A0CAB3E353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18253" y="2563254"/>
            <a:ext cx="9639393" cy="2832940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609600" indent="-609600" algn="just">
              <a:buFontTx/>
              <a:buAutoNum type="arabicPeriod"/>
            </a:pPr>
            <a:r>
              <a:rPr lang="en-US" altLang="id-ID" sz="2200" dirty="0" err="1"/>
              <a:t>Mengikuti</a:t>
            </a:r>
            <a:r>
              <a:rPr lang="en-US" altLang="id-ID" sz="2200" dirty="0"/>
              <a:t> </a:t>
            </a:r>
            <a:r>
              <a:rPr lang="en-US" altLang="id-ID" sz="2200" dirty="0" err="1"/>
              <a:t>arus</a:t>
            </a:r>
            <a:r>
              <a:rPr lang="en-US" altLang="id-ID" sz="2200" dirty="0"/>
              <a:t> </a:t>
            </a:r>
            <a:r>
              <a:rPr lang="en-US" altLang="id-ID" sz="2200" dirty="0" err="1"/>
              <a:t>perubahan</a:t>
            </a:r>
            <a:r>
              <a:rPr lang="en-US" altLang="id-ID" sz="2200" dirty="0"/>
              <a:t> </a:t>
            </a:r>
            <a:r>
              <a:rPr lang="en-US" altLang="id-ID" sz="2200" dirty="0" err="1"/>
              <a:t>tanpa</a:t>
            </a:r>
            <a:r>
              <a:rPr lang="en-US" altLang="id-ID" sz="2200" dirty="0"/>
              <a:t> </a:t>
            </a:r>
            <a:r>
              <a:rPr lang="en-US" altLang="id-ID" sz="2200" dirty="0" err="1"/>
              <a:t>melakukan</a:t>
            </a:r>
            <a:r>
              <a:rPr lang="en-US" altLang="id-ID" sz="2200" dirty="0"/>
              <a:t> </a:t>
            </a:r>
            <a:r>
              <a:rPr lang="en-US" altLang="id-ID" sz="2200" dirty="0" err="1"/>
              <a:t>perlawanan</a:t>
            </a:r>
            <a:r>
              <a:rPr lang="en-US" altLang="id-ID" sz="2200" dirty="0"/>
              <a:t> </a:t>
            </a:r>
            <a:r>
              <a:rPr lang="en-US" altLang="id-ID" sz="2200" dirty="0" err="1"/>
              <a:t>sedikitpun</a:t>
            </a:r>
            <a:r>
              <a:rPr lang="en-US" altLang="id-ID" sz="2200" dirty="0"/>
              <a:t> (</a:t>
            </a:r>
            <a:r>
              <a:rPr lang="en-US" altLang="id-ID" sz="2200" dirty="0" err="1"/>
              <a:t>seluruh</a:t>
            </a:r>
            <a:r>
              <a:rPr lang="en-US" altLang="id-ID" sz="2200" dirty="0"/>
              <a:t> </a:t>
            </a:r>
            <a:r>
              <a:rPr lang="en-US" altLang="id-ID" sz="2200" dirty="0" err="1"/>
              <a:t>kehidupannya</a:t>
            </a:r>
            <a:r>
              <a:rPr lang="en-US" altLang="id-ID" sz="2200" dirty="0"/>
              <a:t> </a:t>
            </a:r>
            <a:r>
              <a:rPr lang="en-US" altLang="id-ID" sz="2200" dirty="0" err="1"/>
              <a:t>merupakan</a:t>
            </a:r>
            <a:r>
              <a:rPr lang="en-US" altLang="id-ID" sz="2200" dirty="0"/>
              <a:t> </a:t>
            </a:r>
            <a:r>
              <a:rPr lang="en-US" altLang="id-ID" sz="2200" dirty="0" err="1"/>
              <a:t>replika</a:t>
            </a:r>
            <a:r>
              <a:rPr lang="en-US" altLang="id-ID" sz="2200" dirty="0"/>
              <a:t> </a:t>
            </a:r>
            <a:r>
              <a:rPr lang="en-US" altLang="id-ID" sz="2200" dirty="0" err="1"/>
              <a:t>kehidupan</a:t>
            </a:r>
            <a:r>
              <a:rPr lang="en-US" altLang="id-ID" sz="2200" dirty="0"/>
              <a:t> modern/</a:t>
            </a:r>
            <a:r>
              <a:rPr lang="en-US" altLang="id-ID" sz="2200" dirty="0" err="1"/>
              <a:t>posmodern</a:t>
            </a:r>
            <a:r>
              <a:rPr lang="en-US" altLang="id-ID" sz="2200" dirty="0"/>
              <a:t>)</a:t>
            </a:r>
          </a:p>
          <a:p>
            <a:pPr marL="609600" indent="-609600" algn="just">
              <a:buFontTx/>
              <a:buAutoNum type="arabicPeriod"/>
            </a:pPr>
            <a:r>
              <a:rPr lang="en-US" altLang="id-ID" sz="2200" dirty="0" err="1"/>
              <a:t>Melawan</a:t>
            </a:r>
            <a:r>
              <a:rPr lang="en-US" altLang="id-ID" sz="2200" dirty="0"/>
              <a:t> </a:t>
            </a:r>
            <a:r>
              <a:rPr lang="en-US" altLang="id-ID" sz="2200" dirty="0" err="1"/>
              <a:t>dengan</a:t>
            </a:r>
            <a:r>
              <a:rPr lang="en-US" altLang="id-ID" sz="2200" dirty="0"/>
              <a:t> </a:t>
            </a:r>
            <a:r>
              <a:rPr lang="en-US" altLang="id-ID" sz="2200" dirty="0" err="1"/>
              <a:t>segenap</a:t>
            </a:r>
            <a:r>
              <a:rPr lang="en-US" altLang="id-ID" sz="2200" dirty="0"/>
              <a:t> </a:t>
            </a:r>
            <a:r>
              <a:rPr lang="en-US" altLang="id-ID" sz="2200" dirty="0" err="1"/>
              <a:t>kemampuan</a:t>
            </a:r>
            <a:r>
              <a:rPr lang="en-US" altLang="id-ID" sz="2200" dirty="0"/>
              <a:t> (</a:t>
            </a:r>
            <a:r>
              <a:rPr lang="en-US" altLang="id-ID" sz="2200" dirty="0" err="1"/>
              <a:t>menimbulkan</a:t>
            </a:r>
            <a:r>
              <a:rPr lang="en-US" altLang="id-ID" sz="2200" dirty="0"/>
              <a:t> </a:t>
            </a:r>
            <a:r>
              <a:rPr lang="en-US" altLang="id-ID" sz="2200" dirty="0" err="1"/>
              <a:t>gerakan-gerakan</a:t>
            </a:r>
            <a:r>
              <a:rPr lang="en-US" altLang="id-ID" sz="2200" dirty="0"/>
              <a:t> </a:t>
            </a:r>
            <a:r>
              <a:rPr lang="en-US" altLang="id-ID" sz="2200" dirty="0" err="1"/>
              <a:t>keagamaan</a:t>
            </a:r>
            <a:r>
              <a:rPr lang="en-US" altLang="id-ID" sz="2200" dirty="0"/>
              <a:t> yang </a:t>
            </a:r>
            <a:r>
              <a:rPr lang="en-US" altLang="id-ID" sz="2200" dirty="0" err="1"/>
              <a:t>bercorak</a:t>
            </a:r>
            <a:r>
              <a:rPr lang="en-US" altLang="id-ID" sz="2200" dirty="0"/>
              <a:t> fundamental, </a:t>
            </a:r>
            <a:r>
              <a:rPr lang="en-US" altLang="id-ID" sz="2200" dirty="0" err="1"/>
              <a:t>seperti</a:t>
            </a:r>
            <a:r>
              <a:rPr lang="en-US" altLang="id-ID" sz="2200" dirty="0"/>
              <a:t> </a:t>
            </a:r>
            <a:r>
              <a:rPr lang="en-US" altLang="id-ID" sz="2200" dirty="0" err="1"/>
              <a:t>gerakan</a:t>
            </a:r>
            <a:r>
              <a:rPr lang="en-US" altLang="id-ID" sz="2200" dirty="0"/>
              <a:t> anti Amerika oleh Imam </a:t>
            </a:r>
            <a:r>
              <a:rPr lang="en-US" altLang="id-ID" sz="2200" dirty="0" err="1"/>
              <a:t>Samodra</a:t>
            </a:r>
            <a:r>
              <a:rPr lang="en-US" altLang="id-ID" sz="2200" dirty="0"/>
              <a:t> cs)</a:t>
            </a:r>
          </a:p>
          <a:p>
            <a:pPr marL="609600" indent="-609600" algn="just">
              <a:buFontTx/>
              <a:buAutoNum type="arabicPeriod"/>
            </a:pPr>
            <a:r>
              <a:rPr lang="en-US" altLang="id-ID" sz="2200" dirty="0" err="1"/>
              <a:t>Mengikuti</a:t>
            </a:r>
            <a:r>
              <a:rPr lang="en-US" altLang="id-ID" sz="2200" dirty="0"/>
              <a:t> </a:t>
            </a:r>
            <a:r>
              <a:rPr lang="en-US" altLang="id-ID" sz="2200" dirty="0" err="1"/>
              <a:t>dengan</a:t>
            </a:r>
            <a:r>
              <a:rPr lang="en-US" altLang="id-ID" sz="2200" dirty="0"/>
              <a:t> </a:t>
            </a:r>
            <a:r>
              <a:rPr lang="en-US" altLang="id-ID" sz="2200" dirty="0" err="1"/>
              <a:t>kritis</a:t>
            </a:r>
            <a:r>
              <a:rPr lang="en-US" altLang="id-ID" sz="2200" dirty="0"/>
              <a:t> (</a:t>
            </a:r>
            <a:r>
              <a:rPr lang="en-US" altLang="id-ID" sz="2200" dirty="0" err="1"/>
              <a:t>melakukan</a:t>
            </a:r>
            <a:r>
              <a:rPr lang="en-US" altLang="id-ID" sz="2200" dirty="0"/>
              <a:t> </a:t>
            </a:r>
            <a:r>
              <a:rPr lang="en-US" altLang="id-ID" sz="2200" dirty="0" err="1"/>
              <a:t>adaptasi</a:t>
            </a:r>
            <a:r>
              <a:rPr lang="en-US" altLang="id-ID" sz="2200" dirty="0"/>
              <a:t> </a:t>
            </a:r>
            <a:r>
              <a:rPr lang="en-US" altLang="id-ID" sz="2200" dirty="0" err="1"/>
              <a:t>secara</a:t>
            </a:r>
            <a:r>
              <a:rPr lang="en-US" altLang="id-ID" sz="2200" dirty="0"/>
              <a:t> </a:t>
            </a:r>
            <a:r>
              <a:rPr lang="en-US" altLang="id-ID" sz="2200" dirty="0" err="1"/>
              <a:t>kritis</a:t>
            </a:r>
            <a:r>
              <a:rPr lang="en-US" altLang="id-ID" sz="2200" dirty="0"/>
              <a:t> </a:t>
            </a:r>
            <a:r>
              <a:rPr lang="en-US" altLang="id-ID" sz="2200" dirty="0" err="1"/>
              <a:t>teradap</a:t>
            </a:r>
            <a:r>
              <a:rPr lang="en-US" altLang="id-ID" sz="2200" dirty="0"/>
              <a:t> </a:t>
            </a:r>
            <a:r>
              <a:rPr lang="en-US" altLang="id-ID" sz="2200" dirty="0" err="1"/>
              <a:t>perubahan-perubahan</a:t>
            </a:r>
            <a:r>
              <a:rPr lang="en-US" altLang="id-ID" sz="2200" dirty="0"/>
              <a:t> </a:t>
            </a:r>
            <a:r>
              <a:rPr lang="en-US" altLang="id-ID" sz="2200" dirty="0" err="1"/>
              <a:t>tersebut</a:t>
            </a:r>
            <a:r>
              <a:rPr lang="en-US" altLang="id-ID" sz="2200" dirty="0"/>
              <a:t>, </a:t>
            </a:r>
            <a:r>
              <a:rPr lang="en-US" altLang="id-ID" sz="2200" dirty="0" err="1"/>
              <a:t>mengambil</a:t>
            </a:r>
            <a:r>
              <a:rPr lang="en-US" altLang="id-ID" sz="2200" dirty="0"/>
              <a:t> yang </a:t>
            </a:r>
            <a:r>
              <a:rPr lang="en-US" altLang="id-ID" sz="2200" dirty="0" err="1"/>
              <a:t>bermanfaat</a:t>
            </a:r>
            <a:r>
              <a:rPr lang="en-US" altLang="id-ID" sz="2200" dirty="0"/>
              <a:t> dan </a:t>
            </a:r>
            <a:r>
              <a:rPr lang="en-US" altLang="id-ID" sz="2200" dirty="0" err="1"/>
              <a:t>membuang</a:t>
            </a:r>
            <a:r>
              <a:rPr lang="en-US" altLang="id-ID" sz="2200" dirty="0"/>
              <a:t> yang </a:t>
            </a:r>
            <a:r>
              <a:rPr lang="en-US" altLang="id-ID" sz="2200" dirty="0" err="1"/>
              <a:t>madharat</a:t>
            </a:r>
            <a:r>
              <a:rPr lang="en-US" altLang="id-ID" sz="2200" dirty="0"/>
              <a:t>)</a:t>
            </a:r>
          </a:p>
          <a:p>
            <a:pPr marL="609600" indent="-609600"/>
            <a:endParaRPr lang="en-US" altLang="id-ID" dirty="0"/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51AA2C7F-AC67-6E26-7820-79F98CA633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58670" y="1546412"/>
            <a:ext cx="5898776" cy="655264"/>
          </a:xfr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/>
            <a:r>
              <a:rPr lang="en-US" altLang="id-ID" sz="3200" b="1" dirty="0" err="1">
                <a:latin typeface="+mn-lt"/>
              </a:rPr>
              <a:t>Tantangan</a:t>
            </a:r>
            <a:r>
              <a:rPr lang="en-US" altLang="id-ID" sz="3200" b="1" dirty="0">
                <a:latin typeface="+mn-lt"/>
              </a:rPr>
              <a:t> </a:t>
            </a:r>
            <a:r>
              <a:rPr lang="en-US" altLang="id-ID" sz="3200" b="1" dirty="0" err="1">
                <a:latin typeface="+mn-lt"/>
              </a:rPr>
              <a:t>Umum</a:t>
            </a:r>
            <a:r>
              <a:rPr lang="en-US" altLang="id-ID" sz="3200" b="1" dirty="0">
                <a:latin typeface="+mn-lt"/>
              </a:rPr>
              <a:t> </a:t>
            </a:r>
            <a:r>
              <a:rPr lang="en-US" altLang="id-ID" sz="3200" b="1" dirty="0" err="1">
                <a:latin typeface="+mn-lt"/>
              </a:rPr>
              <a:t>Keberagamaan</a:t>
            </a:r>
            <a:endParaRPr lang="en-US" altLang="id-ID" sz="3200" b="1" dirty="0">
              <a:latin typeface="+mn-lt"/>
            </a:endParaRP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16F3C948-2647-AC63-E1BD-32F68D1A96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05535" y="2864223"/>
            <a:ext cx="9005047" cy="291801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altLang="id-ID" sz="2400" dirty="0" err="1"/>
              <a:t>Liberalisme</a:t>
            </a:r>
            <a:r>
              <a:rPr lang="en-US" altLang="id-ID" sz="2400" dirty="0"/>
              <a:t> </a:t>
            </a:r>
            <a:r>
              <a:rPr lang="en-US" altLang="id-ID" sz="2400" dirty="0" err="1"/>
              <a:t>yaitu</a:t>
            </a:r>
            <a:r>
              <a:rPr lang="en-US" altLang="id-ID" sz="2400" dirty="0"/>
              <a:t> </a:t>
            </a:r>
            <a:r>
              <a:rPr lang="en-US" altLang="id-ID" sz="2400" dirty="0" err="1"/>
              <a:t>penafsiran</a:t>
            </a:r>
            <a:r>
              <a:rPr lang="en-US" altLang="id-ID" sz="2400" dirty="0"/>
              <a:t> </a:t>
            </a:r>
            <a:r>
              <a:rPr lang="en-US" altLang="id-ID" sz="2400" dirty="0" err="1"/>
              <a:t>teks</a:t>
            </a:r>
            <a:r>
              <a:rPr lang="en-US" altLang="id-ID" sz="2400" dirty="0"/>
              <a:t> yang sangat </a:t>
            </a:r>
            <a:r>
              <a:rPr lang="en-US" altLang="id-ID" sz="2400" dirty="0" err="1"/>
              <a:t>bebas</a:t>
            </a:r>
            <a:r>
              <a:rPr lang="en-US" altLang="id-ID" sz="2400" dirty="0"/>
              <a:t> dan </a:t>
            </a:r>
            <a:r>
              <a:rPr lang="en-US" altLang="id-ID" sz="2400" dirty="0" err="1"/>
              <a:t>bahkan</a:t>
            </a:r>
            <a:r>
              <a:rPr lang="en-US" altLang="id-ID" sz="2400" dirty="0"/>
              <a:t> </a:t>
            </a:r>
            <a:r>
              <a:rPr lang="en-US" altLang="id-ID" sz="2400" dirty="0" err="1"/>
              <a:t>tanpa</a:t>
            </a:r>
            <a:r>
              <a:rPr lang="en-US" altLang="id-ID" sz="2400" dirty="0"/>
              <a:t> </a:t>
            </a:r>
            <a:r>
              <a:rPr lang="en-US" altLang="id-ID" sz="2400" dirty="0" err="1"/>
              <a:t>mengindahkan</a:t>
            </a:r>
            <a:r>
              <a:rPr lang="en-US" altLang="id-ID" sz="2400" dirty="0"/>
              <a:t> </a:t>
            </a:r>
            <a:r>
              <a:rPr lang="en-US" altLang="id-ID" sz="2400" dirty="0" err="1"/>
              <a:t>terhadap</a:t>
            </a:r>
            <a:r>
              <a:rPr lang="en-US" altLang="id-ID" sz="2400" dirty="0"/>
              <a:t> </a:t>
            </a:r>
            <a:r>
              <a:rPr lang="en-US" altLang="id-ID" sz="2400" dirty="0" err="1"/>
              <a:t>kaidah-kaidah</a:t>
            </a:r>
            <a:r>
              <a:rPr lang="en-US" altLang="id-ID" sz="2400" dirty="0"/>
              <a:t> </a:t>
            </a:r>
            <a:r>
              <a:rPr lang="en-US" altLang="id-ID" sz="2400" dirty="0" err="1"/>
              <a:t>penafsiran</a:t>
            </a:r>
            <a:r>
              <a:rPr lang="en-US" altLang="id-ID" sz="2400" dirty="0"/>
              <a:t> </a:t>
            </a:r>
            <a:r>
              <a:rPr lang="en-US" altLang="id-ID" sz="2400" dirty="0" err="1"/>
              <a:t>teks</a:t>
            </a:r>
            <a:r>
              <a:rPr lang="en-US" altLang="id-ID" sz="2400" dirty="0"/>
              <a:t>. Sangat </a:t>
            </a:r>
            <a:r>
              <a:rPr lang="en-US" altLang="id-ID" sz="2400" dirty="0" err="1"/>
              <a:t>melebih-lebihkan</a:t>
            </a:r>
            <a:r>
              <a:rPr lang="en-US" altLang="id-ID" sz="2400" dirty="0"/>
              <a:t> </a:t>
            </a:r>
            <a:r>
              <a:rPr lang="en-US" altLang="id-ID" sz="2400" dirty="0" err="1"/>
              <a:t>konteks</a:t>
            </a:r>
            <a:r>
              <a:rPr lang="en-US" altLang="id-ID" sz="2400" dirty="0"/>
              <a:t>.</a:t>
            </a:r>
          </a:p>
          <a:p>
            <a:pPr marL="0" indent="0" algn="ctr">
              <a:buNone/>
            </a:pPr>
            <a:endParaRPr lang="en-US" altLang="id-ID" sz="2400" dirty="0"/>
          </a:p>
          <a:p>
            <a:pPr marL="0" indent="0" algn="ctr">
              <a:buNone/>
            </a:pPr>
            <a:endParaRPr lang="en-US" altLang="id-ID" sz="2400" dirty="0"/>
          </a:p>
          <a:p>
            <a:pPr marL="0" indent="0" algn="ctr">
              <a:buNone/>
            </a:pPr>
            <a:r>
              <a:rPr lang="en-US" altLang="id-ID" sz="2400" dirty="0" err="1"/>
              <a:t>Radikalisme</a:t>
            </a:r>
            <a:r>
              <a:rPr lang="en-US" altLang="id-ID" sz="2400" dirty="0"/>
              <a:t>, </a:t>
            </a:r>
            <a:r>
              <a:rPr lang="en-US" altLang="id-ID" sz="2400" dirty="0" err="1"/>
              <a:t>yaitu</a:t>
            </a:r>
            <a:r>
              <a:rPr lang="en-US" altLang="id-ID" sz="2400" dirty="0"/>
              <a:t> </a:t>
            </a:r>
            <a:r>
              <a:rPr lang="en-US" altLang="id-ID" sz="2400" dirty="0" err="1"/>
              <a:t>penafsiran</a:t>
            </a:r>
            <a:r>
              <a:rPr lang="en-US" altLang="id-ID" sz="2400" dirty="0"/>
              <a:t> </a:t>
            </a:r>
            <a:r>
              <a:rPr lang="en-US" altLang="id-ID" sz="2400" dirty="0" err="1"/>
              <a:t>teks</a:t>
            </a:r>
            <a:r>
              <a:rPr lang="en-US" altLang="id-ID" sz="2400" dirty="0"/>
              <a:t> yang sangat </a:t>
            </a:r>
            <a:r>
              <a:rPr lang="en-US" altLang="id-ID" sz="2400" dirty="0" err="1"/>
              <a:t>ketat</a:t>
            </a:r>
            <a:r>
              <a:rPr lang="en-US" altLang="id-ID" sz="2400" dirty="0"/>
              <a:t> </a:t>
            </a:r>
            <a:r>
              <a:rPr lang="en-US" altLang="id-ID" sz="2400" dirty="0" err="1"/>
              <a:t>tanpa</a:t>
            </a:r>
            <a:r>
              <a:rPr lang="en-US" altLang="id-ID" sz="2400" dirty="0"/>
              <a:t> </a:t>
            </a:r>
            <a:r>
              <a:rPr lang="en-US" altLang="id-ID" sz="2400" dirty="0" err="1"/>
              <a:t>melakukan</a:t>
            </a:r>
            <a:r>
              <a:rPr lang="en-US" altLang="id-ID" sz="2400" dirty="0"/>
              <a:t> </a:t>
            </a:r>
            <a:r>
              <a:rPr lang="en-US" altLang="id-ID" sz="2400" dirty="0" err="1"/>
              <a:t>verifikasi</a:t>
            </a:r>
            <a:r>
              <a:rPr lang="en-US" altLang="id-ID" sz="2400" dirty="0"/>
              <a:t> </a:t>
            </a:r>
            <a:r>
              <a:rPr lang="en-US" altLang="id-ID" sz="2400" dirty="0" err="1"/>
              <a:t>empirik</a:t>
            </a:r>
            <a:r>
              <a:rPr lang="en-US" altLang="id-ID" sz="2400" dirty="0"/>
              <a:t>. Sangat </a:t>
            </a:r>
            <a:r>
              <a:rPr lang="en-US" altLang="id-ID" sz="2400" dirty="0" err="1"/>
              <a:t>melebihkan-lebihkan</a:t>
            </a:r>
            <a:r>
              <a:rPr lang="en-US" altLang="id-ID" sz="2400" dirty="0"/>
              <a:t> </a:t>
            </a:r>
            <a:r>
              <a:rPr lang="en-US" altLang="id-ID" sz="2400" dirty="0" err="1"/>
              <a:t>teks</a:t>
            </a:r>
            <a:r>
              <a:rPr lang="en-US" altLang="id-ID" sz="2400" dirty="0"/>
              <a:t>.</a:t>
            </a:r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DF5D49AC-1344-BF0E-A9C9-1ACE50F2E3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79376" y="968188"/>
            <a:ext cx="6033247" cy="641817"/>
          </a:xfr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/>
            <a:r>
              <a:rPr lang="en-US" altLang="id-ID" sz="3200" b="1" dirty="0" err="1">
                <a:latin typeface="+mn-lt"/>
              </a:rPr>
              <a:t>Tantangan</a:t>
            </a:r>
            <a:r>
              <a:rPr lang="en-US" altLang="id-ID" sz="3200" b="1" dirty="0">
                <a:latin typeface="+mn-lt"/>
              </a:rPr>
              <a:t> </a:t>
            </a:r>
            <a:r>
              <a:rPr lang="en-US" altLang="id-ID" sz="3200" b="1" dirty="0" err="1">
                <a:latin typeface="+mn-lt"/>
              </a:rPr>
              <a:t>Beragama</a:t>
            </a:r>
            <a:r>
              <a:rPr lang="en-US" altLang="id-ID" sz="3200" b="1" dirty="0">
                <a:latin typeface="+mn-lt"/>
              </a:rPr>
              <a:t> di Indonesia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4B5C4DAB-B806-F095-3EC8-BAC5B967D52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2040778"/>
            <a:ext cx="10515600" cy="3849034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algn="just">
              <a:lnSpc>
                <a:spcPct val="80000"/>
              </a:lnSpc>
              <a:buFont typeface="Wingdings" panose="05000000000000000000" pitchFamily="2" charset="2"/>
              <a:buChar char="v"/>
            </a:pPr>
            <a:r>
              <a:rPr lang="en-US" altLang="id-ID" sz="2200" dirty="0" err="1"/>
              <a:t>Berdasarkan</a:t>
            </a:r>
            <a:r>
              <a:rPr lang="en-US" altLang="id-ID" sz="2200" dirty="0"/>
              <a:t> </a:t>
            </a:r>
            <a:r>
              <a:rPr lang="en-US" altLang="id-ID" sz="2200" dirty="0" err="1"/>
              <a:t>hasil</a:t>
            </a:r>
            <a:r>
              <a:rPr lang="en-US" altLang="id-ID" sz="2200" dirty="0"/>
              <a:t> survey yang </a:t>
            </a:r>
            <a:r>
              <a:rPr lang="en-US" altLang="id-ID" sz="2200" dirty="0" err="1"/>
              <a:t>dilakukan</a:t>
            </a:r>
            <a:r>
              <a:rPr lang="en-US" altLang="id-ID" sz="2200" dirty="0"/>
              <a:t> oleh </a:t>
            </a:r>
            <a:r>
              <a:rPr lang="en-US" altLang="id-ID" sz="2200" dirty="0" err="1"/>
              <a:t>lembaga-lembaga</a:t>
            </a:r>
            <a:r>
              <a:rPr lang="en-US" altLang="id-ID" sz="2200" dirty="0"/>
              <a:t> </a:t>
            </a:r>
            <a:r>
              <a:rPr lang="en-US" altLang="id-ID" sz="2200" dirty="0" err="1"/>
              <a:t>terpercaya</a:t>
            </a:r>
            <a:r>
              <a:rPr lang="en-US" altLang="id-ID" sz="2200" dirty="0"/>
              <a:t>, </a:t>
            </a:r>
            <a:r>
              <a:rPr lang="en-US" altLang="id-ID" sz="2200" dirty="0" err="1"/>
              <a:t>maka</a:t>
            </a:r>
            <a:r>
              <a:rPr lang="en-US" altLang="id-ID" sz="2200" dirty="0"/>
              <a:t> </a:t>
            </a:r>
            <a:r>
              <a:rPr lang="en-US" altLang="id-ID" sz="2200" dirty="0" err="1"/>
              <a:t>didapati</a:t>
            </a:r>
            <a:r>
              <a:rPr lang="en-US" altLang="id-ID" sz="2200" dirty="0"/>
              <a:t> </a:t>
            </a:r>
            <a:r>
              <a:rPr lang="en-US" altLang="id-ID" sz="2200" dirty="0" err="1"/>
              <a:t>kecenderungan</a:t>
            </a:r>
            <a:r>
              <a:rPr lang="en-US" altLang="id-ID" sz="2200" dirty="0"/>
              <a:t> </a:t>
            </a:r>
            <a:r>
              <a:rPr lang="en-US" altLang="id-ID" sz="2200" dirty="0" err="1"/>
              <a:t>masyarakat</a:t>
            </a:r>
            <a:r>
              <a:rPr lang="en-US" altLang="id-ID" sz="2200" dirty="0"/>
              <a:t> </a:t>
            </a:r>
            <a:r>
              <a:rPr lang="en-US" altLang="id-ID" sz="2200" dirty="0" err="1"/>
              <a:t>untuk</a:t>
            </a:r>
            <a:r>
              <a:rPr lang="en-US" altLang="id-ID" sz="2200" dirty="0"/>
              <a:t> </a:t>
            </a:r>
            <a:r>
              <a:rPr lang="en-US" altLang="id-ID" sz="2200" dirty="0" err="1"/>
              <a:t>melakukan</a:t>
            </a:r>
            <a:r>
              <a:rPr lang="en-US" altLang="id-ID" sz="2200" dirty="0"/>
              <a:t> </a:t>
            </a:r>
            <a:r>
              <a:rPr lang="en-US" altLang="id-ID" sz="2200" dirty="0" err="1"/>
              <a:t>kekerasan</a:t>
            </a:r>
            <a:r>
              <a:rPr lang="en-US" altLang="id-ID" sz="2200" dirty="0"/>
              <a:t> </a:t>
            </a:r>
            <a:r>
              <a:rPr lang="en-US" altLang="id-ID" sz="2200" dirty="0" err="1"/>
              <a:t>atas</a:t>
            </a:r>
            <a:r>
              <a:rPr lang="en-US" altLang="id-ID" sz="2200" dirty="0"/>
              <a:t> </a:t>
            </a:r>
            <a:r>
              <a:rPr lang="en-US" altLang="id-ID" sz="2200" dirty="0" err="1"/>
              <a:t>nama</a:t>
            </a:r>
            <a:r>
              <a:rPr lang="en-US" altLang="id-ID" sz="2200" dirty="0"/>
              <a:t> agama. </a:t>
            </a:r>
          </a:p>
          <a:p>
            <a:pPr algn="just">
              <a:lnSpc>
                <a:spcPct val="80000"/>
              </a:lnSpc>
              <a:buFont typeface="Wingdings" panose="05000000000000000000" pitchFamily="2" charset="2"/>
              <a:buChar char="v"/>
            </a:pPr>
            <a:r>
              <a:rPr lang="en-US" altLang="id-ID" sz="2200" dirty="0" err="1"/>
              <a:t>Berikut</a:t>
            </a:r>
            <a:r>
              <a:rPr lang="en-US" altLang="id-ID" sz="2200" dirty="0"/>
              <a:t> </a:t>
            </a:r>
            <a:r>
              <a:rPr lang="en-US" altLang="id-ID" sz="2200" dirty="0" err="1"/>
              <a:t>adalah</a:t>
            </a:r>
            <a:r>
              <a:rPr lang="en-US" altLang="id-ID" sz="2200" dirty="0"/>
              <a:t> </a:t>
            </a:r>
            <a:r>
              <a:rPr lang="en-US" altLang="id-ID" sz="2200" dirty="0" err="1"/>
              <a:t>hasilnya</a:t>
            </a:r>
            <a:r>
              <a:rPr lang="en-US" altLang="id-ID" sz="2200" dirty="0"/>
              <a:t>:</a:t>
            </a:r>
          </a:p>
          <a:p>
            <a:pPr algn="just">
              <a:lnSpc>
                <a:spcPct val="80000"/>
              </a:lnSpc>
              <a:buFont typeface="Wingdings" panose="05000000000000000000" pitchFamily="2" charset="2"/>
              <a:buChar char="v"/>
            </a:pPr>
            <a:endParaRPr lang="en-US" altLang="id-ID" sz="2200" dirty="0"/>
          </a:p>
          <a:p>
            <a:pPr lvl="1" algn="just">
              <a:lnSpc>
                <a:spcPct val="80000"/>
              </a:lnSpc>
              <a:buFont typeface="Wingdings" panose="05000000000000000000" pitchFamily="2" charset="2"/>
              <a:buChar char="ü"/>
            </a:pPr>
            <a:r>
              <a:rPr lang="en-US" altLang="id-ID" sz="2200" dirty="0"/>
              <a:t>Survey LSI: 16,9% </a:t>
            </a:r>
            <a:r>
              <a:rPr lang="en-US" altLang="id-ID" sz="2200" dirty="0" err="1"/>
              <a:t>setuju</a:t>
            </a:r>
            <a:r>
              <a:rPr lang="en-US" altLang="id-ID" sz="2200" dirty="0"/>
              <a:t> </a:t>
            </a:r>
            <a:r>
              <a:rPr lang="en-US" altLang="id-ID" sz="2200" dirty="0" err="1"/>
              <a:t>radikalisme</a:t>
            </a:r>
            <a:r>
              <a:rPr lang="en-US" altLang="id-ID" sz="2200" dirty="0"/>
              <a:t> FPI, 11% </a:t>
            </a:r>
            <a:r>
              <a:rPr lang="en-US" altLang="id-ID" sz="2200" dirty="0" err="1"/>
              <a:t>setuju</a:t>
            </a:r>
            <a:r>
              <a:rPr lang="en-US" altLang="id-ID" sz="2200" dirty="0"/>
              <a:t> </a:t>
            </a:r>
            <a:r>
              <a:rPr lang="en-US" altLang="id-ID" sz="2200" dirty="0" err="1"/>
              <a:t>radikalisme</a:t>
            </a:r>
            <a:r>
              <a:rPr lang="en-US" altLang="id-ID" sz="2200" dirty="0"/>
              <a:t> MMI, 3,3% </a:t>
            </a:r>
            <a:r>
              <a:rPr lang="en-US" altLang="id-ID" sz="2200" dirty="0" err="1"/>
              <a:t>setuju</a:t>
            </a:r>
            <a:r>
              <a:rPr lang="en-US" altLang="id-ID" sz="2200" dirty="0"/>
              <a:t> agenda HTI dan 59,1% </a:t>
            </a:r>
            <a:r>
              <a:rPr lang="en-US" altLang="id-ID" sz="2200" dirty="0" err="1"/>
              <a:t>setuju</a:t>
            </a:r>
            <a:r>
              <a:rPr lang="en-US" altLang="id-ID" sz="2200" dirty="0"/>
              <a:t> agenda MUI (</a:t>
            </a:r>
            <a:r>
              <a:rPr lang="en-US" altLang="id-ID" sz="2200" dirty="0" err="1"/>
              <a:t>Maret</a:t>
            </a:r>
            <a:r>
              <a:rPr lang="en-US" altLang="id-ID" sz="2200" dirty="0"/>
              <a:t> 2005). </a:t>
            </a:r>
          </a:p>
          <a:p>
            <a:pPr lvl="1" algn="just">
              <a:lnSpc>
                <a:spcPct val="80000"/>
              </a:lnSpc>
              <a:buFont typeface="Wingdings" panose="05000000000000000000" pitchFamily="2" charset="2"/>
              <a:buChar char="ü"/>
            </a:pPr>
            <a:r>
              <a:rPr lang="en-US" altLang="id-ID" sz="2200" dirty="0"/>
              <a:t>Survey PPIM: 67,2% </a:t>
            </a:r>
            <a:r>
              <a:rPr lang="en-US" altLang="id-ID" sz="2200" dirty="0" err="1"/>
              <a:t>setuju</a:t>
            </a:r>
            <a:r>
              <a:rPr lang="en-US" altLang="id-ID" sz="2200" dirty="0"/>
              <a:t> </a:t>
            </a:r>
            <a:r>
              <a:rPr lang="en-US" altLang="id-ID" sz="2200" dirty="0" err="1"/>
              <a:t>ajaran</a:t>
            </a:r>
            <a:r>
              <a:rPr lang="en-US" altLang="id-ID" sz="2200" dirty="0"/>
              <a:t> Islam yang </a:t>
            </a:r>
            <a:r>
              <a:rPr lang="en-US" altLang="id-ID" sz="2200" dirty="0" err="1"/>
              <a:t>membolehkan</a:t>
            </a:r>
            <a:r>
              <a:rPr lang="en-US" altLang="id-ID" sz="2200" dirty="0"/>
              <a:t> </a:t>
            </a:r>
            <a:r>
              <a:rPr lang="en-US" altLang="id-ID" sz="2200" dirty="0" err="1"/>
              <a:t>pemukulan</a:t>
            </a:r>
            <a:r>
              <a:rPr lang="en-US" altLang="id-ID" sz="2200" dirty="0"/>
              <a:t> </a:t>
            </a:r>
            <a:r>
              <a:rPr lang="en-US" altLang="id-ID" sz="2200" dirty="0" err="1"/>
              <a:t>terhadap</a:t>
            </a:r>
            <a:r>
              <a:rPr lang="en-US" altLang="id-ID" sz="2200" dirty="0"/>
              <a:t> </a:t>
            </a:r>
            <a:r>
              <a:rPr lang="en-US" altLang="id-ID" sz="2200" dirty="0" err="1"/>
              <a:t>anak</a:t>
            </a:r>
            <a:r>
              <a:rPr lang="en-US" altLang="id-ID" sz="2200" dirty="0"/>
              <a:t> </a:t>
            </a:r>
            <a:r>
              <a:rPr lang="en-US" altLang="id-ID" sz="2200" dirty="0" err="1"/>
              <a:t>usia</a:t>
            </a:r>
            <a:r>
              <a:rPr lang="en-US" altLang="id-ID" sz="2200" dirty="0"/>
              <a:t> 10th yang </a:t>
            </a:r>
            <a:r>
              <a:rPr lang="en-US" altLang="id-ID" sz="2200" dirty="0" err="1"/>
              <a:t>tidak</a:t>
            </a:r>
            <a:r>
              <a:rPr lang="en-US" altLang="id-ID" sz="2200" dirty="0"/>
              <a:t> salat, 61,4% </a:t>
            </a:r>
            <a:r>
              <a:rPr lang="en-US" altLang="id-ID" sz="2200" dirty="0" err="1"/>
              <a:t>setuju</a:t>
            </a:r>
            <a:r>
              <a:rPr lang="en-US" altLang="id-ID" sz="2200" dirty="0"/>
              <a:t> </a:t>
            </a:r>
            <a:r>
              <a:rPr lang="en-US" altLang="id-ID" sz="2200" dirty="0" err="1"/>
              <a:t>untuk</a:t>
            </a:r>
            <a:r>
              <a:rPr lang="en-US" altLang="id-ID" sz="2200" dirty="0"/>
              <a:t> </a:t>
            </a:r>
            <a:r>
              <a:rPr lang="en-US" altLang="id-ID" sz="2200" dirty="0" err="1"/>
              <a:t>memerangi</a:t>
            </a:r>
            <a:r>
              <a:rPr lang="en-US" altLang="id-ID" sz="2200" dirty="0"/>
              <a:t> orang non </a:t>
            </a:r>
            <a:r>
              <a:rPr lang="en-US" altLang="id-ID" sz="2200" dirty="0" err="1"/>
              <a:t>muslim</a:t>
            </a:r>
            <a:r>
              <a:rPr lang="en-US" altLang="id-ID" sz="2200" dirty="0"/>
              <a:t>, 53,1% </a:t>
            </a:r>
            <a:r>
              <a:rPr lang="en-US" altLang="id-ID" sz="2200" dirty="0" err="1"/>
              <a:t>setuju</a:t>
            </a:r>
            <a:r>
              <a:rPr lang="en-US" altLang="id-ID" sz="2200" dirty="0"/>
              <a:t> </a:t>
            </a:r>
            <a:r>
              <a:rPr lang="en-US" altLang="id-ID" sz="2200" dirty="0" err="1"/>
              <a:t>hukuman</a:t>
            </a:r>
            <a:r>
              <a:rPr lang="en-US" altLang="id-ID" sz="2200" dirty="0"/>
              <a:t>  </a:t>
            </a:r>
            <a:r>
              <a:rPr lang="en-US" altLang="id-ID" sz="2200" dirty="0" err="1"/>
              <a:t>untuk</a:t>
            </a:r>
            <a:r>
              <a:rPr lang="en-US" altLang="id-ID" sz="2200" dirty="0"/>
              <a:t> tafsir al-Qur’an </a:t>
            </a:r>
            <a:r>
              <a:rPr lang="en-US" altLang="id-ID" sz="2200" dirty="0" err="1"/>
              <a:t>secara</a:t>
            </a:r>
            <a:r>
              <a:rPr lang="en-US" altLang="id-ID" sz="2200" dirty="0"/>
              <a:t> liberal </a:t>
            </a:r>
            <a:r>
              <a:rPr lang="en-US" altLang="id-ID" sz="2200" dirty="0" err="1"/>
              <a:t>dipenjara</a:t>
            </a:r>
            <a:r>
              <a:rPr lang="en-US" altLang="id-ID" sz="2200" dirty="0"/>
              <a:t>, 49% </a:t>
            </a:r>
            <a:r>
              <a:rPr lang="en-US" altLang="id-ID" sz="2200" dirty="0" err="1"/>
              <a:t>setuju</a:t>
            </a:r>
            <a:r>
              <a:rPr lang="en-US" altLang="id-ID" sz="2200" dirty="0"/>
              <a:t> </a:t>
            </a:r>
            <a:r>
              <a:rPr lang="en-US" altLang="id-ID" sz="2200" dirty="0" err="1"/>
              <a:t>membela</a:t>
            </a:r>
            <a:r>
              <a:rPr lang="en-US" altLang="id-ID" sz="2200" dirty="0"/>
              <a:t> </a:t>
            </a:r>
            <a:r>
              <a:rPr lang="en-US" altLang="id-ID" sz="2200" dirty="0" err="1"/>
              <a:t>perang</a:t>
            </a:r>
            <a:r>
              <a:rPr lang="en-US" altLang="id-ID" sz="2200" dirty="0"/>
              <a:t> </a:t>
            </a:r>
            <a:r>
              <a:rPr lang="en-US" altLang="id-ID" sz="2200" dirty="0" err="1"/>
              <a:t>dengan</a:t>
            </a:r>
            <a:r>
              <a:rPr lang="en-US" altLang="id-ID" sz="2200" dirty="0"/>
              <a:t> non </a:t>
            </a:r>
            <a:r>
              <a:rPr lang="en-US" altLang="id-ID" sz="2200" dirty="0" err="1"/>
              <a:t>muslim</a:t>
            </a:r>
            <a:r>
              <a:rPr lang="en-US" altLang="id-ID" sz="2200" dirty="0"/>
              <a:t>, 47% </a:t>
            </a:r>
            <a:r>
              <a:rPr lang="en-US" altLang="id-ID" sz="2200" dirty="0" err="1"/>
              <a:t>setuju</a:t>
            </a:r>
            <a:r>
              <a:rPr lang="en-US" altLang="id-ID" sz="2200" dirty="0"/>
              <a:t> </a:t>
            </a:r>
            <a:r>
              <a:rPr lang="en-US" altLang="id-ID" sz="2200" dirty="0" err="1"/>
              <a:t>pelarangan</a:t>
            </a:r>
            <a:r>
              <a:rPr lang="en-US" altLang="id-ID" sz="2200" dirty="0"/>
              <a:t> </a:t>
            </a:r>
            <a:r>
              <a:rPr lang="en-US" altLang="id-ID" sz="2200" dirty="0" err="1"/>
              <a:t>Ahmadiyah</a:t>
            </a:r>
            <a:r>
              <a:rPr lang="en-US" altLang="id-ID" sz="2200" dirty="0"/>
              <a:t>, 20% </a:t>
            </a:r>
            <a:r>
              <a:rPr lang="en-US" altLang="id-ID" sz="2200" dirty="0" err="1"/>
              <a:t>setuju</a:t>
            </a:r>
            <a:r>
              <a:rPr lang="en-US" altLang="id-ID" sz="2200" dirty="0"/>
              <a:t> </a:t>
            </a:r>
            <a:r>
              <a:rPr lang="en-US" altLang="id-ID" sz="2200" dirty="0" err="1"/>
              <a:t>dengan</a:t>
            </a:r>
            <a:r>
              <a:rPr lang="en-US" altLang="id-ID" sz="2200" dirty="0"/>
              <a:t> </a:t>
            </a:r>
            <a:r>
              <a:rPr lang="en-US" altLang="id-ID" sz="2200" dirty="0" err="1"/>
              <a:t>bom</a:t>
            </a:r>
            <a:r>
              <a:rPr lang="en-US" altLang="id-ID" sz="2200" dirty="0"/>
              <a:t> Bali, 18% </a:t>
            </a:r>
            <a:r>
              <a:rPr lang="en-US" altLang="id-ID" sz="2200" dirty="0" err="1"/>
              <a:t>setuju</a:t>
            </a:r>
            <a:r>
              <a:rPr lang="en-US" altLang="id-ID" sz="2200" dirty="0"/>
              <a:t> </a:t>
            </a:r>
            <a:r>
              <a:rPr lang="en-US" altLang="id-ID" sz="2200" dirty="0" err="1"/>
              <a:t>perusakan</a:t>
            </a:r>
            <a:r>
              <a:rPr lang="en-US" altLang="id-ID" sz="2200" dirty="0"/>
              <a:t> </a:t>
            </a:r>
            <a:r>
              <a:rPr lang="en-US" altLang="id-ID" sz="2200" dirty="0" err="1"/>
              <a:t>gereja</a:t>
            </a:r>
            <a:r>
              <a:rPr lang="en-US" altLang="id-ID" sz="2200" dirty="0"/>
              <a:t>, 37,2% </a:t>
            </a:r>
            <a:r>
              <a:rPr lang="en-US" altLang="id-ID" sz="2200" dirty="0" err="1"/>
              <a:t>setuju</a:t>
            </a:r>
            <a:r>
              <a:rPr lang="en-US" altLang="id-ID" sz="2200" dirty="0"/>
              <a:t> </a:t>
            </a:r>
            <a:r>
              <a:rPr lang="en-US" altLang="id-ID" sz="2200" dirty="0" err="1"/>
              <a:t>larangan</a:t>
            </a:r>
            <a:r>
              <a:rPr lang="en-US" altLang="id-ID" sz="2200" dirty="0"/>
              <a:t> </a:t>
            </a:r>
            <a:r>
              <a:rPr lang="en-US" altLang="id-ID" sz="2200" dirty="0" err="1"/>
              <a:t>mengucapkan</a:t>
            </a:r>
            <a:r>
              <a:rPr lang="en-US" altLang="id-ID" sz="2200" dirty="0"/>
              <a:t> </a:t>
            </a:r>
            <a:r>
              <a:rPr lang="en-US" altLang="id-ID" sz="2200" dirty="0" err="1"/>
              <a:t>selamat</a:t>
            </a:r>
            <a:r>
              <a:rPr lang="en-US" altLang="id-ID" sz="2200" dirty="0"/>
              <a:t> </a:t>
            </a:r>
            <a:r>
              <a:rPr lang="en-US" altLang="id-ID" sz="2200" dirty="0" err="1"/>
              <a:t>hari</a:t>
            </a:r>
            <a:r>
              <a:rPr lang="en-US" altLang="id-ID" sz="2200" dirty="0"/>
              <a:t> natal. (</a:t>
            </a:r>
            <a:r>
              <a:rPr lang="en-US" altLang="id-ID" sz="2200" dirty="0" err="1"/>
              <a:t>Juni</a:t>
            </a:r>
            <a:r>
              <a:rPr lang="en-US" altLang="id-ID" sz="2200" dirty="0"/>
              <a:t> 2006). </a:t>
            </a:r>
          </a:p>
          <a:p>
            <a:pPr>
              <a:lnSpc>
                <a:spcPct val="80000"/>
              </a:lnSpc>
            </a:pPr>
            <a:endParaRPr lang="en-US" altLang="id-ID" sz="2400" dirty="0"/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3">
            <a:extLst>
              <a:ext uri="{FF2B5EF4-FFF2-40B4-BE49-F238E27FC236}">
                <a16:creationId xmlns:a16="http://schemas.microsoft.com/office/drawing/2014/main" id="{E9092BC4-38A0-1E55-3C87-9388FDB2F30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2578659"/>
            <a:ext cx="10515600" cy="2060575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lvl="1" algn="just">
              <a:lnSpc>
                <a:spcPct val="80000"/>
              </a:lnSpc>
              <a:buFont typeface="Wingdings" panose="05000000000000000000" pitchFamily="2" charset="2"/>
              <a:buChar char="ü"/>
            </a:pPr>
            <a:r>
              <a:rPr lang="en-US" altLang="id-ID" sz="2200" dirty="0"/>
              <a:t>Survey PPIM: 14,7% </a:t>
            </a:r>
            <a:r>
              <a:rPr lang="en-US" altLang="id-ID" sz="2200" dirty="0" err="1"/>
              <a:t>bersedia</a:t>
            </a:r>
            <a:r>
              <a:rPr lang="en-US" altLang="id-ID" sz="2200" dirty="0"/>
              <a:t> </a:t>
            </a:r>
            <a:r>
              <a:rPr lang="en-US" altLang="id-ID" sz="2200" dirty="0" err="1"/>
              <a:t>merusak</a:t>
            </a:r>
            <a:r>
              <a:rPr lang="en-US" altLang="id-ID" sz="2200" dirty="0"/>
              <a:t> </a:t>
            </a:r>
            <a:r>
              <a:rPr lang="en-US" altLang="id-ID" sz="2200" dirty="0" err="1"/>
              <a:t>gereja</a:t>
            </a:r>
            <a:r>
              <a:rPr lang="en-US" altLang="id-ID" sz="2200" dirty="0"/>
              <a:t>, 28,7% </a:t>
            </a:r>
            <a:r>
              <a:rPr lang="en-US" altLang="id-ID" sz="2200" dirty="0" err="1"/>
              <a:t>bersedia</a:t>
            </a:r>
            <a:r>
              <a:rPr lang="en-US" altLang="id-ID" sz="2200" dirty="0"/>
              <a:t> </a:t>
            </a:r>
            <a:r>
              <a:rPr lang="en-US" altLang="id-ID" sz="2200" dirty="0" err="1"/>
              <a:t>mengusir</a:t>
            </a:r>
            <a:r>
              <a:rPr lang="en-US" altLang="id-ID" sz="2200" dirty="0"/>
              <a:t> </a:t>
            </a:r>
            <a:r>
              <a:rPr lang="en-US" altLang="id-ID" sz="2200" dirty="0" err="1"/>
              <a:t>Ahmadiyah</a:t>
            </a:r>
            <a:r>
              <a:rPr lang="en-US" altLang="id-ID" sz="2200" dirty="0"/>
              <a:t>, 34,5% </a:t>
            </a:r>
            <a:r>
              <a:rPr lang="en-US" altLang="id-ID" sz="2200" dirty="0" err="1"/>
              <a:t>memukul</a:t>
            </a:r>
            <a:r>
              <a:rPr lang="en-US" altLang="id-ID" sz="2200" dirty="0"/>
              <a:t> </a:t>
            </a:r>
            <a:r>
              <a:rPr lang="en-US" altLang="id-ID" sz="2200" dirty="0" err="1"/>
              <a:t>pencuri</a:t>
            </a:r>
            <a:r>
              <a:rPr lang="en-US" altLang="id-ID" sz="2200" dirty="0"/>
              <a:t>, 26,6% </a:t>
            </a:r>
            <a:r>
              <a:rPr lang="en-US" altLang="id-ID" sz="2200" dirty="0" err="1"/>
              <a:t>merajam</a:t>
            </a:r>
            <a:r>
              <a:rPr lang="en-US" altLang="id-ID" sz="2200" dirty="0"/>
              <a:t> </a:t>
            </a:r>
            <a:r>
              <a:rPr lang="en-US" altLang="id-ID" sz="2200" dirty="0" err="1"/>
              <a:t>pezina</a:t>
            </a:r>
            <a:r>
              <a:rPr lang="en-US" altLang="id-ID" sz="2200" dirty="0"/>
              <a:t>, 43,5% </a:t>
            </a:r>
            <a:r>
              <a:rPr lang="en-US" altLang="id-ID" sz="2200" dirty="0" err="1"/>
              <a:t>perang</a:t>
            </a:r>
            <a:r>
              <a:rPr lang="en-US" altLang="id-ID" sz="2200" dirty="0"/>
              <a:t> </a:t>
            </a:r>
            <a:r>
              <a:rPr lang="en-US" altLang="id-ID" sz="2200" dirty="0" err="1"/>
              <a:t>thad</a:t>
            </a:r>
            <a:r>
              <a:rPr lang="en-US" altLang="id-ID" sz="2200" dirty="0"/>
              <a:t> non </a:t>
            </a:r>
            <a:r>
              <a:rPr lang="en-US" altLang="id-ID" sz="2200" dirty="0" err="1"/>
              <a:t>muslim</a:t>
            </a:r>
            <a:r>
              <a:rPr lang="en-US" altLang="id-ID" sz="2200" dirty="0"/>
              <a:t> yang </a:t>
            </a:r>
            <a:r>
              <a:rPr lang="en-US" altLang="id-ID" sz="2200" dirty="0" err="1"/>
              <a:t>mengancam</a:t>
            </a:r>
            <a:r>
              <a:rPr lang="en-US" altLang="id-ID" sz="2200" dirty="0"/>
              <a:t>, 37,9% </a:t>
            </a:r>
            <a:r>
              <a:rPr lang="en-US" altLang="id-ID" sz="2200" dirty="0" err="1"/>
              <a:t>merusak</a:t>
            </a:r>
            <a:r>
              <a:rPr lang="en-US" altLang="id-ID" sz="2200" dirty="0"/>
              <a:t> </a:t>
            </a:r>
            <a:r>
              <a:rPr lang="en-US" altLang="id-ID" sz="2200" dirty="0" err="1"/>
              <a:t>pelacuran</a:t>
            </a:r>
            <a:r>
              <a:rPr lang="en-US" altLang="id-ID" sz="2200" dirty="0"/>
              <a:t>, 38,4% </a:t>
            </a:r>
            <a:r>
              <a:rPr lang="en-US" altLang="id-ID" sz="2200" dirty="0" err="1"/>
              <a:t>merusak</a:t>
            </a:r>
            <a:r>
              <a:rPr lang="en-US" altLang="id-ID" sz="2200" dirty="0"/>
              <a:t> </a:t>
            </a:r>
            <a:r>
              <a:rPr lang="en-US" altLang="id-ID" sz="2200" dirty="0" err="1"/>
              <a:t>tempat</a:t>
            </a:r>
            <a:r>
              <a:rPr lang="en-US" altLang="id-ID" sz="2200" dirty="0"/>
              <a:t> </a:t>
            </a:r>
            <a:r>
              <a:rPr lang="en-US" altLang="id-ID" sz="2200" dirty="0" err="1"/>
              <a:t>minuman</a:t>
            </a:r>
            <a:r>
              <a:rPr lang="en-US" altLang="id-ID" sz="2200" dirty="0"/>
              <a:t> </a:t>
            </a:r>
            <a:r>
              <a:rPr lang="en-US" altLang="id-ID" sz="2200" dirty="0" err="1"/>
              <a:t>keras</a:t>
            </a:r>
            <a:r>
              <a:rPr lang="en-US" altLang="id-ID" sz="2200" dirty="0"/>
              <a:t>, 38,4% </a:t>
            </a:r>
            <a:r>
              <a:rPr lang="en-US" altLang="id-ID" sz="2200" dirty="0" err="1"/>
              <a:t>mengancam</a:t>
            </a:r>
            <a:r>
              <a:rPr lang="en-US" altLang="id-ID" sz="2200" dirty="0"/>
              <a:t> orang yang </a:t>
            </a:r>
            <a:r>
              <a:rPr lang="en-US" altLang="id-ID" sz="2200" dirty="0" err="1"/>
              <a:t>menghina</a:t>
            </a:r>
            <a:r>
              <a:rPr lang="en-US" altLang="id-ID" sz="2200" dirty="0"/>
              <a:t> agama, 24% </a:t>
            </a:r>
            <a:r>
              <a:rPr lang="en-US" altLang="id-ID" sz="2200" dirty="0" err="1"/>
              <a:t>bersedia</a:t>
            </a:r>
            <a:r>
              <a:rPr lang="en-US" altLang="id-ID" sz="2200" dirty="0"/>
              <a:t> </a:t>
            </a:r>
            <a:r>
              <a:rPr lang="en-US" altLang="id-ID" sz="2200" dirty="0" err="1"/>
              <a:t>bentrok</a:t>
            </a:r>
            <a:r>
              <a:rPr lang="en-US" altLang="id-ID" sz="2200" dirty="0"/>
              <a:t> </a:t>
            </a:r>
            <a:r>
              <a:rPr lang="en-US" altLang="id-ID" sz="2200" dirty="0" err="1"/>
              <a:t>dengan</a:t>
            </a:r>
            <a:r>
              <a:rPr lang="en-US" altLang="id-ID" sz="2200" dirty="0"/>
              <a:t> </a:t>
            </a:r>
            <a:r>
              <a:rPr lang="en-US" altLang="id-ID" sz="2200" dirty="0" err="1"/>
              <a:t>polisi</a:t>
            </a:r>
            <a:r>
              <a:rPr lang="en-US" altLang="id-ID" sz="2200" dirty="0"/>
              <a:t> </a:t>
            </a:r>
            <a:r>
              <a:rPr lang="en-US" altLang="id-ID" sz="2200" dirty="0" err="1"/>
              <a:t>untuk</a:t>
            </a:r>
            <a:r>
              <a:rPr lang="en-US" altLang="id-ID" sz="2200" dirty="0"/>
              <a:t> </a:t>
            </a:r>
            <a:r>
              <a:rPr lang="en-US" altLang="id-ID" sz="2200" dirty="0" err="1"/>
              <a:t>menegakkan</a:t>
            </a:r>
            <a:r>
              <a:rPr lang="en-US" altLang="id-ID" sz="2200" dirty="0"/>
              <a:t> agama, 23,1% </a:t>
            </a:r>
            <a:r>
              <a:rPr lang="en-US" altLang="id-ID" sz="2200" dirty="0" err="1"/>
              <a:t>bersedia</a:t>
            </a:r>
            <a:r>
              <a:rPr lang="en-US" altLang="id-ID" sz="2200" dirty="0"/>
              <a:t> </a:t>
            </a:r>
            <a:r>
              <a:rPr lang="en-US" altLang="id-ID" sz="2200" dirty="0" err="1"/>
              <a:t>membela</a:t>
            </a:r>
            <a:r>
              <a:rPr lang="en-US" altLang="id-ID" sz="2200" dirty="0"/>
              <a:t> Afghanistan dan 25,2% </a:t>
            </a:r>
            <a:r>
              <a:rPr lang="en-US" altLang="id-ID" sz="2200" dirty="0" err="1"/>
              <a:t>bersedian</a:t>
            </a:r>
            <a:r>
              <a:rPr lang="en-US" altLang="id-ID" sz="2200" dirty="0"/>
              <a:t> </a:t>
            </a:r>
            <a:r>
              <a:rPr lang="en-US" altLang="id-ID" sz="2200" dirty="0" err="1"/>
              <a:t>membela</a:t>
            </a:r>
            <a:r>
              <a:rPr lang="en-US" altLang="id-ID" sz="2200" dirty="0"/>
              <a:t> </a:t>
            </a:r>
            <a:r>
              <a:rPr lang="en-US" altLang="id-ID" sz="2200" dirty="0" err="1"/>
              <a:t>Poso</a:t>
            </a:r>
            <a:r>
              <a:rPr lang="en-US" altLang="id-ID" sz="2200" dirty="0"/>
              <a:t> ( Mei 2006). </a:t>
            </a:r>
          </a:p>
          <a:p>
            <a:pPr>
              <a:lnSpc>
                <a:spcPct val="80000"/>
              </a:lnSpc>
            </a:pPr>
            <a:endParaRPr lang="en-US" altLang="id-ID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3B835C-60D8-4EE8-9F5B-0CEF40F0A8DE}"/>
              </a:ext>
            </a:extLst>
          </p:cNvPr>
          <p:cNvSpPr txBox="1"/>
          <p:nvPr/>
        </p:nvSpPr>
        <p:spPr>
          <a:xfrm>
            <a:off x="5282453" y="1334852"/>
            <a:ext cx="1627094" cy="43088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2200" b="1" dirty="0" err="1"/>
              <a:t>Lanjutan</a:t>
            </a:r>
            <a:endParaRPr lang="en-US" sz="2200" b="1" dirty="0"/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4A24BAF3-B272-F3F5-FD4E-866D7EDEE8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686642" y="804022"/>
            <a:ext cx="5134628" cy="571501"/>
          </a:xfr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/>
            <a:r>
              <a:rPr lang="en-US" altLang="id-ID" sz="3200" b="1" dirty="0" err="1">
                <a:latin typeface="+mn-lt"/>
              </a:rPr>
              <a:t>Tantangan</a:t>
            </a:r>
            <a:r>
              <a:rPr lang="en-US" altLang="id-ID" sz="3200" b="1" dirty="0">
                <a:latin typeface="+mn-lt"/>
              </a:rPr>
              <a:t> </a:t>
            </a:r>
            <a:r>
              <a:rPr lang="en-US" altLang="id-ID" sz="3200" b="1" dirty="0" err="1">
                <a:latin typeface="+mn-lt"/>
              </a:rPr>
              <a:t>Lokalisasi</a:t>
            </a:r>
            <a:r>
              <a:rPr lang="en-US" altLang="id-ID" sz="3200" b="1" dirty="0">
                <a:latin typeface="+mn-lt"/>
              </a:rPr>
              <a:t> Agama</a:t>
            </a: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39BDD60A-D33D-11A9-363A-9DD6DA4AA30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59730299"/>
              </p:ext>
            </p:extLst>
          </p:nvPr>
        </p:nvGraphicFramePr>
        <p:xfrm>
          <a:off x="850992" y="1640541"/>
          <a:ext cx="10323513" cy="46930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36AAE610-26B2-5346-57F6-848BDF46D7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417359" y="793377"/>
            <a:ext cx="3357282" cy="641817"/>
          </a:xfr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/>
            <a:r>
              <a:rPr lang="en-US" altLang="id-ID" sz="3200" b="1" dirty="0" err="1">
                <a:latin typeface="+mn-lt"/>
              </a:rPr>
              <a:t>Kriteria</a:t>
            </a:r>
            <a:r>
              <a:rPr lang="en-US" altLang="id-ID" sz="3200" b="1" dirty="0">
                <a:latin typeface="+mn-lt"/>
              </a:rPr>
              <a:t> </a:t>
            </a:r>
            <a:r>
              <a:rPr lang="en-US" altLang="id-ID" sz="3200" b="1" dirty="0" err="1">
                <a:latin typeface="+mn-lt"/>
              </a:rPr>
              <a:t>Sesat</a:t>
            </a:r>
            <a:r>
              <a:rPr lang="en-US" altLang="id-ID" sz="3200" b="1" dirty="0">
                <a:latin typeface="+mn-lt"/>
              </a:rPr>
              <a:t> Mui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28CFEDF8-63EC-02E2-3E72-AC2095091F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95300" y="1664259"/>
            <a:ext cx="11201400" cy="4628963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 fontScale="92500"/>
          </a:bodyPr>
          <a:lstStyle/>
          <a:p>
            <a:pPr marL="457200" indent="-457200" algn="just">
              <a:lnSpc>
                <a:spcPct val="90000"/>
              </a:lnSpc>
              <a:buFont typeface="+mj-lt"/>
              <a:buAutoNum type="arabicPeriod"/>
            </a:pPr>
            <a:r>
              <a:rPr lang="en-US" altLang="id-ID" sz="2200" dirty="0" err="1"/>
              <a:t>Mengingkari</a:t>
            </a:r>
            <a:r>
              <a:rPr lang="en-US" altLang="id-ID" sz="2200" dirty="0"/>
              <a:t> salah </a:t>
            </a:r>
            <a:r>
              <a:rPr lang="en-US" altLang="id-ID" sz="2200" dirty="0" err="1"/>
              <a:t>satu</a:t>
            </a:r>
            <a:r>
              <a:rPr lang="en-US" altLang="id-ID" sz="2200" dirty="0"/>
              <a:t> </a:t>
            </a:r>
            <a:r>
              <a:rPr lang="en-US" altLang="id-ID" sz="2200" dirty="0" err="1"/>
              <a:t>dari</a:t>
            </a:r>
            <a:r>
              <a:rPr lang="en-US" altLang="id-ID" sz="2200" dirty="0"/>
              <a:t> </a:t>
            </a:r>
            <a:r>
              <a:rPr lang="en-US" altLang="id-ID" sz="2200" dirty="0" err="1"/>
              <a:t>rukun</a:t>
            </a:r>
            <a:r>
              <a:rPr lang="en-US" altLang="id-ID" sz="2200" dirty="0"/>
              <a:t> </a:t>
            </a:r>
            <a:r>
              <a:rPr lang="en-US" altLang="id-ID" sz="2200" dirty="0" err="1"/>
              <a:t>iman</a:t>
            </a:r>
            <a:r>
              <a:rPr lang="en-US" altLang="id-ID" sz="2200" dirty="0"/>
              <a:t> yang </a:t>
            </a:r>
            <a:r>
              <a:rPr lang="en-US" altLang="id-ID" sz="2200" dirty="0" err="1"/>
              <a:t>ke</a:t>
            </a:r>
            <a:r>
              <a:rPr lang="en-US" altLang="id-ID" sz="2200" dirty="0"/>
              <a:t> </a:t>
            </a:r>
            <a:r>
              <a:rPr lang="en-US" altLang="id-ID" sz="2200" dirty="0" err="1"/>
              <a:t>enam</a:t>
            </a:r>
            <a:r>
              <a:rPr lang="en-US" altLang="id-ID" sz="2200" dirty="0"/>
              <a:t>, dan </a:t>
            </a:r>
            <a:r>
              <a:rPr lang="en-US" altLang="id-ID" sz="2200" dirty="0" err="1"/>
              <a:t>rukun</a:t>
            </a:r>
            <a:r>
              <a:rPr lang="en-US" altLang="id-ID" sz="2200" dirty="0"/>
              <a:t> Islam yang </a:t>
            </a:r>
            <a:r>
              <a:rPr lang="en-US" altLang="id-ID" sz="2200" dirty="0" err="1"/>
              <a:t>ke</a:t>
            </a:r>
            <a:r>
              <a:rPr lang="en-US" altLang="id-ID" sz="2200" dirty="0"/>
              <a:t> lima, </a:t>
            </a:r>
          </a:p>
          <a:p>
            <a:pPr marL="457200" indent="-457200" algn="just">
              <a:lnSpc>
                <a:spcPct val="90000"/>
              </a:lnSpc>
              <a:buFont typeface="+mj-lt"/>
              <a:buAutoNum type="arabicPeriod"/>
            </a:pPr>
            <a:r>
              <a:rPr lang="en-US" altLang="id-ID" sz="2200" dirty="0" err="1"/>
              <a:t>Meyakini</a:t>
            </a:r>
            <a:r>
              <a:rPr lang="en-US" altLang="id-ID" sz="2200" dirty="0"/>
              <a:t> dan </a:t>
            </a:r>
            <a:r>
              <a:rPr lang="en-US" altLang="id-ID" sz="2200" dirty="0" err="1"/>
              <a:t>atau</a:t>
            </a:r>
            <a:r>
              <a:rPr lang="en-US" altLang="id-ID" sz="2200" dirty="0"/>
              <a:t> </a:t>
            </a:r>
            <a:r>
              <a:rPr lang="en-US" altLang="id-ID" sz="2200" dirty="0" err="1"/>
              <a:t>mengikuti</a:t>
            </a:r>
            <a:r>
              <a:rPr lang="en-US" altLang="id-ID" sz="2200" dirty="0"/>
              <a:t> </a:t>
            </a:r>
            <a:r>
              <a:rPr lang="en-US" altLang="id-ID" sz="2200" dirty="0" err="1"/>
              <a:t>aqidah</a:t>
            </a:r>
            <a:r>
              <a:rPr lang="en-US" altLang="id-ID" sz="2200" dirty="0"/>
              <a:t> yang </a:t>
            </a:r>
            <a:r>
              <a:rPr lang="en-US" altLang="id-ID" sz="2200" dirty="0" err="1"/>
              <a:t>tidak</a:t>
            </a:r>
            <a:r>
              <a:rPr lang="en-US" altLang="id-ID" sz="2200" dirty="0"/>
              <a:t> </a:t>
            </a:r>
            <a:r>
              <a:rPr lang="en-US" altLang="id-ID" sz="2200" dirty="0" err="1"/>
              <a:t>sesuai</a:t>
            </a:r>
            <a:r>
              <a:rPr lang="en-US" altLang="id-ID" sz="2200" dirty="0"/>
              <a:t> </a:t>
            </a:r>
            <a:r>
              <a:rPr lang="en-US" altLang="id-ID" sz="2200" dirty="0" err="1"/>
              <a:t>dengan</a:t>
            </a:r>
            <a:r>
              <a:rPr lang="en-US" altLang="id-ID" sz="2200" dirty="0"/>
              <a:t> </a:t>
            </a:r>
            <a:r>
              <a:rPr lang="en-US" altLang="id-ID" sz="2200" dirty="0" err="1"/>
              <a:t>dalil</a:t>
            </a:r>
            <a:r>
              <a:rPr lang="en-US" altLang="id-ID" sz="2200" dirty="0"/>
              <a:t> </a:t>
            </a:r>
            <a:r>
              <a:rPr lang="en-US" altLang="id-ID" sz="2200" dirty="0" err="1"/>
              <a:t>syar’i</a:t>
            </a:r>
            <a:r>
              <a:rPr lang="en-US" altLang="id-ID" sz="2200" dirty="0"/>
              <a:t> (al-Qur’an dan sunnah).</a:t>
            </a:r>
          </a:p>
          <a:p>
            <a:pPr marL="457200" indent="-457200" algn="just">
              <a:lnSpc>
                <a:spcPct val="90000"/>
              </a:lnSpc>
              <a:buFont typeface="+mj-lt"/>
              <a:buAutoNum type="arabicPeriod"/>
            </a:pPr>
            <a:r>
              <a:rPr lang="en-US" altLang="id-ID" sz="2200" dirty="0" err="1"/>
              <a:t>Meyakini</a:t>
            </a:r>
            <a:r>
              <a:rPr lang="en-US" altLang="id-ID" sz="2200" dirty="0"/>
              <a:t> </a:t>
            </a:r>
            <a:r>
              <a:rPr lang="en-US" altLang="id-ID" sz="2200" dirty="0" err="1"/>
              <a:t>turunnya</a:t>
            </a:r>
            <a:r>
              <a:rPr lang="en-US" altLang="id-ID" sz="2200" dirty="0"/>
              <a:t> </a:t>
            </a:r>
            <a:r>
              <a:rPr lang="en-US" altLang="id-ID" sz="2200" dirty="0" err="1"/>
              <a:t>wahyu</a:t>
            </a:r>
            <a:r>
              <a:rPr lang="en-US" altLang="id-ID" sz="2200" dirty="0"/>
              <a:t> </a:t>
            </a:r>
            <a:r>
              <a:rPr lang="en-US" altLang="id-ID" sz="2200" dirty="0" err="1"/>
              <a:t>setelah</a:t>
            </a:r>
            <a:r>
              <a:rPr lang="en-US" altLang="id-ID" sz="2200" dirty="0"/>
              <a:t> al-Qur’an. </a:t>
            </a:r>
          </a:p>
          <a:p>
            <a:pPr marL="457200" indent="-457200" algn="just">
              <a:lnSpc>
                <a:spcPct val="90000"/>
              </a:lnSpc>
              <a:buFont typeface="+mj-lt"/>
              <a:buAutoNum type="arabicPeriod"/>
            </a:pPr>
            <a:r>
              <a:rPr lang="en-US" altLang="id-ID" sz="2200" dirty="0" err="1"/>
              <a:t>Mengingkari</a:t>
            </a:r>
            <a:r>
              <a:rPr lang="en-US" altLang="id-ID" sz="2200" dirty="0"/>
              <a:t> </a:t>
            </a:r>
            <a:r>
              <a:rPr lang="en-US" altLang="id-ID" sz="2200" dirty="0" err="1"/>
              <a:t>otentisitas</a:t>
            </a:r>
            <a:r>
              <a:rPr lang="en-US" altLang="id-ID" sz="2200" dirty="0"/>
              <a:t> dan </a:t>
            </a:r>
            <a:r>
              <a:rPr lang="en-US" altLang="id-ID" sz="2200" dirty="0" err="1"/>
              <a:t>atau</a:t>
            </a:r>
            <a:r>
              <a:rPr lang="en-US" altLang="id-ID" sz="2200" dirty="0"/>
              <a:t> </a:t>
            </a:r>
            <a:r>
              <a:rPr lang="en-US" altLang="id-ID" sz="2200" dirty="0" err="1"/>
              <a:t>kebenaran</a:t>
            </a:r>
            <a:r>
              <a:rPr lang="en-US" altLang="id-ID" sz="2200" dirty="0"/>
              <a:t> </a:t>
            </a:r>
            <a:r>
              <a:rPr lang="en-US" altLang="id-ID" sz="2200" dirty="0" err="1"/>
              <a:t>isi</a:t>
            </a:r>
            <a:r>
              <a:rPr lang="en-US" altLang="id-ID" sz="2200" dirty="0"/>
              <a:t> al-Qur’an. </a:t>
            </a:r>
          </a:p>
          <a:p>
            <a:pPr marL="457200" indent="-457200" algn="just">
              <a:lnSpc>
                <a:spcPct val="90000"/>
              </a:lnSpc>
              <a:buFont typeface="+mj-lt"/>
              <a:buAutoNum type="arabicPeriod"/>
            </a:pPr>
            <a:r>
              <a:rPr lang="en-US" altLang="id-ID" sz="2200" dirty="0" err="1"/>
              <a:t>Melakukan</a:t>
            </a:r>
            <a:r>
              <a:rPr lang="en-US" altLang="id-ID" sz="2200" dirty="0"/>
              <a:t> </a:t>
            </a:r>
            <a:r>
              <a:rPr lang="en-US" altLang="id-ID" sz="2200" dirty="0" err="1"/>
              <a:t>penafsiran</a:t>
            </a:r>
            <a:r>
              <a:rPr lang="en-US" altLang="id-ID" sz="2200" dirty="0"/>
              <a:t> al-Qur’an yang </a:t>
            </a:r>
            <a:r>
              <a:rPr lang="en-US" altLang="id-ID" sz="2200" dirty="0" err="1"/>
              <a:t>tidak</a:t>
            </a:r>
            <a:r>
              <a:rPr lang="en-US" altLang="id-ID" sz="2200" dirty="0"/>
              <a:t> </a:t>
            </a:r>
            <a:r>
              <a:rPr lang="en-US" altLang="id-ID" sz="2200" dirty="0" err="1"/>
              <a:t>berdasarkan</a:t>
            </a:r>
            <a:r>
              <a:rPr lang="en-US" altLang="id-ID" sz="2200" dirty="0"/>
              <a:t> </a:t>
            </a:r>
            <a:r>
              <a:rPr lang="en-US" altLang="id-ID" sz="2200" dirty="0" err="1"/>
              <a:t>atas</a:t>
            </a:r>
            <a:r>
              <a:rPr lang="en-US" altLang="id-ID" sz="2200" dirty="0"/>
              <a:t> </a:t>
            </a:r>
            <a:r>
              <a:rPr lang="en-US" altLang="id-ID" sz="2200" dirty="0" err="1"/>
              <a:t>kaidah-kaidah</a:t>
            </a:r>
            <a:r>
              <a:rPr lang="en-US" altLang="id-ID" sz="2200" dirty="0"/>
              <a:t> tafsir, </a:t>
            </a:r>
          </a:p>
          <a:p>
            <a:pPr marL="457200" indent="-457200" algn="just">
              <a:lnSpc>
                <a:spcPct val="90000"/>
              </a:lnSpc>
              <a:buFont typeface="+mj-lt"/>
              <a:buAutoNum type="arabicPeriod"/>
            </a:pPr>
            <a:r>
              <a:rPr lang="en-US" altLang="id-ID" sz="2200" dirty="0" err="1"/>
              <a:t>Mengingkari</a:t>
            </a:r>
            <a:r>
              <a:rPr lang="en-US" altLang="id-ID" sz="2200" dirty="0"/>
              <a:t> </a:t>
            </a:r>
            <a:r>
              <a:rPr lang="en-US" altLang="id-ID" sz="2200" dirty="0" err="1"/>
              <a:t>kedudukan</a:t>
            </a:r>
            <a:r>
              <a:rPr lang="en-US" altLang="id-ID" sz="2200" dirty="0"/>
              <a:t> </a:t>
            </a:r>
            <a:r>
              <a:rPr lang="en-US" altLang="id-ID" sz="2200" dirty="0" err="1"/>
              <a:t>hadits</a:t>
            </a:r>
            <a:r>
              <a:rPr lang="en-US" altLang="id-ID" sz="2200" dirty="0"/>
              <a:t> Nabi </a:t>
            </a:r>
            <a:r>
              <a:rPr lang="en-US" altLang="id-ID" sz="2200" dirty="0" err="1"/>
              <a:t>sebagai</a:t>
            </a:r>
            <a:r>
              <a:rPr lang="en-US" altLang="id-ID" sz="2200" dirty="0"/>
              <a:t> </a:t>
            </a:r>
            <a:r>
              <a:rPr lang="en-US" altLang="id-ID" sz="2200" dirty="0" err="1"/>
              <a:t>sumber</a:t>
            </a:r>
            <a:r>
              <a:rPr lang="en-US" altLang="id-ID" sz="2200" dirty="0"/>
              <a:t> </a:t>
            </a:r>
            <a:r>
              <a:rPr lang="en-US" altLang="id-ID" sz="2200" dirty="0" err="1"/>
              <a:t>ajaran</a:t>
            </a:r>
            <a:r>
              <a:rPr lang="en-US" altLang="id-ID" sz="2200" dirty="0"/>
              <a:t> Islam. </a:t>
            </a:r>
          </a:p>
          <a:p>
            <a:pPr marL="457200" indent="-457200" algn="just">
              <a:lnSpc>
                <a:spcPct val="90000"/>
              </a:lnSpc>
              <a:buFont typeface="+mj-lt"/>
              <a:buAutoNum type="arabicPeriod"/>
            </a:pPr>
            <a:r>
              <a:rPr lang="en-US" altLang="id-ID" sz="2000" dirty="0" err="1"/>
              <a:t>Mengingkari</a:t>
            </a:r>
            <a:r>
              <a:rPr lang="en-US" altLang="id-ID" sz="2000" dirty="0"/>
              <a:t> </a:t>
            </a:r>
            <a:r>
              <a:rPr lang="en-US" altLang="id-ID" sz="2000" dirty="0" err="1"/>
              <a:t>kedudukan</a:t>
            </a:r>
            <a:r>
              <a:rPr lang="en-US" altLang="id-ID" sz="2000" dirty="0"/>
              <a:t> </a:t>
            </a:r>
            <a:r>
              <a:rPr lang="en-US" altLang="id-ID" sz="2000" dirty="0" err="1"/>
              <a:t>hadits</a:t>
            </a:r>
            <a:r>
              <a:rPr lang="en-US" altLang="id-ID" sz="2000" dirty="0"/>
              <a:t> Nabi </a:t>
            </a:r>
            <a:r>
              <a:rPr lang="en-US" altLang="id-ID" sz="2000" dirty="0" err="1"/>
              <a:t>sebagai</a:t>
            </a:r>
            <a:r>
              <a:rPr lang="en-US" altLang="id-ID" sz="2000" dirty="0"/>
              <a:t> </a:t>
            </a:r>
            <a:r>
              <a:rPr lang="en-US" altLang="id-ID" sz="2000" dirty="0" err="1"/>
              <a:t>sumber</a:t>
            </a:r>
            <a:r>
              <a:rPr lang="en-US" altLang="id-ID" sz="2000" dirty="0"/>
              <a:t> </a:t>
            </a:r>
            <a:r>
              <a:rPr lang="en-US" altLang="id-ID" sz="2000" dirty="0" err="1"/>
              <a:t>ajaran</a:t>
            </a:r>
            <a:r>
              <a:rPr lang="en-US" altLang="id-ID" sz="2000" dirty="0"/>
              <a:t> Islam. </a:t>
            </a:r>
          </a:p>
          <a:p>
            <a:pPr marL="457200" indent="-457200" algn="just">
              <a:lnSpc>
                <a:spcPct val="90000"/>
              </a:lnSpc>
              <a:buFont typeface="+mj-lt"/>
              <a:buAutoNum type="arabicPeriod"/>
            </a:pPr>
            <a:r>
              <a:rPr lang="en-US" altLang="id-ID" sz="2000" dirty="0" err="1"/>
              <a:t>Menghina</a:t>
            </a:r>
            <a:r>
              <a:rPr lang="en-US" altLang="id-ID" sz="2000" dirty="0"/>
              <a:t>, </a:t>
            </a:r>
            <a:r>
              <a:rPr lang="en-US" altLang="id-ID" sz="2000" dirty="0" err="1"/>
              <a:t>melecehkan</a:t>
            </a:r>
            <a:r>
              <a:rPr lang="en-US" altLang="id-ID" sz="2000" dirty="0"/>
              <a:t> dan </a:t>
            </a:r>
            <a:r>
              <a:rPr lang="en-US" altLang="id-ID" sz="2000" dirty="0" err="1"/>
              <a:t>atau</a:t>
            </a:r>
            <a:r>
              <a:rPr lang="en-US" altLang="id-ID" sz="2000" dirty="0"/>
              <a:t> </a:t>
            </a:r>
            <a:r>
              <a:rPr lang="en-US" altLang="id-ID" sz="2000" dirty="0" err="1"/>
              <a:t>merendahkan</a:t>
            </a:r>
            <a:r>
              <a:rPr lang="en-US" altLang="id-ID" sz="2000" dirty="0"/>
              <a:t> para Nabi dan Rasul.</a:t>
            </a:r>
          </a:p>
          <a:p>
            <a:pPr marL="457200" indent="-457200" algn="just">
              <a:lnSpc>
                <a:spcPct val="90000"/>
              </a:lnSpc>
              <a:buFont typeface="+mj-lt"/>
              <a:buAutoNum type="arabicPeriod"/>
            </a:pPr>
            <a:r>
              <a:rPr lang="en-US" altLang="id-ID" sz="2000" dirty="0" err="1"/>
              <a:t>Mengingkari</a:t>
            </a:r>
            <a:r>
              <a:rPr lang="en-US" altLang="id-ID" sz="2000" dirty="0"/>
              <a:t> Nabi Muhammad Saw </a:t>
            </a:r>
            <a:r>
              <a:rPr lang="en-US" altLang="id-ID" sz="2000" dirty="0" err="1"/>
              <a:t>sebagai</a:t>
            </a:r>
            <a:r>
              <a:rPr lang="en-US" altLang="id-ID" sz="2000" dirty="0"/>
              <a:t> Nabi dan Rasul </a:t>
            </a:r>
            <a:r>
              <a:rPr lang="en-US" altLang="id-ID" sz="2000" dirty="0" err="1"/>
              <a:t>terakhir</a:t>
            </a:r>
            <a:r>
              <a:rPr lang="en-US" altLang="id-ID" sz="2000" dirty="0"/>
              <a:t>. </a:t>
            </a:r>
          </a:p>
          <a:p>
            <a:pPr marL="457200" indent="-457200" algn="just">
              <a:lnSpc>
                <a:spcPct val="90000"/>
              </a:lnSpc>
              <a:buFont typeface="+mj-lt"/>
              <a:buAutoNum type="arabicPeriod"/>
            </a:pPr>
            <a:r>
              <a:rPr lang="en-US" altLang="id-ID" sz="2000" dirty="0" err="1"/>
              <a:t>Mengubah</a:t>
            </a:r>
            <a:r>
              <a:rPr lang="en-US" altLang="id-ID" sz="2000" dirty="0"/>
              <a:t>, </a:t>
            </a:r>
            <a:r>
              <a:rPr lang="en-US" altLang="id-ID" sz="2000" dirty="0" err="1"/>
              <a:t>menambah</a:t>
            </a:r>
            <a:r>
              <a:rPr lang="en-US" altLang="id-ID" sz="2000" dirty="0"/>
              <a:t> dan </a:t>
            </a:r>
            <a:r>
              <a:rPr lang="en-US" altLang="id-ID" sz="2000" dirty="0" err="1"/>
              <a:t>atau</a:t>
            </a:r>
            <a:r>
              <a:rPr lang="en-US" altLang="id-ID" sz="2000" dirty="0"/>
              <a:t> </a:t>
            </a:r>
            <a:r>
              <a:rPr lang="en-US" altLang="id-ID" sz="2000" dirty="0" err="1"/>
              <a:t>mengurangi</a:t>
            </a:r>
            <a:r>
              <a:rPr lang="en-US" altLang="id-ID" sz="2000" dirty="0"/>
              <a:t> </a:t>
            </a:r>
            <a:r>
              <a:rPr lang="en-US" altLang="id-ID" sz="2000" dirty="0" err="1"/>
              <a:t>pokok-pokok</a:t>
            </a:r>
            <a:r>
              <a:rPr lang="en-US" altLang="id-ID" sz="2000" dirty="0"/>
              <a:t> ibadah yang </a:t>
            </a:r>
            <a:r>
              <a:rPr lang="en-US" altLang="id-ID" sz="2000" dirty="0" err="1"/>
              <a:t>telah</a:t>
            </a:r>
            <a:r>
              <a:rPr lang="en-US" altLang="id-ID" sz="2000" dirty="0"/>
              <a:t> </a:t>
            </a:r>
            <a:r>
              <a:rPr lang="en-US" altLang="id-ID" sz="2000" dirty="0" err="1"/>
              <a:t>ditetapkan</a:t>
            </a:r>
            <a:r>
              <a:rPr lang="en-US" altLang="id-ID" sz="2000" dirty="0"/>
              <a:t> oleh syariah</a:t>
            </a:r>
          </a:p>
          <a:p>
            <a:pPr marL="457200" indent="-457200" algn="just">
              <a:lnSpc>
                <a:spcPct val="90000"/>
              </a:lnSpc>
              <a:buFont typeface="+mj-lt"/>
              <a:buAutoNum type="arabicPeriod"/>
            </a:pPr>
            <a:r>
              <a:rPr lang="en-US" altLang="id-ID" sz="2000" dirty="0" err="1"/>
              <a:t>Mengkafirkan</a:t>
            </a:r>
            <a:r>
              <a:rPr lang="en-US" altLang="id-ID" sz="2000" dirty="0"/>
              <a:t> </a:t>
            </a:r>
            <a:r>
              <a:rPr lang="en-US" altLang="id-ID" sz="2000" dirty="0" err="1"/>
              <a:t>sesama</a:t>
            </a:r>
            <a:r>
              <a:rPr lang="en-US" altLang="id-ID" sz="2000" dirty="0"/>
              <a:t> </a:t>
            </a:r>
            <a:r>
              <a:rPr lang="en-US" altLang="id-ID" sz="2000" dirty="0" err="1"/>
              <a:t>muslim</a:t>
            </a:r>
            <a:r>
              <a:rPr lang="en-US" altLang="id-ID" sz="2000" dirty="0"/>
              <a:t> </a:t>
            </a:r>
            <a:r>
              <a:rPr lang="en-US" altLang="id-ID" sz="2000" dirty="0" err="1"/>
              <a:t>tanpa</a:t>
            </a:r>
            <a:r>
              <a:rPr lang="en-US" altLang="id-ID" sz="2000" dirty="0"/>
              <a:t> </a:t>
            </a:r>
            <a:r>
              <a:rPr lang="en-US" altLang="id-ID" sz="2000" dirty="0" err="1"/>
              <a:t>dalil</a:t>
            </a:r>
            <a:r>
              <a:rPr lang="en-US" altLang="id-ID" sz="2000" dirty="0"/>
              <a:t> </a:t>
            </a:r>
            <a:r>
              <a:rPr lang="en-US" altLang="id-ID" sz="2000" dirty="0" err="1"/>
              <a:t>syar’i</a:t>
            </a:r>
            <a:r>
              <a:rPr lang="en-US" altLang="id-ID" sz="2000" dirty="0"/>
              <a:t> </a:t>
            </a:r>
            <a:r>
              <a:rPr lang="en-US" altLang="id-ID" sz="2000" dirty="0" err="1"/>
              <a:t>seperti</a:t>
            </a:r>
            <a:r>
              <a:rPr lang="en-US" altLang="id-ID" sz="2000" dirty="0"/>
              <a:t> </a:t>
            </a:r>
            <a:r>
              <a:rPr lang="en-US" altLang="id-ID" sz="2000" dirty="0" err="1"/>
              <a:t>mengkafirkan</a:t>
            </a:r>
            <a:r>
              <a:rPr lang="en-US" altLang="id-ID" sz="2000" dirty="0"/>
              <a:t> </a:t>
            </a:r>
            <a:r>
              <a:rPr lang="en-US" altLang="id-ID" sz="2000" dirty="0" err="1"/>
              <a:t>muslim</a:t>
            </a:r>
            <a:r>
              <a:rPr lang="en-US" altLang="id-ID" sz="2000" dirty="0"/>
              <a:t> </a:t>
            </a:r>
            <a:r>
              <a:rPr lang="en-US" altLang="id-ID" sz="2000" dirty="0" err="1"/>
              <a:t>hanya</a:t>
            </a:r>
            <a:r>
              <a:rPr lang="en-US" altLang="id-ID" sz="2000" dirty="0"/>
              <a:t> </a:t>
            </a:r>
            <a:r>
              <a:rPr lang="en-US" altLang="id-ID" sz="2000" dirty="0" err="1"/>
              <a:t>karena</a:t>
            </a:r>
            <a:r>
              <a:rPr lang="en-US" altLang="id-ID" sz="2000" dirty="0"/>
              <a:t> </a:t>
            </a:r>
            <a:r>
              <a:rPr lang="en-US" altLang="id-ID" sz="2000" dirty="0" err="1"/>
              <a:t>bukan</a:t>
            </a:r>
            <a:r>
              <a:rPr lang="en-US" altLang="id-ID" sz="2000" dirty="0"/>
              <a:t> </a:t>
            </a:r>
            <a:r>
              <a:rPr lang="en-US" altLang="id-ID" sz="2000" dirty="0" err="1"/>
              <a:t>kelompoknya</a:t>
            </a:r>
            <a:r>
              <a:rPr lang="en-US" altLang="id-ID" sz="2000" dirty="0"/>
              <a:t> </a:t>
            </a:r>
          </a:p>
          <a:p>
            <a:pPr marL="457200" indent="-457200" algn="just">
              <a:lnSpc>
                <a:spcPct val="90000"/>
              </a:lnSpc>
              <a:buFont typeface="+mj-lt"/>
              <a:buAutoNum type="arabicPeriod"/>
            </a:pPr>
            <a:endParaRPr lang="en-US" altLang="id-ID" sz="2200" dirty="0"/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7F104D44-BE02-5AFC-1B14-FCA18A9385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608294" y="941294"/>
            <a:ext cx="5257800" cy="547688"/>
          </a:xfr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/>
            <a:r>
              <a:rPr lang="en-US" altLang="id-ID" sz="3200" b="1" dirty="0" err="1">
                <a:latin typeface="+mn-lt"/>
              </a:rPr>
              <a:t>Mengedepankan</a:t>
            </a:r>
            <a:r>
              <a:rPr lang="en-US" altLang="id-ID" sz="3200" b="1" dirty="0">
                <a:latin typeface="+mn-lt"/>
              </a:rPr>
              <a:t> </a:t>
            </a:r>
            <a:r>
              <a:rPr lang="en-US" altLang="id-ID" sz="3200" b="1" dirty="0" err="1">
                <a:latin typeface="+mn-lt"/>
              </a:rPr>
              <a:t>Kerukunan</a:t>
            </a:r>
            <a:endParaRPr lang="en-US" altLang="id-ID" sz="3200" b="1" dirty="0">
              <a:latin typeface="+mn-lt"/>
            </a:endParaRP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3E509294-9833-A63F-D7F1-DBAFE9DED6F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24115561"/>
              </p:ext>
            </p:extLst>
          </p:nvPr>
        </p:nvGraphicFramePr>
        <p:xfrm>
          <a:off x="1453776" y="2366681"/>
          <a:ext cx="9438341" cy="33192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01C22308-F5E8-3EBB-F75B-D59467B8F57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86480005"/>
              </p:ext>
            </p:extLst>
          </p:nvPr>
        </p:nvGraphicFramePr>
        <p:xfrm>
          <a:off x="1480671" y="1970242"/>
          <a:ext cx="9707282" cy="34892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77EE4CBB-C9CD-8977-A30C-B0D46931059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91011518"/>
              </p:ext>
            </p:extLst>
          </p:nvPr>
        </p:nvGraphicFramePr>
        <p:xfrm>
          <a:off x="1642037" y="2353235"/>
          <a:ext cx="9505576" cy="3012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Hasil gambar untuk logo elnus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50A0CD-BBD0-2C17-C868-FA39661DB77B}"/>
              </a:ext>
            </a:extLst>
          </p:cNvPr>
          <p:cNvSpPr txBox="1"/>
          <p:nvPr/>
        </p:nvSpPr>
        <p:spPr>
          <a:xfrm>
            <a:off x="3236258" y="2875002"/>
            <a:ext cx="5329518" cy="110799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6600" b="1" dirty="0" err="1">
                <a:solidFill>
                  <a:schemeClr val="tx1"/>
                </a:solidFill>
              </a:rPr>
              <a:t>Terima</a:t>
            </a:r>
            <a:r>
              <a:rPr lang="en-US" sz="6600" b="1" dirty="0">
                <a:solidFill>
                  <a:schemeClr val="tx1"/>
                </a:solidFill>
              </a:rPr>
              <a:t> Kasih</a:t>
            </a:r>
            <a:endParaRPr lang="id-ID" sz="66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22493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300</TotalTime>
  <Words>1037</Words>
  <Application>Microsoft Office PowerPoint</Application>
  <PresentationFormat>Widescreen</PresentationFormat>
  <Paragraphs>86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Calibri Light</vt:lpstr>
      <vt:lpstr>Montserrat</vt:lpstr>
      <vt:lpstr>Wingdings</vt:lpstr>
      <vt:lpstr>Office Theme</vt:lpstr>
      <vt:lpstr>Pendidikan Agama Mata Kuliah Dasar Umum  Sesi 5 – Kerukunan Antar Ummat Beragama</vt:lpstr>
      <vt:lpstr>Membangun Kerukunan Antar Umat Beragama:  Perspektif Sosiologis</vt:lpstr>
      <vt:lpstr>Dasar Filosofis</vt:lpstr>
      <vt:lpstr>Kerukunan Beragama</vt:lpstr>
      <vt:lpstr>Hak Beragama</vt:lpstr>
      <vt:lpstr>Peran Pemerintah</vt:lpstr>
      <vt:lpstr>Makna Kerukunan Beragama</vt:lpstr>
      <vt:lpstr>Tantangan ke Depan</vt:lpstr>
      <vt:lpstr>Sikap Masyarakat</vt:lpstr>
      <vt:lpstr>Tantangan Umum Keberagamaan</vt:lpstr>
      <vt:lpstr>Tantangan Beragama di Indonesia</vt:lpstr>
      <vt:lpstr>PowerPoint Presentation</vt:lpstr>
      <vt:lpstr>Tantangan Lokalisasi Agama</vt:lpstr>
      <vt:lpstr>Kriteria Sesat Mui</vt:lpstr>
      <vt:lpstr>Mengedepankan Kerukunan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Statistik Ekonomi &amp; Bisnis II Program Studi Manajemen  Sesi 1 – Ruang Lingkup Statistik Inferensial</dc:title>
  <dc:creator>rizky kinoy</dc:creator>
  <cp:lastModifiedBy>Muhammad Nur Ichsan</cp:lastModifiedBy>
  <cp:revision>34</cp:revision>
  <dcterms:created xsi:type="dcterms:W3CDTF">2021-09-06T16:17:13Z</dcterms:created>
  <dcterms:modified xsi:type="dcterms:W3CDTF">2023-11-15T01:42:53Z</dcterms:modified>
</cp:coreProperties>
</file>