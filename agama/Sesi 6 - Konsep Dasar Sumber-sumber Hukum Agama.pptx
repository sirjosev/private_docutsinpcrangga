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325" r:id="rId2"/>
    <p:sldId id="326" r:id="rId3"/>
    <p:sldId id="344" r:id="rId4"/>
    <p:sldId id="327" r:id="rId5"/>
    <p:sldId id="345" r:id="rId6"/>
    <p:sldId id="337" r:id="rId7"/>
    <p:sldId id="346" r:id="rId8"/>
    <p:sldId id="338" r:id="rId9"/>
    <p:sldId id="347" r:id="rId10"/>
    <p:sldId id="339" r:id="rId11"/>
    <p:sldId id="348" r:id="rId12"/>
    <p:sldId id="340" r:id="rId13"/>
    <p:sldId id="341" r:id="rId14"/>
    <p:sldId id="342" r:id="rId15"/>
    <p:sldId id="349" r:id="rId16"/>
    <p:sldId id="343" r:id="rId17"/>
    <p:sldId id="350" r:id="rId18"/>
    <p:sldId id="3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83" autoAdjust="0"/>
    <p:restoredTop sz="94660"/>
  </p:normalViewPr>
  <p:slideViewPr>
    <p:cSldViewPr snapToGrid="0">
      <p:cViewPr varScale="1">
        <p:scale>
          <a:sx n="71" d="100"/>
          <a:sy n="71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9F13C1-4033-45EB-A9DB-BB3F3BC553B1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98EDCC2-298B-45E6-83E2-AF162E1F30BF}">
      <dgm:prSet phldrT="[Text]" custT="1"/>
      <dgm:spPr/>
      <dgm:t>
        <a:bodyPr/>
        <a:lstStyle/>
        <a:p>
          <a:pPr algn="ctr"/>
          <a:r>
            <a:rPr lang="en-US" sz="2800" b="1" dirty="0">
              <a:latin typeface="+mn-lt"/>
              <a:cs typeface="Times New Roman" panose="02020603050405020304" pitchFamily="18" charset="0"/>
            </a:rPr>
            <a:t>Hukum</a:t>
          </a:r>
          <a:endParaRPr lang="en-US" sz="2800" dirty="0">
            <a:latin typeface="+mn-lt"/>
          </a:endParaRPr>
        </a:p>
      </dgm:t>
    </dgm:pt>
    <dgm:pt modelId="{3AACF033-5727-4534-A9C1-3AF1BD21003E}" type="parTrans" cxnId="{77B253AC-7183-4B68-BDC6-C391588D8DDF}">
      <dgm:prSet/>
      <dgm:spPr/>
      <dgm:t>
        <a:bodyPr/>
        <a:lstStyle/>
        <a:p>
          <a:endParaRPr lang="en-US"/>
        </a:p>
      </dgm:t>
    </dgm:pt>
    <dgm:pt modelId="{CD265035-B169-452E-B32C-09BC7C824D09}" type="sibTrans" cxnId="{77B253AC-7183-4B68-BDC6-C391588D8DDF}">
      <dgm:prSet/>
      <dgm:spPr/>
      <dgm:t>
        <a:bodyPr/>
        <a:lstStyle/>
        <a:p>
          <a:endParaRPr lang="en-US"/>
        </a:p>
      </dgm:t>
    </dgm:pt>
    <dgm:pt modelId="{F26D6931-C093-446D-B901-C403EBB0310A}">
      <dgm:prSet phldrT="[Text]" custT="1"/>
      <dgm:spPr/>
      <dgm:t>
        <a:bodyPr/>
        <a:lstStyle/>
        <a:p>
          <a:pPr algn="just"/>
          <a:r>
            <a:rPr lang="en-US" sz="2400" dirty="0">
              <a:latin typeface="+mn-lt"/>
              <a:cs typeface="Times New Roman" panose="02020603050405020304" pitchFamily="18" charset="0"/>
            </a:rPr>
            <a:t>H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ukum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menurut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1" i="1" dirty="0">
              <a:effectLst/>
              <a:latin typeface="+mn-lt"/>
              <a:cs typeface="Times New Roman" panose="02020603050405020304" pitchFamily="18" charset="0"/>
            </a:rPr>
            <a:t>John Austin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adalah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peraturan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diadakan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untuk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memberikan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bimbingan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kepada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makhluk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berakal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oleh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makhluk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berakal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berkuasa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atasnya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. </a:t>
          </a:r>
          <a:endParaRPr lang="en-US" sz="2400" dirty="0">
            <a:latin typeface="+mn-lt"/>
          </a:endParaRPr>
        </a:p>
      </dgm:t>
    </dgm:pt>
    <dgm:pt modelId="{624426E6-FFA6-4F35-BAB5-5B79E233D5AD}" type="parTrans" cxnId="{A99F5BEE-E07C-452A-8E37-57D5EA188B1F}">
      <dgm:prSet/>
      <dgm:spPr/>
      <dgm:t>
        <a:bodyPr/>
        <a:lstStyle/>
        <a:p>
          <a:endParaRPr lang="en-US"/>
        </a:p>
      </dgm:t>
    </dgm:pt>
    <dgm:pt modelId="{6EEC8A95-1C1C-4194-A965-1B1EE109FB53}" type="sibTrans" cxnId="{A99F5BEE-E07C-452A-8E37-57D5EA188B1F}">
      <dgm:prSet/>
      <dgm:spPr/>
      <dgm:t>
        <a:bodyPr/>
        <a:lstStyle/>
        <a:p>
          <a:endParaRPr lang="en-US"/>
        </a:p>
      </dgm:t>
    </dgm:pt>
    <dgm:pt modelId="{B949D3F8-45AC-40E9-9487-A2CE0D287747}">
      <dgm:prSet phldrT="[Text]" custT="1"/>
      <dgm:spPr/>
      <dgm:t>
        <a:bodyPr/>
        <a:lstStyle/>
        <a:p>
          <a:pPr algn="just"/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Sedangkan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menurut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1" i="1" dirty="0">
              <a:effectLst/>
              <a:latin typeface="+mn-lt"/>
              <a:cs typeface="Times New Roman" panose="02020603050405020304" pitchFamily="18" charset="0"/>
            </a:rPr>
            <a:t>Utrecht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hukum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adalah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himpunan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petunjuk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hidup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(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baik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perintah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atau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larangan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)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mengatur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tata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tertib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suatu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masyarakat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seharusnya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ditaati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oleh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anggota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masyarakat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dan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jika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dilanggar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dapat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menimbulkan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tindakan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dari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pihak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pemerintah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dari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masyarakat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itu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.</a:t>
          </a:r>
          <a:endParaRPr lang="en-US" sz="2400" dirty="0">
            <a:latin typeface="+mn-lt"/>
          </a:endParaRPr>
        </a:p>
      </dgm:t>
    </dgm:pt>
    <dgm:pt modelId="{0325CB84-A558-4484-AD2D-968ECB07E52A}" type="parTrans" cxnId="{672DE210-B4BE-4FBE-B8B3-06D03605E925}">
      <dgm:prSet/>
      <dgm:spPr/>
      <dgm:t>
        <a:bodyPr/>
        <a:lstStyle/>
        <a:p>
          <a:endParaRPr lang="en-US"/>
        </a:p>
      </dgm:t>
    </dgm:pt>
    <dgm:pt modelId="{FE3F0620-7DF7-4633-8496-47C4F7A712F6}" type="sibTrans" cxnId="{672DE210-B4BE-4FBE-B8B3-06D03605E925}">
      <dgm:prSet/>
      <dgm:spPr/>
      <dgm:t>
        <a:bodyPr/>
        <a:lstStyle/>
        <a:p>
          <a:endParaRPr lang="en-US"/>
        </a:p>
      </dgm:t>
    </dgm:pt>
    <dgm:pt modelId="{2650C8C8-D388-4505-8CF5-63215381255A}" type="pres">
      <dgm:prSet presAssocID="{EB9F13C1-4033-45EB-A9DB-BB3F3BC553B1}" presName="linear" presStyleCnt="0">
        <dgm:presLayoutVars>
          <dgm:dir/>
          <dgm:animLvl val="lvl"/>
          <dgm:resizeHandles val="exact"/>
        </dgm:presLayoutVars>
      </dgm:prSet>
      <dgm:spPr/>
    </dgm:pt>
    <dgm:pt modelId="{EA22295A-2BDE-4100-8DB7-85462E5244CA}" type="pres">
      <dgm:prSet presAssocID="{C98EDCC2-298B-45E6-83E2-AF162E1F30BF}" presName="parentLin" presStyleCnt="0"/>
      <dgm:spPr/>
    </dgm:pt>
    <dgm:pt modelId="{25C30029-3640-4ACA-A8D6-1084771D2CB2}" type="pres">
      <dgm:prSet presAssocID="{C98EDCC2-298B-45E6-83E2-AF162E1F30BF}" presName="parentLeftMargin" presStyleLbl="node1" presStyleIdx="0" presStyleCnt="1"/>
      <dgm:spPr/>
    </dgm:pt>
    <dgm:pt modelId="{513FFCC6-D55A-4F54-8050-AA14AA75268A}" type="pres">
      <dgm:prSet presAssocID="{C98EDCC2-298B-45E6-83E2-AF162E1F30BF}" presName="parentText" presStyleLbl="node1" presStyleIdx="0" presStyleCnt="1" custScaleX="27434">
        <dgm:presLayoutVars>
          <dgm:chMax val="0"/>
          <dgm:bulletEnabled val="1"/>
        </dgm:presLayoutVars>
      </dgm:prSet>
      <dgm:spPr/>
    </dgm:pt>
    <dgm:pt modelId="{D2728DB7-DFCF-4CAC-9603-53CD43982A2D}" type="pres">
      <dgm:prSet presAssocID="{C98EDCC2-298B-45E6-83E2-AF162E1F30BF}" presName="negativeSpace" presStyleCnt="0"/>
      <dgm:spPr/>
    </dgm:pt>
    <dgm:pt modelId="{5C593F4D-6203-41B3-8C0B-4F4A606AA9E7}" type="pres">
      <dgm:prSet presAssocID="{C98EDCC2-298B-45E6-83E2-AF162E1F30B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72DE210-B4BE-4FBE-B8B3-06D03605E925}" srcId="{C98EDCC2-298B-45E6-83E2-AF162E1F30BF}" destId="{B949D3F8-45AC-40E9-9487-A2CE0D287747}" srcOrd="1" destOrd="0" parTransId="{0325CB84-A558-4484-AD2D-968ECB07E52A}" sibTransId="{FE3F0620-7DF7-4633-8496-47C4F7A712F6}"/>
    <dgm:cxn modelId="{CE34DC18-23D5-4EB9-84FE-98979B9F8F2C}" type="presOf" srcId="{C98EDCC2-298B-45E6-83E2-AF162E1F30BF}" destId="{513FFCC6-D55A-4F54-8050-AA14AA75268A}" srcOrd="1" destOrd="0" presId="urn:microsoft.com/office/officeart/2005/8/layout/list1"/>
    <dgm:cxn modelId="{A10B4A22-9198-4C37-8C2F-862ED59A895B}" type="presOf" srcId="{F26D6931-C093-446D-B901-C403EBB0310A}" destId="{5C593F4D-6203-41B3-8C0B-4F4A606AA9E7}" srcOrd="0" destOrd="0" presId="urn:microsoft.com/office/officeart/2005/8/layout/list1"/>
    <dgm:cxn modelId="{3401E145-D6F1-45C2-8DDD-D52269CB2ACA}" type="presOf" srcId="{C98EDCC2-298B-45E6-83E2-AF162E1F30BF}" destId="{25C30029-3640-4ACA-A8D6-1084771D2CB2}" srcOrd="0" destOrd="0" presId="urn:microsoft.com/office/officeart/2005/8/layout/list1"/>
    <dgm:cxn modelId="{AB85A148-B222-4775-B889-CD87A8F99E22}" type="presOf" srcId="{EB9F13C1-4033-45EB-A9DB-BB3F3BC553B1}" destId="{2650C8C8-D388-4505-8CF5-63215381255A}" srcOrd="0" destOrd="0" presId="urn:microsoft.com/office/officeart/2005/8/layout/list1"/>
    <dgm:cxn modelId="{77B253AC-7183-4B68-BDC6-C391588D8DDF}" srcId="{EB9F13C1-4033-45EB-A9DB-BB3F3BC553B1}" destId="{C98EDCC2-298B-45E6-83E2-AF162E1F30BF}" srcOrd="0" destOrd="0" parTransId="{3AACF033-5727-4534-A9C1-3AF1BD21003E}" sibTransId="{CD265035-B169-452E-B32C-09BC7C824D09}"/>
    <dgm:cxn modelId="{155EE6E4-06C5-47F1-9398-FDAE5EF3D8D8}" type="presOf" srcId="{B949D3F8-45AC-40E9-9487-A2CE0D287747}" destId="{5C593F4D-6203-41B3-8C0B-4F4A606AA9E7}" srcOrd="0" destOrd="1" presId="urn:microsoft.com/office/officeart/2005/8/layout/list1"/>
    <dgm:cxn modelId="{A99F5BEE-E07C-452A-8E37-57D5EA188B1F}" srcId="{C98EDCC2-298B-45E6-83E2-AF162E1F30BF}" destId="{F26D6931-C093-446D-B901-C403EBB0310A}" srcOrd="0" destOrd="0" parTransId="{624426E6-FFA6-4F35-BAB5-5B79E233D5AD}" sibTransId="{6EEC8A95-1C1C-4194-A965-1B1EE109FB53}"/>
    <dgm:cxn modelId="{CF71302A-067A-4D4D-8D01-833E97CF6868}" type="presParOf" srcId="{2650C8C8-D388-4505-8CF5-63215381255A}" destId="{EA22295A-2BDE-4100-8DB7-85462E5244CA}" srcOrd="0" destOrd="0" presId="urn:microsoft.com/office/officeart/2005/8/layout/list1"/>
    <dgm:cxn modelId="{929C9895-6101-4D90-9B7E-58B001BEC348}" type="presParOf" srcId="{EA22295A-2BDE-4100-8DB7-85462E5244CA}" destId="{25C30029-3640-4ACA-A8D6-1084771D2CB2}" srcOrd="0" destOrd="0" presId="urn:microsoft.com/office/officeart/2005/8/layout/list1"/>
    <dgm:cxn modelId="{CC871518-B0D9-4CCD-B479-A7F9DFE3A8F5}" type="presParOf" srcId="{EA22295A-2BDE-4100-8DB7-85462E5244CA}" destId="{513FFCC6-D55A-4F54-8050-AA14AA75268A}" srcOrd="1" destOrd="0" presId="urn:microsoft.com/office/officeart/2005/8/layout/list1"/>
    <dgm:cxn modelId="{C1F9D243-EF32-4FF2-AA86-877A473B6776}" type="presParOf" srcId="{2650C8C8-D388-4505-8CF5-63215381255A}" destId="{D2728DB7-DFCF-4CAC-9603-53CD43982A2D}" srcOrd="1" destOrd="0" presId="urn:microsoft.com/office/officeart/2005/8/layout/list1"/>
    <dgm:cxn modelId="{40C3A396-67D9-4538-BDF0-5FDFC2C65D3A}" type="presParOf" srcId="{2650C8C8-D388-4505-8CF5-63215381255A}" destId="{5C593F4D-6203-41B3-8C0B-4F4A606AA9E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6203D1-981F-451F-BA21-7E254DBAEEA7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A935944-553D-4891-8EE7-A74CFEAB3A6D}">
      <dgm:prSet phldrT="[Text]" custT="1"/>
      <dgm:spPr/>
      <dgm:t>
        <a:bodyPr/>
        <a:lstStyle/>
        <a:p>
          <a:r>
            <a:rPr lang="en-US" sz="2800" b="1" i="0" dirty="0" err="1">
              <a:effectLst/>
              <a:latin typeface="+mn-lt"/>
              <a:cs typeface="Times New Roman" panose="02020603050405020304" pitchFamily="18" charset="0"/>
            </a:rPr>
            <a:t>Sumber</a:t>
          </a:r>
          <a:r>
            <a:rPr lang="en-US" sz="2800" b="1" i="0" dirty="0">
              <a:effectLst/>
              <a:latin typeface="+mn-lt"/>
              <a:cs typeface="Times New Roman" panose="02020603050405020304" pitchFamily="18" charset="0"/>
            </a:rPr>
            <a:t> Hukum</a:t>
          </a:r>
          <a:endParaRPr lang="en-US" sz="2800" dirty="0">
            <a:latin typeface="+mn-lt"/>
          </a:endParaRPr>
        </a:p>
      </dgm:t>
    </dgm:pt>
    <dgm:pt modelId="{5D9EE759-5DEC-4027-921D-4AEC3C0CB602}" type="parTrans" cxnId="{9A0231B6-10C1-48DA-AB80-85900CF3745F}">
      <dgm:prSet/>
      <dgm:spPr/>
      <dgm:t>
        <a:bodyPr/>
        <a:lstStyle/>
        <a:p>
          <a:endParaRPr lang="en-US"/>
        </a:p>
      </dgm:t>
    </dgm:pt>
    <dgm:pt modelId="{BDD836D2-3B60-4236-822C-0517286EBC7B}" type="sibTrans" cxnId="{9A0231B6-10C1-48DA-AB80-85900CF3745F}">
      <dgm:prSet/>
      <dgm:spPr/>
      <dgm:t>
        <a:bodyPr/>
        <a:lstStyle/>
        <a:p>
          <a:endParaRPr lang="en-US"/>
        </a:p>
      </dgm:t>
    </dgm:pt>
    <dgm:pt modelId="{E27B9BF1-55CC-4DB5-93CF-2153D0EF251E}">
      <dgm:prSet phldrT="[Text]" custT="1"/>
      <dgm:spPr/>
      <dgm:t>
        <a:bodyPr/>
        <a:lstStyle/>
        <a:p>
          <a:pPr algn="just"/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buku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Pengantar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Ilmu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Hukum oleh </a:t>
          </a:r>
          <a:r>
            <a:rPr lang="en-US" sz="2400" b="1" i="1" dirty="0">
              <a:effectLst/>
              <a:latin typeface="+mn-lt"/>
              <a:cs typeface="Times New Roman" panose="02020603050405020304" pitchFamily="18" charset="0"/>
            </a:rPr>
            <a:t>Tami Rusli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,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secara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umum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sumber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hukum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adalah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segala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sesuatu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telah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menimbulkan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aturan-aturan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mempunyai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kekuatan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bersifat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memaksa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,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artinya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jika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dilanggar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akan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mengakibatkan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sanksi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tegas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dan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nyata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.</a:t>
          </a:r>
          <a:endParaRPr lang="en-US" sz="2400" dirty="0">
            <a:latin typeface="+mn-lt"/>
          </a:endParaRPr>
        </a:p>
      </dgm:t>
    </dgm:pt>
    <dgm:pt modelId="{90FC3751-795B-483C-9B2E-E36BA52625AA}" type="parTrans" cxnId="{48E91E3F-DCFB-4480-93D2-D16C06A3D3E7}">
      <dgm:prSet/>
      <dgm:spPr/>
      <dgm:t>
        <a:bodyPr/>
        <a:lstStyle/>
        <a:p>
          <a:endParaRPr lang="en-US"/>
        </a:p>
      </dgm:t>
    </dgm:pt>
    <dgm:pt modelId="{87E6D439-8CA2-459D-BC11-80E9A18E500B}" type="sibTrans" cxnId="{48E91E3F-DCFB-4480-93D2-D16C06A3D3E7}">
      <dgm:prSet/>
      <dgm:spPr/>
      <dgm:t>
        <a:bodyPr/>
        <a:lstStyle/>
        <a:p>
          <a:endParaRPr lang="en-US"/>
        </a:p>
      </dgm:t>
    </dgm:pt>
    <dgm:pt modelId="{1A64BC66-1910-4F28-88F3-175C2A300FB2}">
      <dgm:prSet phldrT="[Text]" custT="1"/>
      <dgm:spPr/>
      <dgm:t>
        <a:bodyPr/>
        <a:lstStyle/>
        <a:p>
          <a:pPr algn="just"/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Sementara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menurut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1" i="1" dirty="0">
              <a:effectLst/>
              <a:latin typeface="+mn-lt"/>
              <a:cs typeface="Times New Roman" panose="02020603050405020304" pitchFamily="18" charset="0"/>
            </a:rPr>
            <a:t>Rahman </a:t>
          </a:r>
          <a:r>
            <a:rPr lang="en-US" sz="2400" b="1" i="1" dirty="0" err="1">
              <a:effectLst/>
              <a:latin typeface="+mn-lt"/>
              <a:cs typeface="Times New Roman" panose="02020603050405020304" pitchFamily="18" charset="0"/>
            </a:rPr>
            <a:t>Syamsuddin</a:t>
          </a:r>
          <a:r>
            <a:rPr lang="en-US" sz="2400" b="1" i="1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buku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Pengantar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Hukum Indonesia,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sumber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hukum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dapat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diartikan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bahan-bahan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digunakan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dasar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oleh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pengadilan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memutus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dirty="0" err="1">
              <a:effectLst/>
              <a:latin typeface="+mn-lt"/>
              <a:cs typeface="Times New Roman" panose="02020603050405020304" pitchFamily="18" charset="0"/>
            </a:rPr>
            <a:t>perkara</a:t>
          </a:r>
          <a:r>
            <a:rPr lang="en-US" sz="2400" b="0" i="0" dirty="0">
              <a:effectLst/>
              <a:latin typeface="+mn-lt"/>
              <a:cs typeface="Times New Roman" panose="02020603050405020304" pitchFamily="18" charset="0"/>
            </a:rPr>
            <a:t>.</a:t>
          </a:r>
          <a:endParaRPr lang="en-US" sz="2400" dirty="0">
            <a:latin typeface="+mn-lt"/>
          </a:endParaRPr>
        </a:p>
      </dgm:t>
    </dgm:pt>
    <dgm:pt modelId="{DD22469F-111F-4D13-8B7C-41770354C551}" type="parTrans" cxnId="{4F45B3FD-B289-4DB1-9245-BECD630BDA13}">
      <dgm:prSet/>
      <dgm:spPr/>
      <dgm:t>
        <a:bodyPr/>
        <a:lstStyle/>
        <a:p>
          <a:endParaRPr lang="en-US"/>
        </a:p>
      </dgm:t>
    </dgm:pt>
    <dgm:pt modelId="{1B940198-1270-4FB9-B767-4F20165BDF27}" type="sibTrans" cxnId="{4F45B3FD-B289-4DB1-9245-BECD630BDA13}">
      <dgm:prSet/>
      <dgm:spPr/>
      <dgm:t>
        <a:bodyPr/>
        <a:lstStyle/>
        <a:p>
          <a:endParaRPr lang="en-US"/>
        </a:p>
      </dgm:t>
    </dgm:pt>
    <dgm:pt modelId="{A3DFBAF8-E34F-47B0-80F7-16ED9CD81754}" type="pres">
      <dgm:prSet presAssocID="{926203D1-981F-451F-BA21-7E254DBAEEA7}" presName="linear" presStyleCnt="0">
        <dgm:presLayoutVars>
          <dgm:dir/>
          <dgm:animLvl val="lvl"/>
          <dgm:resizeHandles val="exact"/>
        </dgm:presLayoutVars>
      </dgm:prSet>
      <dgm:spPr/>
    </dgm:pt>
    <dgm:pt modelId="{500E60D1-2456-407A-AF77-DC23725FD159}" type="pres">
      <dgm:prSet presAssocID="{6A935944-553D-4891-8EE7-A74CFEAB3A6D}" presName="parentLin" presStyleCnt="0"/>
      <dgm:spPr/>
    </dgm:pt>
    <dgm:pt modelId="{77697C80-E76C-4710-8696-28E3C3327A9D}" type="pres">
      <dgm:prSet presAssocID="{6A935944-553D-4891-8EE7-A74CFEAB3A6D}" presName="parentLeftMargin" presStyleLbl="node1" presStyleIdx="0" presStyleCnt="1"/>
      <dgm:spPr/>
    </dgm:pt>
    <dgm:pt modelId="{7B6C3C14-873D-424F-9DBC-186FB5CBAD98}" type="pres">
      <dgm:prSet presAssocID="{6A935944-553D-4891-8EE7-A74CFEAB3A6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8EA02F3-7D14-4904-873D-2A9ADC5B0F8E}" type="pres">
      <dgm:prSet presAssocID="{6A935944-553D-4891-8EE7-A74CFEAB3A6D}" presName="negativeSpace" presStyleCnt="0"/>
      <dgm:spPr/>
    </dgm:pt>
    <dgm:pt modelId="{2A590063-0DBC-48B7-A672-E1416FFF7CC0}" type="pres">
      <dgm:prSet presAssocID="{6A935944-553D-4891-8EE7-A74CFEAB3A6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A760523-F8F6-43E8-B465-125538FFB9FA}" type="presOf" srcId="{6A935944-553D-4891-8EE7-A74CFEAB3A6D}" destId="{77697C80-E76C-4710-8696-28E3C3327A9D}" srcOrd="0" destOrd="0" presId="urn:microsoft.com/office/officeart/2005/8/layout/list1"/>
    <dgm:cxn modelId="{48E91E3F-DCFB-4480-93D2-D16C06A3D3E7}" srcId="{6A935944-553D-4891-8EE7-A74CFEAB3A6D}" destId="{E27B9BF1-55CC-4DB5-93CF-2153D0EF251E}" srcOrd="0" destOrd="0" parTransId="{90FC3751-795B-483C-9B2E-E36BA52625AA}" sibTransId="{87E6D439-8CA2-459D-BC11-80E9A18E500B}"/>
    <dgm:cxn modelId="{4DDF2645-F961-45BE-B224-8D491D43406E}" type="presOf" srcId="{926203D1-981F-451F-BA21-7E254DBAEEA7}" destId="{A3DFBAF8-E34F-47B0-80F7-16ED9CD81754}" srcOrd="0" destOrd="0" presId="urn:microsoft.com/office/officeart/2005/8/layout/list1"/>
    <dgm:cxn modelId="{0945B06D-B332-404E-80A0-63D3A35DD92B}" type="presOf" srcId="{E27B9BF1-55CC-4DB5-93CF-2153D0EF251E}" destId="{2A590063-0DBC-48B7-A672-E1416FFF7CC0}" srcOrd="0" destOrd="0" presId="urn:microsoft.com/office/officeart/2005/8/layout/list1"/>
    <dgm:cxn modelId="{744E5487-5C4E-4622-AFCB-94E7D0233884}" type="presOf" srcId="{6A935944-553D-4891-8EE7-A74CFEAB3A6D}" destId="{7B6C3C14-873D-424F-9DBC-186FB5CBAD98}" srcOrd="1" destOrd="0" presId="urn:microsoft.com/office/officeart/2005/8/layout/list1"/>
    <dgm:cxn modelId="{9A0231B6-10C1-48DA-AB80-85900CF3745F}" srcId="{926203D1-981F-451F-BA21-7E254DBAEEA7}" destId="{6A935944-553D-4891-8EE7-A74CFEAB3A6D}" srcOrd="0" destOrd="0" parTransId="{5D9EE759-5DEC-4027-921D-4AEC3C0CB602}" sibTransId="{BDD836D2-3B60-4236-822C-0517286EBC7B}"/>
    <dgm:cxn modelId="{26140CC6-24F4-4A6C-B418-88E87D253886}" type="presOf" srcId="{1A64BC66-1910-4F28-88F3-175C2A300FB2}" destId="{2A590063-0DBC-48B7-A672-E1416FFF7CC0}" srcOrd="0" destOrd="1" presId="urn:microsoft.com/office/officeart/2005/8/layout/list1"/>
    <dgm:cxn modelId="{4F45B3FD-B289-4DB1-9245-BECD630BDA13}" srcId="{6A935944-553D-4891-8EE7-A74CFEAB3A6D}" destId="{1A64BC66-1910-4F28-88F3-175C2A300FB2}" srcOrd="1" destOrd="0" parTransId="{DD22469F-111F-4D13-8B7C-41770354C551}" sibTransId="{1B940198-1270-4FB9-B767-4F20165BDF27}"/>
    <dgm:cxn modelId="{6925C7AB-5807-4661-8E40-DAD254461820}" type="presParOf" srcId="{A3DFBAF8-E34F-47B0-80F7-16ED9CD81754}" destId="{500E60D1-2456-407A-AF77-DC23725FD159}" srcOrd="0" destOrd="0" presId="urn:microsoft.com/office/officeart/2005/8/layout/list1"/>
    <dgm:cxn modelId="{8E2570D0-C4F4-4C25-84F5-B4EE50B4C2BC}" type="presParOf" srcId="{500E60D1-2456-407A-AF77-DC23725FD159}" destId="{77697C80-E76C-4710-8696-28E3C3327A9D}" srcOrd="0" destOrd="0" presId="urn:microsoft.com/office/officeart/2005/8/layout/list1"/>
    <dgm:cxn modelId="{98FAD5E0-7D43-4695-AB0F-D34FD5926D71}" type="presParOf" srcId="{500E60D1-2456-407A-AF77-DC23725FD159}" destId="{7B6C3C14-873D-424F-9DBC-186FB5CBAD98}" srcOrd="1" destOrd="0" presId="urn:microsoft.com/office/officeart/2005/8/layout/list1"/>
    <dgm:cxn modelId="{3ED459A0-A294-4061-B01A-BD4FB16E14AF}" type="presParOf" srcId="{A3DFBAF8-E34F-47B0-80F7-16ED9CD81754}" destId="{18EA02F3-7D14-4904-873D-2A9ADC5B0F8E}" srcOrd="1" destOrd="0" presId="urn:microsoft.com/office/officeart/2005/8/layout/list1"/>
    <dgm:cxn modelId="{40BF4EC4-BA7C-44F2-9B72-A7C2E4621E4A}" type="presParOf" srcId="{A3DFBAF8-E34F-47B0-80F7-16ED9CD81754}" destId="{2A590063-0DBC-48B7-A672-E1416FFF7CC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0A27C0-A11D-41E1-9C20-3447DFEB133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780C90-C73A-48F2-B8AB-E1ABB75B46AB}">
      <dgm:prSet phldrT="[Text]"/>
      <dgm:spPr/>
      <dgm:t>
        <a:bodyPr/>
        <a:lstStyle/>
        <a:p>
          <a:pPr algn="ctr"/>
          <a:r>
            <a:rPr lang="en-US" dirty="0"/>
            <a:t>A</a:t>
          </a:r>
        </a:p>
      </dgm:t>
    </dgm:pt>
    <dgm:pt modelId="{B963EA92-F4B8-494D-B164-03754C94AD33}" type="parTrans" cxnId="{2F6A6F35-2591-45A1-9787-886E903AA66C}">
      <dgm:prSet/>
      <dgm:spPr/>
      <dgm:t>
        <a:bodyPr/>
        <a:lstStyle/>
        <a:p>
          <a:endParaRPr lang="en-US"/>
        </a:p>
      </dgm:t>
    </dgm:pt>
    <dgm:pt modelId="{80B4D03E-4A74-466C-9ED2-914C01309919}" type="sibTrans" cxnId="{2F6A6F35-2591-45A1-9787-886E903AA66C}">
      <dgm:prSet/>
      <dgm:spPr/>
      <dgm:t>
        <a:bodyPr/>
        <a:lstStyle/>
        <a:p>
          <a:endParaRPr lang="en-US"/>
        </a:p>
      </dgm:t>
    </dgm:pt>
    <dgm:pt modelId="{0B249A0C-8CDC-44F1-A358-151C2B900731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400" dirty="0">
              <a:latin typeface="+mn-lt"/>
              <a:cs typeface="Times New Roman" panose="02020603050405020304" pitchFamily="18" charset="0"/>
            </a:rPr>
            <a:t>Hukum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sesuatu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berisi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tentang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aturan-aturan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larangan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memiliki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kekuatan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sehingga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apabila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dilanggar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mengakibatkan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sebuah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sanksi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tegas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nyata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Begitu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juga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kehidupan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tidak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pernah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luput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kita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Selain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itu,hukum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sangat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erat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kaitannya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acuan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kita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sendiri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Contohnya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seseorang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beragama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sendiri,kita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perlu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mengacu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sumber-sumber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tersebut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endParaRPr lang="en-US" sz="2400" dirty="0">
            <a:latin typeface="+mn-lt"/>
          </a:endParaRPr>
        </a:p>
      </dgm:t>
    </dgm:pt>
    <dgm:pt modelId="{D2FF2C81-204C-4910-B168-BC7621E95247}" type="parTrans" cxnId="{D5A025EA-B184-414D-A41C-7A18C5563DD1}">
      <dgm:prSet/>
      <dgm:spPr/>
      <dgm:t>
        <a:bodyPr/>
        <a:lstStyle/>
        <a:p>
          <a:endParaRPr lang="en-US"/>
        </a:p>
      </dgm:t>
    </dgm:pt>
    <dgm:pt modelId="{CA31EECE-55E2-4135-A04E-3195D2A2E295}" type="sibTrans" cxnId="{D5A025EA-B184-414D-A41C-7A18C5563DD1}">
      <dgm:prSet/>
      <dgm:spPr/>
      <dgm:t>
        <a:bodyPr/>
        <a:lstStyle/>
        <a:p>
          <a:endParaRPr lang="en-US"/>
        </a:p>
      </dgm:t>
    </dgm:pt>
    <dgm:pt modelId="{C489758E-F230-424F-AF47-3944E0C8CAE1}" type="pres">
      <dgm:prSet presAssocID="{510A27C0-A11D-41E1-9C20-3447DFEB133B}" presName="vert0" presStyleCnt="0">
        <dgm:presLayoutVars>
          <dgm:dir/>
          <dgm:animOne val="branch"/>
          <dgm:animLvl val="lvl"/>
        </dgm:presLayoutVars>
      </dgm:prSet>
      <dgm:spPr/>
    </dgm:pt>
    <dgm:pt modelId="{9C379D0E-96AD-4552-A9FC-DBA3C318F74C}" type="pres">
      <dgm:prSet presAssocID="{FD780C90-C73A-48F2-B8AB-E1ABB75B46AB}" presName="thickLine" presStyleLbl="alignNode1" presStyleIdx="0" presStyleCnt="1"/>
      <dgm:spPr/>
    </dgm:pt>
    <dgm:pt modelId="{8FB9D578-E318-4CAF-A8E4-373957CCEB03}" type="pres">
      <dgm:prSet presAssocID="{FD780C90-C73A-48F2-B8AB-E1ABB75B46AB}" presName="horz1" presStyleCnt="0"/>
      <dgm:spPr/>
    </dgm:pt>
    <dgm:pt modelId="{F9FB021A-6974-41F4-B399-35ADBBAFD238}" type="pres">
      <dgm:prSet presAssocID="{FD780C90-C73A-48F2-B8AB-E1ABB75B46AB}" presName="tx1" presStyleLbl="revTx" presStyleIdx="0" presStyleCnt="2"/>
      <dgm:spPr/>
    </dgm:pt>
    <dgm:pt modelId="{A19889B3-EE3A-47A0-90BA-698B9C8DB26B}" type="pres">
      <dgm:prSet presAssocID="{FD780C90-C73A-48F2-B8AB-E1ABB75B46AB}" presName="vert1" presStyleCnt="0"/>
      <dgm:spPr/>
    </dgm:pt>
    <dgm:pt modelId="{BC223040-C02C-4C34-BD60-E93FBA581EE6}" type="pres">
      <dgm:prSet presAssocID="{0B249A0C-8CDC-44F1-A358-151C2B900731}" presName="vertSpace2a" presStyleCnt="0"/>
      <dgm:spPr/>
    </dgm:pt>
    <dgm:pt modelId="{DD6E0AEC-0447-4CAE-A739-395A0CFF7F42}" type="pres">
      <dgm:prSet presAssocID="{0B249A0C-8CDC-44F1-A358-151C2B900731}" presName="horz2" presStyleCnt="0"/>
      <dgm:spPr/>
    </dgm:pt>
    <dgm:pt modelId="{D9DA7E9A-23A8-4025-9DEA-2DCBF6358712}" type="pres">
      <dgm:prSet presAssocID="{0B249A0C-8CDC-44F1-A358-151C2B900731}" presName="horzSpace2" presStyleCnt="0"/>
      <dgm:spPr/>
    </dgm:pt>
    <dgm:pt modelId="{05EDCC0D-3D84-4194-AA12-D3CB7B576AA2}" type="pres">
      <dgm:prSet presAssocID="{0B249A0C-8CDC-44F1-A358-151C2B900731}" presName="tx2" presStyleLbl="revTx" presStyleIdx="1" presStyleCnt="2"/>
      <dgm:spPr/>
    </dgm:pt>
    <dgm:pt modelId="{20FB0066-9871-430E-B53A-C90759A43F74}" type="pres">
      <dgm:prSet presAssocID="{0B249A0C-8CDC-44F1-A358-151C2B900731}" presName="vert2" presStyleCnt="0"/>
      <dgm:spPr/>
    </dgm:pt>
    <dgm:pt modelId="{F05DE7F2-7750-4226-BC6C-ABDCFBEC87AA}" type="pres">
      <dgm:prSet presAssocID="{0B249A0C-8CDC-44F1-A358-151C2B900731}" presName="thinLine2b" presStyleLbl="callout" presStyleIdx="0" presStyleCnt="1"/>
      <dgm:spPr/>
    </dgm:pt>
    <dgm:pt modelId="{5D76EBA8-07EF-452B-B3E1-2EBA0F44E207}" type="pres">
      <dgm:prSet presAssocID="{0B249A0C-8CDC-44F1-A358-151C2B900731}" presName="vertSpace2b" presStyleCnt="0"/>
      <dgm:spPr/>
    </dgm:pt>
  </dgm:ptLst>
  <dgm:cxnLst>
    <dgm:cxn modelId="{CE5FA629-333E-4B03-B2EF-C92BC2811219}" type="presOf" srcId="{0B249A0C-8CDC-44F1-A358-151C2B900731}" destId="{05EDCC0D-3D84-4194-AA12-D3CB7B576AA2}" srcOrd="0" destOrd="0" presId="urn:microsoft.com/office/officeart/2008/layout/LinedList"/>
    <dgm:cxn modelId="{2F6A6F35-2591-45A1-9787-886E903AA66C}" srcId="{510A27C0-A11D-41E1-9C20-3447DFEB133B}" destId="{FD780C90-C73A-48F2-B8AB-E1ABB75B46AB}" srcOrd="0" destOrd="0" parTransId="{B963EA92-F4B8-494D-B164-03754C94AD33}" sibTransId="{80B4D03E-4A74-466C-9ED2-914C01309919}"/>
    <dgm:cxn modelId="{53CE95B1-5B1B-40A8-9DE4-7AD0C4F0687A}" type="presOf" srcId="{FD780C90-C73A-48F2-B8AB-E1ABB75B46AB}" destId="{F9FB021A-6974-41F4-B399-35ADBBAFD238}" srcOrd="0" destOrd="0" presId="urn:microsoft.com/office/officeart/2008/layout/LinedList"/>
    <dgm:cxn modelId="{D5A025EA-B184-414D-A41C-7A18C5563DD1}" srcId="{FD780C90-C73A-48F2-B8AB-E1ABB75B46AB}" destId="{0B249A0C-8CDC-44F1-A358-151C2B900731}" srcOrd="0" destOrd="0" parTransId="{D2FF2C81-204C-4910-B168-BC7621E95247}" sibTransId="{CA31EECE-55E2-4135-A04E-3195D2A2E295}"/>
    <dgm:cxn modelId="{B7C9A0F9-F8C3-42BC-9835-BBD227D4FE81}" type="presOf" srcId="{510A27C0-A11D-41E1-9C20-3447DFEB133B}" destId="{C489758E-F230-424F-AF47-3944E0C8CAE1}" srcOrd="0" destOrd="0" presId="urn:microsoft.com/office/officeart/2008/layout/LinedList"/>
    <dgm:cxn modelId="{4FED91E2-FE77-4D0F-998A-90FF4CBC2412}" type="presParOf" srcId="{C489758E-F230-424F-AF47-3944E0C8CAE1}" destId="{9C379D0E-96AD-4552-A9FC-DBA3C318F74C}" srcOrd="0" destOrd="0" presId="urn:microsoft.com/office/officeart/2008/layout/LinedList"/>
    <dgm:cxn modelId="{BCD28100-A5E9-48F9-BD73-2DB04FB91DFB}" type="presParOf" srcId="{C489758E-F230-424F-AF47-3944E0C8CAE1}" destId="{8FB9D578-E318-4CAF-A8E4-373957CCEB03}" srcOrd="1" destOrd="0" presId="urn:microsoft.com/office/officeart/2008/layout/LinedList"/>
    <dgm:cxn modelId="{5F963CD4-B92F-4FB3-9181-C24D1E74033D}" type="presParOf" srcId="{8FB9D578-E318-4CAF-A8E4-373957CCEB03}" destId="{F9FB021A-6974-41F4-B399-35ADBBAFD238}" srcOrd="0" destOrd="0" presId="urn:microsoft.com/office/officeart/2008/layout/LinedList"/>
    <dgm:cxn modelId="{F8B76621-B104-40D6-9A50-1C4BD25696A2}" type="presParOf" srcId="{8FB9D578-E318-4CAF-A8E4-373957CCEB03}" destId="{A19889B3-EE3A-47A0-90BA-698B9C8DB26B}" srcOrd="1" destOrd="0" presId="urn:microsoft.com/office/officeart/2008/layout/LinedList"/>
    <dgm:cxn modelId="{D7842382-95E1-4718-8E63-B4464FDC6047}" type="presParOf" srcId="{A19889B3-EE3A-47A0-90BA-698B9C8DB26B}" destId="{BC223040-C02C-4C34-BD60-E93FBA581EE6}" srcOrd="0" destOrd="0" presId="urn:microsoft.com/office/officeart/2008/layout/LinedList"/>
    <dgm:cxn modelId="{FA9334B6-EF21-4961-9C12-9CC55F43FC54}" type="presParOf" srcId="{A19889B3-EE3A-47A0-90BA-698B9C8DB26B}" destId="{DD6E0AEC-0447-4CAE-A739-395A0CFF7F42}" srcOrd="1" destOrd="0" presId="urn:microsoft.com/office/officeart/2008/layout/LinedList"/>
    <dgm:cxn modelId="{C085119F-3B82-4A2A-9CB5-F32B91716FCC}" type="presParOf" srcId="{DD6E0AEC-0447-4CAE-A739-395A0CFF7F42}" destId="{D9DA7E9A-23A8-4025-9DEA-2DCBF6358712}" srcOrd="0" destOrd="0" presId="urn:microsoft.com/office/officeart/2008/layout/LinedList"/>
    <dgm:cxn modelId="{C03CF384-7E1B-4D0C-BC31-4A36C67320A3}" type="presParOf" srcId="{DD6E0AEC-0447-4CAE-A739-395A0CFF7F42}" destId="{05EDCC0D-3D84-4194-AA12-D3CB7B576AA2}" srcOrd="1" destOrd="0" presId="urn:microsoft.com/office/officeart/2008/layout/LinedList"/>
    <dgm:cxn modelId="{22468B1A-4705-4FD9-9FE5-EA52190D86D2}" type="presParOf" srcId="{DD6E0AEC-0447-4CAE-A739-395A0CFF7F42}" destId="{20FB0066-9871-430E-B53A-C90759A43F74}" srcOrd="2" destOrd="0" presId="urn:microsoft.com/office/officeart/2008/layout/LinedList"/>
    <dgm:cxn modelId="{7C35B5E8-2736-482E-B283-52E154421133}" type="presParOf" srcId="{A19889B3-EE3A-47A0-90BA-698B9C8DB26B}" destId="{F05DE7F2-7750-4226-BC6C-ABDCFBEC87AA}" srcOrd="2" destOrd="0" presId="urn:microsoft.com/office/officeart/2008/layout/LinedList"/>
    <dgm:cxn modelId="{18BBD2FE-C619-45E9-89B6-A93B94AFC064}" type="presParOf" srcId="{A19889B3-EE3A-47A0-90BA-698B9C8DB26B}" destId="{5D76EBA8-07EF-452B-B3E1-2EBA0F44E207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04C5EA-F36A-4F89-BE5E-BEC86A5278B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00C10D-9068-4019-8258-B84874BEA172}">
      <dgm:prSet phldrT="[Text]"/>
      <dgm:spPr/>
      <dgm:t>
        <a:bodyPr/>
        <a:lstStyle/>
        <a:p>
          <a:pPr algn="ctr"/>
          <a:r>
            <a:rPr lang="en-US" dirty="0"/>
            <a:t>B</a:t>
          </a:r>
        </a:p>
      </dgm:t>
    </dgm:pt>
    <dgm:pt modelId="{224019C9-48E3-43CE-8E5C-B00A1B6A965E}" type="parTrans" cxnId="{A41903F8-C7D3-4279-BF9B-849B303B7F35}">
      <dgm:prSet/>
      <dgm:spPr/>
      <dgm:t>
        <a:bodyPr/>
        <a:lstStyle/>
        <a:p>
          <a:endParaRPr lang="en-US"/>
        </a:p>
      </dgm:t>
    </dgm:pt>
    <dgm:pt modelId="{D1C97105-50FD-4F54-99A7-8687DD36F9A4}" type="sibTrans" cxnId="{A41903F8-C7D3-4279-BF9B-849B303B7F35}">
      <dgm:prSet/>
      <dgm:spPr/>
      <dgm:t>
        <a:bodyPr/>
        <a:lstStyle/>
        <a:p>
          <a:endParaRPr lang="en-US"/>
        </a:p>
      </dgm:t>
    </dgm:pt>
    <dgm:pt modelId="{CA7242E7-5011-400A-BB59-E684BE5D57E4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400" dirty="0" err="1">
              <a:latin typeface="+mn-lt"/>
              <a:cs typeface="Times New Roman" panose="02020603050405020304" pitchFamily="18" charset="0"/>
            </a:rPr>
            <a:t>Didalam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sebuah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hal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yang sangat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penting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pasti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memiliki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sendiri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tujuannya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membimbing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menjadi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acuan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menjalankan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apa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diperintahkan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Tuhan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melalui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Agama yang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dianut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oleh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masing-masing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umat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berikut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penjelasan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tentang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sumber-sumber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Hukum </a:t>
          </a:r>
          <a:r>
            <a:rPr lang="en-US" sz="24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dirty="0">
              <a:latin typeface="+mn-lt"/>
              <a:cs typeface="Times New Roman" panose="02020603050405020304" pitchFamily="18" charset="0"/>
            </a:rPr>
            <a:t> agama .</a:t>
          </a:r>
          <a:endParaRPr lang="en-US" sz="2400" dirty="0">
            <a:latin typeface="+mn-lt"/>
          </a:endParaRPr>
        </a:p>
      </dgm:t>
    </dgm:pt>
    <dgm:pt modelId="{089FC09F-0F91-4787-80D6-9059974437D0}" type="parTrans" cxnId="{BB6C011D-6D26-4E48-A1ED-8711EED00FB2}">
      <dgm:prSet/>
      <dgm:spPr/>
      <dgm:t>
        <a:bodyPr/>
        <a:lstStyle/>
        <a:p>
          <a:endParaRPr lang="en-US"/>
        </a:p>
      </dgm:t>
    </dgm:pt>
    <dgm:pt modelId="{75519D6D-6B64-48CA-B136-C198081A7B01}" type="sibTrans" cxnId="{BB6C011D-6D26-4E48-A1ED-8711EED00FB2}">
      <dgm:prSet/>
      <dgm:spPr/>
      <dgm:t>
        <a:bodyPr/>
        <a:lstStyle/>
        <a:p>
          <a:endParaRPr lang="en-US"/>
        </a:p>
      </dgm:t>
    </dgm:pt>
    <dgm:pt modelId="{4647EE0E-8487-44ED-B0FC-23BDC3C47DFC}" type="pres">
      <dgm:prSet presAssocID="{9B04C5EA-F36A-4F89-BE5E-BEC86A5278BB}" presName="vert0" presStyleCnt="0">
        <dgm:presLayoutVars>
          <dgm:dir/>
          <dgm:animOne val="branch"/>
          <dgm:animLvl val="lvl"/>
        </dgm:presLayoutVars>
      </dgm:prSet>
      <dgm:spPr/>
    </dgm:pt>
    <dgm:pt modelId="{22EC7788-70B5-439A-954D-6C1C4DB7C400}" type="pres">
      <dgm:prSet presAssocID="{2200C10D-9068-4019-8258-B84874BEA172}" presName="thickLine" presStyleLbl="alignNode1" presStyleIdx="0" presStyleCnt="1"/>
      <dgm:spPr/>
    </dgm:pt>
    <dgm:pt modelId="{64B06EDF-7194-450A-902C-0A51256A8040}" type="pres">
      <dgm:prSet presAssocID="{2200C10D-9068-4019-8258-B84874BEA172}" presName="horz1" presStyleCnt="0"/>
      <dgm:spPr/>
    </dgm:pt>
    <dgm:pt modelId="{A333FA4F-C617-4873-BEAD-313B910ECA8C}" type="pres">
      <dgm:prSet presAssocID="{2200C10D-9068-4019-8258-B84874BEA172}" presName="tx1" presStyleLbl="revTx" presStyleIdx="0" presStyleCnt="2"/>
      <dgm:spPr/>
    </dgm:pt>
    <dgm:pt modelId="{0E7185F6-66C2-4E1E-9227-A926CDD300D6}" type="pres">
      <dgm:prSet presAssocID="{2200C10D-9068-4019-8258-B84874BEA172}" presName="vert1" presStyleCnt="0"/>
      <dgm:spPr/>
    </dgm:pt>
    <dgm:pt modelId="{CB464EA4-667D-4E35-AD6D-8F9E75C41BEF}" type="pres">
      <dgm:prSet presAssocID="{CA7242E7-5011-400A-BB59-E684BE5D57E4}" presName="vertSpace2a" presStyleCnt="0"/>
      <dgm:spPr/>
    </dgm:pt>
    <dgm:pt modelId="{3A178202-46D7-4846-A3E0-2181EB86937F}" type="pres">
      <dgm:prSet presAssocID="{CA7242E7-5011-400A-BB59-E684BE5D57E4}" presName="horz2" presStyleCnt="0"/>
      <dgm:spPr/>
    </dgm:pt>
    <dgm:pt modelId="{3BB04237-4E80-44E1-9DE1-2514404B7F17}" type="pres">
      <dgm:prSet presAssocID="{CA7242E7-5011-400A-BB59-E684BE5D57E4}" presName="horzSpace2" presStyleCnt="0"/>
      <dgm:spPr/>
    </dgm:pt>
    <dgm:pt modelId="{CA13FA68-A9BF-4121-AB5A-5CDC5B3A0ADE}" type="pres">
      <dgm:prSet presAssocID="{CA7242E7-5011-400A-BB59-E684BE5D57E4}" presName="tx2" presStyleLbl="revTx" presStyleIdx="1" presStyleCnt="2"/>
      <dgm:spPr/>
    </dgm:pt>
    <dgm:pt modelId="{5EF2236A-828D-440F-8C8F-1324C4D59D27}" type="pres">
      <dgm:prSet presAssocID="{CA7242E7-5011-400A-BB59-E684BE5D57E4}" presName="vert2" presStyleCnt="0"/>
      <dgm:spPr/>
    </dgm:pt>
    <dgm:pt modelId="{2711F2CF-8470-4931-A3AC-0FA6A74E3061}" type="pres">
      <dgm:prSet presAssocID="{CA7242E7-5011-400A-BB59-E684BE5D57E4}" presName="thinLine2b" presStyleLbl="callout" presStyleIdx="0" presStyleCnt="1"/>
      <dgm:spPr/>
    </dgm:pt>
    <dgm:pt modelId="{CF13E112-79A5-44C9-A8E8-C8E6C4FAB9BF}" type="pres">
      <dgm:prSet presAssocID="{CA7242E7-5011-400A-BB59-E684BE5D57E4}" presName="vertSpace2b" presStyleCnt="0"/>
      <dgm:spPr/>
    </dgm:pt>
  </dgm:ptLst>
  <dgm:cxnLst>
    <dgm:cxn modelId="{BB6C011D-6D26-4E48-A1ED-8711EED00FB2}" srcId="{2200C10D-9068-4019-8258-B84874BEA172}" destId="{CA7242E7-5011-400A-BB59-E684BE5D57E4}" srcOrd="0" destOrd="0" parTransId="{089FC09F-0F91-4787-80D6-9059974437D0}" sibTransId="{75519D6D-6B64-48CA-B136-C198081A7B01}"/>
    <dgm:cxn modelId="{B0A0F43A-D916-4FF8-9A73-B4976C11801D}" type="presOf" srcId="{2200C10D-9068-4019-8258-B84874BEA172}" destId="{A333FA4F-C617-4873-BEAD-313B910ECA8C}" srcOrd="0" destOrd="0" presId="urn:microsoft.com/office/officeart/2008/layout/LinedList"/>
    <dgm:cxn modelId="{57E265BA-94BC-4041-8510-E9C6CBC702C8}" type="presOf" srcId="{CA7242E7-5011-400A-BB59-E684BE5D57E4}" destId="{CA13FA68-A9BF-4121-AB5A-5CDC5B3A0ADE}" srcOrd="0" destOrd="0" presId="urn:microsoft.com/office/officeart/2008/layout/LinedList"/>
    <dgm:cxn modelId="{F26E63C9-453C-4FD0-A55B-FC845D309007}" type="presOf" srcId="{9B04C5EA-F36A-4F89-BE5E-BEC86A5278BB}" destId="{4647EE0E-8487-44ED-B0FC-23BDC3C47DFC}" srcOrd="0" destOrd="0" presId="urn:microsoft.com/office/officeart/2008/layout/LinedList"/>
    <dgm:cxn modelId="{A41903F8-C7D3-4279-BF9B-849B303B7F35}" srcId="{9B04C5EA-F36A-4F89-BE5E-BEC86A5278BB}" destId="{2200C10D-9068-4019-8258-B84874BEA172}" srcOrd="0" destOrd="0" parTransId="{224019C9-48E3-43CE-8E5C-B00A1B6A965E}" sibTransId="{D1C97105-50FD-4F54-99A7-8687DD36F9A4}"/>
    <dgm:cxn modelId="{FF242DDC-8AD3-4052-A82B-748D4DE85B3F}" type="presParOf" srcId="{4647EE0E-8487-44ED-B0FC-23BDC3C47DFC}" destId="{22EC7788-70B5-439A-954D-6C1C4DB7C400}" srcOrd="0" destOrd="0" presId="urn:microsoft.com/office/officeart/2008/layout/LinedList"/>
    <dgm:cxn modelId="{BCB7B6F0-860A-47D3-A066-568FFA0A5A49}" type="presParOf" srcId="{4647EE0E-8487-44ED-B0FC-23BDC3C47DFC}" destId="{64B06EDF-7194-450A-902C-0A51256A8040}" srcOrd="1" destOrd="0" presId="urn:microsoft.com/office/officeart/2008/layout/LinedList"/>
    <dgm:cxn modelId="{85400FEA-2030-40D3-9A40-4443D793FE40}" type="presParOf" srcId="{64B06EDF-7194-450A-902C-0A51256A8040}" destId="{A333FA4F-C617-4873-BEAD-313B910ECA8C}" srcOrd="0" destOrd="0" presId="urn:microsoft.com/office/officeart/2008/layout/LinedList"/>
    <dgm:cxn modelId="{86FA5FC3-011E-4FE7-97CE-667729F91A3A}" type="presParOf" srcId="{64B06EDF-7194-450A-902C-0A51256A8040}" destId="{0E7185F6-66C2-4E1E-9227-A926CDD300D6}" srcOrd="1" destOrd="0" presId="urn:microsoft.com/office/officeart/2008/layout/LinedList"/>
    <dgm:cxn modelId="{EF217190-AC63-4C23-AFEE-FE0E8720E175}" type="presParOf" srcId="{0E7185F6-66C2-4E1E-9227-A926CDD300D6}" destId="{CB464EA4-667D-4E35-AD6D-8F9E75C41BEF}" srcOrd="0" destOrd="0" presId="urn:microsoft.com/office/officeart/2008/layout/LinedList"/>
    <dgm:cxn modelId="{0E74E7FA-8E82-43E8-A0C7-B683ED2CBA0A}" type="presParOf" srcId="{0E7185F6-66C2-4E1E-9227-A926CDD300D6}" destId="{3A178202-46D7-4846-A3E0-2181EB86937F}" srcOrd="1" destOrd="0" presId="urn:microsoft.com/office/officeart/2008/layout/LinedList"/>
    <dgm:cxn modelId="{FE2FF7B7-12D1-4411-8D89-CBCBF6F897A0}" type="presParOf" srcId="{3A178202-46D7-4846-A3E0-2181EB86937F}" destId="{3BB04237-4E80-44E1-9DE1-2514404B7F17}" srcOrd="0" destOrd="0" presId="urn:microsoft.com/office/officeart/2008/layout/LinedList"/>
    <dgm:cxn modelId="{F06F3011-FE8C-4200-B006-381F6081C41E}" type="presParOf" srcId="{3A178202-46D7-4846-A3E0-2181EB86937F}" destId="{CA13FA68-A9BF-4121-AB5A-5CDC5B3A0ADE}" srcOrd="1" destOrd="0" presId="urn:microsoft.com/office/officeart/2008/layout/LinedList"/>
    <dgm:cxn modelId="{A9DA60E7-FD86-4175-ABAF-51889C6E3ED0}" type="presParOf" srcId="{3A178202-46D7-4846-A3E0-2181EB86937F}" destId="{5EF2236A-828D-440F-8C8F-1324C4D59D27}" srcOrd="2" destOrd="0" presId="urn:microsoft.com/office/officeart/2008/layout/LinedList"/>
    <dgm:cxn modelId="{C715C1B5-C169-4FC2-A0FD-1487120383C5}" type="presParOf" srcId="{0E7185F6-66C2-4E1E-9227-A926CDD300D6}" destId="{2711F2CF-8470-4931-A3AC-0FA6A74E3061}" srcOrd="2" destOrd="0" presId="urn:microsoft.com/office/officeart/2008/layout/LinedList"/>
    <dgm:cxn modelId="{E5395439-739E-494C-8C2E-70F6F4134ACC}" type="presParOf" srcId="{0E7185F6-66C2-4E1E-9227-A926CDD300D6}" destId="{CF13E112-79A5-44C9-A8E8-C8E6C4FAB9BF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E30E67-21CF-411C-92E1-33E249CBD07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8BCFEF9-DD72-4E8B-A83C-906638F28315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Al-Qur’an</a:t>
          </a:r>
          <a:endParaRPr lang="en-US" dirty="0"/>
        </a:p>
      </dgm:t>
    </dgm:pt>
    <dgm:pt modelId="{FE7E9D01-9C15-4A6C-A478-BBC8605DA2B4}" type="parTrans" cxnId="{4F52D23F-11F8-426A-BC64-CA6077F469C4}">
      <dgm:prSet/>
      <dgm:spPr/>
      <dgm:t>
        <a:bodyPr/>
        <a:lstStyle/>
        <a:p>
          <a:endParaRPr lang="en-US"/>
        </a:p>
      </dgm:t>
    </dgm:pt>
    <dgm:pt modelId="{55CDBA03-5132-407E-A111-6616577AA406}" type="sibTrans" cxnId="{4F52D23F-11F8-426A-BC64-CA6077F469C4}">
      <dgm:prSet/>
      <dgm:spPr/>
      <dgm:t>
        <a:bodyPr/>
        <a:lstStyle/>
        <a:p>
          <a:endParaRPr lang="en-US"/>
        </a:p>
      </dgm:t>
    </dgm:pt>
    <dgm:pt modelId="{95D0CBA5-94A6-4C59-A7AF-61EE27E3B9F4}">
      <dgm:prSet phldrT="[Text]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dirty="0">
              <a:latin typeface="+mn-lt"/>
              <a:cs typeface="Times New Roman" panose="02020603050405020304" pitchFamily="18" charset="0"/>
            </a:rPr>
            <a:t>Al Qur’an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berisi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wahyu-wahyu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dirty="0">
              <a:latin typeface="+mn-lt"/>
              <a:cs typeface="Times New Roman" panose="02020603050405020304" pitchFamily="18" charset="0"/>
            </a:rPr>
            <a:t> Allah SWT yang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diturunkan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secara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berangsur-angsur</a:t>
          </a:r>
          <a:r>
            <a:rPr lang="en-US" dirty="0">
              <a:latin typeface="+mn-lt"/>
              <a:cs typeface="Times New Roman" panose="02020603050405020304" pitchFamily="18" charset="0"/>
            </a:rPr>
            <a:t> (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mutawattir</a:t>
          </a:r>
          <a:r>
            <a:rPr lang="en-US" dirty="0">
              <a:latin typeface="+mn-lt"/>
              <a:cs typeface="Times New Roman" panose="02020603050405020304" pitchFamily="18" charset="0"/>
            </a:rPr>
            <a:t>)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dirty="0">
              <a:latin typeface="+mn-lt"/>
              <a:cs typeface="Times New Roman" panose="02020603050405020304" pitchFamily="18" charset="0"/>
            </a:rPr>
            <a:t> Nabi Muhammad SAW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melalui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malaikat</a:t>
          </a:r>
          <a:r>
            <a:rPr lang="en-US" dirty="0">
              <a:latin typeface="+mn-lt"/>
              <a:cs typeface="Times New Roman" panose="02020603050405020304" pitchFamily="18" charset="0"/>
            </a:rPr>
            <a:t> Jibril. Al Qur’an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diawali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surat</a:t>
          </a:r>
          <a:r>
            <a:rPr lang="en-US" dirty="0">
              <a:latin typeface="+mn-lt"/>
              <a:cs typeface="Times New Roman" panose="02020603050405020304" pitchFamily="18" charset="0"/>
            </a:rPr>
            <a:t> Al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Fatihah</a:t>
          </a:r>
          <a:r>
            <a:rPr lang="en-US" dirty="0">
              <a:latin typeface="+mn-lt"/>
              <a:cs typeface="Times New Roman" panose="02020603050405020304" pitchFamily="18" charset="0"/>
            </a:rPr>
            <a:t>,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diakhiri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surat</a:t>
          </a:r>
          <a:r>
            <a:rPr lang="en-US" dirty="0">
              <a:latin typeface="+mn-lt"/>
              <a:cs typeface="Times New Roman" panose="02020603050405020304" pitchFamily="18" charset="0"/>
            </a:rPr>
            <a:t> An Nas.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Membaca</a:t>
          </a:r>
          <a:r>
            <a:rPr lang="en-US" dirty="0">
              <a:latin typeface="+mn-lt"/>
              <a:cs typeface="Times New Roman" panose="02020603050405020304" pitchFamily="18" charset="0"/>
            </a:rPr>
            <a:t> Al Qur’an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dirty="0">
              <a:latin typeface="+mn-lt"/>
              <a:cs typeface="Times New Roman" panose="02020603050405020304" pitchFamily="18" charset="0"/>
            </a:rPr>
            <a:t> ibadah. Al Qur’an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dirty="0">
              <a:latin typeface="+mn-lt"/>
              <a:cs typeface="Times New Roman" panose="02020603050405020304" pitchFamily="18" charset="0"/>
            </a:rPr>
            <a:t> Islam yang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utama</a:t>
          </a:r>
          <a:r>
            <a:rPr lang="en-US" dirty="0">
              <a:latin typeface="+mn-lt"/>
              <a:cs typeface="Times New Roman" panose="02020603050405020304" pitchFamily="18" charset="0"/>
            </a:rPr>
            <a:t>.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muslim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berkewajiban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berpegang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teguh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hukum-hukum</a:t>
          </a:r>
          <a:r>
            <a:rPr lang="en-US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terdapat</a:t>
          </a:r>
          <a:r>
            <a:rPr lang="en-US" dirty="0">
              <a:latin typeface="+mn-lt"/>
              <a:cs typeface="Times New Roman" panose="02020603050405020304" pitchFamily="18" charset="0"/>
            </a:rPr>
            <a:t> di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dalamnya</a:t>
          </a:r>
          <a:r>
            <a:rPr lang="en-US" dirty="0">
              <a:latin typeface="+mn-lt"/>
              <a:cs typeface="Times New Roman" panose="02020603050405020304" pitchFamily="18" charset="0"/>
            </a:rPr>
            <a:t> agar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menjadi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taat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dirty="0">
              <a:latin typeface="+mn-lt"/>
              <a:cs typeface="Times New Roman" panose="02020603050405020304" pitchFamily="18" charset="0"/>
            </a:rPr>
            <a:t> Allah SWT,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menngikuti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dirty="0">
              <a:latin typeface="+mn-lt"/>
              <a:cs typeface="Times New Roman" panose="02020603050405020304" pitchFamily="18" charset="0"/>
            </a:rPr>
            <a:t> Allah dan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menjauhi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larangannya</a:t>
          </a:r>
          <a:r>
            <a:rPr lang="en-US" dirty="0">
              <a:latin typeface="+mn-lt"/>
              <a:cs typeface="Times New Roman" panose="02020603050405020304" pitchFamily="18" charset="0"/>
            </a:rPr>
            <a:t>. Al Qur’an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memuat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berbagai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pedoman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dasar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bagi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kehidupan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umat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dirty="0">
              <a:latin typeface="+mn-lt"/>
              <a:cs typeface="Times New Roman" panose="02020603050405020304" pitchFamily="18" charset="0"/>
            </a:rPr>
            <a:t>.</a:t>
          </a:r>
          <a:endParaRPr lang="en-US" dirty="0">
            <a:latin typeface="+mn-lt"/>
          </a:endParaRPr>
        </a:p>
      </dgm:t>
    </dgm:pt>
    <dgm:pt modelId="{4C0CCB8B-6362-4A7C-9F9D-F5766D434C59}" type="parTrans" cxnId="{421E0539-F9AA-4E23-8FAB-D349AD937417}">
      <dgm:prSet/>
      <dgm:spPr/>
      <dgm:t>
        <a:bodyPr/>
        <a:lstStyle/>
        <a:p>
          <a:endParaRPr lang="en-US"/>
        </a:p>
      </dgm:t>
    </dgm:pt>
    <dgm:pt modelId="{B1C53128-BFF6-4EEA-B273-FB055E45041B}" type="sibTrans" cxnId="{421E0539-F9AA-4E23-8FAB-D349AD937417}">
      <dgm:prSet/>
      <dgm:spPr/>
      <dgm:t>
        <a:bodyPr/>
        <a:lstStyle/>
        <a:p>
          <a:endParaRPr lang="en-US"/>
        </a:p>
      </dgm:t>
    </dgm:pt>
    <dgm:pt modelId="{AFF8029C-0491-49DD-AEC3-9331D104F77A}" type="pres">
      <dgm:prSet presAssocID="{AFE30E67-21CF-411C-92E1-33E249CBD074}" presName="linear" presStyleCnt="0">
        <dgm:presLayoutVars>
          <dgm:dir/>
          <dgm:animLvl val="lvl"/>
          <dgm:resizeHandles val="exact"/>
        </dgm:presLayoutVars>
      </dgm:prSet>
      <dgm:spPr/>
    </dgm:pt>
    <dgm:pt modelId="{D81E1A0B-BDDA-4200-9676-F52034B05A5F}" type="pres">
      <dgm:prSet presAssocID="{78BCFEF9-DD72-4E8B-A83C-906638F28315}" presName="parentLin" presStyleCnt="0"/>
      <dgm:spPr/>
    </dgm:pt>
    <dgm:pt modelId="{1643FBA0-3A85-4B63-BA12-9B2F0708B6FD}" type="pres">
      <dgm:prSet presAssocID="{78BCFEF9-DD72-4E8B-A83C-906638F28315}" presName="parentLeftMargin" presStyleLbl="node1" presStyleIdx="0" presStyleCnt="1"/>
      <dgm:spPr/>
    </dgm:pt>
    <dgm:pt modelId="{012EE49C-178C-4CCB-8644-F447AD0B1121}" type="pres">
      <dgm:prSet presAssocID="{78BCFEF9-DD72-4E8B-A83C-906638F2831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F7DB641-CD92-4490-A7D1-22E55D6CC0CB}" type="pres">
      <dgm:prSet presAssocID="{78BCFEF9-DD72-4E8B-A83C-906638F28315}" presName="negativeSpace" presStyleCnt="0"/>
      <dgm:spPr/>
    </dgm:pt>
    <dgm:pt modelId="{93912C5F-9CAC-448C-8838-E6D8827813A1}" type="pres">
      <dgm:prSet presAssocID="{78BCFEF9-DD72-4E8B-A83C-906638F2831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0D51412-AA65-4652-8EFE-F9F034BF336B}" type="presOf" srcId="{78BCFEF9-DD72-4E8B-A83C-906638F28315}" destId="{1643FBA0-3A85-4B63-BA12-9B2F0708B6FD}" srcOrd="0" destOrd="0" presId="urn:microsoft.com/office/officeart/2005/8/layout/list1"/>
    <dgm:cxn modelId="{421E0539-F9AA-4E23-8FAB-D349AD937417}" srcId="{78BCFEF9-DD72-4E8B-A83C-906638F28315}" destId="{95D0CBA5-94A6-4C59-A7AF-61EE27E3B9F4}" srcOrd="0" destOrd="0" parTransId="{4C0CCB8B-6362-4A7C-9F9D-F5766D434C59}" sibTransId="{B1C53128-BFF6-4EEA-B273-FB055E45041B}"/>
    <dgm:cxn modelId="{4F52D23F-11F8-426A-BC64-CA6077F469C4}" srcId="{AFE30E67-21CF-411C-92E1-33E249CBD074}" destId="{78BCFEF9-DD72-4E8B-A83C-906638F28315}" srcOrd="0" destOrd="0" parTransId="{FE7E9D01-9C15-4A6C-A478-BBC8605DA2B4}" sibTransId="{55CDBA03-5132-407E-A111-6616577AA406}"/>
    <dgm:cxn modelId="{29A5576F-1EBA-4E8E-B968-A26DF4550010}" type="presOf" srcId="{AFE30E67-21CF-411C-92E1-33E249CBD074}" destId="{AFF8029C-0491-49DD-AEC3-9331D104F77A}" srcOrd="0" destOrd="0" presId="urn:microsoft.com/office/officeart/2005/8/layout/list1"/>
    <dgm:cxn modelId="{39FEA550-D79C-4A46-B9FF-99DBC0076841}" type="presOf" srcId="{78BCFEF9-DD72-4E8B-A83C-906638F28315}" destId="{012EE49C-178C-4CCB-8644-F447AD0B1121}" srcOrd="1" destOrd="0" presId="urn:microsoft.com/office/officeart/2005/8/layout/list1"/>
    <dgm:cxn modelId="{1D30C587-ECF9-4CEE-8CBB-1AE921BDED7C}" type="presOf" srcId="{95D0CBA5-94A6-4C59-A7AF-61EE27E3B9F4}" destId="{93912C5F-9CAC-448C-8838-E6D8827813A1}" srcOrd="0" destOrd="0" presId="urn:microsoft.com/office/officeart/2005/8/layout/list1"/>
    <dgm:cxn modelId="{F35455B7-1B59-4BEC-811B-F93479B4AC07}" type="presParOf" srcId="{AFF8029C-0491-49DD-AEC3-9331D104F77A}" destId="{D81E1A0B-BDDA-4200-9676-F52034B05A5F}" srcOrd="0" destOrd="0" presId="urn:microsoft.com/office/officeart/2005/8/layout/list1"/>
    <dgm:cxn modelId="{440BE352-E929-45EA-9922-DCC0628B700A}" type="presParOf" srcId="{D81E1A0B-BDDA-4200-9676-F52034B05A5F}" destId="{1643FBA0-3A85-4B63-BA12-9B2F0708B6FD}" srcOrd="0" destOrd="0" presId="urn:microsoft.com/office/officeart/2005/8/layout/list1"/>
    <dgm:cxn modelId="{1FDB2C06-9F3D-470F-8329-CA63AEEB5E81}" type="presParOf" srcId="{D81E1A0B-BDDA-4200-9676-F52034B05A5F}" destId="{012EE49C-178C-4CCB-8644-F447AD0B1121}" srcOrd="1" destOrd="0" presId="urn:microsoft.com/office/officeart/2005/8/layout/list1"/>
    <dgm:cxn modelId="{F2032919-B197-4423-A328-2549B17E3F8A}" type="presParOf" srcId="{AFF8029C-0491-49DD-AEC3-9331D104F77A}" destId="{6F7DB641-CD92-4490-A7D1-22E55D6CC0CB}" srcOrd="1" destOrd="0" presId="urn:microsoft.com/office/officeart/2005/8/layout/list1"/>
    <dgm:cxn modelId="{E158A1A8-B296-4C40-B4C5-E48AF3D41B91}" type="presParOf" srcId="{AFF8029C-0491-49DD-AEC3-9331D104F77A}" destId="{93912C5F-9CAC-448C-8838-E6D8827813A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E30E67-21CF-411C-92E1-33E249CBD07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8BCFEF9-DD72-4E8B-A83C-906638F28315}">
      <dgm:prSet phldrT="[Text]" custT="1"/>
      <dgm:spPr/>
      <dgm:t>
        <a:bodyPr/>
        <a:lstStyle/>
        <a:p>
          <a:r>
            <a:rPr lang="en-US" sz="2200" b="1" dirty="0" err="1">
              <a:latin typeface="+mn-lt"/>
              <a:cs typeface="Times New Roman" panose="02020603050405020304" pitchFamily="18" charset="0"/>
            </a:rPr>
            <a:t>Hadist</a:t>
          </a:r>
          <a:endParaRPr lang="en-US" sz="2200" dirty="0">
            <a:latin typeface="+mn-lt"/>
          </a:endParaRPr>
        </a:p>
      </dgm:t>
    </dgm:pt>
    <dgm:pt modelId="{FE7E9D01-9C15-4A6C-A478-BBC8605DA2B4}" type="parTrans" cxnId="{4F52D23F-11F8-426A-BC64-CA6077F469C4}">
      <dgm:prSet/>
      <dgm:spPr/>
      <dgm:t>
        <a:bodyPr/>
        <a:lstStyle/>
        <a:p>
          <a:endParaRPr lang="en-US"/>
        </a:p>
      </dgm:t>
    </dgm:pt>
    <dgm:pt modelId="{55CDBA03-5132-407E-A111-6616577AA406}" type="sibTrans" cxnId="{4F52D23F-11F8-426A-BC64-CA6077F469C4}">
      <dgm:prSet/>
      <dgm:spPr/>
      <dgm:t>
        <a:bodyPr/>
        <a:lstStyle/>
        <a:p>
          <a:endParaRPr lang="en-US"/>
        </a:p>
      </dgm:t>
    </dgm:pt>
    <dgm:pt modelId="{95D0CBA5-94A6-4C59-A7AF-61EE27E3B9F4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tingkah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laku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Nabi Muhammad SAW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berupa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perkataan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perbuatan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maupun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ketetapan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(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taqrir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).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Islam yang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kedua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setelah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Al Qur’an. Allah SWT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telah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mewajibkan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hukum-hukum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perbuatan-perbuatan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disampaikan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oleh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nabi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Muhammad SAW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haditsnya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. </a:t>
          </a:r>
          <a:endParaRPr lang="en-US" sz="2200" dirty="0">
            <a:latin typeface="+mn-lt"/>
          </a:endParaRPr>
        </a:p>
      </dgm:t>
    </dgm:pt>
    <dgm:pt modelId="{4C0CCB8B-6362-4A7C-9F9D-F5766D434C59}" type="parTrans" cxnId="{421E0539-F9AA-4E23-8FAB-D349AD937417}">
      <dgm:prSet/>
      <dgm:spPr/>
      <dgm:t>
        <a:bodyPr/>
        <a:lstStyle/>
        <a:p>
          <a:endParaRPr lang="en-US"/>
        </a:p>
      </dgm:t>
    </dgm:pt>
    <dgm:pt modelId="{B1C53128-BFF6-4EEA-B273-FB055E45041B}" type="sibTrans" cxnId="{421E0539-F9AA-4E23-8FAB-D349AD937417}">
      <dgm:prSet/>
      <dgm:spPr/>
      <dgm:t>
        <a:bodyPr/>
        <a:lstStyle/>
        <a:p>
          <a:endParaRPr lang="en-US"/>
        </a:p>
      </dgm:t>
    </dgm:pt>
    <dgm:pt modelId="{07C30CF1-DA31-4B7B-A15C-3BB816CB4EC0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meneladani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Rasulullah SAW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ini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disebabkan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seluruh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perilaku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Nabi Muhammad SAW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mengandung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nilai-nilai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luhur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cerminan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akhlak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mulia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Apabila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seseorang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bisa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meneladaninya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maka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mulia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pula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sikap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perbutannya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. Hal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tersebut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dikarenakan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Rasulullah SAW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memilki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akhlak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budi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pekerti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yang sangat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mulia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Islam yang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kedua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.</a:t>
          </a:r>
          <a:endParaRPr lang="en-US" sz="2200" dirty="0">
            <a:latin typeface="+mn-lt"/>
          </a:endParaRPr>
        </a:p>
      </dgm:t>
    </dgm:pt>
    <dgm:pt modelId="{EBFFA486-7A45-4C9E-B15C-AB2C3C32EFDD}" type="parTrans" cxnId="{62D49914-89DD-485F-B260-102602E7B5B5}">
      <dgm:prSet/>
      <dgm:spPr/>
      <dgm:t>
        <a:bodyPr/>
        <a:lstStyle/>
        <a:p>
          <a:endParaRPr lang="en-US"/>
        </a:p>
      </dgm:t>
    </dgm:pt>
    <dgm:pt modelId="{6248EE5C-F1B3-44DC-BDBC-D50AA9D59496}" type="sibTrans" cxnId="{62D49914-89DD-485F-B260-102602E7B5B5}">
      <dgm:prSet/>
      <dgm:spPr/>
      <dgm:t>
        <a:bodyPr/>
        <a:lstStyle/>
        <a:p>
          <a:endParaRPr lang="en-US"/>
        </a:p>
      </dgm:t>
    </dgm:pt>
    <dgm:pt modelId="{AFF8029C-0491-49DD-AEC3-9331D104F77A}" type="pres">
      <dgm:prSet presAssocID="{AFE30E67-21CF-411C-92E1-33E249CBD074}" presName="linear" presStyleCnt="0">
        <dgm:presLayoutVars>
          <dgm:dir/>
          <dgm:animLvl val="lvl"/>
          <dgm:resizeHandles val="exact"/>
        </dgm:presLayoutVars>
      </dgm:prSet>
      <dgm:spPr/>
    </dgm:pt>
    <dgm:pt modelId="{D81E1A0B-BDDA-4200-9676-F52034B05A5F}" type="pres">
      <dgm:prSet presAssocID="{78BCFEF9-DD72-4E8B-A83C-906638F28315}" presName="parentLin" presStyleCnt="0"/>
      <dgm:spPr/>
    </dgm:pt>
    <dgm:pt modelId="{1643FBA0-3A85-4B63-BA12-9B2F0708B6FD}" type="pres">
      <dgm:prSet presAssocID="{78BCFEF9-DD72-4E8B-A83C-906638F28315}" presName="parentLeftMargin" presStyleLbl="node1" presStyleIdx="0" presStyleCnt="1"/>
      <dgm:spPr/>
    </dgm:pt>
    <dgm:pt modelId="{012EE49C-178C-4CCB-8644-F447AD0B1121}" type="pres">
      <dgm:prSet presAssocID="{78BCFEF9-DD72-4E8B-A83C-906638F2831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F7DB641-CD92-4490-A7D1-22E55D6CC0CB}" type="pres">
      <dgm:prSet presAssocID="{78BCFEF9-DD72-4E8B-A83C-906638F28315}" presName="negativeSpace" presStyleCnt="0"/>
      <dgm:spPr/>
    </dgm:pt>
    <dgm:pt modelId="{93912C5F-9CAC-448C-8838-E6D8827813A1}" type="pres">
      <dgm:prSet presAssocID="{78BCFEF9-DD72-4E8B-A83C-906638F2831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0D51412-AA65-4652-8EFE-F9F034BF336B}" type="presOf" srcId="{78BCFEF9-DD72-4E8B-A83C-906638F28315}" destId="{1643FBA0-3A85-4B63-BA12-9B2F0708B6FD}" srcOrd="0" destOrd="0" presId="urn:microsoft.com/office/officeart/2005/8/layout/list1"/>
    <dgm:cxn modelId="{62D49914-89DD-485F-B260-102602E7B5B5}" srcId="{78BCFEF9-DD72-4E8B-A83C-906638F28315}" destId="{07C30CF1-DA31-4B7B-A15C-3BB816CB4EC0}" srcOrd="1" destOrd="0" parTransId="{EBFFA486-7A45-4C9E-B15C-AB2C3C32EFDD}" sibTransId="{6248EE5C-F1B3-44DC-BDBC-D50AA9D59496}"/>
    <dgm:cxn modelId="{421E0539-F9AA-4E23-8FAB-D349AD937417}" srcId="{78BCFEF9-DD72-4E8B-A83C-906638F28315}" destId="{95D0CBA5-94A6-4C59-A7AF-61EE27E3B9F4}" srcOrd="0" destOrd="0" parTransId="{4C0CCB8B-6362-4A7C-9F9D-F5766D434C59}" sibTransId="{B1C53128-BFF6-4EEA-B273-FB055E45041B}"/>
    <dgm:cxn modelId="{4F52D23F-11F8-426A-BC64-CA6077F469C4}" srcId="{AFE30E67-21CF-411C-92E1-33E249CBD074}" destId="{78BCFEF9-DD72-4E8B-A83C-906638F28315}" srcOrd="0" destOrd="0" parTransId="{FE7E9D01-9C15-4A6C-A478-BBC8605DA2B4}" sibTransId="{55CDBA03-5132-407E-A111-6616577AA406}"/>
    <dgm:cxn modelId="{B577C367-CA4F-4A5A-8C70-606DA4E5893E}" type="presOf" srcId="{07C30CF1-DA31-4B7B-A15C-3BB816CB4EC0}" destId="{93912C5F-9CAC-448C-8838-E6D8827813A1}" srcOrd="0" destOrd="1" presId="urn:microsoft.com/office/officeart/2005/8/layout/list1"/>
    <dgm:cxn modelId="{29A5576F-1EBA-4E8E-B968-A26DF4550010}" type="presOf" srcId="{AFE30E67-21CF-411C-92E1-33E249CBD074}" destId="{AFF8029C-0491-49DD-AEC3-9331D104F77A}" srcOrd="0" destOrd="0" presId="urn:microsoft.com/office/officeart/2005/8/layout/list1"/>
    <dgm:cxn modelId="{39FEA550-D79C-4A46-B9FF-99DBC0076841}" type="presOf" srcId="{78BCFEF9-DD72-4E8B-A83C-906638F28315}" destId="{012EE49C-178C-4CCB-8644-F447AD0B1121}" srcOrd="1" destOrd="0" presId="urn:microsoft.com/office/officeart/2005/8/layout/list1"/>
    <dgm:cxn modelId="{1D30C587-ECF9-4CEE-8CBB-1AE921BDED7C}" type="presOf" srcId="{95D0CBA5-94A6-4C59-A7AF-61EE27E3B9F4}" destId="{93912C5F-9CAC-448C-8838-E6D8827813A1}" srcOrd="0" destOrd="0" presId="urn:microsoft.com/office/officeart/2005/8/layout/list1"/>
    <dgm:cxn modelId="{F35455B7-1B59-4BEC-811B-F93479B4AC07}" type="presParOf" srcId="{AFF8029C-0491-49DD-AEC3-9331D104F77A}" destId="{D81E1A0B-BDDA-4200-9676-F52034B05A5F}" srcOrd="0" destOrd="0" presId="urn:microsoft.com/office/officeart/2005/8/layout/list1"/>
    <dgm:cxn modelId="{440BE352-E929-45EA-9922-DCC0628B700A}" type="presParOf" srcId="{D81E1A0B-BDDA-4200-9676-F52034B05A5F}" destId="{1643FBA0-3A85-4B63-BA12-9B2F0708B6FD}" srcOrd="0" destOrd="0" presId="urn:microsoft.com/office/officeart/2005/8/layout/list1"/>
    <dgm:cxn modelId="{1FDB2C06-9F3D-470F-8329-CA63AEEB5E81}" type="presParOf" srcId="{D81E1A0B-BDDA-4200-9676-F52034B05A5F}" destId="{012EE49C-178C-4CCB-8644-F447AD0B1121}" srcOrd="1" destOrd="0" presId="urn:microsoft.com/office/officeart/2005/8/layout/list1"/>
    <dgm:cxn modelId="{F2032919-B197-4423-A328-2549B17E3F8A}" type="presParOf" srcId="{AFF8029C-0491-49DD-AEC3-9331D104F77A}" destId="{6F7DB641-CD92-4490-A7D1-22E55D6CC0CB}" srcOrd="1" destOrd="0" presId="urn:microsoft.com/office/officeart/2005/8/layout/list1"/>
    <dgm:cxn modelId="{E158A1A8-B296-4C40-B4C5-E48AF3D41B91}" type="presParOf" srcId="{AFF8029C-0491-49DD-AEC3-9331D104F77A}" destId="{93912C5F-9CAC-448C-8838-E6D8827813A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FE30E67-21CF-411C-92E1-33E249CBD07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8BCFEF9-DD72-4E8B-A83C-906638F28315}">
      <dgm:prSet phldrT="[Text]" custT="1"/>
      <dgm:spPr/>
      <dgm:t>
        <a:bodyPr/>
        <a:lstStyle/>
        <a:p>
          <a:r>
            <a:rPr lang="en-US" sz="2200" b="1" dirty="0">
              <a:latin typeface="+mn-lt"/>
              <a:cs typeface="Times New Roman" panose="02020603050405020304" pitchFamily="18" charset="0"/>
            </a:rPr>
            <a:t>Ijtihad</a:t>
          </a:r>
          <a:endParaRPr lang="en-US" sz="2200" dirty="0">
            <a:latin typeface="+mn-lt"/>
          </a:endParaRPr>
        </a:p>
      </dgm:t>
    </dgm:pt>
    <dgm:pt modelId="{FE7E9D01-9C15-4A6C-A478-BBC8605DA2B4}" type="parTrans" cxnId="{4F52D23F-11F8-426A-BC64-CA6077F469C4}">
      <dgm:prSet/>
      <dgm:spPr/>
      <dgm:t>
        <a:bodyPr/>
        <a:lstStyle/>
        <a:p>
          <a:endParaRPr lang="en-US"/>
        </a:p>
      </dgm:t>
    </dgm:pt>
    <dgm:pt modelId="{55CDBA03-5132-407E-A111-6616577AA406}" type="sibTrans" cxnId="{4F52D23F-11F8-426A-BC64-CA6077F469C4}">
      <dgm:prSet/>
      <dgm:spPr/>
      <dgm:t>
        <a:bodyPr/>
        <a:lstStyle/>
        <a:p>
          <a:endParaRPr lang="en-US"/>
        </a:p>
      </dgm:t>
    </dgm:pt>
    <dgm:pt modelId="{95D0CBA5-94A6-4C59-A7AF-61EE27E3B9F4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dirty="0">
              <a:latin typeface="+mn-lt"/>
              <a:cs typeface="Times New Roman" panose="02020603050405020304" pitchFamily="18" charset="0"/>
            </a:rPr>
            <a:t>Ijtihad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ialah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berusaha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sungguh-sungguh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memecahkan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masalah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tidak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ada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ketetapannya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Al Qur’an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maupun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menggunkan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akal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pikiran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sehat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jernih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serta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berpedoman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cara-cara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menetapkan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hukum-hukumyang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telah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ditentukan.Hasil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ijtihad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dapat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dijadikan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ketiga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. Hasil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ini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berdasarkan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dialog Nabi Muhammad SAW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sahabat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bernama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muadz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bin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jabal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ketika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Muadz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diutus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ke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 negeri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Yaman</a:t>
          </a:r>
          <a:r>
            <a:rPr lang="en-US" sz="2200" dirty="0">
              <a:latin typeface="+mn-lt"/>
              <a:cs typeface="Times New Roman" panose="02020603050405020304" pitchFamily="18" charset="0"/>
            </a:rPr>
            <a:t>. </a:t>
          </a:r>
          <a:endParaRPr lang="en-US" sz="2200" dirty="0">
            <a:latin typeface="+mn-lt"/>
          </a:endParaRPr>
        </a:p>
      </dgm:t>
    </dgm:pt>
    <dgm:pt modelId="{4C0CCB8B-6362-4A7C-9F9D-F5766D434C59}" type="parTrans" cxnId="{421E0539-F9AA-4E23-8FAB-D349AD937417}">
      <dgm:prSet/>
      <dgm:spPr/>
      <dgm:t>
        <a:bodyPr/>
        <a:lstStyle/>
        <a:p>
          <a:endParaRPr lang="en-US"/>
        </a:p>
      </dgm:t>
    </dgm:pt>
    <dgm:pt modelId="{B1C53128-BFF6-4EEA-B273-FB055E45041B}" type="sibTrans" cxnId="{421E0539-F9AA-4E23-8FAB-D349AD937417}">
      <dgm:prSet/>
      <dgm:spPr/>
      <dgm:t>
        <a:bodyPr/>
        <a:lstStyle/>
        <a:p>
          <a:endParaRPr lang="en-US"/>
        </a:p>
      </dgm:t>
    </dgm:pt>
    <dgm:pt modelId="{AFF8029C-0491-49DD-AEC3-9331D104F77A}" type="pres">
      <dgm:prSet presAssocID="{AFE30E67-21CF-411C-92E1-33E249CBD074}" presName="linear" presStyleCnt="0">
        <dgm:presLayoutVars>
          <dgm:dir/>
          <dgm:animLvl val="lvl"/>
          <dgm:resizeHandles val="exact"/>
        </dgm:presLayoutVars>
      </dgm:prSet>
      <dgm:spPr/>
    </dgm:pt>
    <dgm:pt modelId="{D81E1A0B-BDDA-4200-9676-F52034B05A5F}" type="pres">
      <dgm:prSet presAssocID="{78BCFEF9-DD72-4E8B-A83C-906638F28315}" presName="parentLin" presStyleCnt="0"/>
      <dgm:spPr/>
    </dgm:pt>
    <dgm:pt modelId="{1643FBA0-3A85-4B63-BA12-9B2F0708B6FD}" type="pres">
      <dgm:prSet presAssocID="{78BCFEF9-DD72-4E8B-A83C-906638F28315}" presName="parentLeftMargin" presStyleLbl="node1" presStyleIdx="0" presStyleCnt="1"/>
      <dgm:spPr/>
    </dgm:pt>
    <dgm:pt modelId="{012EE49C-178C-4CCB-8644-F447AD0B1121}" type="pres">
      <dgm:prSet presAssocID="{78BCFEF9-DD72-4E8B-A83C-906638F2831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F7DB641-CD92-4490-A7D1-22E55D6CC0CB}" type="pres">
      <dgm:prSet presAssocID="{78BCFEF9-DD72-4E8B-A83C-906638F28315}" presName="negativeSpace" presStyleCnt="0"/>
      <dgm:spPr/>
    </dgm:pt>
    <dgm:pt modelId="{93912C5F-9CAC-448C-8838-E6D8827813A1}" type="pres">
      <dgm:prSet presAssocID="{78BCFEF9-DD72-4E8B-A83C-906638F2831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0D51412-AA65-4652-8EFE-F9F034BF336B}" type="presOf" srcId="{78BCFEF9-DD72-4E8B-A83C-906638F28315}" destId="{1643FBA0-3A85-4B63-BA12-9B2F0708B6FD}" srcOrd="0" destOrd="0" presId="urn:microsoft.com/office/officeart/2005/8/layout/list1"/>
    <dgm:cxn modelId="{421E0539-F9AA-4E23-8FAB-D349AD937417}" srcId="{78BCFEF9-DD72-4E8B-A83C-906638F28315}" destId="{95D0CBA5-94A6-4C59-A7AF-61EE27E3B9F4}" srcOrd="0" destOrd="0" parTransId="{4C0CCB8B-6362-4A7C-9F9D-F5766D434C59}" sibTransId="{B1C53128-BFF6-4EEA-B273-FB055E45041B}"/>
    <dgm:cxn modelId="{4F52D23F-11F8-426A-BC64-CA6077F469C4}" srcId="{AFE30E67-21CF-411C-92E1-33E249CBD074}" destId="{78BCFEF9-DD72-4E8B-A83C-906638F28315}" srcOrd="0" destOrd="0" parTransId="{FE7E9D01-9C15-4A6C-A478-BBC8605DA2B4}" sibTransId="{55CDBA03-5132-407E-A111-6616577AA406}"/>
    <dgm:cxn modelId="{29A5576F-1EBA-4E8E-B968-A26DF4550010}" type="presOf" srcId="{AFE30E67-21CF-411C-92E1-33E249CBD074}" destId="{AFF8029C-0491-49DD-AEC3-9331D104F77A}" srcOrd="0" destOrd="0" presId="urn:microsoft.com/office/officeart/2005/8/layout/list1"/>
    <dgm:cxn modelId="{39FEA550-D79C-4A46-B9FF-99DBC0076841}" type="presOf" srcId="{78BCFEF9-DD72-4E8B-A83C-906638F28315}" destId="{012EE49C-178C-4CCB-8644-F447AD0B1121}" srcOrd="1" destOrd="0" presId="urn:microsoft.com/office/officeart/2005/8/layout/list1"/>
    <dgm:cxn modelId="{1D30C587-ECF9-4CEE-8CBB-1AE921BDED7C}" type="presOf" srcId="{95D0CBA5-94A6-4C59-A7AF-61EE27E3B9F4}" destId="{93912C5F-9CAC-448C-8838-E6D8827813A1}" srcOrd="0" destOrd="0" presId="urn:microsoft.com/office/officeart/2005/8/layout/list1"/>
    <dgm:cxn modelId="{F35455B7-1B59-4BEC-811B-F93479B4AC07}" type="presParOf" srcId="{AFF8029C-0491-49DD-AEC3-9331D104F77A}" destId="{D81E1A0B-BDDA-4200-9676-F52034B05A5F}" srcOrd="0" destOrd="0" presId="urn:microsoft.com/office/officeart/2005/8/layout/list1"/>
    <dgm:cxn modelId="{440BE352-E929-45EA-9922-DCC0628B700A}" type="presParOf" srcId="{D81E1A0B-BDDA-4200-9676-F52034B05A5F}" destId="{1643FBA0-3A85-4B63-BA12-9B2F0708B6FD}" srcOrd="0" destOrd="0" presId="urn:microsoft.com/office/officeart/2005/8/layout/list1"/>
    <dgm:cxn modelId="{1FDB2C06-9F3D-470F-8329-CA63AEEB5E81}" type="presParOf" srcId="{D81E1A0B-BDDA-4200-9676-F52034B05A5F}" destId="{012EE49C-178C-4CCB-8644-F447AD0B1121}" srcOrd="1" destOrd="0" presId="urn:microsoft.com/office/officeart/2005/8/layout/list1"/>
    <dgm:cxn modelId="{F2032919-B197-4423-A328-2549B17E3F8A}" type="presParOf" srcId="{AFF8029C-0491-49DD-AEC3-9331D104F77A}" destId="{6F7DB641-CD92-4490-A7D1-22E55D6CC0CB}" srcOrd="1" destOrd="0" presId="urn:microsoft.com/office/officeart/2005/8/layout/list1"/>
    <dgm:cxn modelId="{E158A1A8-B296-4C40-B4C5-E48AF3D41B91}" type="presParOf" srcId="{AFF8029C-0491-49DD-AEC3-9331D104F77A}" destId="{93912C5F-9CAC-448C-8838-E6D8827813A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EB8B28-A35D-40C5-9B08-999FAC9CC7EE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5" csCatId="colorful" phldr="1"/>
      <dgm:spPr/>
    </dgm:pt>
    <dgm:pt modelId="{5660E745-5C0F-48CA-9818-191F1B83E7D2}">
      <dgm:prSet phldrT="[Text]" custT="1"/>
      <dgm:spPr/>
      <dgm:t>
        <a:bodyPr/>
        <a:lstStyle/>
        <a:p>
          <a:r>
            <a:rPr lang="en-US" sz="2200" dirty="0">
              <a:latin typeface="+mn-lt"/>
              <a:cs typeface="Times New Roman" panose="02020603050405020304" pitchFamily="18" charset="0"/>
            </a:rPr>
            <a:t>Kitab </a:t>
          </a:r>
          <a:r>
            <a:rPr lang="en-US" sz="2200" dirty="0" err="1">
              <a:latin typeface="+mn-lt"/>
              <a:cs typeface="Times New Roman" panose="02020603050405020304" pitchFamily="18" charset="0"/>
            </a:rPr>
            <a:t>Suci</a:t>
          </a:r>
          <a:endParaRPr lang="en-US" sz="2200" dirty="0">
            <a:latin typeface="+mn-lt"/>
          </a:endParaRPr>
        </a:p>
      </dgm:t>
    </dgm:pt>
    <dgm:pt modelId="{171785EB-F5ED-4685-BA94-F1BEFA58BD9F}" type="parTrans" cxnId="{CAA8D397-B22E-4AC9-8CCF-9DADB4D587F2}">
      <dgm:prSet/>
      <dgm:spPr/>
      <dgm:t>
        <a:bodyPr/>
        <a:lstStyle/>
        <a:p>
          <a:endParaRPr lang="en-US"/>
        </a:p>
      </dgm:t>
    </dgm:pt>
    <dgm:pt modelId="{A482FDC6-8433-4642-81EB-7C69C0705E45}" type="sibTrans" cxnId="{CAA8D397-B22E-4AC9-8CCF-9DADB4D587F2}">
      <dgm:prSet/>
      <dgm:spPr/>
      <dgm:t>
        <a:bodyPr/>
        <a:lstStyle/>
        <a:p>
          <a:endParaRPr lang="en-US"/>
        </a:p>
      </dgm:t>
    </dgm:pt>
    <dgm:pt modelId="{72AAC2C5-6BB9-467B-8399-D411780AD5B6}">
      <dgm:prSet phldrT="[Text]"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Magisterium (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kuasa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mengajar</a:t>
          </a:r>
          <a:r>
            <a:rPr lang="en-US" dirty="0">
              <a:latin typeface="+mn-lt"/>
              <a:cs typeface="Times New Roman" panose="02020603050405020304" pitchFamily="18" charset="0"/>
            </a:rPr>
            <a:t>)</a:t>
          </a:r>
          <a:endParaRPr lang="en-US" dirty="0">
            <a:latin typeface="+mn-lt"/>
          </a:endParaRPr>
        </a:p>
      </dgm:t>
    </dgm:pt>
    <dgm:pt modelId="{1676BB69-95BC-4D41-AFC4-863452F6996C}" type="parTrans" cxnId="{59E394E2-04F3-4EE0-A3B7-EBE54FBEB905}">
      <dgm:prSet/>
      <dgm:spPr/>
      <dgm:t>
        <a:bodyPr/>
        <a:lstStyle/>
        <a:p>
          <a:endParaRPr lang="en-US"/>
        </a:p>
      </dgm:t>
    </dgm:pt>
    <dgm:pt modelId="{7C3004E1-ED67-4974-A551-A26BAEF121EB}" type="sibTrans" cxnId="{59E394E2-04F3-4EE0-A3B7-EBE54FBEB905}">
      <dgm:prSet/>
      <dgm:spPr/>
      <dgm:t>
        <a:bodyPr/>
        <a:lstStyle/>
        <a:p>
          <a:endParaRPr lang="en-US"/>
        </a:p>
      </dgm:t>
    </dgm:pt>
    <dgm:pt modelId="{6FC3579C-BF2E-40AF-869E-B01217908D39}">
      <dgm:prSet phldrT="[Text]"/>
      <dgm:spPr/>
      <dgm:t>
        <a:bodyPr/>
        <a:lstStyle/>
        <a:p>
          <a:r>
            <a:rPr lang="en-US" dirty="0" err="1">
              <a:latin typeface="+mn-lt"/>
              <a:cs typeface="Times New Roman" panose="02020603050405020304" pitchFamily="18" charset="0"/>
            </a:rPr>
            <a:t>Gereja</a:t>
          </a:r>
          <a:r>
            <a:rPr lang="en-US" dirty="0">
              <a:latin typeface="+mn-lt"/>
              <a:cs typeface="Times New Roman" panose="02020603050405020304" pitchFamily="18" charset="0"/>
            </a:rPr>
            <a:t> dan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Tradisi</a:t>
          </a:r>
          <a:r>
            <a:rPr lang="en-US" dirty="0">
              <a:latin typeface="+mn-lt"/>
              <a:cs typeface="Times New Roman" panose="02020603050405020304" pitchFamily="18" charset="0"/>
            </a:rPr>
            <a:t> </a:t>
          </a:r>
          <a:r>
            <a:rPr lang="en-US" dirty="0" err="1">
              <a:latin typeface="+mn-lt"/>
              <a:cs typeface="Times New Roman" panose="02020603050405020304" pitchFamily="18" charset="0"/>
            </a:rPr>
            <a:t>Suci</a:t>
          </a:r>
          <a:endParaRPr lang="en-US" dirty="0">
            <a:latin typeface="+mn-lt"/>
          </a:endParaRPr>
        </a:p>
      </dgm:t>
    </dgm:pt>
    <dgm:pt modelId="{548AC80B-C68D-48A2-896C-6E260D5E8257}" type="parTrans" cxnId="{22F6DD82-CFB4-4F41-949A-5FA84CD4C6B3}">
      <dgm:prSet/>
      <dgm:spPr/>
      <dgm:t>
        <a:bodyPr/>
        <a:lstStyle/>
        <a:p>
          <a:endParaRPr lang="en-US"/>
        </a:p>
      </dgm:t>
    </dgm:pt>
    <dgm:pt modelId="{AFE0407D-DE0C-42B9-B9BE-F01425AA0D3C}" type="sibTrans" cxnId="{22F6DD82-CFB4-4F41-949A-5FA84CD4C6B3}">
      <dgm:prSet/>
      <dgm:spPr/>
      <dgm:t>
        <a:bodyPr/>
        <a:lstStyle/>
        <a:p>
          <a:endParaRPr lang="en-US"/>
        </a:p>
      </dgm:t>
    </dgm:pt>
    <dgm:pt modelId="{EE2D0F9F-975B-47D6-B2EE-BD81936125FF}" type="pres">
      <dgm:prSet presAssocID="{E7EB8B28-A35D-40C5-9B08-999FAC9CC7EE}" presName="Name0" presStyleCnt="0">
        <dgm:presLayoutVars>
          <dgm:dir/>
          <dgm:resizeHandles val="exact"/>
        </dgm:presLayoutVars>
      </dgm:prSet>
      <dgm:spPr/>
    </dgm:pt>
    <dgm:pt modelId="{A2554CE0-8238-4671-8DF6-4D5A0E100E7B}" type="pres">
      <dgm:prSet presAssocID="{5660E745-5C0F-48CA-9818-191F1B83E7D2}" presName="composite" presStyleCnt="0"/>
      <dgm:spPr/>
    </dgm:pt>
    <dgm:pt modelId="{7612E5E0-0A65-44E3-A255-892FFC6A3B81}" type="pres">
      <dgm:prSet presAssocID="{5660E745-5C0F-48CA-9818-191F1B83E7D2}" presName="bgChev" presStyleLbl="node1" presStyleIdx="0" presStyleCnt="3"/>
      <dgm:spPr/>
    </dgm:pt>
    <dgm:pt modelId="{335A210B-0F3E-48A7-B778-6C38E01B0A94}" type="pres">
      <dgm:prSet presAssocID="{5660E745-5C0F-48CA-9818-191F1B83E7D2}" presName="txNode" presStyleLbl="fgAcc1" presStyleIdx="0" presStyleCnt="3">
        <dgm:presLayoutVars>
          <dgm:bulletEnabled val="1"/>
        </dgm:presLayoutVars>
      </dgm:prSet>
      <dgm:spPr/>
    </dgm:pt>
    <dgm:pt modelId="{7D0CDCE0-419D-4459-8975-D53EE674EF9A}" type="pres">
      <dgm:prSet presAssocID="{A482FDC6-8433-4642-81EB-7C69C0705E45}" presName="compositeSpace" presStyleCnt="0"/>
      <dgm:spPr/>
    </dgm:pt>
    <dgm:pt modelId="{7AA54D3B-1D66-4480-AA99-7CEA26DD8316}" type="pres">
      <dgm:prSet presAssocID="{72AAC2C5-6BB9-467B-8399-D411780AD5B6}" presName="composite" presStyleCnt="0"/>
      <dgm:spPr/>
    </dgm:pt>
    <dgm:pt modelId="{75DDE9D9-6C21-4283-B90D-86F454A098B8}" type="pres">
      <dgm:prSet presAssocID="{72AAC2C5-6BB9-467B-8399-D411780AD5B6}" presName="bgChev" presStyleLbl="node1" presStyleIdx="1" presStyleCnt="3"/>
      <dgm:spPr/>
    </dgm:pt>
    <dgm:pt modelId="{5E90951A-5923-4D52-8581-F0779AC05F42}" type="pres">
      <dgm:prSet presAssocID="{72AAC2C5-6BB9-467B-8399-D411780AD5B6}" presName="txNode" presStyleLbl="fgAcc1" presStyleIdx="1" presStyleCnt="3">
        <dgm:presLayoutVars>
          <dgm:bulletEnabled val="1"/>
        </dgm:presLayoutVars>
      </dgm:prSet>
      <dgm:spPr/>
    </dgm:pt>
    <dgm:pt modelId="{D1E703B2-1B4C-4A7B-85FB-55551F79CF82}" type="pres">
      <dgm:prSet presAssocID="{7C3004E1-ED67-4974-A551-A26BAEF121EB}" presName="compositeSpace" presStyleCnt="0"/>
      <dgm:spPr/>
    </dgm:pt>
    <dgm:pt modelId="{B2EBAAC5-3CB2-4930-B50C-69188D06C1DF}" type="pres">
      <dgm:prSet presAssocID="{6FC3579C-BF2E-40AF-869E-B01217908D39}" presName="composite" presStyleCnt="0"/>
      <dgm:spPr/>
    </dgm:pt>
    <dgm:pt modelId="{32975B5D-AC8E-445F-B37E-FCF08D2C0FC1}" type="pres">
      <dgm:prSet presAssocID="{6FC3579C-BF2E-40AF-869E-B01217908D39}" presName="bgChev" presStyleLbl="node1" presStyleIdx="2" presStyleCnt="3"/>
      <dgm:spPr/>
    </dgm:pt>
    <dgm:pt modelId="{28BE2945-CE55-4D33-8D02-0C3CA3DE65BD}" type="pres">
      <dgm:prSet presAssocID="{6FC3579C-BF2E-40AF-869E-B01217908D39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46403804-B4CE-4088-A8F6-E7FCDC54EE49}" type="presOf" srcId="{72AAC2C5-6BB9-467B-8399-D411780AD5B6}" destId="{5E90951A-5923-4D52-8581-F0779AC05F42}" srcOrd="0" destOrd="0" presId="urn:microsoft.com/office/officeart/2005/8/layout/chevronAccent+Icon"/>
    <dgm:cxn modelId="{C78CF041-A982-49F4-B31F-4F3EA0350071}" type="presOf" srcId="{E7EB8B28-A35D-40C5-9B08-999FAC9CC7EE}" destId="{EE2D0F9F-975B-47D6-B2EE-BD81936125FF}" srcOrd="0" destOrd="0" presId="urn:microsoft.com/office/officeart/2005/8/layout/chevronAccent+Icon"/>
    <dgm:cxn modelId="{22F6DD82-CFB4-4F41-949A-5FA84CD4C6B3}" srcId="{E7EB8B28-A35D-40C5-9B08-999FAC9CC7EE}" destId="{6FC3579C-BF2E-40AF-869E-B01217908D39}" srcOrd="2" destOrd="0" parTransId="{548AC80B-C68D-48A2-896C-6E260D5E8257}" sibTransId="{AFE0407D-DE0C-42B9-B9BE-F01425AA0D3C}"/>
    <dgm:cxn modelId="{FEB5A291-18C4-407A-89AA-2C6C797E32D7}" type="presOf" srcId="{6FC3579C-BF2E-40AF-869E-B01217908D39}" destId="{28BE2945-CE55-4D33-8D02-0C3CA3DE65BD}" srcOrd="0" destOrd="0" presId="urn:microsoft.com/office/officeart/2005/8/layout/chevronAccent+Icon"/>
    <dgm:cxn modelId="{CAA8D397-B22E-4AC9-8CCF-9DADB4D587F2}" srcId="{E7EB8B28-A35D-40C5-9B08-999FAC9CC7EE}" destId="{5660E745-5C0F-48CA-9818-191F1B83E7D2}" srcOrd="0" destOrd="0" parTransId="{171785EB-F5ED-4685-BA94-F1BEFA58BD9F}" sibTransId="{A482FDC6-8433-4642-81EB-7C69C0705E45}"/>
    <dgm:cxn modelId="{F0AFBAD7-41FF-40FD-B77A-766B61922427}" type="presOf" srcId="{5660E745-5C0F-48CA-9818-191F1B83E7D2}" destId="{335A210B-0F3E-48A7-B778-6C38E01B0A94}" srcOrd="0" destOrd="0" presId="urn:microsoft.com/office/officeart/2005/8/layout/chevronAccent+Icon"/>
    <dgm:cxn modelId="{59E394E2-04F3-4EE0-A3B7-EBE54FBEB905}" srcId="{E7EB8B28-A35D-40C5-9B08-999FAC9CC7EE}" destId="{72AAC2C5-6BB9-467B-8399-D411780AD5B6}" srcOrd="1" destOrd="0" parTransId="{1676BB69-95BC-4D41-AFC4-863452F6996C}" sibTransId="{7C3004E1-ED67-4974-A551-A26BAEF121EB}"/>
    <dgm:cxn modelId="{6B0B0569-638C-4E38-9474-D63042759DFB}" type="presParOf" srcId="{EE2D0F9F-975B-47D6-B2EE-BD81936125FF}" destId="{A2554CE0-8238-4671-8DF6-4D5A0E100E7B}" srcOrd="0" destOrd="0" presId="urn:microsoft.com/office/officeart/2005/8/layout/chevronAccent+Icon"/>
    <dgm:cxn modelId="{0E6264C5-262F-43B8-AE5C-8787ED6D8A76}" type="presParOf" srcId="{A2554CE0-8238-4671-8DF6-4D5A0E100E7B}" destId="{7612E5E0-0A65-44E3-A255-892FFC6A3B81}" srcOrd="0" destOrd="0" presId="urn:microsoft.com/office/officeart/2005/8/layout/chevronAccent+Icon"/>
    <dgm:cxn modelId="{CE3F7582-94AD-4662-B5A3-58BB80273B44}" type="presParOf" srcId="{A2554CE0-8238-4671-8DF6-4D5A0E100E7B}" destId="{335A210B-0F3E-48A7-B778-6C38E01B0A94}" srcOrd="1" destOrd="0" presId="urn:microsoft.com/office/officeart/2005/8/layout/chevronAccent+Icon"/>
    <dgm:cxn modelId="{9865D19D-2286-48D5-82B4-FD6303936270}" type="presParOf" srcId="{EE2D0F9F-975B-47D6-B2EE-BD81936125FF}" destId="{7D0CDCE0-419D-4459-8975-D53EE674EF9A}" srcOrd="1" destOrd="0" presId="urn:microsoft.com/office/officeart/2005/8/layout/chevronAccent+Icon"/>
    <dgm:cxn modelId="{DFCDDEC1-934E-4A71-8E2C-BE46E141AA85}" type="presParOf" srcId="{EE2D0F9F-975B-47D6-B2EE-BD81936125FF}" destId="{7AA54D3B-1D66-4480-AA99-7CEA26DD8316}" srcOrd="2" destOrd="0" presId="urn:microsoft.com/office/officeart/2005/8/layout/chevronAccent+Icon"/>
    <dgm:cxn modelId="{E82E719A-8925-4BA6-9DA4-DD2DE7E58A69}" type="presParOf" srcId="{7AA54D3B-1D66-4480-AA99-7CEA26DD8316}" destId="{75DDE9D9-6C21-4283-B90D-86F454A098B8}" srcOrd="0" destOrd="0" presId="urn:microsoft.com/office/officeart/2005/8/layout/chevronAccent+Icon"/>
    <dgm:cxn modelId="{2A918181-D2B6-46D4-B3E1-C5FAEA493258}" type="presParOf" srcId="{7AA54D3B-1D66-4480-AA99-7CEA26DD8316}" destId="{5E90951A-5923-4D52-8581-F0779AC05F42}" srcOrd="1" destOrd="0" presId="urn:microsoft.com/office/officeart/2005/8/layout/chevronAccent+Icon"/>
    <dgm:cxn modelId="{3054B6DA-57C0-4076-97D8-2809901E172B}" type="presParOf" srcId="{EE2D0F9F-975B-47D6-B2EE-BD81936125FF}" destId="{D1E703B2-1B4C-4A7B-85FB-55551F79CF82}" srcOrd="3" destOrd="0" presId="urn:microsoft.com/office/officeart/2005/8/layout/chevronAccent+Icon"/>
    <dgm:cxn modelId="{56E02BEE-B682-434A-B40D-F45DB68F31E5}" type="presParOf" srcId="{EE2D0F9F-975B-47D6-B2EE-BD81936125FF}" destId="{B2EBAAC5-3CB2-4930-B50C-69188D06C1DF}" srcOrd="4" destOrd="0" presId="urn:microsoft.com/office/officeart/2005/8/layout/chevronAccent+Icon"/>
    <dgm:cxn modelId="{B5110D46-1F11-4E8C-BB04-6430D2F8F93D}" type="presParOf" srcId="{B2EBAAC5-3CB2-4930-B50C-69188D06C1DF}" destId="{32975B5D-AC8E-445F-B37E-FCF08D2C0FC1}" srcOrd="0" destOrd="0" presId="urn:microsoft.com/office/officeart/2005/8/layout/chevronAccent+Icon"/>
    <dgm:cxn modelId="{066C3F1C-B7B9-480E-8322-5D0F0B70D6AD}" type="presParOf" srcId="{B2EBAAC5-3CB2-4930-B50C-69188D06C1DF}" destId="{28BE2945-CE55-4D33-8D02-0C3CA3DE65BD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6756E7D-DD91-484A-86FF-54F6789EC478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AB3EDF0-5927-4520-9BBA-554A7CDEDCEE}">
      <dgm:prSet phldrT="[Text]" custT="1"/>
      <dgm:spPr/>
      <dgm:t>
        <a:bodyPr/>
        <a:lstStyle/>
        <a:p>
          <a:r>
            <a:rPr lang="en-US" sz="2200" b="1" dirty="0"/>
            <a:t>Kitab Sruti</a:t>
          </a:r>
        </a:p>
      </dgm:t>
    </dgm:pt>
    <dgm:pt modelId="{2B9F0911-0664-4D6C-AC4E-3AE8F12E3EB3}" type="parTrans" cxnId="{3D7C8ED7-F406-4D74-B159-41FD2204DCD3}">
      <dgm:prSet/>
      <dgm:spPr/>
      <dgm:t>
        <a:bodyPr/>
        <a:lstStyle/>
        <a:p>
          <a:endParaRPr lang="en-US"/>
        </a:p>
      </dgm:t>
    </dgm:pt>
    <dgm:pt modelId="{C99B6EBD-B638-4627-9383-B5753277EBB1}" type="sibTrans" cxnId="{3D7C8ED7-F406-4D74-B159-41FD2204DCD3}">
      <dgm:prSet/>
      <dgm:spPr/>
      <dgm:t>
        <a:bodyPr/>
        <a:lstStyle/>
        <a:p>
          <a:endParaRPr lang="en-US"/>
        </a:p>
      </dgm:t>
    </dgm:pt>
    <dgm:pt modelId="{79E89477-E45A-47AF-B5FE-00FEEC4387CB}">
      <dgm:prSet phldrT="[Text]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dirty="0">
              <a:cs typeface="Times New Roman" panose="02020603050405020304" pitchFamily="18" charset="0"/>
            </a:rPr>
            <a:t>Sruti </a:t>
          </a:r>
          <a:r>
            <a:rPr lang="en-US" dirty="0" err="1">
              <a:cs typeface="Times New Roman" panose="02020603050405020304" pitchFamily="18" charset="0"/>
            </a:rPr>
            <a:t>berarti</a:t>
          </a:r>
          <a:r>
            <a:rPr lang="en-US" dirty="0">
              <a:cs typeface="Times New Roman" panose="02020603050405020304" pitchFamily="18" charset="0"/>
            </a:rPr>
            <a:t> “Yang </a:t>
          </a:r>
          <a:r>
            <a:rPr lang="en-US" dirty="0" err="1">
              <a:cs typeface="Times New Roman" panose="02020603050405020304" pitchFamily="18" charset="0"/>
            </a:rPr>
            <a:t>didengar</a:t>
          </a:r>
          <a:r>
            <a:rPr lang="en-US" dirty="0">
              <a:cs typeface="Times New Roman" panose="02020603050405020304" pitchFamily="18" charset="0"/>
            </a:rPr>
            <a:t>" </a:t>
          </a:r>
          <a:r>
            <a:rPr lang="en-US" dirty="0" err="1">
              <a:cs typeface="Times New Roman" panose="02020603050405020304" pitchFamily="18" charset="0"/>
            </a:rPr>
            <a:t>atau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wahyu</a:t>
          </a:r>
          <a:r>
            <a:rPr lang="en-US" dirty="0">
              <a:cs typeface="Times New Roman" panose="02020603050405020304" pitchFamily="18" charset="0"/>
            </a:rPr>
            <a:t>. Yang </a:t>
          </a:r>
          <a:r>
            <a:rPr lang="en-US" dirty="0" err="1">
              <a:cs typeface="Times New Roman" panose="02020603050405020304" pitchFamily="18" charset="0"/>
            </a:rPr>
            <a:t>tergolong</a:t>
          </a:r>
          <a:r>
            <a:rPr lang="en-US" dirty="0">
              <a:cs typeface="Times New Roman" panose="02020603050405020304" pitchFamily="18" charset="0"/>
            </a:rPr>
            <a:t> kitab Sruti </a:t>
          </a:r>
          <a:r>
            <a:rPr lang="en-US" dirty="0" err="1">
              <a:cs typeface="Times New Roman" panose="02020603050405020304" pitchFamily="18" charset="0"/>
            </a:rPr>
            <a:t>adalah</a:t>
          </a:r>
          <a:r>
            <a:rPr lang="en-US" dirty="0">
              <a:cs typeface="Times New Roman" panose="02020603050405020304" pitchFamily="18" charset="0"/>
            </a:rPr>
            <a:t> kitab-kitab yang </a:t>
          </a:r>
          <a:r>
            <a:rPr lang="en-US" dirty="0" err="1">
              <a:cs typeface="Times New Roman" panose="02020603050405020304" pitchFamily="18" charset="0"/>
            </a:rPr>
            <a:t>ditulis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berdasarkan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wahyu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Tuhan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seperti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misalnya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Weda</a:t>
          </a:r>
          <a:r>
            <a:rPr lang="en-US" dirty="0">
              <a:cs typeface="Times New Roman" panose="02020603050405020304" pitchFamily="18" charset="0"/>
            </a:rPr>
            <a:t>, Upanishad, dan </a:t>
          </a:r>
          <a:r>
            <a:rPr lang="en-US" dirty="0" err="1">
              <a:cs typeface="Times New Roman" panose="02020603050405020304" pitchFamily="18" charset="0"/>
            </a:rPr>
            <a:t>Bhagawadgita</a:t>
          </a:r>
          <a:r>
            <a:rPr lang="en-US" dirty="0">
              <a:cs typeface="Times New Roman" panose="02020603050405020304" pitchFamily="18" charset="0"/>
            </a:rPr>
            <a:t>. </a:t>
          </a:r>
          <a:r>
            <a:rPr lang="en-US" dirty="0" err="1">
              <a:cs typeface="Times New Roman" panose="02020603050405020304" pitchFamily="18" charset="0"/>
            </a:rPr>
            <a:t>Dalam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perkembangannya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Weda</a:t>
          </a:r>
          <a:r>
            <a:rPr lang="en-US" dirty="0">
              <a:cs typeface="Times New Roman" panose="02020603050405020304" pitchFamily="18" charset="0"/>
            </a:rPr>
            <a:t> dan Upanishad </a:t>
          </a:r>
          <a:r>
            <a:rPr lang="en-US" dirty="0" err="1">
              <a:cs typeface="Times New Roman" panose="02020603050405020304" pitchFamily="18" charset="0"/>
            </a:rPr>
            <a:t>terbagi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lagi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menjadi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bagian</a:t>
          </a:r>
          <a:r>
            <a:rPr lang="en-US" dirty="0">
              <a:cs typeface="Times New Roman" panose="02020603050405020304" pitchFamily="18" charset="0"/>
            </a:rPr>
            <a:t> yang </a:t>
          </a:r>
          <a:r>
            <a:rPr lang="en-US" dirty="0" err="1">
              <a:cs typeface="Times New Roman" panose="02020603050405020304" pitchFamily="18" charset="0"/>
            </a:rPr>
            <a:t>lebih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kecil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seperti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misalnya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Regweda</a:t>
          </a:r>
          <a:r>
            <a:rPr lang="en-US" dirty="0">
              <a:cs typeface="Times New Roman" panose="02020603050405020304" pitchFamily="18" charset="0"/>
            </a:rPr>
            <a:t> dan </a:t>
          </a:r>
          <a:r>
            <a:rPr lang="en-US" dirty="0" err="1">
              <a:cs typeface="Times New Roman" panose="02020603050405020304" pitchFamily="18" charset="0"/>
            </a:rPr>
            <a:t>Isopanishad</a:t>
          </a:r>
          <a:r>
            <a:rPr lang="en-US" dirty="0">
              <a:cs typeface="Times New Roman" panose="02020603050405020304" pitchFamily="18" charset="0"/>
            </a:rPr>
            <a:t>. Kitab </a:t>
          </a:r>
          <a:r>
            <a:rPr lang="en-US" dirty="0" err="1">
              <a:cs typeface="Times New Roman" panose="02020603050405020304" pitchFamily="18" charset="0"/>
            </a:rPr>
            <a:t>Weda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berjumlah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empat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bagian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sedangkan</a:t>
          </a:r>
          <a:r>
            <a:rPr lang="en-US" dirty="0">
              <a:cs typeface="Times New Roman" panose="02020603050405020304" pitchFamily="18" charset="0"/>
            </a:rPr>
            <a:t> kitab Upanishad </a:t>
          </a:r>
          <a:r>
            <a:rPr lang="en-US" dirty="0" err="1">
              <a:cs typeface="Times New Roman" panose="02020603050405020304" pitchFamily="18" charset="0"/>
            </a:rPr>
            <a:t>berjumlah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sekitar</a:t>
          </a:r>
          <a:r>
            <a:rPr lang="en-US" dirty="0">
              <a:cs typeface="Times New Roman" panose="02020603050405020304" pitchFamily="18" charset="0"/>
            </a:rPr>
            <a:t> 108 </a:t>
          </a:r>
          <a:r>
            <a:rPr lang="en-US" dirty="0" err="1">
              <a:cs typeface="Times New Roman" panose="02020603050405020304" pitchFamily="18" charset="0"/>
            </a:rPr>
            <a:t>buah</a:t>
          </a:r>
          <a:r>
            <a:rPr lang="en-US" dirty="0">
              <a:cs typeface="Times New Roman" panose="02020603050405020304" pitchFamily="18" charset="0"/>
            </a:rPr>
            <a:t>. </a:t>
          </a:r>
          <a:endParaRPr lang="en-US" dirty="0"/>
        </a:p>
      </dgm:t>
    </dgm:pt>
    <dgm:pt modelId="{5983C61E-BF63-4D5B-8F3D-9FB0900E385A}" type="parTrans" cxnId="{184E304C-EA01-4E1E-8E7C-D12627ABD001}">
      <dgm:prSet/>
      <dgm:spPr/>
      <dgm:t>
        <a:bodyPr/>
        <a:lstStyle/>
        <a:p>
          <a:endParaRPr lang="en-US"/>
        </a:p>
      </dgm:t>
    </dgm:pt>
    <dgm:pt modelId="{8067F554-E818-4CF9-9EC0-A68ABC848816}" type="sibTrans" cxnId="{184E304C-EA01-4E1E-8E7C-D12627ABD001}">
      <dgm:prSet/>
      <dgm:spPr/>
      <dgm:t>
        <a:bodyPr/>
        <a:lstStyle/>
        <a:p>
          <a:endParaRPr lang="en-US"/>
        </a:p>
      </dgm:t>
    </dgm:pt>
    <dgm:pt modelId="{10D1727E-F4EE-44A5-9669-B05C9F1AF06D}">
      <dgm:prSet phldrT="[Text]" custT="1"/>
      <dgm:spPr/>
      <dgm:t>
        <a:bodyPr/>
        <a:lstStyle/>
        <a:p>
          <a:r>
            <a:rPr lang="en-US" sz="2200" b="1" dirty="0"/>
            <a:t>Kitab </a:t>
          </a:r>
          <a:r>
            <a:rPr lang="en-US" sz="2200" b="1" dirty="0" err="1"/>
            <a:t>Smerti</a:t>
          </a:r>
          <a:endParaRPr lang="en-US" sz="2200" b="1" dirty="0"/>
        </a:p>
      </dgm:t>
    </dgm:pt>
    <dgm:pt modelId="{12EB6909-B409-4411-9EBA-1100AB51363A}" type="parTrans" cxnId="{865F5469-F7A7-4F18-A0A4-0A30423DF60D}">
      <dgm:prSet/>
      <dgm:spPr/>
      <dgm:t>
        <a:bodyPr/>
        <a:lstStyle/>
        <a:p>
          <a:endParaRPr lang="en-US"/>
        </a:p>
      </dgm:t>
    </dgm:pt>
    <dgm:pt modelId="{2D04F438-67C5-4E16-92F7-9D4B130F2C07}" type="sibTrans" cxnId="{865F5469-F7A7-4F18-A0A4-0A30423DF60D}">
      <dgm:prSet/>
      <dgm:spPr/>
      <dgm:t>
        <a:bodyPr/>
        <a:lstStyle/>
        <a:p>
          <a:endParaRPr lang="en-US"/>
        </a:p>
      </dgm:t>
    </dgm:pt>
    <dgm:pt modelId="{521FA151-96E4-40F7-B7B4-3D51C851A21E}">
      <dgm:prSet phldrT="[Text]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dirty="0" err="1">
              <a:cs typeface="Times New Roman" panose="02020603050405020304" pitchFamily="18" charset="0"/>
            </a:rPr>
            <a:t>Smerti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berarti</a:t>
          </a:r>
          <a:r>
            <a:rPr lang="en-US" dirty="0">
              <a:cs typeface="Times New Roman" panose="02020603050405020304" pitchFamily="18" charset="0"/>
            </a:rPr>
            <a:t> “Yang </a:t>
          </a:r>
          <a:r>
            <a:rPr lang="en-US" dirty="0" err="1">
              <a:cs typeface="Times New Roman" panose="02020603050405020304" pitchFamily="18" charset="0"/>
            </a:rPr>
            <a:t>diingat</a:t>
          </a:r>
          <a:r>
            <a:rPr lang="en-US" dirty="0">
              <a:cs typeface="Times New Roman" panose="02020603050405020304" pitchFamily="18" charset="0"/>
            </a:rPr>
            <a:t>" </a:t>
          </a:r>
          <a:r>
            <a:rPr lang="en-US" dirty="0" err="1">
              <a:cs typeface="Times New Roman" panose="02020603050405020304" pitchFamily="18" charset="0"/>
            </a:rPr>
            <a:t>atau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tradisi</a:t>
          </a:r>
          <a:r>
            <a:rPr lang="en-US" dirty="0">
              <a:cs typeface="Times New Roman" panose="02020603050405020304" pitchFamily="18" charset="0"/>
            </a:rPr>
            <a:t>. Yang </a:t>
          </a:r>
          <a:r>
            <a:rPr lang="en-US" dirty="0" err="1">
              <a:cs typeface="Times New Roman" panose="02020603050405020304" pitchFamily="18" charset="0"/>
            </a:rPr>
            <a:t>tergolong</a:t>
          </a:r>
          <a:r>
            <a:rPr lang="en-US" dirty="0">
              <a:cs typeface="Times New Roman" panose="02020603050405020304" pitchFamily="18" charset="0"/>
            </a:rPr>
            <a:t> kitab </a:t>
          </a:r>
          <a:r>
            <a:rPr lang="en-US" dirty="0" err="1">
              <a:cs typeface="Times New Roman" panose="02020603050405020304" pitchFamily="18" charset="0"/>
            </a:rPr>
            <a:t>Smerti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adalah</a:t>
          </a:r>
          <a:r>
            <a:rPr lang="en-US" dirty="0">
              <a:cs typeface="Times New Roman" panose="02020603050405020304" pitchFamily="18" charset="0"/>
            </a:rPr>
            <a:t> kitab-kitab yang </a:t>
          </a:r>
          <a:r>
            <a:rPr lang="en-US" dirty="0" err="1">
              <a:cs typeface="Times New Roman" panose="02020603050405020304" pitchFamily="18" charset="0"/>
            </a:rPr>
            <a:t>tidak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memuat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wahyu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Tuhan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melainkan</a:t>
          </a:r>
          <a:r>
            <a:rPr lang="en-US" dirty="0">
              <a:cs typeface="Times New Roman" panose="02020603050405020304" pitchFamily="18" charset="0"/>
            </a:rPr>
            <a:t> kitab yang </a:t>
          </a:r>
          <a:r>
            <a:rPr lang="en-US" dirty="0" err="1">
              <a:cs typeface="Times New Roman" panose="02020603050405020304" pitchFamily="18" charset="0"/>
            </a:rPr>
            <a:t>ditulis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berdasarkan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pemikiran</a:t>
          </a:r>
          <a:r>
            <a:rPr lang="en-US" dirty="0">
              <a:cs typeface="Times New Roman" panose="02020603050405020304" pitchFamily="18" charset="0"/>
            </a:rPr>
            <a:t> dan </a:t>
          </a:r>
          <a:r>
            <a:rPr lang="en-US" dirty="0" err="1">
              <a:cs typeface="Times New Roman" panose="02020603050405020304" pitchFamily="18" charset="0"/>
            </a:rPr>
            <a:t>renungan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manusia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seperti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misalnya</a:t>
          </a:r>
          <a:r>
            <a:rPr lang="en-US" dirty="0">
              <a:cs typeface="Times New Roman" panose="02020603050405020304" pitchFamily="18" charset="0"/>
            </a:rPr>
            <a:t> kitab </a:t>
          </a:r>
          <a:r>
            <a:rPr lang="en-US" dirty="0" err="1">
              <a:cs typeface="Times New Roman" panose="02020603050405020304" pitchFamily="18" charset="0"/>
            </a:rPr>
            <a:t>tentang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ilmu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astronomi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ekonomi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politik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kepemimpinan</a:t>
          </a:r>
          <a:r>
            <a:rPr lang="en-US" dirty="0">
              <a:cs typeface="Times New Roman" panose="02020603050405020304" pitchFamily="18" charset="0"/>
            </a:rPr>
            <a:t>, tata negara, </a:t>
          </a:r>
          <a:r>
            <a:rPr lang="en-US" dirty="0" err="1">
              <a:cs typeface="Times New Roman" panose="02020603050405020304" pitchFamily="18" charset="0"/>
            </a:rPr>
            <a:t>hukum</a:t>
          </a:r>
          <a:r>
            <a:rPr lang="en-US" dirty="0">
              <a:cs typeface="Times New Roman" panose="02020603050405020304" pitchFamily="18" charset="0"/>
            </a:rPr>
            <a:t>, </a:t>
          </a:r>
          <a:r>
            <a:rPr lang="en-US" dirty="0" err="1">
              <a:cs typeface="Times New Roman" panose="02020603050405020304" pitchFamily="18" charset="0"/>
            </a:rPr>
            <a:t>sosiologi</a:t>
          </a:r>
          <a:r>
            <a:rPr lang="en-US" dirty="0">
              <a:cs typeface="Times New Roman" panose="02020603050405020304" pitchFamily="18" charset="0"/>
            </a:rPr>
            <a:t>, dan </a:t>
          </a:r>
          <a:r>
            <a:rPr lang="en-US" dirty="0" err="1">
              <a:cs typeface="Times New Roman" panose="02020603050405020304" pitchFamily="18" charset="0"/>
            </a:rPr>
            <a:t>sebagainya</a:t>
          </a:r>
          <a:r>
            <a:rPr lang="en-US" dirty="0">
              <a:cs typeface="Times New Roman" panose="02020603050405020304" pitchFamily="18" charset="0"/>
            </a:rPr>
            <a:t>. Kitab-kitab </a:t>
          </a:r>
          <a:r>
            <a:rPr lang="en-US" dirty="0" err="1">
              <a:cs typeface="Times New Roman" panose="02020603050405020304" pitchFamily="18" charset="0"/>
            </a:rPr>
            <a:t>smerti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merupakan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penjabaran</a:t>
          </a:r>
          <a:r>
            <a:rPr lang="en-US" dirty="0">
              <a:cs typeface="Times New Roman" panose="02020603050405020304" pitchFamily="18" charset="0"/>
            </a:rPr>
            <a:t> moral yang </a:t>
          </a:r>
          <a:r>
            <a:rPr lang="en-US" dirty="0" err="1">
              <a:cs typeface="Times New Roman" panose="02020603050405020304" pitchFamily="18" charset="0"/>
            </a:rPr>
            <a:t>terdapat</a:t>
          </a:r>
          <a:r>
            <a:rPr lang="en-US" dirty="0">
              <a:cs typeface="Times New Roman" panose="02020603050405020304" pitchFamily="18" charset="0"/>
            </a:rPr>
            <a:t> </a:t>
          </a:r>
          <a:r>
            <a:rPr lang="en-US" dirty="0" err="1">
              <a:cs typeface="Times New Roman" panose="02020603050405020304" pitchFamily="18" charset="0"/>
            </a:rPr>
            <a:t>dalam</a:t>
          </a:r>
          <a:r>
            <a:rPr lang="en-US" dirty="0">
              <a:cs typeface="Times New Roman" panose="02020603050405020304" pitchFamily="18" charset="0"/>
            </a:rPr>
            <a:t> kitab Sruti.</a:t>
          </a:r>
          <a:endParaRPr lang="en-US" dirty="0"/>
        </a:p>
      </dgm:t>
    </dgm:pt>
    <dgm:pt modelId="{6403E2EB-0B8B-4067-91A8-BB40BDF0CF45}" type="parTrans" cxnId="{7EE8E12B-90CD-4156-9ED6-7BEC41218920}">
      <dgm:prSet/>
      <dgm:spPr/>
      <dgm:t>
        <a:bodyPr/>
        <a:lstStyle/>
        <a:p>
          <a:endParaRPr lang="en-US"/>
        </a:p>
      </dgm:t>
    </dgm:pt>
    <dgm:pt modelId="{7F096B09-FD64-4DC6-B817-4FB38329A6FC}" type="sibTrans" cxnId="{7EE8E12B-90CD-4156-9ED6-7BEC41218920}">
      <dgm:prSet/>
      <dgm:spPr/>
      <dgm:t>
        <a:bodyPr/>
        <a:lstStyle/>
        <a:p>
          <a:endParaRPr lang="en-US"/>
        </a:p>
      </dgm:t>
    </dgm:pt>
    <dgm:pt modelId="{072782AE-5BD3-42EF-9336-0EEA423B2D00}" type="pres">
      <dgm:prSet presAssocID="{56756E7D-DD91-484A-86FF-54F6789EC478}" presName="Name0" presStyleCnt="0">
        <dgm:presLayoutVars>
          <dgm:dir/>
          <dgm:animLvl val="lvl"/>
          <dgm:resizeHandles val="exact"/>
        </dgm:presLayoutVars>
      </dgm:prSet>
      <dgm:spPr/>
    </dgm:pt>
    <dgm:pt modelId="{4E7D5090-DE29-4EB2-A30C-2E21D654C79A}" type="pres">
      <dgm:prSet presAssocID="{9AB3EDF0-5927-4520-9BBA-554A7CDEDCEE}" presName="composite" presStyleCnt="0"/>
      <dgm:spPr/>
    </dgm:pt>
    <dgm:pt modelId="{37C5FBD3-2B8C-4B60-9EB4-D70F7287E695}" type="pres">
      <dgm:prSet presAssocID="{9AB3EDF0-5927-4520-9BBA-554A7CDEDCE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42FD620-1D3B-4D21-8B43-42A4A88D1497}" type="pres">
      <dgm:prSet presAssocID="{9AB3EDF0-5927-4520-9BBA-554A7CDEDCEE}" presName="desTx" presStyleLbl="alignAccFollowNode1" presStyleIdx="0" presStyleCnt="2">
        <dgm:presLayoutVars>
          <dgm:bulletEnabled val="1"/>
        </dgm:presLayoutVars>
      </dgm:prSet>
      <dgm:spPr/>
    </dgm:pt>
    <dgm:pt modelId="{1D2AD5EC-8F40-4B5A-800E-BB2FF109F01E}" type="pres">
      <dgm:prSet presAssocID="{C99B6EBD-B638-4627-9383-B5753277EBB1}" presName="space" presStyleCnt="0"/>
      <dgm:spPr/>
    </dgm:pt>
    <dgm:pt modelId="{BA9D723B-7EE4-4153-A333-72B0F53A1D54}" type="pres">
      <dgm:prSet presAssocID="{10D1727E-F4EE-44A5-9669-B05C9F1AF06D}" presName="composite" presStyleCnt="0"/>
      <dgm:spPr/>
    </dgm:pt>
    <dgm:pt modelId="{75642CD6-2A8D-4797-82B5-195548FB064F}" type="pres">
      <dgm:prSet presAssocID="{10D1727E-F4EE-44A5-9669-B05C9F1AF06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4D3FD48-621A-42DE-8B2E-464B2C473D42}" type="pres">
      <dgm:prSet presAssocID="{10D1727E-F4EE-44A5-9669-B05C9F1AF06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318BB09-24D0-4408-A0E6-3B922A35C042}" type="presOf" srcId="{9AB3EDF0-5927-4520-9BBA-554A7CDEDCEE}" destId="{37C5FBD3-2B8C-4B60-9EB4-D70F7287E695}" srcOrd="0" destOrd="0" presId="urn:microsoft.com/office/officeart/2005/8/layout/hList1"/>
    <dgm:cxn modelId="{7EE8E12B-90CD-4156-9ED6-7BEC41218920}" srcId="{10D1727E-F4EE-44A5-9669-B05C9F1AF06D}" destId="{521FA151-96E4-40F7-B7B4-3D51C851A21E}" srcOrd="0" destOrd="0" parTransId="{6403E2EB-0B8B-4067-91A8-BB40BDF0CF45}" sibTransId="{7F096B09-FD64-4DC6-B817-4FB38329A6FC}"/>
    <dgm:cxn modelId="{5CE46938-930C-45BB-896B-040A0DCF21B2}" type="presOf" srcId="{56756E7D-DD91-484A-86FF-54F6789EC478}" destId="{072782AE-5BD3-42EF-9336-0EEA423B2D00}" srcOrd="0" destOrd="0" presId="urn:microsoft.com/office/officeart/2005/8/layout/hList1"/>
    <dgm:cxn modelId="{865F5469-F7A7-4F18-A0A4-0A30423DF60D}" srcId="{56756E7D-DD91-484A-86FF-54F6789EC478}" destId="{10D1727E-F4EE-44A5-9669-B05C9F1AF06D}" srcOrd="1" destOrd="0" parTransId="{12EB6909-B409-4411-9EBA-1100AB51363A}" sibTransId="{2D04F438-67C5-4E16-92F7-9D4B130F2C07}"/>
    <dgm:cxn modelId="{184E304C-EA01-4E1E-8E7C-D12627ABD001}" srcId="{9AB3EDF0-5927-4520-9BBA-554A7CDEDCEE}" destId="{79E89477-E45A-47AF-B5FE-00FEEC4387CB}" srcOrd="0" destOrd="0" parTransId="{5983C61E-BF63-4D5B-8F3D-9FB0900E385A}" sibTransId="{8067F554-E818-4CF9-9EC0-A68ABC848816}"/>
    <dgm:cxn modelId="{A86335BE-08A8-4128-8EC6-253F36914AA0}" type="presOf" srcId="{10D1727E-F4EE-44A5-9669-B05C9F1AF06D}" destId="{75642CD6-2A8D-4797-82B5-195548FB064F}" srcOrd="0" destOrd="0" presId="urn:microsoft.com/office/officeart/2005/8/layout/hList1"/>
    <dgm:cxn modelId="{A6692CC2-CEBE-47F9-9F32-582896BFD00A}" type="presOf" srcId="{521FA151-96E4-40F7-B7B4-3D51C851A21E}" destId="{E4D3FD48-621A-42DE-8B2E-464B2C473D42}" srcOrd="0" destOrd="0" presId="urn:microsoft.com/office/officeart/2005/8/layout/hList1"/>
    <dgm:cxn modelId="{5725EFCC-7492-4969-AF34-00D3B98E4710}" type="presOf" srcId="{79E89477-E45A-47AF-B5FE-00FEEC4387CB}" destId="{342FD620-1D3B-4D21-8B43-42A4A88D1497}" srcOrd="0" destOrd="0" presId="urn:microsoft.com/office/officeart/2005/8/layout/hList1"/>
    <dgm:cxn modelId="{3D7C8ED7-F406-4D74-B159-41FD2204DCD3}" srcId="{56756E7D-DD91-484A-86FF-54F6789EC478}" destId="{9AB3EDF0-5927-4520-9BBA-554A7CDEDCEE}" srcOrd="0" destOrd="0" parTransId="{2B9F0911-0664-4D6C-AC4E-3AE8F12E3EB3}" sibTransId="{C99B6EBD-B638-4627-9383-B5753277EBB1}"/>
    <dgm:cxn modelId="{885241CA-6C92-4119-8CC2-9884BAE142CE}" type="presParOf" srcId="{072782AE-5BD3-42EF-9336-0EEA423B2D00}" destId="{4E7D5090-DE29-4EB2-A30C-2E21D654C79A}" srcOrd="0" destOrd="0" presId="urn:microsoft.com/office/officeart/2005/8/layout/hList1"/>
    <dgm:cxn modelId="{CFC262E2-DD17-4A28-BDC7-01D17F10AFF7}" type="presParOf" srcId="{4E7D5090-DE29-4EB2-A30C-2E21D654C79A}" destId="{37C5FBD3-2B8C-4B60-9EB4-D70F7287E695}" srcOrd="0" destOrd="0" presId="urn:microsoft.com/office/officeart/2005/8/layout/hList1"/>
    <dgm:cxn modelId="{07DE8DC1-F130-4286-B738-341000372AD3}" type="presParOf" srcId="{4E7D5090-DE29-4EB2-A30C-2E21D654C79A}" destId="{342FD620-1D3B-4D21-8B43-42A4A88D1497}" srcOrd="1" destOrd="0" presId="urn:microsoft.com/office/officeart/2005/8/layout/hList1"/>
    <dgm:cxn modelId="{081DF627-ABD4-47B9-A355-726A1793922D}" type="presParOf" srcId="{072782AE-5BD3-42EF-9336-0EEA423B2D00}" destId="{1D2AD5EC-8F40-4B5A-800E-BB2FF109F01E}" srcOrd="1" destOrd="0" presId="urn:microsoft.com/office/officeart/2005/8/layout/hList1"/>
    <dgm:cxn modelId="{314CE2FC-2E08-4C05-B5F7-776CACA93697}" type="presParOf" srcId="{072782AE-5BD3-42EF-9336-0EEA423B2D00}" destId="{BA9D723B-7EE4-4153-A333-72B0F53A1D54}" srcOrd="2" destOrd="0" presId="urn:microsoft.com/office/officeart/2005/8/layout/hList1"/>
    <dgm:cxn modelId="{C3A66702-E83D-40A8-9077-62C113EE1D4F}" type="presParOf" srcId="{BA9D723B-7EE4-4153-A333-72B0F53A1D54}" destId="{75642CD6-2A8D-4797-82B5-195548FB064F}" srcOrd="0" destOrd="0" presId="urn:microsoft.com/office/officeart/2005/8/layout/hList1"/>
    <dgm:cxn modelId="{74210D62-890B-4273-9134-4482C7C1C9EF}" type="presParOf" srcId="{BA9D723B-7EE4-4153-A333-72B0F53A1D54}" destId="{E4D3FD48-621A-42DE-8B2E-464B2C473D4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1F0653D-3D17-4AB8-913B-BABAA64BDF2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6A2D7A-E0E1-4E9C-B8E3-B492D141B65F}">
      <dgm:prSet phldrT="[Text]"/>
      <dgm:spPr/>
      <dgm:t>
        <a:bodyPr/>
        <a:lstStyle/>
        <a:p>
          <a:pPr algn="ctr"/>
          <a:r>
            <a:rPr lang="en-US" dirty="0"/>
            <a:t>1</a:t>
          </a:r>
        </a:p>
      </dgm:t>
    </dgm:pt>
    <dgm:pt modelId="{44156B56-2887-43C0-B326-DEBCB0746693}" type="parTrans" cxnId="{4695A280-94D4-4E89-9914-EE341995F22E}">
      <dgm:prSet/>
      <dgm:spPr/>
      <dgm:t>
        <a:bodyPr/>
        <a:lstStyle/>
        <a:p>
          <a:endParaRPr lang="en-US"/>
        </a:p>
      </dgm:t>
    </dgm:pt>
    <dgm:pt modelId="{A7C80FB0-2C06-41D6-BCD0-F90616E85B86}" type="sibTrans" cxnId="{4695A280-94D4-4E89-9914-EE341995F22E}">
      <dgm:prSet/>
      <dgm:spPr/>
      <dgm:t>
        <a:bodyPr/>
        <a:lstStyle/>
        <a:p>
          <a:endParaRPr lang="en-US"/>
        </a:p>
      </dgm:t>
    </dgm:pt>
    <dgm:pt modelId="{78225B33-3463-4368-B8E8-E718700E8330}">
      <dgm:prSet phldrT="[Text]" custT="1"/>
      <dgm:spPr/>
      <dgm:t>
        <a:bodyPr/>
        <a:lstStyle/>
        <a:p>
          <a:pPr algn="just">
            <a:buFont typeface="+mj-lt"/>
            <a:buAutoNum type="arabicPeriod"/>
          </a:pPr>
          <a:r>
            <a:rPr lang="en-US" sz="2000" dirty="0">
              <a:latin typeface="+mn-lt"/>
              <a:cs typeface="Times New Roman" panose="02020603050405020304" pitchFamily="18" charset="0"/>
            </a:rPr>
            <a:t>Hukum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sesuatu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berisi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tentang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aturan-aturan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larangan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memiliki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kekuatan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sehingga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apabila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dilanggar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mengakibatkan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sebuah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sanksi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tegas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nyata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.</a:t>
          </a:r>
          <a:endParaRPr lang="en-US" sz="2000" dirty="0">
            <a:latin typeface="+mn-lt"/>
          </a:endParaRPr>
        </a:p>
      </dgm:t>
    </dgm:pt>
    <dgm:pt modelId="{6E2F3730-6C3E-43F1-A2E5-CC3D3EC71949}" type="parTrans" cxnId="{43AC6360-F289-4797-9C46-1B51FB1266FB}">
      <dgm:prSet/>
      <dgm:spPr/>
      <dgm:t>
        <a:bodyPr/>
        <a:lstStyle/>
        <a:p>
          <a:endParaRPr lang="en-US"/>
        </a:p>
      </dgm:t>
    </dgm:pt>
    <dgm:pt modelId="{572D2450-BB00-4EB1-9C28-D46683F8385B}" type="sibTrans" cxnId="{43AC6360-F289-4797-9C46-1B51FB1266FB}">
      <dgm:prSet/>
      <dgm:spPr/>
      <dgm:t>
        <a:bodyPr/>
        <a:lstStyle/>
        <a:p>
          <a:endParaRPr lang="en-US"/>
        </a:p>
      </dgm:t>
    </dgm:pt>
    <dgm:pt modelId="{3411A8E0-6F12-43A3-BBF5-3EC7EACBB041}">
      <dgm:prSet phldrT="[Text]"/>
      <dgm:spPr/>
      <dgm:t>
        <a:bodyPr/>
        <a:lstStyle/>
        <a:p>
          <a:pPr algn="ctr"/>
          <a:r>
            <a:rPr lang="en-US" dirty="0"/>
            <a:t>2</a:t>
          </a:r>
        </a:p>
      </dgm:t>
    </dgm:pt>
    <dgm:pt modelId="{7D2D79F8-A2D9-4ACB-9355-C27282E34F78}" type="parTrans" cxnId="{B2EA05C3-33E4-4EA9-A287-48A9D5A3D1E5}">
      <dgm:prSet/>
      <dgm:spPr/>
      <dgm:t>
        <a:bodyPr/>
        <a:lstStyle/>
        <a:p>
          <a:endParaRPr lang="en-US"/>
        </a:p>
      </dgm:t>
    </dgm:pt>
    <dgm:pt modelId="{728A1BF6-BCFB-4E94-9886-D5A6991CB25A}" type="sibTrans" cxnId="{B2EA05C3-33E4-4EA9-A287-48A9D5A3D1E5}">
      <dgm:prSet/>
      <dgm:spPr/>
      <dgm:t>
        <a:bodyPr/>
        <a:lstStyle/>
        <a:p>
          <a:endParaRPr lang="en-US"/>
        </a:p>
      </dgm:t>
    </dgm:pt>
    <dgm:pt modelId="{4B4D1E4F-23D5-420E-AD15-D7721A35887F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0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acuan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kita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sendiri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.</a:t>
          </a:r>
          <a:endParaRPr lang="en-US" sz="2000" dirty="0">
            <a:latin typeface="+mn-lt"/>
          </a:endParaRPr>
        </a:p>
      </dgm:t>
    </dgm:pt>
    <dgm:pt modelId="{BE96684E-74D3-40F9-AE59-FF4638891E4B}" type="parTrans" cxnId="{C863861B-01A6-4FFA-A5EC-CBF5C18F00EF}">
      <dgm:prSet/>
      <dgm:spPr/>
      <dgm:t>
        <a:bodyPr/>
        <a:lstStyle/>
        <a:p>
          <a:endParaRPr lang="en-US"/>
        </a:p>
      </dgm:t>
    </dgm:pt>
    <dgm:pt modelId="{E3D27488-36C1-4E21-AA24-087B5344DCB6}" type="sibTrans" cxnId="{C863861B-01A6-4FFA-A5EC-CBF5C18F00EF}">
      <dgm:prSet/>
      <dgm:spPr/>
      <dgm:t>
        <a:bodyPr/>
        <a:lstStyle/>
        <a:p>
          <a:endParaRPr lang="en-US"/>
        </a:p>
      </dgm:t>
    </dgm:pt>
    <dgm:pt modelId="{B818CABC-92E5-4171-8873-A1B62DDEB1D2}">
      <dgm:prSet phldrT="[Text]"/>
      <dgm:spPr/>
      <dgm:t>
        <a:bodyPr/>
        <a:lstStyle/>
        <a:p>
          <a:pPr algn="ctr"/>
          <a:r>
            <a:rPr lang="en-US" dirty="0"/>
            <a:t>3</a:t>
          </a:r>
        </a:p>
      </dgm:t>
    </dgm:pt>
    <dgm:pt modelId="{BE2A9298-1B87-40AC-B1E8-640D0D8FD294}" type="parTrans" cxnId="{F96A2394-B609-4E73-8AD6-F33D805CCEAD}">
      <dgm:prSet/>
      <dgm:spPr/>
      <dgm:t>
        <a:bodyPr/>
        <a:lstStyle/>
        <a:p>
          <a:endParaRPr lang="en-US"/>
        </a:p>
      </dgm:t>
    </dgm:pt>
    <dgm:pt modelId="{77EC2A61-B644-4C93-B9AD-A6FF4E895808}" type="sibTrans" cxnId="{F96A2394-B609-4E73-8AD6-F33D805CCEAD}">
      <dgm:prSet/>
      <dgm:spPr/>
      <dgm:t>
        <a:bodyPr/>
        <a:lstStyle/>
        <a:p>
          <a:endParaRPr lang="en-US"/>
        </a:p>
      </dgm:t>
    </dgm:pt>
    <dgm:pt modelId="{61C43557-5015-4202-BAAF-8664BBF5A0FF}">
      <dgm:prSet phldrT="[Text]" custT="1"/>
      <dgm:spPr/>
      <dgm:t>
        <a:bodyPr/>
        <a:lstStyle/>
        <a:p>
          <a:pPr algn="just">
            <a:buFont typeface="+mj-lt"/>
            <a:buAutoNum type="arabicPeriod"/>
          </a:pPr>
          <a:r>
            <a:rPr lang="en-US" sz="20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Hukum agama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islam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pertama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Al-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qur’an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para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muslim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kedua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hadist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perilaku,perkataan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Rasulullah SAW,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ketiga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Ijtihad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meggunakan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akal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sehat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karena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tidak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ada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di al-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qur’an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hadist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. </a:t>
          </a:r>
          <a:endParaRPr lang="en-US" sz="2000" dirty="0">
            <a:latin typeface="+mn-lt"/>
          </a:endParaRPr>
        </a:p>
      </dgm:t>
    </dgm:pt>
    <dgm:pt modelId="{2C77D32A-398F-4A48-8922-931019B26EEB}" type="parTrans" cxnId="{8EA97F95-E04C-4974-A510-27A761336D42}">
      <dgm:prSet/>
      <dgm:spPr/>
      <dgm:t>
        <a:bodyPr/>
        <a:lstStyle/>
        <a:p>
          <a:endParaRPr lang="en-US"/>
        </a:p>
      </dgm:t>
    </dgm:pt>
    <dgm:pt modelId="{E8004F93-B3BD-405D-A1CE-97BC4A061B8B}" type="sibTrans" cxnId="{8EA97F95-E04C-4974-A510-27A761336D42}">
      <dgm:prSet/>
      <dgm:spPr/>
      <dgm:t>
        <a:bodyPr/>
        <a:lstStyle/>
        <a:p>
          <a:endParaRPr lang="en-US"/>
        </a:p>
      </dgm:t>
    </dgm:pt>
    <dgm:pt modelId="{66684E92-853A-4D42-A681-692F3D2198A4}">
      <dgm:prSet phldrT="[Text]"/>
      <dgm:spPr/>
      <dgm:t>
        <a:bodyPr/>
        <a:lstStyle/>
        <a:p>
          <a:pPr algn="ctr"/>
          <a:r>
            <a:rPr lang="en-US" dirty="0"/>
            <a:t>4</a:t>
          </a:r>
        </a:p>
      </dgm:t>
    </dgm:pt>
    <dgm:pt modelId="{8D2B70B2-FE27-47AE-A268-1B1F76E46CD5}" type="parTrans" cxnId="{7E0A55FA-DA54-493D-8A84-333EBD7CB02E}">
      <dgm:prSet/>
      <dgm:spPr/>
      <dgm:t>
        <a:bodyPr/>
        <a:lstStyle/>
        <a:p>
          <a:endParaRPr lang="en-US"/>
        </a:p>
      </dgm:t>
    </dgm:pt>
    <dgm:pt modelId="{4E082462-06E7-45D4-88E0-65489BA8AB18}" type="sibTrans" cxnId="{7E0A55FA-DA54-493D-8A84-333EBD7CB02E}">
      <dgm:prSet/>
      <dgm:spPr/>
      <dgm:t>
        <a:bodyPr/>
        <a:lstStyle/>
        <a:p>
          <a:endParaRPr lang="en-US"/>
        </a:p>
      </dgm:t>
    </dgm:pt>
    <dgm:pt modelId="{63C729B6-3CA3-4B1E-A08B-7883686E1CA9}">
      <dgm:prSet custT="1"/>
      <dgm:spPr/>
      <dgm:t>
        <a:bodyPr/>
        <a:lstStyle/>
        <a:p>
          <a:pPr algn="just">
            <a:buFont typeface="+mj-lt"/>
            <a:buAutoNum type="arabicPeriod"/>
          </a:pPr>
          <a:r>
            <a:rPr lang="en-US" sz="20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Hukum Agama Kristen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Katolik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agama Kristen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Injil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Bibel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dan juga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bisa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dinamakan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Al-kitab yang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terdiri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perjanjian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lama dan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perjanjian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baru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.</a:t>
          </a:r>
          <a:endParaRPr lang="en-US" sz="2000" dirty="0">
            <a:latin typeface="+mn-lt"/>
          </a:endParaRPr>
        </a:p>
      </dgm:t>
    </dgm:pt>
    <dgm:pt modelId="{83D55BDB-1687-46CE-B342-A1F077E1818C}" type="parTrans" cxnId="{7B3380B2-17D9-4965-9B40-3B532651729B}">
      <dgm:prSet/>
      <dgm:spPr/>
      <dgm:t>
        <a:bodyPr/>
        <a:lstStyle/>
        <a:p>
          <a:endParaRPr lang="en-US"/>
        </a:p>
      </dgm:t>
    </dgm:pt>
    <dgm:pt modelId="{5785D000-D7D9-4561-A5B1-DC33CD6DACC3}" type="sibTrans" cxnId="{7B3380B2-17D9-4965-9B40-3B532651729B}">
      <dgm:prSet/>
      <dgm:spPr/>
      <dgm:t>
        <a:bodyPr/>
        <a:lstStyle/>
        <a:p>
          <a:endParaRPr lang="en-US"/>
        </a:p>
      </dgm:t>
    </dgm:pt>
    <dgm:pt modelId="{77DBE773-E540-44DD-A60F-1408B8D79B8E}" type="pres">
      <dgm:prSet presAssocID="{A1F0653D-3D17-4AB8-913B-BABAA64BDF2F}" presName="vert0" presStyleCnt="0">
        <dgm:presLayoutVars>
          <dgm:dir/>
          <dgm:animOne val="branch"/>
          <dgm:animLvl val="lvl"/>
        </dgm:presLayoutVars>
      </dgm:prSet>
      <dgm:spPr/>
    </dgm:pt>
    <dgm:pt modelId="{10C0A0E2-C393-419D-B50C-7B566908149C}" type="pres">
      <dgm:prSet presAssocID="{556A2D7A-E0E1-4E9C-B8E3-B492D141B65F}" presName="thickLine" presStyleLbl="alignNode1" presStyleIdx="0" presStyleCnt="4"/>
      <dgm:spPr/>
    </dgm:pt>
    <dgm:pt modelId="{BAFAB9B8-4D8C-4BE6-A0DB-11D705021FF9}" type="pres">
      <dgm:prSet presAssocID="{556A2D7A-E0E1-4E9C-B8E3-B492D141B65F}" presName="horz1" presStyleCnt="0"/>
      <dgm:spPr/>
    </dgm:pt>
    <dgm:pt modelId="{F22EFA45-AF00-42D5-B04E-E807FEAE1310}" type="pres">
      <dgm:prSet presAssocID="{556A2D7A-E0E1-4E9C-B8E3-B492D141B65F}" presName="tx1" presStyleLbl="revTx" presStyleIdx="0" presStyleCnt="8"/>
      <dgm:spPr/>
    </dgm:pt>
    <dgm:pt modelId="{ECCA0DE8-96A1-4F7D-AF63-151597052856}" type="pres">
      <dgm:prSet presAssocID="{556A2D7A-E0E1-4E9C-B8E3-B492D141B65F}" presName="vert1" presStyleCnt="0"/>
      <dgm:spPr/>
    </dgm:pt>
    <dgm:pt modelId="{C716300A-272F-4126-84A4-C005CD8F148C}" type="pres">
      <dgm:prSet presAssocID="{78225B33-3463-4368-B8E8-E718700E8330}" presName="vertSpace2a" presStyleCnt="0"/>
      <dgm:spPr/>
    </dgm:pt>
    <dgm:pt modelId="{E0D39055-10BA-4C6B-A982-421F69059A91}" type="pres">
      <dgm:prSet presAssocID="{78225B33-3463-4368-B8E8-E718700E8330}" presName="horz2" presStyleCnt="0"/>
      <dgm:spPr/>
    </dgm:pt>
    <dgm:pt modelId="{DC59BF5B-0562-4A9A-83C4-A30A045DC87A}" type="pres">
      <dgm:prSet presAssocID="{78225B33-3463-4368-B8E8-E718700E8330}" presName="horzSpace2" presStyleCnt="0"/>
      <dgm:spPr/>
    </dgm:pt>
    <dgm:pt modelId="{EB198D72-52FA-4C5E-ADB3-182AE2C0695C}" type="pres">
      <dgm:prSet presAssocID="{78225B33-3463-4368-B8E8-E718700E8330}" presName="tx2" presStyleLbl="revTx" presStyleIdx="1" presStyleCnt="8"/>
      <dgm:spPr/>
    </dgm:pt>
    <dgm:pt modelId="{44832224-2391-452E-933D-791FE5AB2B3E}" type="pres">
      <dgm:prSet presAssocID="{78225B33-3463-4368-B8E8-E718700E8330}" presName="vert2" presStyleCnt="0"/>
      <dgm:spPr/>
    </dgm:pt>
    <dgm:pt modelId="{3B82B8F2-CD38-4558-8B20-FBFB708AAD48}" type="pres">
      <dgm:prSet presAssocID="{78225B33-3463-4368-B8E8-E718700E8330}" presName="thinLine2b" presStyleLbl="callout" presStyleIdx="0" presStyleCnt="4"/>
      <dgm:spPr/>
    </dgm:pt>
    <dgm:pt modelId="{41A12167-4CCF-47CC-8EA4-091FA6CB123C}" type="pres">
      <dgm:prSet presAssocID="{78225B33-3463-4368-B8E8-E718700E8330}" presName="vertSpace2b" presStyleCnt="0"/>
      <dgm:spPr/>
    </dgm:pt>
    <dgm:pt modelId="{23E74E0D-EBD1-4E1D-80C3-A3A7CBC44661}" type="pres">
      <dgm:prSet presAssocID="{3411A8E0-6F12-43A3-BBF5-3EC7EACBB041}" presName="thickLine" presStyleLbl="alignNode1" presStyleIdx="1" presStyleCnt="4"/>
      <dgm:spPr/>
    </dgm:pt>
    <dgm:pt modelId="{5DFCBEDA-F9E3-478B-843E-79EED544FEE5}" type="pres">
      <dgm:prSet presAssocID="{3411A8E0-6F12-43A3-BBF5-3EC7EACBB041}" presName="horz1" presStyleCnt="0"/>
      <dgm:spPr/>
    </dgm:pt>
    <dgm:pt modelId="{B4FDAB3D-0E1F-4577-801B-AA9DC7FA89BC}" type="pres">
      <dgm:prSet presAssocID="{3411A8E0-6F12-43A3-BBF5-3EC7EACBB041}" presName="tx1" presStyleLbl="revTx" presStyleIdx="2" presStyleCnt="8"/>
      <dgm:spPr/>
    </dgm:pt>
    <dgm:pt modelId="{A1D93C7F-1DAB-4FA0-8B6B-2DCA19C7C0AA}" type="pres">
      <dgm:prSet presAssocID="{3411A8E0-6F12-43A3-BBF5-3EC7EACBB041}" presName="vert1" presStyleCnt="0"/>
      <dgm:spPr/>
    </dgm:pt>
    <dgm:pt modelId="{506A24DC-B54D-49FB-B8E6-3DA4EB5268DB}" type="pres">
      <dgm:prSet presAssocID="{4B4D1E4F-23D5-420E-AD15-D7721A35887F}" presName="vertSpace2a" presStyleCnt="0"/>
      <dgm:spPr/>
    </dgm:pt>
    <dgm:pt modelId="{E2981475-3410-4AB5-8D93-B7A19C6615DF}" type="pres">
      <dgm:prSet presAssocID="{4B4D1E4F-23D5-420E-AD15-D7721A35887F}" presName="horz2" presStyleCnt="0"/>
      <dgm:spPr/>
    </dgm:pt>
    <dgm:pt modelId="{651BE79D-CC19-4547-BC1B-FB1BD946BBBF}" type="pres">
      <dgm:prSet presAssocID="{4B4D1E4F-23D5-420E-AD15-D7721A35887F}" presName="horzSpace2" presStyleCnt="0"/>
      <dgm:spPr/>
    </dgm:pt>
    <dgm:pt modelId="{D9A869BF-0B64-4881-AD8E-A5476EFB144E}" type="pres">
      <dgm:prSet presAssocID="{4B4D1E4F-23D5-420E-AD15-D7721A35887F}" presName="tx2" presStyleLbl="revTx" presStyleIdx="3" presStyleCnt="8"/>
      <dgm:spPr/>
    </dgm:pt>
    <dgm:pt modelId="{2AE41845-8743-4DA7-AAFE-BA9CAE1AB24B}" type="pres">
      <dgm:prSet presAssocID="{4B4D1E4F-23D5-420E-AD15-D7721A35887F}" presName="vert2" presStyleCnt="0"/>
      <dgm:spPr/>
    </dgm:pt>
    <dgm:pt modelId="{BD27BBEB-8CC1-425C-92B7-BFD29F3986A3}" type="pres">
      <dgm:prSet presAssocID="{4B4D1E4F-23D5-420E-AD15-D7721A35887F}" presName="thinLine2b" presStyleLbl="callout" presStyleIdx="1" presStyleCnt="4"/>
      <dgm:spPr/>
    </dgm:pt>
    <dgm:pt modelId="{A0F2C15F-10B1-429E-9887-7247A4ADBAC5}" type="pres">
      <dgm:prSet presAssocID="{4B4D1E4F-23D5-420E-AD15-D7721A35887F}" presName="vertSpace2b" presStyleCnt="0"/>
      <dgm:spPr/>
    </dgm:pt>
    <dgm:pt modelId="{5EE96B2A-5EA0-41BF-A904-0E27F398A74C}" type="pres">
      <dgm:prSet presAssocID="{B818CABC-92E5-4171-8873-A1B62DDEB1D2}" presName="thickLine" presStyleLbl="alignNode1" presStyleIdx="2" presStyleCnt="4"/>
      <dgm:spPr/>
    </dgm:pt>
    <dgm:pt modelId="{3D05AAAD-4FE7-4DAC-9E22-0BF875158B1F}" type="pres">
      <dgm:prSet presAssocID="{B818CABC-92E5-4171-8873-A1B62DDEB1D2}" presName="horz1" presStyleCnt="0"/>
      <dgm:spPr/>
    </dgm:pt>
    <dgm:pt modelId="{90557A91-EF7A-491C-91BE-D7B29F6F2F26}" type="pres">
      <dgm:prSet presAssocID="{B818CABC-92E5-4171-8873-A1B62DDEB1D2}" presName="tx1" presStyleLbl="revTx" presStyleIdx="4" presStyleCnt="8"/>
      <dgm:spPr/>
    </dgm:pt>
    <dgm:pt modelId="{5CF5B8EA-693E-40F9-B63C-D7A01543CE24}" type="pres">
      <dgm:prSet presAssocID="{B818CABC-92E5-4171-8873-A1B62DDEB1D2}" presName="vert1" presStyleCnt="0"/>
      <dgm:spPr/>
    </dgm:pt>
    <dgm:pt modelId="{31E4797F-2A9A-4C46-A029-BB3CA13AD6A1}" type="pres">
      <dgm:prSet presAssocID="{61C43557-5015-4202-BAAF-8664BBF5A0FF}" presName="vertSpace2a" presStyleCnt="0"/>
      <dgm:spPr/>
    </dgm:pt>
    <dgm:pt modelId="{2AA7F391-077C-42B1-8E7F-4CC5C10872F9}" type="pres">
      <dgm:prSet presAssocID="{61C43557-5015-4202-BAAF-8664BBF5A0FF}" presName="horz2" presStyleCnt="0"/>
      <dgm:spPr/>
    </dgm:pt>
    <dgm:pt modelId="{D6207072-686B-4197-AA53-58DBA9698A91}" type="pres">
      <dgm:prSet presAssocID="{61C43557-5015-4202-BAAF-8664BBF5A0FF}" presName="horzSpace2" presStyleCnt="0"/>
      <dgm:spPr/>
    </dgm:pt>
    <dgm:pt modelId="{9AFAA6A3-CB85-4878-8096-AEC65EBE5D60}" type="pres">
      <dgm:prSet presAssocID="{61C43557-5015-4202-BAAF-8664BBF5A0FF}" presName="tx2" presStyleLbl="revTx" presStyleIdx="5" presStyleCnt="8"/>
      <dgm:spPr/>
    </dgm:pt>
    <dgm:pt modelId="{6FDBA424-6C5E-47BE-9E24-490E5C1866CE}" type="pres">
      <dgm:prSet presAssocID="{61C43557-5015-4202-BAAF-8664BBF5A0FF}" presName="vert2" presStyleCnt="0"/>
      <dgm:spPr/>
    </dgm:pt>
    <dgm:pt modelId="{9EF620D3-3941-42E0-8EB2-132CEE9521EB}" type="pres">
      <dgm:prSet presAssocID="{61C43557-5015-4202-BAAF-8664BBF5A0FF}" presName="thinLine2b" presStyleLbl="callout" presStyleIdx="2" presStyleCnt="4"/>
      <dgm:spPr/>
    </dgm:pt>
    <dgm:pt modelId="{922C5825-DB10-4D46-BBD2-D3F238913EF6}" type="pres">
      <dgm:prSet presAssocID="{61C43557-5015-4202-BAAF-8664BBF5A0FF}" presName="vertSpace2b" presStyleCnt="0"/>
      <dgm:spPr/>
    </dgm:pt>
    <dgm:pt modelId="{295A0109-E34F-41B8-AC12-4DF56AF269EA}" type="pres">
      <dgm:prSet presAssocID="{66684E92-853A-4D42-A681-692F3D2198A4}" presName="thickLine" presStyleLbl="alignNode1" presStyleIdx="3" presStyleCnt="4"/>
      <dgm:spPr/>
    </dgm:pt>
    <dgm:pt modelId="{86981E08-9B04-4D09-8DEC-AEAFC580DF23}" type="pres">
      <dgm:prSet presAssocID="{66684E92-853A-4D42-A681-692F3D2198A4}" presName="horz1" presStyleCnt="0"/>
      <dgm:spPr/>
    </dgm:pt>
    <dgm:pt modelId="{38C5C792-F730-4016-9553-BC9BACF9EFAF}" type="pres">
      <dgm:prSet presAssocID="{66684E92-853A-4D42-A681-692F3D2198A4}" presName="tx1" presStyleLbl="revTx" presStyleIdx="6" presStyleCnt="8"/>
      <dgm:spPr/>
    </dgm:pt>
    <dgm:pt modelId="{1E4AFDD5-5421-4E75-9A42-1B9D3CF6EDFF}" type="pres">
      <dgm:prSet presAssocID="{66684E92-853A-4D42-A681-692F3D2198A4}" presName="vert1" presStyleCnt="0"/>
      <dgm:spPr/>
    </dgm:pt>
    <dgm:pt modelId="{F8DBD817-96E8-4FAD-9C69-AC924DC639D2}" type="pres">
      <dgm:prSet presAssocID="{63C729B6-3CA3-4B1E-A08B-7883686E1CA9}" presName="vertSpace2a" presStyleCnt="0"/>
      <dgm:spPr/>
    </dgm:pt>
    <dgm:pt modelId="{934076BB-8FE6-4284-A2FE-17BB693CC172}" type="pres">
      <dgm:prSet presAssocID="{63C729B6-3CA3-4B1E-A08B-7883686E1CA9}" presName="horz2" presStyleCnt="0"/>
      <dgm:spPr/>
    </dgm:pt>
    <dgm:pt modelId="{6E152554-C8B7-4E15-AEE4-6E73334BFE6E}" type="pres">
      <dgm:prSet presAssocID="{63C729B6-3CA3-4B1E-A08B-7883686E1CA9}" presName="horzSpace2" presStyleCnt="0"/>
      <dgm:spPr/>
    </dgm:pt>
    <dgm:pt modelId="{E883AD40-26F6-46D2-96B7-0C06327239DB}" type="pres">
      <dgm:prSet presAssocID="{63C729B6-3CA3-4B1E-A08B-7883686E1CA9}" presName="tx2" presStyleLbl="revTx" presStyleIdx="7" presStyleCnt="8"/>
      <dgm:spPr/>
    </dgm:pt>
    <dgm:pt modelId="{F384A436-879A-4AFF-BC6F-142DE873E969}" type="pres">
      <dgm:prSet presAssocID="{63C729B6-3CA3-4B1E-A08B-7883686E1CA9}" presName="vert2" presStyleCnt="0"/>
      <dgm:spPr/>
    </dgm:pt>
    <dgm:pt modelId="{5CAD30C4-2FCF-488F-B8D2-FC27DAE763DE}" type="pres">
      <dgm:prSet presAssocID="{63C729B6-3CA3-4B1E-A08B-7883686E1CA9}" presName="thinLine2b" presStyleLbl="callout" presStyleIdx="3" presStyleCnt="4"/>
      <dgm:spPr/>
    </dgm:pt>
    <dgm:pt modelId="{EE5B9691-2B78-4226-8CB2-F4255081966B}" type="pres">
      <dgm:prSet presAssocID="{63C729B6-3CA3-4B1E-A08B-7883686E1CA9}" presName="vertSpace2b" presStyleCnt="0"/>
      <dgm:spPr/>
    </dgm:pt>
  </dgm:ptLst>
  <dgm:cxnLst>
    <dgm:cxn modelId="{45AD8908-C121-401D-AA60-E8CF106A3ADE}" type="presOf" srcId="{B818CABC-92E5-4171-8873-A1B62DDEB1D2}" destId="{90557A91-EF7A-491C-91BE-D7B29F6F2F26}" srcOrd="0" destOrd="0" presId="urn:microsoft.com/office/officeart/2008/layout/LinedList"/>
    <dgm:cxn modelId="{F528B916-2F25-4DF3-9ECE-C8FF38BEAF8E}" type="presOf" srcId="{A1F0653D-3D17-4AB8-913B-BABAA64BDF2F}" destId="{77DBE773-E540-44DD-A60F-1408B8D79B8E}" srcOrd="0" destOrd="0" presId="urn:microsoft.com/office/officeart/2008/layout/LinedList"/>
    <dgm:cxn modelId="{C863861B-01A6-4FFA-A5EC-CBF5C18F00EF}" srcId="{3411A8E0-6F12-43A3-BBF5-3EC7EACBB041}" destId="{4B4D1E4F-23D5-420E-AD15-D7721A35887F}" srcOrd="0" destOrd="0" parTransId="{BE96684E-74D3-40F9-AE59-FF4638891E4B}" sibTransId="{E3D27488-36C1-4E21-AA24-087B5344DCB6}"/>
    <dgm:cxn modelId="{C9C62A27-3FD2-44D3-B7E2-6CAB325DCC9C}" type="presOf" srcId="{78225B33-3463-4368-B8E8-E718700E8330}" destId="{EB198D72-52FA-4C5E-ADB3-182AE2C0695C}" srcOrd="0" destOrd="0" presId="urn:microsoft.com/office/officeart/2008/layout/LinedList"/>
    <dgm:cxn modelId="{43AC6360-F289-4797-9C46-1B51FB1266FB}" srcId="{556A2D7A-E0E1-4E9C-B8E3-B492D141B65F}" destId="{78225B33-3463-4368-B8E8-E718700E8330}" srcOrd="0" destOrd="0" parTransId="{6E2F3730-6C3E-43F1-A2E5-CC3D3EC71949}" sibTransId="{572D2450-BB00-4EB1-9C28-D46683F8385B}"/>
    <dgm:cxn modelId="{19E0CD44-90CA-4065-9C4F-A544BCB0E818}" type="presOf" srcId="{4B4D1E4F-23D5-420E-AD15-D7721A35887F}" destId="{D9A869BF-0B64-4881-AD8E-A5476EFB144E}" srcOrd="0" destOrd="0" presId="urn:microsoft.com/office/officeart/2008/layout/LinedList"/>
    <dgm:cxn modelId="{2B00126E-84EA-428E-9667-EBB038C41328}" type="presOf" srcId="{61C43557-5015-4202-BAAF-8664BBF5A0FF}" destId="{9AFAA6A3-CB85-4878-8096-AEC65EBE5D60}" srcOrd="0" destOrd="0" presId="urn:microsoft.com/office/officeart/2008/layout/LinedList"/>
    <dgm:cxn modelId="{CEE7506E-DF59-4F51-A1C5-002E69BCDB8C}" type="presOf" srcId="{556A2D7A-E0E1-4E9C-B8E3-B492D141B65F}" destId="{F22EFA45-AF00-42D5-B04E-E807FEAE1310}" srcOrd="0" destOrd="0" presId="urn:microsoft.com/office/officeart/2008/layout/LinedList"/>
    <dgm:cxn modelId="{B765C978-F15B-4D19-BB80-B932949BE072}" type="presOf" srcId="{63C729B6-3CA3-4B1E-A08B-7883686E1CA9}" destId="{E883AD40-26F6-46D2-96B7-0C06327239DB}" srcOrd="0" destOrd="0" presId="urn:microsoft.com/office/officeart/2008/layout/LinedList"/>
    <dgm:cxn modelId="{4695A280-94D4-4E89-9914-EE341995F22E}" srcId="{A1F0653D-3D17-4AB8-913B-BABAA64BDF2F}" destId="{556A2D7A-E0E1-4E9C-B8E3-B492D141B65F}" srcOrd="0" destOrd="0" parTransId="{44156B56-2887-43C0-B326-DEBCB0746693}" sibTransId="{A7C80FB0-2C06-41D6-BCD0-F90616E85B86}"/>
    <dgm:cxn modelId="{F96A2394-B609-4E73-8AD6-F33D805CCEAD}" srcId="{A1F0653D-3D17-4AB8-913B-BABAA64BDF2F}" destId="{B818CABC-92E5-4171-8873-A1B62DDEB1D2}" srcOrd="2" destOrd="0" parTransId="{BE2A9298-1B87-40AC-B1E8-640D0D8FD294}" sibTransId="{77EC2A61-B644-4C93-B9AD-A6FF4E895808}"/>
    <dgm:cxn modelId="{8EA97F95-E04C-4974-A510-27A761336D42}" srcId="{B818CABC-92E5-4171-8873-A1B62DDEB1D2}" destId="{61C43557-5015-4202-BAAF-8664BBF5A0FF}" srcOrd="0" destOrd="0" parTransId="{2C77D32A-398F-4A48-8922-931019B26EEB}" sibTransId="{E8004F93-B3BD-405D-A1CE-97BC4A061B8B}"/>
    <dgm:cxn modelId="{22010CAB-C396-41C8-AAC8-B2EAB207BB1F}" type="presOf" srcId="{3411A8E0-6F12-43A3-BBF5-3EC7EACBB041}" destId="{B4FDAB3D-0E1F-4577-801B-AA9DC7FA89BC}" srcOrd="0" destOrd="0" presId="urn:microsoft.com/office/officeart/2008/layout/LinedList"/>
    <dgm:cxn modelId="{7B3380B2-17D9-4965-9B40-3B532651729B}" srcId="{66684E92-853A-4D42-A681-692F3D2198A4}" destId="{63C729B6-3CA3-4B1E-A08B-7883686E1CA9}" srcOrd="0" destOrd="0" parTransId="{83D55BDB-1687-46CE-B342-A1F077E1818C}" sibTransId="{5785D000-D7D9-4561-A5B1-DC33CD6DACC3}"/>
    <dgm:cxn modelId="{B2EA05C3-33E4-4EA9-A287-48A9D5A3D1E5}" srcId="{A1F0653D-3D17-4AB8-913B-BABAA64BDF2F}" destId="{3411A8E0-6F12-43A3-BBF5-3EC7EACBB041}" srcOrd="1" destOrd="0" parTransId="{7D2D79F8-A2D9-4ACB-9355-C27282E34F78}" sibTransId="{728A1BF6-BCFB-4E94-9886-D5A6991CB25A}"/>
    <dgm:cxn modelId="{7F6F59ED-5DF5-49FE-B5D7-E8F8F0080DE0}" type="presOf" srcId="{66684E92-853A-4D42-A681-692F3D2198A4}" destId="{38C5C792-F730-4016-9553-BC9BACF9EFAF}" srcOrd="0" destOrd="0" presId="urn:microsoft.com/office/officeart/2008/layout/LinedList"/>
    <dgm:cxn modelId="{7E0A55FA-DA54-493D-8A84-333EBD7CB02E}" srcId="{A1F0653D-3D17-4AB8-913B-BABAA64BDF2F}" destId="{66684E92-853A-4D42-A681-692F3D2198A4}" srcOrd="3" destOrd="0" parTransId="{8D2B70B2-FE27-47AE-A268-1B1F76E46CD5}" sibTransId="{4E082462-06E7-45D4-88E0-65489BA8AB18}"/>
    <dgm:cxn modelId="{7DD1E835-073C-4F19-A308-8CC4878E283C}" type="presParOf" srcId="{77DBE773-E540-44DD-A60F-1408B8D79B8E}" destId="{10C0A0E2-C393-419D-B50C-7B566908149C}" srcOrd="0" destOrd="0" presId="urn:microsoft.com/office/officeart/2008/layout/LinedList"/>
    <dgm:cxn modelId="{4D7CF972-1262-4007-B928-823AB85A168B}" type="presParOf" srcId="{77DBE773-E540-44DD-A60F-1408B8D79B8E}" destId="{BAFAB9B8-4D8C-4BE6-A0DB-11D705021FF9}" srcOrd="1" destOrd="0" presId="urn:microsoft.com/office/officeart/2008/layout/LinedList"/>
    <dgm:cxn modelId="{30DDE32A-4658-4DFA-9B35-E4A83DE6819C}" type="presParOf" srcId="{BAFAB9B8-4D8C-4BE6-A0DB-11D705021FF9}" destId="{F22EFA45-AF00-42D5-B04E-E807FEAE1310}" srcOrd="0" destOrd="0" presId="urn:microsoft.com/office/officeart/2008/layout/LinedList"/>
    <dgm:cxn modelId="{22825963-C7EB-4DC9-80BB-C0BB1673FD4C}" type="presParOf" srcId="{BAFAB9B8-4D8C-4BE6-A0DB-11D705021FF9}" destId="{ECCA0DE8-96A1-4F7D-AF63-151597052856}" srcOrd="1" destOrd="0" presId="urn:microsoft.com/office/officeart/2008/layout/LinedList"/>
    <dgm:cxn modelId="{E2E2E496-F46C-43B4-89EB-C25D6DF0FF29}" type="presParOf" srcId="{ECCA0DE8-96A1-4F7D-AF63-151597052856}" destId="{C716300A-272F-4126-84A4-C005CD8F148C}" srcOrd="0" destOrd="0" presId="urn:microsoft.com/office/officeart/2008/layout/LinedList"/>
    <dgm:cxn modelId="{1E79C7E5-563B-4199-B60A-21F822826585}" type="presParOf" srcId="{ECCA0DE8-96A1-4F7D-AF63-151597052856}" destId="{E0D39055-10BA-4C6B-A982-421F69059A91}" srcOrd="1" destOrd="0" presId="urn:microsoft.com/office/officeart/2008/layout/LinedList"/>
    <dgm:cxn modelId="{407E2744-54B3-477B-8788-7722F67C0187}" type="presParOf" srcId="{E0D39055-10BA-4C6B-A982-421F69059A91}" destId="{DC59BF5B-0562-4A9A-83C4-A30A045DC87A}" srcOrd="0" destOrd="0" presId="urn:microsoft.com/office/officeart/2008/layout/LinedList"/>
    <dgm:cxn modelId="{B431DD58-C54E-47C9-8D18-6FA39087704F}" type="presParOf" srcId="{E0D39055-10BA-4C6B-A982-421F69059A91}" destId="{EB198D72-52FA-4C5E-ADB3-182AE2C0695C}" srcOrd="1" destOrd="0" presId="urn:microsoft.com/office/officeart/2008/layout/LinedList"/>
    <dgm:cxn modelId="{74C0A698-2B51-4169-8BE9-14A15F59BF90}" type="presParOf" srcId="{E0D39055-10BA-4C6B-A982-421F69059A91}" destId="{44832224-2391-452E-933D-791FE5AB2B3E}" srcOrd="2" destOrd="0" presId="urn:microsoft.com/office/officeart/2008/layout/LinedList"/>
    <dgm:cxn modelId="{3AFEF1FC-D61F-4DF4-AE71-C901942C9919}" type="presParOf" srcId="{ECCA0DE8-96A1-4F7D-AF63-151597052856}" destId="{3B82B8F2-CD38-4558-8B20-FBFB708AAD48}" srcOrd="2" destOrd="0" presId="urn:microsoft.com/office/officeart/2008/layout/LinedList"/>
    <dgm:cxn modelId="{E8E65586-0D11-49A5-8612-76809BCD01B3}" type="presParOf" srcId="{ECCA0DE8-96A1-4F7D-AF63-151597052856}" destId="{41A12167-4CCF-47CC-8EA4-091FA6CB123C}" srcOrd="3" destOrd="0" presId="urn:microsoft.com/office/officeart/2008/layout/LinedList"/>
    <dgm:cxn modelId="{33B31CBE-F96F-4875-86CC-F5C523E7EDB2}" type="presParOf" srcId="{77DBE773-E540-44DD-A60F-1408B8D79B8E}" destId="{23E74E0D-EBD1-4E1D-80C3-A3A7CBC44661}" srcOrd="2" destOrd="0" presId="urn:microsoft.com/office/officeart/2008/layout/LinedList"/>
    <dgm:cxn modelId="{DBD862C4-79AC-4A05-BD32-E65D94398C4E}" type="presParOf" srcId="{77DBE773-E540-44DD-A60F-1408B8D79B8E}" destId="{5DFCBEDA-F9E3-478B-843E-79EED544FEE5}" srcOrd="3" destOrd="0" presId="urn:microsoft.com/office/officeart/2008/layout/LinedList"/>
    <dgm:cxn modelId="{482CF646-5CF6-412E-A85A-F174215A2356}" type="presParOf" srcId="{5DFCBEDA-F9E3-478B-843E-79EED544FEE5}" destId="{B4FDAB3D-0E1F-4577-801B-AA9DC7FA89BC}" srcOrd="0" destOrd="0" presId="urn:microsoft.com/office/officeart/2008/layout/LinedList"/>
    <dgm:cxn modelId="{60B85DB8-919F-4C5E-B1EC-ABB172101879}" type="presParOf" srcId="{5DFCBEDA-F9E3-478B-843E-79EED544FEE5}" destId="{A1D93C7F-1DAB-4FA0-8B6B-2DCA19C7C0AA}" srcOrd="1" destOrd="0" presId="urn:microsoft.com/office/officeart/2008/layout/LinedList"/>
    <dgm:cxn modelId="{B273B533-3A85-435A-AB1B-4749BFA983C4}" type="presParOf" srcId="{A1D93C7F-1DAB-4FA0-8B6B-2DCA19C7C0AA}" destId="{506A24DC-B54D-49FB-B8E6-3DA4EB5268DB}" srcOrd="0" destOrd="0" presId="urn:microsoft.com/office/officeart/2008/layout/LinedList"/>
    <dgm:cxn modelId="{94ECD7C4-0942-457E-AF90-6573AD356AE5}" type="presParOf" srcId="{A1D93C7F-1DAB-4FA0-8B6B-2DCA19C7C0AA}" destId="{E2981475-3410-4AB5-8D93-B7A19C6615DF}" srcOrd="1" destOrd="0" presId="urn:microsoft.com/office/officeart/2008/layout/LinedList"/>
    <dgm:cxn modelId="{58E0C68A-8702-4E6B-B26A-87B04EE0ED31}" type="presParOf" srcId="{E2981475-3410-4AB5-8D93-B7A19C6615DF}" destId="{651BE79D-CC19-4547-BC1B-FB1BD946BBBF}" srcOrd="0" destOrd="0" presId="urn:microsoft.com/office/officeart/2008/layout/LinedList"/>
    <dgm:cxn modelId="{4BF672B0-AA6D-42A5-909F-EC3AEF2AB1E7}" type="presParOf" srcId="{E2981475-3410-4AB5-8D93-B7A19C6615DF}" destId="{D9A869BF-0B64-4881-AD8E-A5476EFB144E}" srcOrd="1" destOrd="0" presId="urn:microsoft.com/office/officeart/2008/layout/LinedList"/>
    <dgm:cxn modelId="{5F280777-7C0C-4421-8CC4-393BBF8EE1E4}" type="presParOf" srcId="{E2981475-3410-4AB5-8D93-B7A19C6615DF}" destId="{2AE41845-8743-4DA7-AAFE-BA9CAE1AB24B}" srcOrd="2" destOrd="0" presId="urn:microsoft.com/office/officeart/2008/layout/LinedList"/>
    <dgm:cxn modelId="{CAF101AE-A702-4766-AAA1-D23E0057B955}" type="presParOf" srcId="{A1D93C7F-1DAB-4FA0-8B6B-2DCA19C7C0AA}" destId="{BD27BBEB-8CC1-425C-92B7-BFD29F3986A3}" srcOrd="2" destOrd="0" presId="urn:microsoft.com/office/officeart/2008/layout/LinedList"/>
    <dgm:cxn modelId="{90F3794C-5C6C-40A5-80D9-E33D83F68737}" type="presParOf" srcId="{A1D93C7F-1DAB-4FA0-8B6B-2DCA19C7C0AA}" destId="{A0F2C15F-10B1-429E-9887-7247A4ADBAC5}" srcOrd="3" destOrd="0" presId="urn:microsoft.com/office/officeart/2008/layout/LinedList"/>
    <dgm:cxn modelId="{EA4752A9-02F1-4CE8-8206-53FC24EE1784}" type="presParOf" srcId="{77DBE773-E540-44DD-A60F-1408B8D79B8E}" destId="{5EE96B2A-5EA0-41BF-A904-0E27F398A74C}" srcOrd="4" destOrd="0" presId="urn:microsoft.com/office/officeart/2008/layout/LinedList"/>
    <dgm:cxn modelId="{6BF3E20B-51AD-4447-B830-9D13AFD50A43}" type="presParOf" srcId="{77DBE773-E540-44DD-A60F-1408B8D79B8E}" destId="{3D05AAAD-4FE7-4DAC-9E22-0BF875158B1F}" srcOrd="5" destOrd="0" presId="urn:microsoft.com/office/officeart/2008/layout/LinedList"/>
    <dgm:cxn modelId="{7A37B8E4-ED0C-435C-B560-9458EE2C8B67}" type="presParOf" srcId="{3D05AAAD-4FE7-4DAC-9E22-0BF875158B1F}" destId="{90557A91-EF7A-491C-91BE-D7B29F6F2F26}" srcOrd="0" destOrd="0" presId="urn:microsoft.com/office/officeart/2008/layout/LinedList"/>
    <dgm:cxn modelId="{428EB083-A6B8-4DCD-8182-06C5441F35C2}" type="presParOf" srcId="{3D05AAAD-4FE7-4DAC-9E22-0BF875158B1F}" destId="{5CF5B8EA-693E-40F9-B63C-D7A01543CE24}" srcOrd="1" destOrd="0" presId="urn:microsoft.com/office/officeart/2008/layout/LinedList"/>
    <dgm:cxn modelId="{D36A81B8-CB36-4019-968D-08941AAED069}" type="presParOf" srcId="{5CF5B8EA-693E-40F9-B63C-D7A01543CE24}" destId="{31E4797F-2A9A-4C46-A029-BB3CA13AD6A1}" srcOrd="0" destOrd="0" presId="urn:microsoft.com/office/officeart/2008/layout/LinedList"/>
    <dgm:cxn modelId="{C14E8DD6-9501-439C-9082-97C55EE8604A}" type="presParOf" srcId="{5CF5B8EA-693E-40F9-B63C-D7A01543CE24}" destId="{2AA7F391-077C-42B1-8E7F-4CC5C10872F9}" srcOrd="1" destOrd="0" presId="urn:microsoft.com/office/officeart/2008/layout/LinedList"/>
    <dgm:cxn modelId="{54EA1B45-872A-4EF4-AC3B-06F7D7F6D36A}" type="presParOf" srcId="{2AA7F391-077C-42B1-8E7F-4CC5C10872F9}" destId="{D6207072-686B-4197-AA53-58DBA9698A91}" srcOrd="0" destOrd="0" presId="urn:microsoft.com/office/officeart/2008/layout/LinedList"/>
    <dgm:cxn modelId="{4404733D-F7CE-44D8-84A8-E59CCABC209B}" type="presParOf" srcId="{2AA7F391-077C-42B1-8E7F-4CC5C10872F9}" destId="{9AFAA6A3-CB85-4878-8096-AEC65EBE5D60}" srcOrd="1" destOrd="0" presId="urn:microsoft.com/office/officeart/2008/layout/LinedList"/>
    <dgm:cxn modelId="{6C64B6A7-46F3-457D-AA22-4D25BB3123F4}" type="presParOf" srcId="{2AA7F391-077C-42B1-8E7F-4CC5C10872F9}" destId="{6FDBA424-6C5E-47BE-9E24-490E5C1866CE}" srcOrd="2" destOrd="0" presId="urn:microsoft.com/office/officeart/2008/layout/LinedList"/>
    <dgm:cxn modelId="{063F5804-2D95-4BA1-928A-4E35425B7337}" type="presParOf" srcId="{5CF5B8EA-693E-40F9-B63C-D7A01543CE24}" destId="{9EF620D3-3941-42E0-8EB2-132CEE9521EB}" srcOrd="2" destOrd="0" presId="urn:microsoft.com/office/officeart/2008/layout/LinedList"/>
    <dgm:cxn modelId="{516A875E-8393-4B5E-9F9E-2976139ED46E}" type="presParOf" srcId="{5CF5B8EA-693E-40F9-B63C-D7A01543CE24}" destId="{922C5825-DB10-4D46-BBD2-D3F238913EF6}" srcOrd="3" destOrd="0" presId="urn:microsoft.com/office/officeart/2008/layout/LinedList"/>
    <dgm:cxn modelId="{AEDA06F6-4053-454F-95F0-C01A9116F261}" type="presParOf" srcId="{77DBE773-E540-44DD-A60F-1408B8D79B8E}" destId="{295A0109-E34F-41B8-AC12-4DF56AF269EA}" srcOrd="6" destOrd="0" presId="urn:microsoft.com/office/officeart/2008/layout/LinedList"/>
    <dgm:cxn modelId="{71FFE922-175C-4896-BA44-BD37CB6C7CD5}" type="presParOf" srcId="{77DBE773-E540-44DD-A60F-1408B8D79B8E}" destId="{86981E08-9B04-4D09-8DEC-AEAFC580DF23}" srcOrd="7" destOrd="0" presId="urn:microsoft.com/office/officeart/2008/layout/LinedList"/>
    <dgm:cxn modelId="{92EAF016-DA11-4559-A028-12518E1A7E19}" type="presParOf" srcId="{86981E08-9B04-4D09-8DEC-AEAFC580DF23}" destId="{38C5C792-F730-4016-9553-BC9BACF9EFAF}" srcOrd="0" destOrd="0" presId="urn:microsoft.com/office/officeart/2008/layout/LinedList"/>
    <dgm:cxn modelId="{AC87DCBC-7B9C-4C78-AAFC-0136F95DFF6A}" type="presParOf" srcId="{86981E08-9B04-4D09-8DEC-AEAFC580DF23}" destId="{1E4AFDD5-5421-4E75-9A42-1B9D3CF6EDFF}" srcOrd="1" destOrd="0" presId="urn:microsoft.com/office/officeart/2008/layout/LinedList"/>
    <dgm:cxn modelId="{4B75168A-3383-4CC5-8E0C-B36DC510E54E}" type="presParOf" srcId="{1E4AFDD5-5421-4E75-9A42-1B9D3CF6EDFF}" destId="{F8DBD817-96E8-4FAD-9C69-AC924DC639D2}" srcOrd="0" destOrd="0" presId="urn:microsoft.com/office/officeart/2008/layout/LinedList"/>
    <dgm:cxn modelId="{5C7E0EC1-E40A-46D9-8BF6-15A28D7ABEAF}" type="presParOf" srcId="{1E4AFDD5-5421-4E75-9A42-1B9D3CF6EDFF}" destId="{934076BB-8FE6-4284-A2FE-17BB693CC172}" srcOrd="1" destOrd="0" presId="urn:microsoft.com/office/officeart/2008/layout/LinedList"/>
    <dgm:cxn modelId="{320B397D-3A13-4DC5-A858-46760FCC18BA}" type="presParOf" srcId="{934076BB-8FE6-4284-A2FE-17BB693CC172}" destId="{6E152554-C8B7-4E15-AEE4-6E73334BFE6E}" srcOrd="0" destOrd="0" presId="urn:microsoft.com/office/officeart/2008/layout/LinedList"/>
    <dgm:cxn modelId="{69839050-7A26-4138-AEEE-5BCC995E9134}" type="presParOf" srcId="{934076BB-8FE6-4284-A2FE-17BB693CC172}" destId="{E883AD40-26F6-46D2-96B7-0C06327239DB}" srcOrd="1" destOrd="0" presId="urn:microsoft.com/office/officeart/2008/layout/LinedList"/>
    <dgm:cxn modelId="{2817AEDF-F878-49BC-9878-21D6158D6804}" type="presParOf" srcId="{934076BB-8FE6-4284-A2FE-17BB693CC172}" destId="{F384A436-879A-4AFF-BC6F-142DE873E969}" srcOrd="2" destOrd="0" presId="urn:microsoft.com/office/officeart/2008/layout/LinedList"/>
    <dgm:cxn modelId="{A8DB3B3B-DBC5-4C5C-A967-19C34323AA10}" type="presParOf" srcId="{1E4AFDD5-5421-4E75-9A42-1B9D3CF6EDFF}" destId="{5CAD30C4-2FCF-488F-B8D2-FC27DAE763DE}" srcOrd="2" destOrd="0" presId="urn:microsoft.com/office/officeart/2008/layout/LinedList"/>
    <dgm:cxn modelId="{FB1CA0D5-901F-4331-A8AC-C0147F85BE59}" type="presParOf" srcId="{1E4AFDD5-5421-4E75-9A42-1B9D3CF6EDFF}" destId="{EE5B9691-2B78-4226-8CB2-F4255081966B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1F0653D-3D17-4AB8-913B-BABAA64BDF2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D17E3B-B8FF-4CF3-B615-E983FFC037FD}">
      <dgm:prSet phldrT="[Text]" custT="1"/>
      <dgm:spPr/>
      <dgm:t>
        <a:bodyPr/>
        <a:lstStyle/>
        <a:p>
          <a:pPr algn="l"/>
          <a:r>
            <a:rPr lang="en-US" sz="2400" dirty="0"/>
            <a:t>5</a:t>
          </a:r>
        </a:p>
      </dgm:t>
    </dgm:pt>
    <dgm:pt modelId="{C8425947-FC6B-4873-A7CE-354F33282D48}" type="parTrans" cxnId="{7DBA1DF6-5783-45BD-B9E0-B05384EE58D1}">
      <dgm:prSet/>
      <dgm:spPr/>
      <dgm:t>
        <a:bodyPr/>
        <a:lstStyle/>
        <a:p>
          <a:endParaRPr lang="en-US"/>
        </a:p>
      </dgm:t>
    </dgm:pt>
    <dgm:pt modelId="{A5F26753-4401-47D9-96A2-8C04C24023B6}" type="sibTrans" cxnId="{7DBA1DF6-5783-45BD-B9E0-B05384EE58D1}">
      <dgm:prSet/>
      <dgm:spPr/>
      <dgm:t>
        <a:bodyPr/>
        <a:lstStyle/>
        <a:p>
          <a:endParaRPr lang="en-US"/>
        </a:p>
      </dgm:t>
    </dgm:pt>
    <dgm:pt modelId="{4A3EDD7F-64F6-4107-83B5-F5E0C7D0F0B7}">
      <dgm:prSet phldrT="[Text]" custT="1"/>
      <dgm:spPr/>
      <dgm:t>
        <a:bodyPr/>
        <a:lstStyle/>
        <a:p>
          <a:pPr algn="l"/>
          <a:r>
            <a:rPr lang="en-US" sz="2400" dirty="0"/>
            <a:t>6</a:t>
          </a:r>
        </a:p>
      </dgm:t>
    </dgm:pt>
    <dgm:pt modelId="{214B77C0-88F6-40DC-BD27-FDD3F15EA418}" type="parTrans" cxnId="{E5FAD76C-E2BD-4CF0-AF87-E446E2543F64}">
      <dgm:prSet/>
      <dgm:spPr/>
      <dgm:t>
        <a:bodyPr/>
        <a:lstStyle/>
        <a:p>
          <a:endParaRPr lang="en-US"/>
        </a:p>
      </dgm:t>
    </dgm:pt>
    <dgm:pt modelId="{1C770B81-B73C-40AA-8A8C-5ED33EC373EC}" type="sibTrans" cxnId="{E5FAD76C-E2BD-4CF0-AF87-E446E2543F64}">
      <dgm:prSet/>
      <dgm:spPr/>
      <dgm:t>
        <a:bodyPr/>
        <a:lstStyle/>
        <a:p>
          <a:endParaRPr lang="en-US"/>
        </a:p>
      </dgm:t>
    </dgm:pt>
    <dgm:pt modelId="{D8E542F6-7BE6-4AAC-9EC2-64EAE3EC0D94}">
      <dgm:prSet phldrT="[Text]" custT="1"/>
      <dgm:spPr/>
      <dgm:t>
        <a:bodyPr/>
        <a:lstStyle/>
        <a:p>
          <a:pPr algn="l"/>
          <a:r>
            <a:rPr lang="en-US" sz="2400" dirty="0"/>
            <a:t>7</a:t>
          </a:r>
        </a:p>
      </dgm:t>
    </dgm:pt>
    <dgm:pt modelId="{F500C893-C5A6-44B5-BA05-D1150FF545F8}" type="parTrans" cxnId="{8A5AE1B9-38E9-44A4-BEEE-5D173F17957E}">
      <dgm:prSet/>
      <dgm:spPr/>
      <dgm:t>
        <a:bodyPr/>
        <a:lstStyle/>
        <a:p>
          <a:endParaRPr lang="en-US"/>
        </a:p>
      </dgm:t>
    </dgm:pt>
    <dgm:pt modelId="{EE83765D-271B-416D-AE72-CEEED982A6B5}" type="sibTrans" cxnId="{8A5AE1B9-38E9-44A4-BEEE-5D173F17957E}">
      <dgm:prSet/>
      <dgm:spPr/>
      <dgm:t>
        <a:bodyPr/>
        <a:lstStyle/>
        <a:p>
          <a:endParaRPr lang="en-US"/>
        </a:p>
      </dgm:t>
    </dgm:pt>
    <dgm:pt modelId="{60A58673-69F9-4297-9B4B-476F2D8E525E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Hukum Agama Kristen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Protestan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Sumber-sumber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hukumnya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protestan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sama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Kristen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katolik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yakni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Al-Kitab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penyebutan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nama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Injil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diambil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perjanjian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baru</a:t>
          </a:r>
          <a:endParaRPr lang="en-US" sz="2000" dirty="0">
            <a:latin typeface="+mn-lt"/>
          </a:endParaRPr>
        </a:p>
      </dgm:t>
    </dgm:pt>
    <dgm:pt modelId="{4D3B5349-4E69-468D-B2D8-ACB31B0E5C08}" type="parTrans" cxnId="{E845C49F-5026-461D-84F0-B15A9B3FEA05}">
      <dgm:prSet/>
      <dgm:spPr/>
      <dgm:t>
        <a:bodyPr/>
        <a:lstStyle/>
        <a:p>
          <a:endParaRPr lang="en-US"/>
        </a:p>
      </dgm:t>
    </dgm:pt>
    <dgm:pt modelId="{DD0FE846-317F-4228-93DA-702067263641}" type="sibTrans" cxnId="{E845C49F-5026-461D-84F0-B15A9B3FEA05}">
      <dgm:prSet/>
      <dgm:spPr/>
      <dgm:t>
        <a:bodyPr/>
        <a:lstStyle/>
        <a:p>
          <a:endParaRPr lang="en-US"/>
        </a:p>
      </dgm:t>
    </dgm:pt>
    <dgm:pt modelId="{A3570756-33E4-4934-A923-93188282B5F9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Hukum Agama Hindu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merujuk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 pada 2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kelompok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kelompok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sruti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kelompok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smerti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Macam-macam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kitabnya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Weda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Bhagawadgita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Upanishad, Purana dan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Itihasa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agama Hindu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mengenal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berbagai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lainnya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seperti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misalnya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: Tantra,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Jyotisha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Darsana,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Salwasutra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Nitisastra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Kalpa, Chanda, dan lain-lain.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Kebanyakan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tersebut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tergolong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Smerti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karena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memuat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ajaran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astronomi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tata negara,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sosial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kepemimpinan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bangunan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pertukangan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, dan lain-lain.</a:t>
          </a:r>
          <a:endParaRPr lang="en-US" sz="2000" dirty="0">
            <a:latin typeface="+mn-lt"/>
          </a:endParaRPr>
        </a:p>
      </dgm:t>
    </dgm:pt>
    <dgm:pt modelId="{575A96BB-60BA-4ADC-9498-85B24B2E8EC9}" type="parTrans" cxnId="{FCB6929A-8C01-4FC9-867A-55CA677FED89}">
      <dgm:prSet/>
      <dgm:spPr/>
      <dgm:t>
        <a:bodyPr/>
        <a:lstStyle/>
        <a:p>
          <a:endParaRPr lang="en-US"/>
        </a:p>
      </dgm:t>
    </dgm:pt>
    <dgm:pt modelId="{9A08EFD7-B79D-408C-B15E-D4FEBA10516E}" type="sibTrans" cxnId="{FCB6929A-8C01-4FC9-867A-55CA677FED89}">
      <dgm:prSet/>
      <dgm:spPr/>
      <dgm:t>
        <a:bodyPr/>
        <a:lstStyle/>
        <a:p>
          <a:endParaRPr lang="en-US"/>
        </a:p>
      </dgm:t>
    </dgm:pt>
    <dgm:pt modelId="{0458E16B-B670-4A34-8DAE-B0FC02BB5FDE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Hukum Agama Buddha </a:t>
          </a:r>
          <a:r>
            <a:rPr lang="en-US" sz="20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dirty="0">
              <a:latin typeface="+mn-lt"/>
              <a:cs typeface="Times New Roman" panose="02020603050405020304" pitchFamily="18" charset="0"/>
            </a:rPr>
            <a:t> </a:t>
          </a:r>
          <a:r>
            <a:rPr lang="nn-NO" sz="2000" dirty="0">
              <a:latin typeface="+mn-lt"/>
              <a:cs typeface="Times New Roman" panose="02020603050405020304" pitchFamily="18" charset="0"/>
            </a:rPr>
            <a:t>Tripitaka yang berisi sabda dan ajaran sang hyang Buddha Gautama</a:t>
          </a:r>
          <a:endParaRPr lang="en-US" sz="2000" dirty="0">
            <a:latin typeface="+mn-lt"/>
          </a:endParaRPr>
        </a:p>
      </dgm:t>
    </dgm:pt>
    <dgm:pt modelId="{D8ADFDF5-A055-4664-A3BA-F62E1CCB4B6C}" type="parTrans" cxnId="{0CDA137B-9695-4C6B-9CAA-FBBFC7DE3A25}">
      <dgm:prSet/>
      <dgm:spPr/>
      <dgm:t>
        <a:bodyPr/>
        <a:lstStyle/>
        <a:p>
          <a:endParaRPr lang="en-US"/>
        </a:p>
      </dgm:t>
    </dgm:pt>
    <dgm:pt modelId="{A6A7C78C-8CEC-4A04-A7C5-4EE859952A94}" type="sibTrans" cxnId="{0CDA137B-9695-4C6B-9CAA-FBBFC7DE3A25}">
      <dgm:prSet/>
      <dgm:spPr/>
      <dgm:t>
        <a:bodyPr/>
        <a:lstStyle/>
        <a:p>
          <a:endParaRPr lang="en-US"/>
        </a:p>
      </dgm:t>
    </dgm:pt>
    <dgm:pt modelId="{506DE817-18D6-45E2-B10B-B916B946E0EA}" type="pres">
      <dgm:prSet presAssocID="{A1F0653D-3D17-4AB8-913B-BABAA64BDF2F}" presName="linear" presStyleCnt="0">
        <dgm:presLayoutVars>
          <dgm:dir/>
          <dgm:animLvl val="lvl"/>
          <dgm:resizeHandles val="exact"/>
        </dgm:presLayoutVars>
      </dgm:prSet>
      <dgm:spPr/>
    </dgm:pt>
    <dgm:pt modelId="{6A4301C4-8D15-48E6-9C6A-8F7008B5E14F}" type="pres">
      <dgm:prSet presAssocID="{21D17E3B-B8FF-4CF3-B615-E983FFC037FD}" presName="parentLin" presStyleCnt="0"/>
      <dgm:spPr/>
    </dgm:pt>
    <dgm:pt modelId="{81C4837E-8B4A-4198-A4FD-7C2F6DA93E30}" type="pres">
      <dgm:prSet presAssocID="{21D17E3B-B8FF-4CF3-B615-E983FFC037FD}" presName="parentLeftMargin" presStyleLbl="node1" presStyleIdx="0" presStyleCnt="3"/>
      <dgm:spPr/>
    </dgm:pt>
    <dgm:pt modelId="{89CDA6EA-76A7-42B0-A9A6-FD0E967E144B}" type="pres">
      <dgm:prSet presAssocID="{21D17E3B-B8FF-4CF3-B615-E983FFC037FD}" presName="parentText" presStyleLbl="node1" presStyleIdx="0" presStyleCnt="3" custScaleX="9495">
        <dgm:presLayoutVars>
          <dgm:chMax val="0"/>
          <dgm:bulletEnabled val="1"/>
        </dgm:presLayoutVars>
      </dgm:prSet>
      <dgm:spPr/>
    </dgm:pt>
    <dgm:pt modelId="{F1643ACA-0AC4-490F-A630-E922A2C2A3AD}" type="pres">
      <dgm:prSet presAssocID="{21D17E3B-B8FF-4CF3-B615-E983FFC037FD}" presName="negativeSpace" presStyleCnt="0"/>
      <dgm:spPr/>
    </dgm:pt>
    <dgm:pt modelId="{A7D7B9A7-1389-4231-A2F4-C1B445FBD28D}" type="pres">
      <dgm:prSet presAssocID="{21D17E3B-B8FF-4CF3-B615-E983FFC037FD}" presName="childText" presStyleLbl="conFgAcc1" presStyleIdx="0" presStyleCnt="3">
        <dgm:presLayoutVars>
          <dgm:bulletEnabled val="1"/>
        </dgm:presLayoutVars>
      </dgm:prSet>
      <dgm:spPr/>
    </dgm:pt>
    <dgm:pt modelId="{6E313521-4816-4B03-86D0-1B8FE1EA5035}" type="pres">
      <dgm:prSet presAssocID="{A5F26753-4401-47D9-96A2-8C04C24023B6}" presName="spaceBetweenRectangles" presStyleCnt="0"/>
      <dgm:spPr/>
    </dgm:pt>
    <dgm:pt modelId="{E9BAC108-7EB5-4865-BD59-AAB57CF2FD1E}" type="pres">
      <dgm:prSet presAssocID="{4A3EDD7F-64F6-4107-83B5-F5E0C7D0F0B7}" presName="parentLin" presStyleCnt="0"/>
      <dgm:spPr/>
    </dgm:pt>
    <dgm:pt modelId="{7EF0F062-9B31-4C19-950C-82E9A730B740}" type="pres">
      <dgm:prSet presAssocID="{4A3EDD7F-64F6-4107-83B5-F5E0C7D0F0B7}" presName="parentLeftMargin" presStyleLbl="node1" presStyleIdx="0" presStyleCnt="3"/>
      <dgm:spPr/>
    </dgm:pt>
    <dgm:pt modelId="{BB03D2CD-1BD4-422E-986A-5CB45B0EB262}" type="pres">
      <dgm:prSet presAssocID="{4A3EDD7F-64F6-4107-83B5-F5E0C7D0F0B7}" presName="parentText" presStyleLbl="node1" presStyleIdx="1" presStyleCnt="3" custScaleX="9495">
        <dgm:presLayoutVars>
          <dgm:chMax val="0"/>
          <dgm:bulletEnabled val="1"/>
        </dgm:presLayoutVars>
      </dgm:prSet>
      <dgm:spPr/>
    </dgm:pt>
    <dgm:pt modelId="{C1693528-45B7-482C-99B7-BCCEB60A9F9E}" type="pres">
      <dgm:prSet presAssocID="{4A3EDD7F-64F6-4107-83B5-F5E0C7D0F0B7}" presName="negativeSpace" presStyleCnt="0"/>
      <dgm:spPr/>
    </dgm:pt>
    <dgm:pt modelId="{D3EB1C98-4CCE-45B5-BDF9-7874FF1626AB}" type="pres">
      <dgm:prSet presAssocID="{4A3EDD7F-64F6-4107-83B5-F5E0C7D0F0B7}" presName="childText" presStyleLbl="conFgAcc1" presStyleIdx="1" presStyleCnt="3">
        <dgm:presLayoutVars>
          <dgm:bulletEnabled val="1"/>
        </dgm:presLayoutVars>
      </dgm:prSet>
      <dgm:spPr/>
    </dgm:pt>
    <dgm:pt modelId="{215283D7-4D43-4EE8-875D-AFCD29D39325}" type="pres">
      <dgm:prSet presAssocID="{1C770B81-B73C-40AA-8A8C-5ED33EC373EC}" presName="spaceBetweenRectangles" presStyleCnt="0"/>
      <dgm:spPr/>
    </dgm:pt>
    <dgm:pt modelId="{6774C0F0-9736-4A2F-AD77-96CB8C1777B0}" type="pres">
      <dgm:prSet presAssocID="{D8E542F6-7BE6-4AAC-9EC2-64EAE3EC0D94}" presName="parentLin" presStyleCnt="0"/>
      <dgm:spPr/>
    </dgm:pt>
    <dgm:pt modelId="{597519B9-892A-4CCC-8C6E-874FAEF4678A}" type="pres">
      <dgm:prSet presAssocID="{D8E542F6-7BE6-4AAC-9EC2-64EAE3EC0D94}" presName="parentLeftMargin" presStyleLbl="node1" presStyleIdx="1" presStyleCnt="3"/>
      <dgm:spPr/>
    </dgm:pt>
    <dgm:pt modelId="{6886E09E-8A14-4F19-88E9-7D1EC5278B3A}" type="pres">
      <dgm:prSet presAssocID="{D8E542F6-7BE6-4AAC-9EC2-64EAE3EC0D94}" presName="parentText" presStyleLbl="node1" presStyleIdx="2" presStyleCnt="3" custScaleX="9495">
        <dgm:presLayoutVars>
          <dgm:chMax val="0"/>
          <dgm:bulletEnabled val="1"/>
        </dgm:presLayoutVars>
      </dgm:prSet>
      <dgm:spPr/>
    </dgm:pt>
    <dgm:pt modelId="{03FC2D92-BA2B-4061-95E6-06F698C01B60}" type="pres">
      <dgm:prSet presAssocID="{D8E542F6-7BE6-4AAC-9EC2-64EAE3EC0D94}" presName="negativeSpace" presStyleCnt="0"/>
      <dgm:spPr/>
    </dgm:pt>
    <dgm:pt modelId="{2C5F5E52-127A-4F8B-8CE5-6FB8CF4AD12F}" type="pres">
      <dgm:prSet presAssocID="{D8E542F6-7BE6-4AAC-9EC2-64EAE3EC0D9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67EE50A-B5BD-46A5-B3BD-9698D1846A32}" type="presOf" srcId="{0458E16B-B670-4A34-8DAE-B0FC02BB5FDE}" destId="{2C5F5E52-127A-4F8B-8CE5-6FB8CF4AD12F}" srcOrd="0" destOrd="0" presId="urn:microsoft.com/office/officeart/2005/8/layout/list1"/>
    <dgm:cxn modelId="{3FCA7D0E-5D54-4AA1-93B0-C49B39C36392}" type="presOf" srcId="{21D17E3B-B8FF-4CF3-B615-E983FFC037FD}" destId="{89CDA6EA-76A7-42B0-A9A6-FD0E967E144B}" srcOrd="1" destOrd="0" presId="urn:microsoft.com/office/officeart/2005/8/layout/list1"/>
    <dgm:cxn modelId="{2671ED16-EA4B-434E-B6CF-1372BB5DE340}" type="presOf" srcId="{60A58673-69F9-4297-9B4B-476F2D8E525E}" destId="{A7D7B9A7-1389-4231-A2F4-C1B445FBD28D}" srcOrd="0" destOrd="0" presId="urn:microsoft.com/office/officeart/2005/8/layout/list1"/>
    <dgm:cxn modelId="{0282082E-28F2-4ADC-882D-CC36B9C41F61}" type="presOf" srcId="{A1F0653D-3D17-4AB8-913B-BABAA64BDF2F}" destId="{506DE817-18D6-45E2-B10B-B916B946E0EA}" srcOrd="0" destOrd="0" presId="urn:microsoft.com/office/officeart/2005/8/layout/list1"/>
    <dgm:cxn modelId="{F7AD3F42-6213-4758-91B6-7D4DAA05CEE6}" type="presOf" srcId="{4A3EDD7F-64F6-4107-83B5-F5E0C7D0F0B7}" destId="{7EF0F062-9B31-4C19-950C-82E9A730B740}" srcOrd="0" destOrd="0" presId="urn:microsoft.com/office/officeart/2005/8/layout/list1"/>
    <dgm:cxn modelId="{A676AB63-C513-493D-A5F7-93F5BFBA12E6}" type="presOf" srcId="{D8E542F6-7BE6-4AAC-9EC2-64EAE3EC0D94}" destId="{6886E09E-8A14-4F19-88E9-7D1EC5278B3A}" srcOrd="1" destOrd="0" presId="urn:microsoft.com/office/officeart/2005/8/layout/list1"/>
    <dgm:cxn modelId="{8ACBB145-3D7C-41CD-B61E-27E790D9473C}" type="presOf" srcId="{A3570756-33E4-4934-A923-93188282B5F9}" destId="{D3EB1C98-4CCE-45B5-BDF9-7874FF1626AB}" srcOrd="0" destOrd="0" presId="urn:microsoft.com/office/officeart/2005/8/layout/list1"/>
    <dgm:cxn modelId="{E5FAD76C-E2BD-4CF0-AF87-E446E2543F64}" srcId="{A1F0653D-3D17-4AB8-913B-BABAA64BDF2F}" destId="{4A3EDD7F-64F6-4107-83B5-F5E0C7D0F0B7}" srcOrd="1" destOrd="0" parTransId="{214B77C0-88F6-40DC-BD27-FDD3F15EA418}" sibTransId="{1C770B81-B73C-40AA-8A8C-5ED33EC373EC}"/>
    <dgm:cxn modelId="{96131F5A-9129-4576-8F6C-3AFCB84D5786}" type="presOf" srcId="{4A3EDD7F-64F6-4107-83B5-F5E0C7D0F0B7}" destId="{BB03D2CD-1BD4-422E-986A-5CB45B0EB262}" srcOrd="1" destOrd="0" presId="urn:microsoft.com/office/officeart/2005/8/layout/list1"/>
    <dgm:cxn modelId="{0CDA137B-9695-4C6B-9CAA-FBBFC7DE3A25}" srcId="{D8E542F6-7BE6-4AAC-9EC2-64EAE3EC0D94}" destId="{0458E16B-B670-4A34-8DAE-B0FC02BB5FDE}" srcOrd="0" destOrd="0" parTransId="{D8ADFDF5-A055-4664-A3BA-F62E1CCB4B6C}" sibTransId="{A6A7C78C-8CEC-4A04-A7C5-4EE859952A94}"/>
    <dgm:cxn modelId="{FCB6929A-8C01-4FC9-867A-55CA677FED89}" srcId="{4A3EDD7F-64F6-4107-83B5-F5E0C7D0F0B7}" destId="{A3570756-33E4-4934-A923-93188282B5F9}" srcOrd="0" destOrd="0" parTransId="{575A96BB-60BA-4ADC-9498-85B24B2E8EC9}" sibTransId="{9A08EFD7-B79D-408C-B15E-D4FEBA10516E}"/>
    <dgm:cxn modelId="{E845C49F-5026-461D-84F0-B15A9B3FEA05}" srcId="{21D17E3B-B8FF-4CF3-B615-E983FFC037FD}" destId="{60A58673-69F9-4297-9B4B-476F2D8E525E}" srcOrd="0" destOrd="0" parTransId="{4D3B5349-4E69-468D-B2D8-ACB31B0E5C08}" sibTransId="{DD0FE846-317F-4228-93DA-702067263641}"/>
    <dgm:cxn modelId="{FD3F3AB6-0597-4498-8769-DBF2EAA3813B}" type="presOf" srcId="{21D17E3B-B8FF-4CF3-B615-E983FFC037FD}" destId="{81C4837E-8B4A-4198-A4FD-7C2F6DA93E30}" srcOrd="0" destOrd="0" presId="urn:microsoft.com/office/officeart/2005/8/layout/list1"/>
    <dgm:cxn modelId="{8A5AE1B9-38E9-44A4-BEEE-5D173F17957E}" srcId="{A1F0653D-3D17-4AB8-913B-BABAA64BDF2F}" destId="{D8E542F6-7BE6-4AAC-9EC2-64EAE3EC0D94}" srcOrd="2" destOrd="0" parTransId="{F500C893-C5A6-44B5-BA05-D1150FF545F8}" sibTransId="{EE83765D-271B-416D-AE72-CEEED982A6B5}"/>
    <dgm:cxn modelId="{352AC2F2-2347-4C0E-B1A4-39DD890F1EF9}" type="presOf" srcId="{D8E542F6-7BE6-4AAC-9EC2-64EAE3EC0D94}" destId="{597519B9-892A-4CCC-8C6E-874FAEF4678A}" srcOrd="0" destOrd="0" presId="urn:microsoft.com/office/officeart/2005/8/layout/list1"/>
    <dgm:cxn modelId="{7DBA1DF6-5783-45BD-B9E0-B05384EE58D1}" srcId="{A1F0653D-3D17-4AB8-913B-BABAA64BDF2F}" destId="{21D17E3B-B8FF-4CF3-B615-E983FFC037FD}" srcOrd="0" destOrd="0" parTransId="{C8425947-FC6B-4873-A7CE-354F33282D48}" sibTransId="{A5F26753-4401-47D9-96A2-8C04C24023B6}"/>
    <dgm:cxn modelId="{A9BABC19-FFED-43A1-875A-B5282718D5B9}" type="presParOf" srcId="{506DE817-18D6-45E2-B10B-B916B946E0EA}" destId="{6A4301C4-8D15-48E6-9C6A-8F7008B5E14F}" srcOrd="0" destOrd="0" presId="urn:microsoft.com/office/officeart/2005/8/layout/list1"/>
    <dgm:cxn modelId="{2D5D41A5-5ECB-47EA-95C2-D38ACAEA3D8D}" type="presParOf" srcId="{6A4301C4-8D15-48E6-9C6A-8F7008B5E14F}" destId="{81C4837E-8B4A-4198-A4FD-7C2F6DA93E30}" srcOrd="0" destOrd="0" presId="urn:microsoft.com/office/officeart/2005/8/layout/list1"/>
    <dgm:cxn modelId="{897A8F0A-1ADA-4ED0-B0BC-4D38F185C9D7}" type="presParOf" srcId="{6A4301C4-8D15-48E6-9C6A-8F7008B5E14F}" destId="{89CDA6EA-76A7-42B0-A9A6-FD0E967E144B}" srcOrd="1" destOrd="0" presId="urn:microsoft.com/office/officeart/2005/8/layout/list1"/>
    <dgm:cxn modelId="{E61127E2-0D3E-4FE1-9F04-5E6A9C3F7AC7}" type="presParOf" srcId="{506DE817-18D6-45E2-B10B-B916B946E0EA}" destId="{F1643ACA-0AC4-490F-A630-E922A2C2A3AD}" srcOrd="1" destOrd="0" presId="urn:microsoft.com/office/officeart/2005/8/layout/list1"/>
    <dgm:cxn modelId="{4448A920-EA59-41AB-A10C-0BFD08D94D99}" type="presParOf" srcId="{506DE817-18D6-45E2-B10B-B916B946E0EA}" destId="{A7D7B9A7-1389-4231-A2F4-C1B445FBD28D}" srcOrd="2" destOrd="0" presId="urn:microsoft.com/office/officeart/2005/8/layout/list1"/>
    <dgm:cxn modelId="{15967A00-13F1-43B8-8EA5-E343C207848B}" type="presParOf" srcId="{506DE817-18D6-45E2-B10B-B916B946E0EA}" destId="{6E313521-4816-4B03-86D0-1B8FE1EA5035}" srcOrd="3" destOrd="0" presId="urn:microsoft.com/office/officeart/2005/8/layout/list1"/>
    <dgm:cxn modelId="{B9C05CD2-2DA3-4A22-A86C-9542ECF67F2D}" type="presParOf" srcId="{506DE817-18D6-45E2-B10B-B916B946E0EA}" destId="{E9BAC108-7EB5-4865-BD59-AAB57CF2FD1E}" srcOrd="4" destOrd="0" presId="urn:microsoft.com/office/officeart/2005/8/layout/list1"/>
    <dgm:cxn modelId="{C7FA5836-2851-46CA-A203-5ABC7A7B8B5F}" type="presParOf" srcId="{E9BAC108-7EB5-4865-BD59-AAB57CF2FD1E}" destId="{7EF0F062-9B31-4C19-950C-82E9A730B740}" srcOrd="0" destOrd="0" presId="urn:microsoft.com/office/officeart/2005/8/layout/list1"/>
    <dgm:cxn modelId="{3934013C-40BB-4495-8BAC-17366270EA03}" type="presParOf" srcId="{E9BAC108-7EB5-4865-BD59-AAB57CF2FD1E}" destId="{BB03D2CD-1BD4-422E-986A-5CB45B0EB262}" srcOrd="1" destOrd="0" presId="urn:microsoft.com/office/officeart/2005/8/layout/list1"/>
    <dgm:cxn modelId="{96A561B0-51CA-49DE-B236-C3BB695F3460}" type="presParOf" srcId="{506DE817-18D6-45E2-B10B-B916B946E0EA}" destId="{C1693528-45B7-482C-99B7-BCCEB60A9F9E}" srcOrd="5" destOrd="0" presId="urn:microsoft.com/office/officeart/2005/8/layout/list1"/>
    <dgm:cxn modelId="{BF13C2A9-0798-400C-B820-2288AE81A36A}" type="presParOf" srcId="{506DE817-18D6-45E2-B10B-B916B946E0EA}" destId="{D3EB1C98-4CCE-45B5-BDF9-7874FF1626AB}" srcOrd="6" destOrd="0" presId="urn:microsoft.com/office/officeart/2005/8/layout/list1"/>
    <dgm:cxn modelId="{39BC7E8A-3554-4EF3-A42C-7CF7090419A5}" type="presParOf" srcId="{506DE817-18D6-45E2-B10B-B916B946E0EA}" destId="{215283D7-4D43-4EE8-875D-AFCD29D39325}" srcOrd="7" destOrd="0" presId="urn:microsoft.com/office/officeart/2005/8/layout/list1"/>
    <dgm:cxn modelId="{6B1C2CD0-6F02-4AB6-AFE8-AD781256B6E4}" type="presParOf" srcId="{506DE817-18D6-45E2-B10B-B916B946E0EA}" destId="{6774C0F0-9736-4A2F-AD77-96CB8C1777B0}" srcOrd="8" destOrd="0" presId="urn:microsoft.com/office/officeart/2005/8/layout/list1"/>
    <dgm:cxn modelId="{191EE07E-C92A-41B7-9F8B-9C7E49D57978}" type="presParOf" srcId="{6774C0F0-9736-4A2F-AD77-96CB8C1777B0}" destId="{597519B9-892A-4CCC-8C6E-874FAEF4678A}" srcOrd="0" destOrd="0" presId="urn:microsoft.com/office/officeart/2005/8/layout/list1"/>
    <dgm:cxn modelId="{391B6698-F078-4637-A99D-9DE504901C9F}" type="presParOf" srcId="{6774C0F0-9736-4A2F-AD77-96CB8C1777B0}" destId="{6886E09E-8A14-4F19-88E9-7D1EC5278B3A}" srcOrd="1" destOrd="0" presId="urn:microsoft.com/office/officeart/2005/8/layout/list1"/>
    <dgm:cxn modelId="{50678A43-C416-4F81-AC56-506C1B39F3DC}" type="presParOf" srcId="{506DE817-18D6-45E2-B10B-B916B946E0EA}" destId="{03FC2D92-BA2B-4061-95E6-06F698C01B60}" srcOrd="9" destOrd="0" presId="urn:microsoft.com/office/officeart/2005/8/layout/list1"/>
    <dgm:cxn modelId="{5525ECBE-7153-4F57-ADC6-1C80EA1326F1}" type="presParOf" srcId="{506DE817-18D6-45E2-B10B-B916B946E0EA}" destId="{2C5F5E52-127A-4F8B-8CE5-6FB8CF4AD12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93F4D-6203-41B3-8C0B-4F4A606AA9E7}">
      <dsp:nvSpPr>
        <dsp:cNvPr id="0" name=""/>
        <dsp:cNvSpPr/>
      </dsp:nvSpPr>
      <dsp:spPr>
        <a:xfrm>
          <a:off x="0" y="395100"/>
          <a:ext cx="10694894" cy="3465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043" tIns="520700" rIns="830043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+mn-lt"/>
              <a:cs typeface="Times New Roman" panose="02020603050405020304" pitchFamily="18" charset="0"/>
            </a:rPr>
            <a:t>H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ukum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menurut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1" i="1" kern="1200" dirty="0">
              <a:effectLst/>
              <a:latin typeface="+mn-lt"/>
              <a:cs typeface="Times New Roman" panose="02020603050405020304" pitchFamily="18" charset="0"/>
            </a:rPr>
            <a:t>John Austin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adalah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peraturan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diadakan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untuk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memberikan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bimbingan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kepada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makhluk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berakal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oleh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makhluk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berakal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berkuasa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atasnya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. </a:t>
          </a:r>
          <a:endParaRPr lang="en-US" sz="2400" kern="1200" dirty="0">
            <a:latin typeface="+mn-lt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Sedangkan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menurut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1" i="1" kern="1200" dirty="0">
              <a:effectLst/>
              <a:latin typeface="+mn-lt"/>
              <a:cs typeface="Times New Roman" panose="02020603050405020304" pitchFamily="18" charset="0"/>
            </a:rPr>
            <a:t>Utrecht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hukum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adalah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himpunan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petunjuk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hidup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(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baik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perintah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atau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larangan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)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mengatur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tata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tertib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suatu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masyarakat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seharusnya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ditaati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oleh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anggota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masyarakat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dan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jika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dilanggar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dapat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menimbulkan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tindakan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dari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pihak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pemerintah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dari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masyarakat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itu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.</a:t>
          </a:r>
          <a:endParaRPr lang="en-US" sz="2400" kern="1200" dirty="0">
            <a:latin typeface="+mn-lt"/>
          </a:endParaRPr>
        </a:p>
      </dsp:txBody>
      <dsp:txXfrm>
        <a:off x="0" y="395100"/>
        <a:ext cx="10694894" cy="3465000"/>
      </dsp:txXfrm>
    </dsp:sp>
    <dsp:sp modelId="{513FFCC6-D55A-4F54-8050-AA14AA75268A}">
      <dsp:nvSpPr>
        <dsp:cNvPr id="0" name=""/>
        <dsp:cNvSpPr/>
      </dsp:nvSpPr>
      <dsp:spPr>
        <a:xfrm>
          <a:off x="534744" y="26100"/>
          <a:ext cx="2053826" cy="73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969" tIns="0" rIns="282969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+mn-lt"/>
              <a:cs typeface="Times New Roman" panose="02020603050405020304" pitchFamily="18" charset="0"/>
            </a:rPr>
            <a:t>Hukum</a:t>
          </a:r>
          <a:endParaRPr lang="en-US" sz="2800" kern="1200" dirty="0">
            <a:latin typeface="+mn-lt"/>
          </a:endParaRPr>
        </a:p>
      </dsp:txBody>
      <dsp:txXfrm>
        <a:off x="570770" y="62126"/>
        <a:ext cx="1981774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90063-0DBC-48B7-A672-E1416FFF7CC0}">
      <dsp:nvSpPr>
        <dsp:cNvPr id="0" name=""/>
        <dsp:cNvSpPr/>
      </dsp:nvSpPr>
      <dsp:spPr>
        <a:xfrm>
          <a:off x="0" y="343028"/>
          <a:ext cx="10165976" cy="34051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993" tIns="479044" rIns="788993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buku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Pengantar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Ilmu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Hukum oleh </a:t>
          </a:r>
          <a:r>
            <a:rPr lang="en-US" sz="2400" b="1" i="1" kern="1200" dirty="0">
              <a:effectLst/>
              <a:latin typeface="+mn-lt"/>
              <a:cs typeface="Times New Roman" panose="02020603050405020304" pitchFamily="18" charset="0"/>
            </a:rPr>
            <a:t>Tami Rusli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,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secara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umum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sumber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hukum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adalah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segala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sesuatu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telah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menimbulkan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aturan-aturan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mempunyai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kekuatan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bersifat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memaksa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,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artinya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jika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dilanggar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akan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mengakibatkan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sanksi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tegas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dan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nyata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.</a:t>
          </a:r>
          <a:endParaRPr lang="en-US" sz="2400" kern="1200" dirty="0">
            <a:latin typeface="+mn-lt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Sementara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menurut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1" i="1" kern="1200" dirty="0">
              <a:effectLst/>
              <a:latin typeface="+mn-lt"/>
              <a:cs typeface="Times New Roman" panose="02020603050405020304" pitchFamily="18" charset="0"/>
            </a:rPr>
            <a:t>Rahman </a:t>
          </a:r>
          <a:r>
            <a:rPr lang="en-US" sz="2400" b="1" i="1" kern="1200" dirty="0" err="1">
              <a:effectLst/>
              <a:latin typeface="+mn-lt"/>
              <a:cs typeface="Times New Roman" panose="02020603050405020304" pitchFamily="18" charset="0"/>
            </a:rPr>
            <a:t>Syamsuddin</a:t>
          </a:r>
          <a:r>
            <a:rPr lang="en-US" sz="2400" b="1" i="1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buku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Pengantar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Hukum Indonesia,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sumber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hukum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dapat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diartikan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bahan-bahan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yang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digunakan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dasar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oleh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pengadilan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dalam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memutus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b="0" i="0" kern="1200" dirty="0" err="1">
              <a:effectLst/>
              <a:latin typeface="+mn-lt"/>
              <a:cs typeface="Times New Roman" panose="02020603050405020304" pitchFamily="18" charset="0"/>
            </a:rPr>
            <a:t>perkara</a:t>
          </a:r>
          <a:r>
            <a:rPr lang="en-US" sz="2400" b="0" i="0" kern="1200" dirty="0">
              <a:effectLst/>
              <a:latin typeface="+mn-lt"/>
              <a:cs typeface="Times New Roman" panose="02020603050405020304" pitchFamily="18" charset="0"/>
            </a:rPr>
            <a:t>.</a:t>
          </a:r>
          <a:endParaRPr lang="en-US" sz="2400" kern="1200" dirty="0">
            <a:latin typeface="+mn-lt"/>
          </a:endParaRPr>
        </a:p>
      </dsp:txBody>
      <dsp:txXfrm>
        <a:off x="0" y="343028"/>
        <a:ext cx="10165976" cy="3405150"/>
      </dsp:txXfrm>
    </dsp:sp>
    <dsp:sp modelId="{7B6C3C14-873D-424F-9DBC-186FB5CBAD98}">
      <dsp:nvSpPr>
        <dsp:cNvPr id="0" name=""/>
        <dsp:cNvSpPr/>
      </dsp:nvSpPr>
      <dsp:spPr>
        <a:xfrm>
          <a:off x="508298" y="3548"/>
          <a:ext cx="7116183" cy="678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975" tIns="0" rIns="26897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 err="1">
              <a:effectLst/>
              <a:latin typeface="+mn-lt"/>
              <a:cs typeface="Times New Roman" panose="02020603050405020304" pitchFamily="18" charset="0"/>
            </a:rPr>
            <a:t>Sumber</a:t>
          </a:r>
          <a:r>
            <a:rPr lang="en-US" sz="2800" b="1" i="0" kern="1200" dirty="0">
              <a:effectLst/>
              <a:latin typeface="+mn-lt"/>
              <a:cs typeface="Times New Roman" panose="02020603050405020304" pitchFamily="18" charset="0"/>
            </a:rPr>
            <a:t> Hukum</a:t>
          </a:r>
          <a:endParaRPr lang="en-US" sz="2800" kern="1200" dirty="0">
            <a:latin typeface="+mn-lt"/>
          </a:endParaRPr>
        </a:p>
      </dsp:txBody>
      <dsp:txXfrm>
        <a:off x="541442" y="36692"/>
        <a:ext cx="7049895" cy="612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79D0E-96AD-4552-A9FC-DBA3C318F74C}">
      <dsp:nvSpPr>
        <dsp:cNvPr id="0" name=""/>
        <dsp:cNvSpPr/>
      </dsp:nvSpPr>
      <dsp:spPr>
        <a:xfrm>
          <a:off x="0" y="0"/>
          <a:ext cx="110534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B021A-6974-41F4-B399-35ADBBAFD238}">
      <dsp:nvSpPr>
        <dsp:cNvPr id="0" name=""/>
        <dsp:cNvSpPr/>
      </dsp:nvSpPr>
      <dsp:spPr>
        <a:xfrm>
          <a:off x="0" y="0"/>
          <a:ext cx="2210696" cy="3821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A</a:t>
          </a:r>
        </a:p>
      </dsp:txBody>
      <dsp:txXfrm>
        <a:off x="0" y="0"/>
        <a:ext cx="2210696" cy="3821940"/>
      </dsp:txXfrm>
    </dsp:sp>
    <dsp:sp modelId="{05EDCC0D-3D84-4194-AA12-D3CB7B576AA2}">
      <dsp:nvSpPr>
        <dsp:cNvPr id="0" name=""/>
        <dsp:cNvSpPr/>
      </dsp:nvSpPr>
      <dsp:spPr>
        <a:xfrm>
          <a:off x="2376498" y="173554"/>
          <a:ext cx="8676983" cy="3471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400" kern="1200" dirty="0">
              <a:latin typeface="+mn-lt"/>
              <a:cs typeface="Times New Roman" panose="02020603050405020304" pitchFamily="18" charset="0"/>
            </a:rPr>
            <a:t>Hukum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sesuatu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berisi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tentang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aturan-aturan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larangan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memiliki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kekuatan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sehingga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apabila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dilanggar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mengakibatkan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sebuah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sanksi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tegas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nyata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Begitu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juga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kehidupan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tidak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pernah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luput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kita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Selain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itu,hukum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sangat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erat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kaitannya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acuan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kita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sendiri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Contohnya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seseorang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beragama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sendiri,kita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perlu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mengacu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sumber-sumber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tersebut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endParaRPr lang="en-US" sz="2400" kern="1200" dirty="0">
            <a:latin typeface="+mn-lt"/>
          </a:endParaRPr>
        </a:p>
      </dsp:txBody>
      <dsp:txXfrm>
        <a:off x="2376498" y="173554"/>
        <a:ext cx="8676983" cy="3471097"/>
      </dsp:txXfrm>
    </dsp:sp>
    <dsp:sp modelId="{F05DE7F2-7750-4226-BC6C-ABDCFBEC87AA}">
      <dsp:nvSpPr>
        <dsp:cNvPr id="0" name=""/>
        <dsp:cNvSpPr/>
      </dsp:nvSpPr>
      <dsp:spPr>
        <a:xfrm>
          <a:off x="2210696" y="3644652"/>
          <a:ext cx="88427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C7788-70B5-439A-954D-6C1C4DB7C400}">
      <dsp:nvSpPr>
        <dsp:cNvPr id="0" name=""/>
        <dsp:cNvSpPr/>
      </dsp:nvSpPr>
      <dsp:spPr>
        <a:xfrm>
          <a:off x="0" y="0"/>
          <a:ext cx="10003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3FA4F-C617-4873-BEAD-313B910ECA8C}">
      <dsp:nvSpPr>
        <dsp:cNvPr id="0" name=""/>
        <dsp:cNvSpPr/>
      </dsp:nvSpPr>
      <dsp:spPr>
        <a:xfrm>
          <a:off x="0" y="0"/>
          <a:ext cx="2000623" cy="343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B</a:t>
          </a:r>
        </a:p>
      </dsp:txBody>
      <dsp:txXfrm>
        <a:off x="0" y="0"/>
        <a:ext cx="2000623" cy="3435474"/>
      </dsp:txXfrm>
    </dsp:sp>
    <dsp:sp modelId="{CA13FA68-A9BF-4121-AB5A-5CDC5B3A0ADE}">
      <dsp:nvSpPr>
        <dsp:cNvPr id="0" name=""/>
        <dsp:cNvSpPr/>
      </dsp:nvSpPr>
      <dsp:spPr>
        <a:xfrm>
          <a:off x="2150670" y="156005"/>
          <a:ext cx="7852447" cy="3120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Didalam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sebuah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hal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yang sangat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penting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pasti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memiliki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Agama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sendiri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tujuannya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membimbing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menjadi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acuan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menjalankan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apa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diperintahkan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Tuhan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melalui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Agama yang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dianut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oleh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masing-masing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umat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berikut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penjelasan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tentang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sumber-sumber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Hukum </a:t>
          </a:r>
          <a:r>
            <a:rPr lang="en-US" sz="2400" kern="12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400" kern="1200" dirty="0">
              <a:latin typeface="+mn-lt"/>
              <a:cs typeface="Times New Roman" panose="02020603050405020304" pitchFamily="18" charset="0"/>
            </a:rPr>
            <a:t> agama .</a:t>
          </a:r>
          <a:endParaRPr lang="en-US" sz="2400" kern="1200" dirty="0">
            <a:latin typeface="+mn-lt"/>
          </a:endParaRPr>
        </a:p>
      </dsp:txBody>
      <dsp:txXfrm>
        <a:off x="2150670" y="156005"/>
        <a:ext cx="7852447" cy="3120108"/>
      </dsp:txXfrm>
    </dsp:sp>
    <dsp:sp modelId="{2711F2CF-8470-4931-A3AC-0FA6A74E3061}">
      <dsp:nvSpPr>
        <dsp:cNvPr id="0" name=""/>
        <dsp:cNvSpPr/>
      </dsp:nvSpPr>
      <dsp:spPr>
        <a:xfrm>
          <a:off x="2000623" y="3276113"/>
          <a:ext cx="80024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12C5F-9CAC-448C-8838-E6D8827813A1}">
      <dsp:nvSpPr>
        <dsp:cNvPr id="0" name=""/>
        <dsp:cNvSpPr/>
      </dsp:nvSpPr>
      <dsp:spPr>
        <a:xfrm>
          <a:off x="0" y="398962"/>
          <a:ext cx="10035987" cy="374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904" tIns="458216" rIns="778904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200" kern="1200" dirty="0">
              <a:latin typeface="+mn-lt"/>
              <a:cs typeface="Times New Roman" panose="02020603050405020304" pitchFamily="18" charset="0"/>
            </a:rPr>
            <a:t>Al Qur’an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berisi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wahyu-wahyu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Allah SWT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diturunkan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secara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berangsur-angsur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(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mutawattir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)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Nabi Muhammad SAW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melalui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malaikat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Jibril. Al Qur’an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diawali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surat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Al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Fatihah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diakhiri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surat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An Nas.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Membaca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Al Qur’an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ibadah. Al Qur’an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Islam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utama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Setiap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muslim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berkewajiban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berpegang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teguh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hukum-hukum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terdapat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di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dalamnya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agar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menjadi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taat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Allah SWT,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menngikuti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Allah dan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menjauhi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larangannya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Al Qur’an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memuat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berbagai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pedoman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dasar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bagi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kehidupan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umat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manusia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</a:t>
          </a:r>
          <a:endParaRPr lang="en-US" sz="2200" kern="1200" dirty="0">
            <a:latin typeface="+mn-lt"/>
          </a:endParaRPr>
        </a:p>
      </dsp:txBody>
      <dsp:txXfrm>
        <a:off x="0" y="398962"/>
        <a:ext cx="10035987" cy="3742200"/>
      </dsp:txXfrm>
    </dsp:sp>
    <dsp:sp modelId="{012EE49C-178C-4CCB-8644-F447AD0B1121}">
      <dsp:nvSpPr>
        <dsp:cNvPr id="0" name=""/>
        <dsp:cNvSpPr/>
      </dsp:nvSpPr>
      <dsp:spPr>
        <a:xfrm>
          <a:off x="501799" y="74242"/>
          <a:ext cx="7025190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535" tIns="0" rIns="26553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Al-Qur’an</a:t>
          </a:r>
          <a:endParaRPr lang="en-US" sz="2200" kern="1200" dirty="0"/>
        </a:p>
      </dsp:txBody>
      <dsp:txXfrm>
        <a:off x="533502" y="105945"/>
        <a:ext cx="6961784" cy="5860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12C5F-9CAC-448C-8838-E6D8827813A1}">
      <dsp:nvSpPr>
        <dsp:cNvPr id="0" name=""/>
        <dsp:cNvSpPr/>
      </dsp:nvSpPr>
      <dsp:spPr>
        <a:xfrm>
          <a:off x="0" y="357296"/>
          <a:ext cx="10452848" cy="4129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57" tIns="479044" rIns="811257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tingkah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laku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Nabi Muhammad SAW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berupa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perkataan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perbuatan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maupun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ketetapan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(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taqrir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).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Islam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kedua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setelah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Al Qur’an. Allah SWT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telah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mewajibkan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hukum-hukum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perbuatan-perbuatan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disampaikan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oleh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nabi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Muhammad SAW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haditsnya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</a:t>
          </a:r>
          <a:endParaRPr lang="en-US" sz="2200" kern="1200" dirty="0">
            <a:latin typeface="+mn-lt"/>
          </a:endParaRP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meneladani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Rasulullah SAW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ini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disebabkan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seluruh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perilaku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Nabi Muhammad SAW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mengandung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nilai-nilai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luhur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merupakan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cerminan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akhlak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mulia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Apabila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seseorang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bisa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meneladaninya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maka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mulia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pula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sikap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perbutannya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Hal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tersebut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dikarenakan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Rasulullah SAW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memilki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akhlak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budi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pekerti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sangat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mulia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Islam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kedua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</a:t>
          </a:r>
          <a:endParaRPr lang="en-US" sz="2200" kern="1200" dirty="0">
            <a:latin typeface="+mn-lt"/>
          </a:endParaRPr>
        </a:p>
      </dsp:txBody>
      <dsp:txXfrm>
        <a:off x="0" y="357296"/>
        <a:ext cx="10452848" cy="4129650"/>
      </dsp:txXfrm>
    </dsp:sp>
    <dsp:sp modelId="{012EE49C-178C-4CCB-8644-F447AD0B1121}">
      <dsp:nvSpPr>
        <dsp:cNvPr id="0" name=""/>
        <dsp:cNvSpPr/>
      </dsp:nvSpPr>
      <dsp:spPr>
        <a:xfrm>
          <a:off x="522642" y="17816"/>
          <a:ext cx="7316993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565" tIns="0" rIns="2765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>
              <a:latin typeface="+mn-lt"/>
              <a:cs typeface="Times New Roman" panose="02020603050405020304" pitchFamily="18" charset="0"/>
            </a:rPr>
            <a:t>Hadist</a:t>
          </a:r>
          <a:endParaRPr lang="en-US" sz="2200" kern="1200" dirty="0">
            <a:latin typeface="+mn-lt"/>
          </a:endParaRPr>
        </a:p>
      </dsp:txBody>
      <dsp:txXfrm>
        <a:off x="555786" y="50960"/>
        <a:ext cx="7250705" cy="6126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12C5F-9CAC-448C-8838-E6D8827813A1}">
      <dsp:nvSpPr>
        <dsp:cNvPr id="0" name=""/>
        <dsp:cNvSpPr/>
      </dsp:nvSpPr>
      <dsp:spPr>
        <a:xfrm>
          <a:off x="0" y="350441"/>
          <a:ext cx="10452848" cy="282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57" tIns="479044" rIns="811257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200" kern="1200" dirty="0">
              <a:latin typeface="+mn-lt"/>
              <a:cs typeface="Times New Roman" panose="02020603050405020304" pitchFamily="18" charset="0"/>
            </a:rPr>
            <a:t>Ijtihad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ialah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berusaha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sungguh-sungguh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memecahkan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masalah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tidak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ada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ketetapannya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Al Qur’an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maupun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Hadits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menggunkan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akal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pikiran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sehat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jernih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serta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berpedoman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kepada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cara-cara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menetapkan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hukum-hukumyang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telah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ditentukan.Hasil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ijtihad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dapat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dijadikan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ketiga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Hasil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ini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berdasarkan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dialog Nabi Muhammad SAW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sahabat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bernama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muadz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bin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jabal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ketika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Muadz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diutus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ke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negeri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Yaman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. </a:t>
          </a:r>
          <a:endParaRPr lang="en-US" sz="2200" kern="1200" dirty="0">
            <a:latin typeface="+mn-lt"/>
          </a:endParaRPr>
        </a:p>
      </dsp:txBody>
      <dsp:txXfrm>
        <a:off x="0" y="350441"/>
        <a:ext cx="10452848" cy="2825550"/>
      </dsp:txXfrm>
    </dsp:sp>
    <dsp:sp modelId="{012EE49C-178C-4CCB-8644-F447AD0B1121}">
      <dsp:nvSpPr>
        <dsp:cNvPr id="0" name=""/>
        <dsp:cNvSpPr/>
      </dsp:nvSpPr>
      <dsp:spPr>
        <a:xfrm>
          <a:off x="522642" y="10961"/>
          <a:ext cx="7316993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565" tIns="0" rIns="2765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+mn-lt"/>
              <a:cs typeface="Times New Roman" panose="02020603050405020304" pitchFamily="18" charset="0"/>
            </a:rPr>
            <a:t>Ijtihad</a:t>
          </a:r>
          <a:endParaRPr lang="en-US" sz="2200" kern="1200" dirty="0">
            <a:latin typeface="+mn-lt"/>
          </a:endParaRPr>
        </a:p>
      </dsp:txBody>
      <dsp:txXfrm>
        <a:off x="555786" y="44105"/>
        <a:ext cx="7250705" cy="6126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E5E0-0A65-44E3-A255-892FFC6A3B81}">
      <dsp:nvSpPr>
        <dsp:cNvPr id="0" name=""/>
        <dsp:cNvSpPr/>
      </dsp:nvSpPr>
      <dsp:spPr>
        <a:xfrm>
          <a:off x="1140" y="250122"/>
          <a:ext cx="2864961" cy="1105874"/>
        </a:xfrm>
        <a:prstGeom prst="chevron">
          <a:avLst>
            <a:gd name="adj" fmla="val 4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A210B-0F3E-48A7-B778-6C38E01B0A94}">
      <dsp:nvSpPr>
        <dsp:cNvPr id="0" name=""/>
        <dsp:cNvSpPr/>
      </dsp:nvSpPr>
      <dsp:spPr>
        <a:xfrm>
          <a:off x="765129" y="526590"/>
          <a:ext cx="2419300" cy="1105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+mn-lt"/>
              <a:cs typeface="Times New Roman" panose="02020603050405020304" pitchFamily="18" charset="0"/>
            </a:rPr>
            <a:t>Kitab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Suci</a:t>
          </a:r>
          <a:endParaRPr lang="en-US" sz="2200" kern="1200" dirty="0">
            <a:latin typeface="+mn-lt"/>
          </a:endParaRPr>
        </a:p>
      </dsp:txBody>
      <dsp:txXfrm>
        <a:off x="797519" y="558980"/>
        <a:ext cx="2354520" cy="1041094"/>
      </dsp:txXfrm>
    </dsp:sp>
    <dsp:sp modelId="{75DDE9D9-6C21-4283-B90D-86F454A098B8}">
      <dsp:nvSpPr>
        <dsp:cNvPr id="0" name=""/>
        <dsp:cNvSpPr/>
      </dsp:nvSpPr>
      <dsp:spPr>
        <a:xfrm>
          <a:off x="3273562" y="250122"/>
          <a:ext cx="2864961" cy="1105874"/>
        </a:xfrm>
        <a:prstGeom prst="chevron">
          <a:avLst>
            <a:gd name="adj" fmla="val 4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0951A-5923-4D52-8581-F0779AC05F42}">
      <dsp:nvSpPr>
        <dsp:cNvPr id="0" name=""/>
        <dsp:cNvSpPr/>
      </dsp:nvSpPr>
      <dsp:spPr>
        <a:xfrm>
          <a:off x="4037552" y="526590"/>
          <a:ext cx="2419300" cy="1105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+mn-lt"/>
              <a:cs typeface="Times New Roman" panose="02020603050405020304" pitchFamily="18" charset="0"/>
            </a:rPr>
            <a:t>Magisterium (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kuasa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mengajar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)</a:t>
          </a:r>
          <a:endParaRPr lang="en-US" sz="2200" kern="1200" dirty="0">
            <a:latin typeface="+mn-lt"/>
          </a:endParaRPr>
        </a:p>
      </dsp:txBody>
      <dsp:txXfrm>
        <a:off x="4069942" y="558980"/>
        <a:ext cx="2354520" cy="1041094"/>
      </dsp:txXfrm>
    </dsp:sp>
    <dsp:sp modelId="{32975B5D-AC8E-445F-B37E-FCF08D2C0FC1}">
      <dsp:nvSpPr>
        <dsp:cNvPr id="0" name=""/>
        <dsp:cNvSpPr/>
      </dsp:nvSpPr>
      <dsp:spPr>
        <a:xfrm>
          <a:off x="6545984" y="250122"/>
          <a:ext cx="2864961" cy="1105874"/>
        </a:xfrm>
        <a:prstGeom prst="chevron">
          <a:avLst>
            <a:gd name="adj" fmla="val 4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E2945-CE55-4D33-8D02-0C3CA3DE65BD}">
      <dsp:nvSpPr>
        <dsp:cNvPr id="0" name=""/>
        <dsp:cNvSpPr/>
      </dsp:nvSpPr>
      <dsp:spPr>
        <a:xfrm>
          <a:off x="7309974" y="526590"/>
          <a:ext cx="2419300" cy="1105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Gereja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Tradisi</a:t>
          </a:r>
          <a:r>
            <a:rPr lang="en-US" sz="22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200" kern="1200" dirty="0" err="1">
              <a:latin typeface="+mn-lt"/>
              <a:cs typeface="Times New Roman" panose="02020603050405020304" pitchFamily="18" charset="0"/>
            </a:rPr>
            <a:t>Suci</a:t>
          </a:r>
          <a:endParaRPr lang="en-US" sz="2200" kern="1200" dirty="0">
            <a:latin typeface="+mn-lt"/>
          </a:endParaRPr>
        </a:p>
      </dsp:txBody>
      <dsp:txXfrm>
        <a:off x="7342364" y="558980"/>
        <a:ext cx="2354520" cy="10410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5FBD3-2B8C-4B60-9EB4-D70F7287E695}">
      <dsp:nvSpPr>
        <dsp:cNvPr id="0" name=""/>
        <dsp:cNvSpPr/>
      </dsp:nvSpPr>
      <dsp:spPr>
        <a:xfrm>
          <a:off x="54" y="117900"/>
          <a:ext cx="5174205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Kitab Sruti</a:t>
          </a:r>
        </a:p>
      </dsp:txBody>
      <dsp:txXfrm>
        <a:off x="54" y="117900"/>
        <a:ext cx="5174205" cy="576000"/>
      </dsp:txXfrm>
    </dsp:sp>
    <dsp:sp modelId="{342FD620-1D3B-4D21-8B43-42A4A88D1497}">
      <dsp:nvSpPr>
        <dsp:cNvPr id="0" name=""/>
        <dsp:cNvSpPr/>
      </dsp:nvSpPr>
      <dsp:spPr>
        <a:xfrm>
          <a:off x="54" y="693900"/>
          <a:ext cx="5174205" cy="307439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000" kern="1200" dirty="0">
              <a:cs typeface="Times New Roman" panose="02020603050405020304" pitchFamily="18" charset="0"/>
            </a:rPr>
            <a:t>Sruti </a:t>
          </a:r>
          <a:r>
            <a:rPr lang="en-US" sz="2000" kern="1200" dirty="0" err="1">
              <a:cs typeface="Times New Roman" panose="02020603050405020304" pitchFamily="18" charset="0"/>
            </a:rPr>
            <a:t>berarti</a:t>
          </a:r>
          <a:r>
            <a:rPr lang="en-US" sz="2000" kern="1200" dirty="0">
              <a:cs typeface="Times New Roman" panose="02020603050405020304" pitchFamily="18" charset="0"/>
            </a:rPr>
            <a:t> “Yang </a:t>
          </a:r>
          <a:r>
            <a:rPr lang="en-US" sz="2000" kern="1200" dirty="0" err="1">
              <a:cs typeface="Times New Roman" panose="02020603050405020304" pitchFamily="18" charset="0"/>
            </a:rPr>
            <a:t>didengar</a:t>
          </a:r>
          <a:r>
            <a:rPr lang="en-US" sz="2000" kern="1200" dirty="0">
              <a:cs typeface="Times New Roman" panose="02020603050405020304" pitchFamily="18" charset="0"/>
            </a:rPr>
            <a:t>" </a:t>
          </a:r>
          <a:r>
            <a:rPr lang="en-US" sz="2000" kern="1200" dirty="0" err="1">
              <a:cs typeface="Times New Roman" panose="02020603050405020304" pitchFamily="18" charset="0"/>
            </a:rPr>
            <a:t>atau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wahyu</a:t>
          </a:r>
          <a:r>
            <a:rPr lang="en-US" sz="2000" kern="1200" dirty="0">
              <a:cs typeface="Times New Roman" panose="02020603050405020304" pitchFamily="18" charset="0"/>
            </a:rPr>
            <a:t>. Yang </a:t>
          </a:r>
          <a:r>
            <a:rPr lang="en-US" sz="2000" kern="1200" dirty="0" err="1">
              <a:cs typeface="Times New Roman" panose="02020603050405020304" pitchFamily="18" charset="0"/>
            </a:rPr>
            <a:t>tergolong</a:t>
          </a:r>
          <a:r>
            <a:rPr lang="en-US" sz="2000" kern="1200" dirty="0">
              <a:cs typeface="Times New Roman" panose="02020603050405020304" pitchFamily="18" charset="0"/>
            </a:rPr>
            <a:t> kitab Sruti </a:t>
          </a:r>
          <a:r>
            <a:rPr lang="en-US" sz="2000" kern="1200" dirty="0" err="1">
              <a:cs typeface="Times New Roman" panose="02020603050405020304" pitchFamily="18" charset="0"/>
            </a:rPr>
            <a:t>adalah</a:t>
          </a:r>
          <a:r>
            <a:rPr lang="en-US" sz="2000" kern="1200" dirty="0">
              <a:cs typeface="Times New Roman" panose="02020603050405020304" pitchFamily="18" charset="0"/>
            </a:rPr>
            <a:t> kitab-kitab yang </a:t>
          </a:r>
          <a:r>
            <a:rPr lang="en-US" sz="2000" kern="1200" dirty="0" err="1">
              <a:cs typeface="Times New Roman" panose="02020603050405020304" pitchFamily="18" charset="0"/>
            </a:rPr>
            <a:t>ditulis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berdasarkan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wahyu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Tuhan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seperti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misalnya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Weda</a:t>
          </a:r>
          <a:r>
            <a:rPr lang="en-US" sz="2000" kern="1200" dirty="0">
              <a:cs typeface="Times New Roman" panose="02020603050405020304" pitchFamily="18" charset="0"/>
            </a:rPr>
            <a:t>, Upanishad, dan </a:t>
          </a:r>
          <a:r>
            <a:rPr lang="en-US" sz="2000" kern="1200" dirty="0" err="1">
              <a:cs typeface="Times New Roman" panose="02020603050405020304" pitchFamily="18" charset="0"/>
            </a:rPr>
            <a:t>Bhagawadgita</a:t>
          </a:r>
          <a:r>
            <a:rPr lang="en-US" sz="2000" kern="1200" dirty="0">
              <a:cs typeface="Times New Roman" panose="02020603050405020304" pitchFamily="18" charset="0"/>
            </a:rPr>
            <a:t>. </a:t>
          </a:r>
          <a:r>
            <a:rPr lang="en-US" sz="2000" kern="1200" dirty="0" err="1">
              <a:cs typeface="Times New Roman" panose="02020603050405020304" pitchFamily="18" charset="0"/>
            </a:rPr>
            <a:t>Dalam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perkembangannya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Weda</a:t>
          </a:r>
          <a:r>
            <a:rPr lang="en-US" sz="2000" kern="1200" dirty="0">
              <a:cs typeface="Times New Roman" panose="02020603050405020304" pitchFamily="18" charset="0"/>
            </a:rPr>
            <a:t> dan Upanishad </a:t>
          </a:r>
          <a:r>
            <a:rPr lang="en-US" sz="2000" kern="1200" dirty="0" err="1">
              <a:cs typeface="Times New Roman" panose="02020603050405020304" pitchFamily="18" charset="0"/>
            </a:rPr>
            <a:t>terbagi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lagi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menjadi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bagian</a:t>
          </a:r>
          <a:r>
            <a:rPr lang="en-US" sz="2000" kern="1200" dirty="0">
              <a:cs typeface="Times New Roman" panose="02020603050405020304" pitchFamily="18" charset="0"/>
            </a:rPr>
            <a:t> yang </a:t>
          </a:r>
          <a:r>
            <a:rPr lang="en-US" sz="2000" kern="1200" dirty="0" err="1">
              <a:cs typeface="Times New Roman" panose="02020603050405020304" pitchFamily="18" charset="0"/>
            </a:rPr>
            <a:t>lebih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kecil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seperti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misalnya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Regweda</a:t>
          </a:r>
          <a:r>
            <a:rPr lang="en-US" sz="2000" kern="1200" dirty="0">
              <a:cs typeface="Times New Roman" panose="02020603050405020304" pitchFamily="18" charset="0"/>
            </a:rPr>
            <a:t> dan </a:t>
          </a:r>
          <a:r>
            <a:rPr lang="en-US" sz="2000" kern="1200" dirty="0" err="1">
              <a:cs typeface="Times New Roman" panose="02020603050405020304" pitchFamily="18" charset="0"/>
            </a:rPr>
            <a:t>Isopanishad</a:t>
          </a:r>
          <a:r>
            <a:rPr lang="en-US" sz="2000" kern="1200" dirty="0">
              <a:cs typeface="Times New Roman" panose="02020603050405020304" pitchFamily="18" charset="0"/>
            </a:rPr>
            <a:t>. Kitab </a:t>
          </a:r>
          <a:r>
            <a:rPr lang="en-US" sz="2000" kern="1200" dirty="0" err="1">
              <a:cs typeface="Times New Roman" panose="02020603050405020304" pitchFamily="18" charset="0"/>
            </a:rPr>
            <a:t>Weda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berjumlah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empat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bagian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sedangkan</a:t>
          </a:r>
          <a:r>
            <a:rPr lang="en-US" sz="2000" kern="1200" dirty="0">
              <a:cs typeface="Times New Roman" panose="02020603050405020304" pitchFamily="18" charset="0"/>
            </a:rPr>
            <a:t> kitab Upanishad </a:t>
          </a:r>
          <a:r>
            <a:rPr lang="en-US" sz="2000" kern="1200" dirty="0" err="1">
              <a:cs typeface="Times New Roman" panose="02020603050405020304" pitchFamily="18" charset="0"/>
            </a:rPr>
            <a:t>berjumlah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sekitar</a:t>
          </a:r>
          <a:r>
            <a:rPr lang="en-US" sz="2000" kern="1200" dirty="0">
              <a:cs typeface="Times New Roman" panose="02020603050405020304" pitchFamily="18" charset="0"/>
            </a:rPr>
            <a:t> 108 </a:t>
          </a:r>
          <a:r>
            <a:rPr lang="en-US" sz="2000" kern="1200" dirty="0" err="1">
              <a:cs typeface="Times New Roman" panose="02020603050405020304" pitchFamily="18" charset="0"/>
            </a:rPr>
            <a:t>buah</a:t>
          </a:r>
          <a:r>
            <a:rPr lang="en-US" sz="2000" kern="1200" dirty="0">
              <a:cs typeface="Times New Roman" panose="02020603050405020304" pitchFamily="18" charset="0"/>
            </a:rPr>
            <a:t>. </a:t>
          </a:r>
          <a:endParaRPr lang="en-US" sz="2000" kern="1200" dirty="0"/>
        </a:p>
      </dsp:txBody>
      <dsp:txXfrm>
        <a:off x="54" y="693900"/>
        <a:ext cx="5174205" cy="3074399"/>
      </dsp:txXfrm>
    </dsp:sp>
    <dsp:sp modelId="{75642CD6-2A8D-4797-82B5-195548FB064F}">
      <dsp:nvSpPr>
        <dsp:cNvPr id="0" name=""/>
        <dsp:cNvSpPr/>
      </dsp:nvSpPr>
      <dsp:spPr>
        <a:xfrm>
          <a:off x="5898647" y="117900"/>
          <a:ext cx="5174205" cy="57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Kitab </a:t>
          </a:r>
          <a:r>
            <a:rPr lang="en-US" sz="2200" b="1" kern="1200" dirty="0" err="1"/>
            <a:t>Smerti</a:t>
          </a:r>
          <a:endParaRPr lang="en-US" sz="2200" b="1" kern="1200" dirty="0"/>
        </a:p>
      </dsp:txBody>
      <dsp:txXfrm>
        <a:off x="5898647" y="117900"/>
        <a:ext cx="5174205" cy="576000"/>
      </dsp:txXfrm>
    </dsp:sp>
    <dsp:sp modelId="{E4D3FD48-621A-42DE-8B2E-464B2C473D42}">
      <dsp:nvSpPr>
        <dsp:cNvPr id="0" name=""/>
        <dsp:cNvSpPr/>
      </dsp:nvSpPr>
      <dsp:spPr>
        <a:xfrm>
          <a:off x="5898647" y="693900"/>
          <a:ext cx="5174205" cy="307439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000" kern="1200" dirty="0" err="1">
              <a:cs typeface="Times New Roman" panose="02020603050405020304" pitchFamily="18" charset="0"/>
            </a:rPr>
            <a:t>Smerti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berarti</a:t>
          </a:r>
          <a:r>
            <a:rPr lang="en-US" sz="2000" kern="1200" dirty="0">
              <a:cs typeface="Times New Roman" panose="02020603050405020304" pitchFamily="18" charset="0"/>
            </a:rPr>
            <a:t> “Yang </a:t>
          </a:r>
          <a:r>
            <a:rPr lang="en-US" sz="2000" kern="1200" dirty="0" err="1">
              <a:cs typeface="Times New Roman" panose="02020603050405020304" pitchFamily="18" charset="0"/>
            </a:rPr>
            <a:t>diingat</a:t>
          </a:r>
          <a:r>
            <a:rPr lang="en-US" sz="2000" kern="1200" dirty="0">
              <a:cs typeface="Times New Roman" panose="02020603050405020304" pitchFamily="18" charset="0"/>
            </a:rPr>
            <a:t>" </a:t>
          </a:r>
          <a:r>
            <a:rPr lang="en-US" sz="2000" kern="1200" dirty="0" err="1">
              <a:cs typeface="Times New Roman" panose="02020603050405020304" pitchFamily="18" charset="0"/>
            </a:rPr>
            <a:t>atau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tradisi</a:t>
          </a:r>
          <a:r>
            <a:rPr lang="en-US" sz="2000" kern="1200" dirty="0">
              <a:cs typeface="Times New Roman" panose="02020603050405020304" pitchFamily="18" charset="0"/>
            </a:rPr>
            <a:t>. Yang </a:t>
          </a:r>
          <a:r>
            <a:rPr lang="en-US" sz="2000" kern="1200" dirty="0" err="1">
              <a:cs typeface="Times New Roman" panose="02020603050405020304" pitchFamily="18" charset="0"/>
            </a:rPr>
            <a:t>tergolong</a:t>
          </a:r>
          <a:r>
            <a:rPr lang="en-US" sz="2000" kern="1200" dirty="0"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cs typeface="Times New Roman" panose="02020603050405020304" pitchFamily="18" charset="0"/>
            </a:rPr>
            <a:t>Smerti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adalah</a:t>
          </a:r>
          <a:r>
            <a:rPr lang="en-US" sz="2000" kern="1200" dirty="0">
              <a:cs typeface="Times New Roman" panose="02020603050405020304" pitchFamily="18" charset="0"/>
            </a:rPr>
            <a:t> kitab-kitab yang </a:t>
          </a:r>
          <a:r>
            <a:rPr lang="en-US" sz="2000" kern="1200" dirty="0" err="1">
              <a:cs typeface="Times New Roman" panose="02020603050405020304" pitchFamily="18" charset="0"/>
            </a:rPr>
            <a:t>tidak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memuat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wahyu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Tuhan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melainkan</a:t>
          </a:r>
          <a:r>
            <a:rPr lang="en-US" sz="2000" kern="1200" dirty="0">
              <a:cs typeface="Times New Roman" panose="02020603050405020304" pitchFamily="18" charset="0"/>
            </a:rPr>
            <a:t> kitab yang </a:t>
          </a:r>
          <a:r>
            <a:rPr lang="en-US" sz="2000" kern="1200" dirty="0" err="1">
              <a:cs typeface="Times New Roman" panose="02020603050405020304" pitchFamily="18" charset="0"/>
            </a:rPr>
            <a:t>ditulis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berdasarkan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pemikiran</a:t>
          </a:r>
          <a:r>
            <a:rPr lang="en-US" sz="2000" kern="1200" dirty="0">
              <a:cs typeface="Times New Roman" panose="02020603050405020304" pitchFamily="18" charset="0"/>
            </a:rPr>
            <a:t> dan </a:t>
          </a:r>
          <a:r>
            <a:rPr lang="en-US" sz="2000" kern="1200" dirty="0" err="1">
              <a:cs typeface="Times New Roman" panose="02020603050405020304" pitchFamily="18" charset="0"/>
            </a:rPr>
            <a:t>renungan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manusia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seperti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misalnya</a:t>
          </a:r>
          <a:r>
            <a:rPr lang="en-US" sz="2000" kern="1200" dirty="0"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cs typeface="Times New Roman" panose="02020603050405020304" pitchFamily="18" charset="0"/>
            </a:rPr>
            <a:t>tentang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ilmu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astronomi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ekonomi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politik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kepemimpinan</a:t>
          </a:r>
          <a:r>
            <a:rPr lang="en-US" sz="2000" kern="1200" dirty="0">
              <a:cs typeface="Times New Roman" panose="02020603050405020304" pitchFamily="18" charset="0"/>
            </a:rPr>
            <a:t>, tata negara, </a:t>
          </a:r>
          <a:r>
            <a:rPr lang="en-US" sz="2000" kern="1200" dirty="0" err="1">
              <a:cs typeface="Times New Roman" panose="02020603050405020304" pitchFamily="18" charset="0"/>
            </a:rPr>
            <a:t>hukum</a:t>
          </a:r>
          <a:r>
            <a:rPr lang="en-US" sz="2000" kern="1200" dirty="0"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cs typeface="Times New Roman" panose="02020603050405020304" pitchFamily="18" charset="0"/>
            </a:rPr>
            <a:t>sosiologi</a:t>
          </a:r>
          <a:r>
            <a:rPr lang="en-US" sz="2000" kern="1200" dirty="0">
              <a:cs typeface="Times New Roman" panose="02020603050405020304" pitchFamily="18" charset="0"/>
            </a:rPr>
            <a:t>, dan </a:t>
          </a:r>
          <a:r>
            <a:rPr lang="en-US" sz="2000" kern="1200" dirty="0" err="1">
              <a:cs typeface="Times New Roman" panose="02020603050405020304" pitchFamily="18" charset="0"/>
            </a:rPr>
            <a:t>sebagainya</a:t>
          </a:r>
          <a:r>
            <a:rPr lang="en-US" sz="2000" kern="1200" dirty="0">
              <a:cs typeface="Times New Roman" panose="02020603050405020304" pitchFamily="18" charset="0"/>
            </a:rPr>
            <a:t>. Kitab-kitab </a:t>
          </a:r>
          <a:r>
            <a:rPr lang="en-US" sz="2000" kern="1200" dirty="0" err="1">
              <a:cs typeface="Times New Roman" panose="02020603050405020304" pitchFamily="18" charset="0"/>
            </a:rPr>
            <a:t>smerti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merupakan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penjabaran</a:t>
          </a:r>
          <a:r>
            <a:rPr lang="en-US" sz="2000" kern="1200" dirty="0">
              <a:cs typeface="Times New Roman" panose="02020603050405020304" pitchFamily="18" charset="0"/>
            </a:rPr>
            <a:t> moral yang </a:t>
          </a:r>
          <a:r>
            <a:rPr lang="en-US" sz="2000" kern="1200" dirty="0" err="1">
              <a:cs typeface="Times New Roman" panose="02020603050405020304" pitchFamily="18" charset="0"/>
            </a:rPr>
            <a:t>terdapat</a:t>
          </a:r>
          <a:r>
            <a:rPr lang="en-US" sz="2000" kern="1200" dirty="0">
              <a:cs typeface="Times New Roman" panose="02020603050405020304" pitchFamily="18" charset="0"/>
            </a:rPr>
            <a:t> </a:t>
          </a:r>
          <a:r>
            <a:rPr lang="en-US" sz="2000" kern="1200" dirty="0" err="1">
              <a:cs typeface="Times New Roman" panose="02020603050405020304" pitchFamily="18" charset="0"/>
            </a:rPr>
            <a:t>dalam</a:t>
          </a:r>
          <a:r>
            <a:rPr lang="en-US" sz="2000" kern="1200" dirty="0">
              <a:cs typeface="Times New Roman" panose="02020603050405020304" pitchFamily="18" charset="0"/>
            </a:rPr>
            <a:t> kitab Sruti.</a:t>
          </a:r>
          <a:endParaRPr lang="en-US" sz="2000" kern="1200" dirty="0"/>
        </a:p>
      </dsp:txBody>
      <dsp:txXfrm>
        <a:off x="5898647" y="693900"/>
        <a:ext cx="5174205" cy="307439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C0A0E2-C393-419D-B50C-7B566908149C}">
      <dsp:nvSpPr>
        <dsp:cNvPr id="0" name=""/>
        <dsp:cNvSpPr/>
      </dsp:nvSpPr>
      <dsp:spPr>
        <a:xfrm>
          <a:off x="0" y="0"/>
          <a:ext cx="108248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EFA45-AF00-42D5-B04E-E807FEAE1310}">
      <dsp:nvSpPr>
        <dsp:cNvPr id="0" name=""/>
        <dsp:cNvSpPr/>
      </dsp:nvSpPr>
      <dsp:spPr>
        <a:xfrm>
          <a:off x="0" y="0"/>
          <a:ext cx="2164976" cy="981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1</a:t>
          </a:r>
        </a:p>
      </dsp:txBody>
      <dsp:txXfrm>
        <a:off x="0" y="0"/>
        <a:ext cx="2164976" cy="981189"/>
      </dsp:txXfrm>
    </dsp:sp>
    <dsp:sp modelId="{EB198D72-52FA-4C5E-ADB3-182AE2C0695C}">
      <dsp:nvSpPr>
        <dsp:cNvPr id="0" name=""/>
        <dsp:cNvSpPr/>
      </dsp:nvSpPr>
      <dsp:spPr>
        <a:xfrm>
          <a:off x="2327349" y="44555"/>
          <a:ext cx="8497533" cy="891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000" kern="1200" dirty="0">
              <a:latin typeface="+mn-lt"/>
              <a:cs typeface="Times New Roman" panose="02020603050405020304" pitchFamily="18" charset="0"/>
            </a:rPr>
            <a:t>Hukum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sesuatu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berisi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tentang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aturan-aturan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baik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perintah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larangan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memiliki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kekuatan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sehingga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apabila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dilanggar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akan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mengakibatkan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sebuah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sanksi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tegas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nyata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.</a:t>
          </a:r>
          <a:endParaRPr lang="en-US" sz="2000" kern="1200" dirty="0">
            <a:latin typeface="+mn-lt"/>
          </a:endParaRPr>
        </a:p>
      </dsp:txBody>
      <dsp:txXfrm>
        <a:off x="2327349" y="44555"/>
        <a:ext cx="8497533" cy="891119"/>
      </dsp:txXfrm>
    </dsp:sp>
    <dsp:sp modelId="{3B82B8F2-CD38-4558-8B20-FBFB708AAD48}">
      <dsp:nvSpPr>
        <dsp:cNvPr id="0" name=""/>
        <dsp:cNvSpPr/>
      </dsp:nvSpPr>
      <dsp:spPr>
        <a:xfrm>
          <a:off x="2164976" y="935675"/>
          <a:ext cx="86599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74E0D-EBD1-4E1D-80C3-A3A7CBC44661}">
      <dsp:nvSpPr>
        <dsp:cNvPr id="0" name=""/>
        <dsp:cNvSpPr/>
      </dsp:nvSpPr>
      <dsp:spPr>
        <a:xfrm>
          <a:off x="0" y="981189"/>
          <a:ext cx="108248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DAB3D-0E1F-4577-801B-AA9DC7FA89BC}">
      <dsp:nvSpPr>
        <dsp:cNvPr id="0" name=""/>
        <dsp:cNvSpPr/>
      </dsp:nvSpPr>
      <dsp:spPr>
        <a:xfrm>
          <a:off x="0" y="981189"/>
          <a:ext cx="2164976" cy="981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2</a:t>
          </a:r>
        </a:p>
      </dsp:txBody>
      <dsp:txXfrm>
        <a:off x="0" y="981189"/>
        <a:ext cx="2164976" cy="981189"/>
      </dsp:txXfrm>
    </dsp:sp>
    <dsp:sp modelId="{D9A869BF-0B64-4881-AD8E-A5476EFB144E}">
      <dsp:nvSpPr>
        <dsp:cNvPr id="0" name=""/>
        <dsp:cNvSpPr/>
      </dsp:nvSpPr>
      <dsp:spPr>
        <a:xfrm>
          <a:off x="2327349" y="1025745"/>
          <a:ext cx="8497533" cy="891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suatu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acuan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untuk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kita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menaati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sendiri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.</a:t>
          </a:r>
          <a:endParaRPr lang="en-US" sz="2000" kern="1200" dirty="0">
            <a:latin typeface="+mn-lt"/>
          </a:endParaRPr>
        </a:p>
      </dsp:txBody>
      <dsp:txXfrm>
        <a:off x="2327349" y="1025745"/>
        <a:ext cx="8497533" cy="891119"/>
      </dsp:txXfrm>
    </dsp:sp>
    <dsp:sp modelId="{BD27BBEB-8CC1-425C-92B7-BFD29F3986A3}">
      <dsp:nvSpPr>
        <dsp:cNvPr id="0" name=""/>
        <dsp:cNvSpPr/>
      </dsp:nvSpPr>
      <dsp:spPr>
        <a:xfrm>
          <a:off x="2164976" y="1916864"/>
          <a:ext cx="86599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96B2A-5EA0-41BF-A904-0E27F398A74C}">
      <dsp:nvSpPr>
        <dsp:cNvPr id="0" name=""/>
        <dsp:cNvSpPr/>
      </dsp:nvSpPr>
      <dsp:spPr>
        <a:xfrm>
          <a:off x="0" y="1962378"/>
          <a:ext cx="108248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57A91-EF7A-491C-91BE-D7B29F6F2F26}">
      <dsp:nvSpPr>
        <dsp:cNvPr id="0" name=""/>
        <dsp:cNvSpPr/>
      </dsp:nvSpPr>
      <dsp:spPr>
        <a:xfrm>
          <a:off x="0" y="1962378"/>
          <a:ext cx="2164976" cy="981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3</a:t>
          </a:r>
        </a:p>
      </dsp:txBody>
      <dsp:txXfrm>
        <a:off x="0" y="1962378"/>
        <a:ext cx="2164976" cy="981189"/>
      </dsp:txXfrm>
    </dsp:sp>
    <dsp:sp modelId="{9AFAA6A3-CB85-4878-8096-AEC65EBE5D60}">
      <dsp:nvSpPr>
        <dsp:cNvPr id="0" name=""/>
        <dsp:cNvSpPr/>
      </dsp:nvSpPr>
      <dsp:spPr>
        <a:xfrm>
          <a:off x="2327349" y="2006934"/>
          <a:ext cx="8497533" cy="891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Hukum agama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islam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pertama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Al-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qur’an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para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muslim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kedua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hadist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sebagai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segala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perilaku,perkataan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Rasulullah SAW,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ketiga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Ijtihad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meggunakan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akal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sehat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karena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tidak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ada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di al-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qur’an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hadist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. </a:t>
          </a:r>
          <a:endParaRPr lang="en-US" sz="2000" kern="1200" dirty="0">
            <a:latin typeface="+mn-lt"/>
          </a:endParaRPr>
        </a:p>
      </dsp:txBody>
      <dsp:txXfrm>
        <a:off x="2327349" y="2006934"/>
        <a:ext cx="8497533" cy="891119"/>
      </dsp:txXfrm>
    </dsp:sp>
    <dsp:sp modelId="{9EF620D3-3941-42E0-8EB2-132CEE9521EB}">
      <dsp:nvSpPr>
        <dsp:cNvPr id="0" name=""/>
        <dsp:cNvSpPr/>
      </dsp:nvSpPr>
      <dsp:spPr>
        <a:xfrm>
          <a:off x="2164976" y="2898053"/>
          <a:ext cx="86599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A0109-E34F-41B8-AC12-4DF56AF269EA}">
      <dsp:nvSpPr>
        <dsp:cNvPr id="0" name=""/>
        <dsp:cNvSpPr/>
      </dsp:nvSpPr>
      <dsp:spPr>
        <a:xfrm>
          <a:off x="0" y="2943567"/>
          <a:ext cx="108248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5C792-F730-4016-9553-BC9BACF9EFAF}">
      <dsp:nvSpPr>
        <dsp:cNvPr id="0" name=""/>
        <dsp:cNvSpPr/>
      </dsp:nvSpPr>
      <dsp:spPr>
        <a:xfrm>
          <a:off x="0" y="2943567"/>
          <a:ext cx="2164976" cy="981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4</a:t>
          </a:r>
        </a:p>
      </dsp:txBody>
      <dsp:txXfrm>
        <a:off x="0" y="2943567"/>
        <a:ext cx="2164976" cy="981189"/>
      </dsp:txXfrm>
    </dsp:sp>
    <dsp:sp modelId="{E883AD40-26F6-46D2-96B7-0C06327239DB}">
      <dsp:nvSpPr>
        <dsp:cNvPr id="0" name=""/>
        <dsp:cNvSpPr/>
      </dsp:nvSpPr>
      <dsp:spPr>
        <a:xfrm>
          <a:off x="2327349" y="2988123"/>
          <a:ext cx="8497533" cy="891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Hukum Agama Kristen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Katolik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agama Kristen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Injil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atau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Bibel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dan juga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bisa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dinamakan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Al-kitab yang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terdiri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perjanjian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lama dan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perjanjian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baru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.</a:t>
          </a:r>
          <a:endParaRPr lang="en-US" sz="2000" kern="1200" dirty="0">
            <a:latin typeface="+mn-lt"/>
          </a:endParaRPr>
        </a:p>
      </dsp:txBody>
      <dsp:txXfrm>
        <a:off x="2327349" y="2988123"/>
        <a:ext cx="8497533" cy="891119"/>
      </dsp:txXfrm>
    </dsp:sp>
    <dsp:sp modelId="{5CAD30C4-2FCF-488F-B8D2-FC27DAE763DE}">
      <dsp:nvSpPr>
        <dsp:cNvPr id="0" name=""/>
        <dsp:cNvSpPr/>
      </dsp:nvSpPr>
      <dsp:spPr>
        <a:xfrm>
          <a:off x="2164976" y="3879242"/>
          <a:ext cx="86599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7B9A7-1389-4231-A2F4-C1B445FBD28D}">
      <dsp:nvSpPr>
        <dsp:cNvPr id="0" name=""/>
        <dsp:cNvSpPr/>
      </dsp:nvSpPr>
      <dsp:spPr>
        <a:xfrm>
          <a:off x="0" y="247583"/>
          <a:ext cx="10824882" cy="1278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131" tIns="291592" rIns="840131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Hukum Agama Kristen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Protestan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Sumber-sumber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hukumnya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protestan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sama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suci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Kristen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katolik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yakni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Al-Kitab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dengan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penyebutan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nama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Injil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yang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diambil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dari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perjanjian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baru</a:t>
          </a:r>
          <a:endParaRPr lang="en-US" sz="2000" kern="1200" dirty="0">
            <a:latin typeface="+mn-lt"/>
          </a:endParaRPr>
        </a:p>
      </dsp:txBody>
      <dsp:txXfrm>
        <a:off x="0" y="247583"/>
        <a:ext cx="10824882" cy="1278900"/>
      </dsp:txXfrm>
    </dsp:sp>
    <dsp:sp modelId="{89CDA6EA-76A7-42B0-A9A6-FD0E967E144B}">
      <dsp:nvSpPr>
        <dsp:cNvPr id="0" name=""/>
        <dsp:cNvSpPr/>
      </dsp:nvSpPr>
      <dsp:spPr>
        <a:xfrm>
          <a:off x="541244" y="40943"/>
          <a:ext cx="719475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408" tIns="0" rIns="28640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5</a:t>
          </a:r>
        </a:p>
      </dsp:txBody>
      <dsp:txXfrm>
        <a:off x="561419" y="61118"/>
        <a:ext cx="679125" cy="372930"/>
      </dsp:txXfrm>
    </dsp:sp>
    <dsp:sp modelId="{D3EB1C98-4CCE-45B5-BDF9-7874FF1626AB}">
      <dsp:nvSpPr>
        <dsp:cNvPr id="0" name=""/>
        <dsp:cNvSpPr/>
      </dsp:nvSpPr>
      <dsp:spPr>
        <a:xfrm>
          <a:off x="0" y="1808723"/>
          <a:ext cx="10824882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131" tIns="291592" rIns="840131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Hukum Agama Hindu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merujuk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 pada 2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kelompok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kelompok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sruti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kelompok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smerti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.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Macam-macam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kitabnya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adalah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Weda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Bhagawadgita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Upanishad, Purana dan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Itihasa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agama Hindu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mengenal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berbagai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lainnya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seperti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misalnya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: Tantra,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Jyotisha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Darsana,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Salwasutra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Nitisastra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Kalpa, Chanda, dan lain-lain.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Kebanyakan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tersebut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tergolong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dalam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kitab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Smerti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karena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memuat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ajaran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astronomi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hukum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tata negara,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sosial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kepemimpinan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ilmu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bangunan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dan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pertukangan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, dan lain-lain.</a:t>
          </a:r>
          <a:endParaRPr lang="en-US" sz="2000" kern="1200" dirty="0">
            <a:latin typeface="+mn-lt"/>
          </a:endParaRPr>
        </a:p>
      </dsp:txBody>
      <dsp:txXfrm>
        <a:off x="0" y="1808723"/>
        <a:ext cx="10824882" cy="2425500"/>
      </dsp:txXfrm>
    </dsp:sp>
    <dsp:sp modelId="{BB03D2CD-1BD4-422E-986A-5CB45B0EB262}">
      <dsp:nvSpPr>
        <dsp:cNvPr id="0" name=""/>
        <dsp:cNvSpPr/>
      </dsp:nvSpPr>
      <dsp:spPr>
        <a:xfrm>
          <a:off x="541244" y="1602083"/>
          <a:ext cx="719475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408" tIns="0" rIns="28640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6</a:t>
          </a:r>
        </a:p>
      </dsp:txBody>
      <dsp:txXfrm>
        <a:off x="561419" y="1622258"/>
        <a:ext cx="679125" cy="372930"/>
      </dsp:txXfrm>
    </dsp:sp>
    <dsp:sp modelId="{2C5F5E52-127A-4F8B-8CE5-6FB8CF4AD12F}">
      <dsp:nvSpPr>
        <dsp:cNvPr id="0" name=""/>
        <dsp:cNvSpPr/>
      </dsp:nvSpPr>
      <dsp:spPr>
        <a:xfrm>
          <a:off x="0" y="4516463"/>
          <a:ext cx="10824882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131" tIns="291592" rIns="840131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Sumber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Hukum Agama Buddha </a:t>
          </a:r>
          <a:r>
            <a:rPr lang="en-US" sz="2000" kern="1200" dirty="0" err="1">
              <a:latin typeface="+mn-lt"/>
              <a:cs typeface="Times New Roman" panose="02020603050405020304" pitchFamily="18" charset="0"/>
            </a:rPr>
            <a:t>yaitu</a:t>
          </a:r>
          <a:r>
            <a:rPr lang="en-US" sz="2000" kern="1200" dirty="0">
              <a:latin typeface="+mn-lt"/>
              <a:cs typeface="Times New Roman" panose="02020603050405020304" pitchFamily="18" charset="0"/>
            </a:rPr>
            <a:t> </a:t>
          </a:r>
          <a:r>
            <a:rPr lang="nn-NO" sz="2000" kern="1200" dirty="0">
              <a:latin typeface="+mn-lt"/>
              <a:cs typeface="Times New Roman" panose="02020603050405020304" pitchFamily="18" charset="0"/>
            </a:rPr>
            <a:t>Tripitaka yang berisi sabda dan ajaran sang hyang Buddha Gautama</a:t>
          </a:r>
          <a:endParaRPr lang="en-US" sz="2000" kern="1200" dirty="0">
            <a:latin typeface="+mn-lt"/>
          </a:endParaRPr>
        </a:p>
      </dsp:txBody>
      <dsp:txXfrm>
        <a:off x="0" y="4516463"/>
        <a:ext cx="10824882" cy="992250"/>
      </dsp:txXfrm>
    </dsp:sp>
    <dsp:sp modelId="{6886E09E-8A14-4F19-88E9-7D1EC5278B3A}">
      <dsp:nvSpPr>
        <dsp:cNvPr id="0" name=""/>
        <dsp:cNvSpPr/>
      </dsp:nvSpPr>
      <dsp:spPr>
        <a:xfrm>
          <a:off x="541244" y="4309823"/>
          <a:ext cx="719475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408" tIns="0" rIns="28640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7</a:t>
          </a:r>
        </a:p>
      </dsp:txBody>
      <dsp:txXfrm>
        <a:off x="561419" y="4329998"/>
        <a:ext cx="679125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6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6BDA8-32D6-4648-87FD-FBA0E4425E44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104866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6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6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AB592-75EE-436F-A5F1-8982D01AC7A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5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5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12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4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64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64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4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4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64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65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5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5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2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2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5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65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2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104863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3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62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952B0-BC14-4D46-8DFA-CCD43AD5AF56}" type="datetimeFigureOut">
              <a:rPr lang="en-ID" smtClean="0"/>
              <a:t>20/11/2023</a:t>
            </a:fld>
            <a:endParaRPr lang="en-ID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2751788" y="1240196"/>
            <a:ext cx="9143999" cy="2387600"/>
          </a:xfrm>
        </p:spPr>
        <p:txBody>
          <a:bodyPr>
            <a:noAutofit/>
          </a:bodyPr>
          <a:lstStyle/>
          <a:p>
            <a:pPr lvl="0" algn="r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n-US" sz="32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Pendidikan Agama</a:t>
            </a:r>
            <a:br>
              <a:rPr lang="en-US" sz="32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Mata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Kuliah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Dasar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Umum</a:t>
            </a:r>
            <a:b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br>
              <a:rPr kumimoji="0" lang="id-ID" alt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r>
              <a:rPr kumimoji="0" lang="en-US" altLang="id-ID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Sesi</a:t>
            </a:r>
            <a:r>
              <a:rPr lang="en-US" altLang="id-ID" sz="24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6</a:t>
            </a:r>
            <a:r>
              <a:rPr kumimoji="0" lang="en-US" altLang="id-ID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– </a:t>
            </a:r>
            <a:r>
              <a:rPr kumimoji="0" lang="en-US" altLang="id-ID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Konsep</a:t>
            </a:r>
            <a:r>
              <a:rPr kumimoji="0" lang="en-US" altLang="id-ID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Dasar </a:t>
            </a:r>
            <a:r>
              <a:rPr kumimoji="0" lang="en-US" altLang="id-ID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Sumber-sumber</a:t>
            </a:r>
            <a:r>
              <a:rPr kumimoji="0" lang="en-US" altLang="id-ID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Hukum Agama</a:t>
            </a:r>
            <a:endParaRPr lang="en-ID" sz="2400" dirty="0">
              <a:latin typeface="Montserrat" panose="02000505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2407024" y="1116107"/>
            <a:ext cx="7853083" cy="577656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Apa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Itu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 &amp; </a:t>
            </a:r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Apa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Itu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Sumber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Hukum?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3AC4324-C48E-FAE4-37F8-061A1B3D7C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8066863"/>
              </p:ext>
            </p:extLst>
          </p:nvPr>
        </p:nvGraphicFramePr>
        <p:xfrm>
          <a:off x="748553" y="2057401"/>
          <a:ext cx="10694894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C74DDF-9A59-21AE-0412-ADA412E15D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926993"/>
              </p:ext>
            </p:extLst>
          </p:nvPr>
        </p:nvGraphicFramePr>
        <p:xfrm>
          <a:off x="1035424" y="1761565"/>
          <a:ext cx="10165976" cy="3751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938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3666595" y="1210236"/>
            <a:ext cx="5644040" cy="628268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Sumber-sumber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 Agama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331259" y="1838504"/>
            <a:ext cx="9265023" cy="4803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7393C1A-8B29-2C83-F71A-01583878BF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4581244"/>
              </p:ext>
            </p:extLst>
          </p:nvPr>
        </p:nvGraphicFramePr>
        <p:xfrm>
          <a:off x="569259" y="2259106"/>
          <a:ext cx="11053482" cy="3821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331259" y="1838504"/>
            <a:ext cx="9265023" cy="4803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CB92D13-D647-10AA-EF81-8BA89C3E07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035696"/>
              </p:ext>
            </p:extLst>
          </p:nvPr>
        </p:nvGraphicFramePr>
        <p:xfrm>
          <a:off x="1094441" y="1838504"/>
          <a:ext cx="10003118" cy="3435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762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3665050" y="1018756"/>
            <a:ext cx="5425162" cy="634416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Sumber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 Agama Islam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282963" y="1838504"/>
            <a:ext cx="9730178" cy="4803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57EEFF5-F4EC-D88F-0F49-A9403C807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5231956"/>
              </p:ext>
            </p:extLst>
          </p:nvPr>
        </p:nvGraphicFramePr>
        <p:xfrm>
          <a:off x="1178859" y="2091267"/>
          <a:ext cx="10035987" cy="4215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060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CA7B8D1-D74A-B422-857B-223067666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1281066"/>
              </p:ext>
            </p:extLst>
          </p:nvPr>
        </p:nvGraphicFramePr>
        <p:xfrm>
          <a:off x="869576" y="1358153"/>
          <a:ext cx="10452848" cy="4504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6062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682B590-8CB6-E7CD-8D16-433865FC3E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449025"/>
              </p:ext>
            </p:extLst>
          </p:nvPr>
        </p:nvGraphicFramePr>
        <p:xfrm>
          <a:off x="869576" y="2057399"/>
          <a:ext cx="10452848" cy="3186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7138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9922-C6AB-F733-A8C6-BE114C5F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728" y="1048871"/>
            <a:ext cx="2254624" cy="4939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 err="1">
                <a:latin typeface="+mn-lt"/>
              </a:rPr>
              <a:t>Lanjutan</a:t>
            </a:r>
            <a:r>
              <a:rPr lang="en-US" sz="2800" b="1" dirty="0">
                <a:latin typeface="+mn-lt"/>
              </a:rPr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9F988-263B-FDE7-457E-D768572BABC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Nabi SAW,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bertanya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Muadz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menetapkan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dihadapkan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memerlukan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penetapan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?”,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Muadz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“Saya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menetapkan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hukum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 Qur’an”,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Rasul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bertanya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Seandainya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ketetapannya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Qur’an?”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Muadz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“Saya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tetapkan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Hadits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Rasul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bertanya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Seandainya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engkau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temukan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ketetapannya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Qur’an dan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Hadits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Muadz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“Saya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berijtihad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pendapat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sendiri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Rasulullah SAW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menepuk-nepukkan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bahu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Muadz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 Jabal,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setuju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Kisah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Muadz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menajdikan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ijtihad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menetapkan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Qur’an dan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hadits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1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2814162" y="1120268"/>
            <a:ext cx="7069428" cy="592472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Sumber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 Agama Kristen </a:t>
            </a:r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Katolik</a:t>
            </a:r>
            <a:endParaRPr lang="en-US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407894" y="2103088"/>
            <a:ext cx="11376211" cy="3930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dirty="0" err="1">
                <a:cs typeface="Times New Roman" panose="02020603050405020304" pitchFamily="18" charset="0"/>
              </a:rPr>
              <a:t>Sebagaimana</a:t>
            </a:r>
            <a:r>
              <a:rPr lang="en-US" sz="2200" dirty="0">
                <a:cs typeface="Times New Roman" panose="02020603050405020304" pitchFamily="18" charset="0"/>
              </a:rPr>
              <a:t> agama lain, agama Kristen </a:t>
            </a:r>
            <a:r>
              <a:rPr lang="en-US" sz="2200" dirty="0" err="1">
                <a:cs typeface="Times New Roman" panose="02020603050405020304" pitchFamily="18" charset="0"/>
              </a:rPr>
              <a:t>mengakui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bahwa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merekapun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memiliki</a:t>
            </a:r>
            <a:r>
              <a:rPr lang="en-US" sz="2200" dirty="0">
                <a:cs typeface="Times New Roman" panose="02020603050405020304" pitchFamily="18" charset="0"/>
              </a:rPr>
              <a:t> kitab </a:t>
            </a:r>
            <a:r>
              <a:rPr lang="en-US" sz="2200" dirty="0" err="1">
                <a:cs typeface="Times New Roman" panose="02020603050405020304" pitchFamily="18" charset="0"/>
              </a:rPr>
              <a:t>suci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mereka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yakini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sebagi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sumber</a:t>
            </a:r>
            <a:r>
              <a:rPr lang="en-US" sz="2200" dirty="0">
                <a:cs typeface="Times New Roman" panose="02020603050405020304" pitchFamily="18" charset="0"/>
              </a:rPr>
              <a:t> dan </a:t>
            </a:r>
            <a:r>
              <a:rPr lang="en-US" sz="2200" dirty="0" err="1">
                <a:cs typeface="Times New Roman" panose="02020603050405020304" pitchFamily="18" charset="0"/>
              </a:rPr>
              <a:t>pandangan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hidup</a:t>
            </a:r>
            <a:r>
              <a:rPr lang="en-US" sz="2200" dirty="0"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cs typeface="Times New Roman" panose="02020603050405020304" pitchFamily="18" charset="0"/>
              </a:rPr>
              <a:t>Kitab </a:t>
            </a:r>
            <a:r>
              <a:rPr lang="en-US" sz="2200" dirty="0" err="1">
                <a:cs typeface="Times New Roman" panose="02020603050405020304" pitchFamily="18" charset="0"/>
              </a:rPr>
              <a:t>suci</a:t>
            </a:r>
            <a:r>
              <a:rPr lang="en-US" sz="2200" dirty="0">
                <a:cs typeface="Times New Roman" panose="02020603050405020304" pitchFamily="18" charset="0"/>
              </a:rPr>
              <a:t> agama Kristen </a:t>
            </a:r>
            <a:r>
              <a:rPr lang="en-US" sz="2200" dirty="0" err="1">
                <a:cs typeface="Times New Roman" panose="02020603050405020304" pitchFamily="18" charset="0"/>
              </a:rPr>
              <a:t>adalah</a:t>
            </a:r>
            <a:r>
              <a:rPr lang="en-US" sz="2200" dirty="0">
                <a:cs typeface="Times New Roman" panose="02020603050405020304" pitchFamily="18" charset="0"/>
              </a:rPr>
              <a:t> Kitab </a:t>
            </a:r>
            <a:r>
              <a:rPr lang="en-US" sz="2200" dirty="0" err="1">
                <a:cs typeface="Times New Roman" panose="02020603050405020304" pitchFamily="18" charset="0"/>
              </a:rPr>
              <a:t>Injil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atau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Bibel</a:t>
            </a:r>
            <a:r>
              <a:rPr lang="en-US" sz="2200" dirty="0">
                <a:cs typeface="Times New Roman" panose="02020603050405020304" pitchFamily="18" charset="0"/>
              </a:rPr>
              <a:t> dan juga </a:t>
            </a:r>
            <a:r>
              <a:rPr lang="en-US" sz="2200" dirty="0" err="1">
                <a:cs typeface="Times New Roman" panose="02020603050405020304" pitchFamily="18" charset="0"/>
              </a:rPr>
              <a:t>bisa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dinamakan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Alkitab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terdiri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lama dan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baru</a:t>
            </a:r>
            <a:r>
              <a:rPr lang="en-US" sz="2200" dirty="0"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Lama, </a:t>
            </a:r>
            <a:r>
              <a:rPr lang="en-US" sz="2200" dirty="0" err="1">
                <a:cs typeface="Times New Roman" panose="02020603050405020304" pitchFamily="18" charset="0"/>
              </a:rPr>
              <a:t>menurut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gereja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katolik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jumlah</a:t>
            </a:r>
            <a:r>
              <a:rPr lang="en-US" sz="2200" dirty="0">
                <a:cs typeface="Times New Roman" panose="02020603050405020304" pitchFamily="18" charset="0"/>
              </a:rPr>
              <a:t> kitab </a:t>
            </a:r>
            <a:r>
              <a:rPr lang="en-US" sz="2200" dirty="0" err="1">
                <a:cs typeface="Times New Roman" panose="02020603050405020304" pitchFamily="18" charset="0"/>
              </a:rPr>
              <a:t>suci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terhimpun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adalah</a:t>
            </a:r>
            <a:r>
              <a:rPr lang="en-US" sz="2200" dirty="0">
                <a:cs typeface="Times New Roman" panose="02020603050405020304" pitchFamily="18" charset="0"/>
              </a:rPr>
              <a:t> 49 </a:t>
            </a:r>
            <a:r>
              <a:rPr lang="en-US" sz="2200" dirty="0" err="1">
                <a:cs typeface="Times New Roman" panose="02020603050405020304" pitchFamily="18" charset="0"/>
              </a:rPr>
              <a:t>buah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selisih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lebih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banyak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diakui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protestan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kesepuluh</a:t>
            </a:r>
            <a:r>
              <a:rPr lang="en-US" sz="2200" dirty="0">
                <a:cs typeface="Times New Roman" panose="02020603050405020304" pitchFamily="18" charset="0"/>
              </a:rPr>
              <a:t> kitab yang </a:t>
            </a:r>
            <a:r>
              <a:rPr lang="en-US" sz="2200" dirty="0" err="1">
                <a:cs typeface="Times New Roman" panose="02020603050405020304" pitchFamily="18" charset="0"/>
              </a:rPr>
              <a:t>tidak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diakui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disebut</a:t>
            </a:r>
            <a:r>
              <a:rPr lang="en-US" sz="2200" dirty="0">
                <a:cs typeface="Times New Roman" panose="02020603050405020304" pitchFamily="18" charset="0"/>
              </a:rPr>
              <a:t> “</a:t>
            </a:r>
            <a:r>
              <a:rPr lang="en-US" sz="2200" dirty="0" err="1">
                <a:cs typeface="Times New Roman" panose="02020603050405020304" pitchFamily="18" charset="0"/>
              </a:rPr>
              <a:t>Deuterokanomika</a:t>
            </a:r>
            <a:r>
              <a:rPr lang="en-US" sz="2200" dirty="0">
                <a:cs typeface="Times New Roman" panose="02020603050405020304" pitchFamily="18" charset="0"/>
              </a:rPr>
              <a:t>” </a:t>
            </a:r>
            <a:r>
              <a:rPr lang="en-US" sz="2200" dirty="0" err="1">
                <a:cs typeface="Times New Roman" panose="02020603050405020304" pitchFamily="18" charset="0"/>
              </a:rPr>
              <a:t>yaitu</a:t>
            </a:r>
            <a:r>
              <a:rPr lang="en-US" sz="2200" dirty="0">
                <a:cs typeface="Times New Roman" panose="02020603050405020304" pitchFamily="18" charset="0"/>
              </a:rPr>
              <a:t> kitab-kitab </a:t>
            </a:r>
            <a:r>
              <a:rPr lang="en-US" sz="2200" dirty="0" err="1">
                <a:cs typeface="Times New Roman" panose="02020603050405020304" pitchFamily="18" charset="0"/>
              </a:rPr>
              <a:t>dongeng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atau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jiplakan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tidak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termasuk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kanon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Yahudi</a:t>
            </a:r>
            <a:r>
              <a:rPr lang="en-US" sz="2200" dirty="0"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Baru, </a:t>
            </a:r>
            <a:r>
              <a:rPr lang="en-US" sz="2200" dirty="0" err="1">
                <a:cs typeface="Times New Roman" panose="02020603050405020304" pitchFamily="18" charset="0"/>
              </a:rPr>
              <a:t>istilah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ini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mempunyai</a:t>
            </a:r>
            <a:r>
              <a:rPr lang="en-US" sz="2200" dirty="0">
                <a:cs typeface="Times New Roman" panose="02020603050405020304" pitchFamily="18" charset="0"/>
              </a:rPr>
              <a:t> arti, “Tata </a:t>
            </a:r>
            <a:r>
              <a:rPr lang="en-US" sz="2200" dirty="0" err="1">
                <a:cs typeface="Times New Roman" panose="02020603050405020304" pitchFamily="18" charset="0"/>
              </a:rPr>
              <a:t>cara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keselamatan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diadakan</a:t>
            </a:r>
            <a:r>
              <a:rPr lang="en-US" sz="2200" dirty="0">
                <a:cs typeface="Times New Roman" panose="02020603050405020304" pitchFamily="18" charset="0"/>
              </a:rPr>
              <a:t> Allah </a:t>
            </a: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diri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Yesus</a:t>
            </a:r>
            <a:r>
              <a:rPr lang="en-US" sz="2200" dirty="0">
                <a:cs typeface="Times New Roman" panose="02020603050405020304" pitchFamily="18" charset="0"/>
              </a:rPr>
              <a:t>”. Isi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baru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mencakup</a:t>
            </a:r>
            <a:r>
              <a:rPr lang="en-US" sz="2200" dirty="0">
                <a:cs typeface="Times New Roman" panose="02020603050405020304" pitchFamily="18" charset="0"/>
              </a:rPr>
              <a:t> 27 kitab, yang </a:t>
            </a:r>
            <a:r>
              <a:rPr lang="en-US" sz="2200" dirty="0" err="1">
                <a:cs typeface="Times New Roman" panose="02020603050405020304" pitchFamily="18" charset="0"/>
              </a:rPr>
              <a:t>terdiri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4 </a:t>
            </a:r>
            <a:r>
              <a:rPr lang="en-US" sz="2200" dirty="0" err="1">
                <a:cs typeface="Times New Roman" panose="02020603050405020304" pitchFamily="18" charset="0"/>
              </a:rPr>
              <a:t>injil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yaitu</a:t>
            </a:r>
            <a:r>
              <a:rPr lang="en-US" sz="2200" dirty="0">
                <a:cs typeface="Times New Roman" panose="02020603050405020304" pitchFamily="18" charset="0"/>
              </a:rPr>
              <a:t> Markus (60 M), </a:t>
            </a:r>
            <a:r>
              <a:rPr lang="en-US" sz="2200" dirty="0" err="1">
                <a:cs typeface="Times New Roman" panose="02020603050405020304" pitchFamily="18" charset="0"/>
              </a:rPr>
              <a:t>Matius</a:t>
            </a:r>
            <a:r>
              <a:rPr lang="en-US" sz="2200" dirty="0">
                <a:cs typeface="Times New Roman" panose="02020603050405020304" pitchFamily="18" charset="0"/>
              </a:rPr>
              <a:t> (70 M), Lukas (75 M), dan Yahya (100 M). </a:t>
            </a:r>
          </a:p>
        </p:txBody>
      </p:sp>
    </p:spTree>
    <p:extLst>
      <p:ext uri="{BB962C8B-B14F-4D97-AF65-F5344CB8AC3E}">
        <p14:creationId xmlns:p14="http://schemas.microsoft.com/office/powerpoint/2010/main" val="263484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603601" y="2170323"/>
            <a:ext cx="9357606" cy="5924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Agama </a:t>
            </a:r>
            <a:r>
              <a:rPr lang="en-US" sz="2200" dirty="0" err="1">
                <a:cs typeface="Times New Roman" panose="02020603050405020304" pitchFamily="18" charset="0"/>
              </a:rPr>
              <a:t>Katolik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sumber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keimanan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dibagi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menjadi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sebagai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berikut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yaitu</a:t>
            </a:r>
            <a:r>
              <a:rPr lang="en-US" sz="2200" dirty="0">
                <a:cs typeface="Times New Roman" panose="02020603050405020304" pitchFamily="18" charset="0"/>
              </a:rPr>
              <a:t> :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A55204B-5456-AFCC-0DAD-B4D8D2F05B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420106"/>
              </p:ext>
            </p:extLst>
          </p:nvPr>
        </p:nvGraphicFramePr>
        <p:xfrm>
          <a:off x="1417197" y="3160059"/>
          <a:ext cx="9730415" cy="1882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9939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2357527" y="954740"/>
            <a:ext cx="7476945" cy="552131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Sumber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 Agama Kristen </a:t>
            </a:r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Protestan</a:t>
            </a:r>
            <a:endParaRPr lang="en-US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519604" y="1801906"/>
            <a:ext cx="11152789" cy="43030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dirty="0" err="1">
                <a:cs typeface="Times New Roman" panose="02020603050405020304" pitchFamily="18" charset="0"/>
              </a:rPr>
              <a:t>Sumber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hukum</a:t>
            </a:r>
            <a:r>
              <a:rPr lang="en-US" sz="2200" dirty="0">
                <a:cs typeface="Times New Roman" panose="02020603050405020304" pitchFamily="18" charset="0"/>
              </a:rPr>
              <a:t> Agama Kristen </a:t>
            </a:r>
            <a:r>
              <a:rPr lang="en-US" sz="2200" dirty="0" err="1">
                <a:cs typeface="Times New Roman" panose="02020603050405020304" pitchFamily="18" charset="0"/>
              </a:rPr>
              <a:t>Protestan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yaitu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b="1" dirty="0">
                <a:cs typeface="Times New Roman" panose="02020603050405020304" pitchFamily="18" charset="0"/>
              </a:rPr>
              <a:t>Kitab </a:t>
            </a:r>
            <a:r>
              <a:rPr lang="en-US" sz="2200" b="1" dirty="0" err="1">
                <a:cs typeface="Times New Roman" panose="02020603050405020304" pitchFamily="18" charset="0"/>
              </a:rPr>
              <a:t>Suci</a:t>
            </a:r>
            <a:r>
              <a:rPr lang="en-US" sz="2200" dirty="0">
                <a:cs typeface="Times New Roman" panose="02020603050405020304" pitchFamily="18" charset="0"/>
              </a:rPr>
              <a:t>. Kitab </a:t>
            </a:r>
            <a:r>
              <a:rPr lang="en-US" sz="2200" dirty="0" err="1">
                <a:cs typeface="Times New Roman" panose="02020603050405020304" pitchFamily="18" charset="0"/>
              </a:rPr>
              <a:t>suci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protestan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disini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cs typeface="Times New Roman" panose="02020603050405020304" pitchFamily="18" charset="0"/>
              </a:rPr>
              <a:t>sama</a:t>
            </a:r>
            <a:r>
              <a:rPr lang="en-US" sz="2200" b="1" dirty="0"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cs typeface="Times New Roman" panose="02020603050405020304" pitchFamily="18" charset="0"/>
              </a:rPr>
              <a:t>dengan</a:t>
            </a:r>
            <a:r>
              <a:rPr lang="en-US" sz="2200" b="1" dirty="0">
                <a:cs typeface="Times New Roman" panose="02020603050405020304" pitchFamily="18" charset="0"/>
              </a:rPr>
              <a:t> kitab </a:t>
            </a:r>
            <a:r>
              <a:rPr lang="en-US" sz="2200" b="1" dirty="0" err="1">
                <a:cs typeface="Times New Roman" panose="02020603050405020304" pitchFamily="18" charset="0"/>
              </a:rPr>
              <a:t>suci</a:t>
            </a:r>
            <a:r>
              <a:rPr lang="en-US" sz="2200" b="1" dirty="0">
                <a:cs typeface="Times New Roman" panose="02020603050405020304" pitchFamily="18" charset="0"/>
              </a:rPr>
              <a:t> Kristen </a:t>
            </a:r>
            <a:r>
              <a:rPr lang="en-US" sz="2200" b="1" dirty="0" err="1">
                <a:cs typeface="Times New Roman" panose="02020603050405020304" pitchFamily="18" charset="0"/>
              </a:rPr>
              <a:t>katolik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yakni</a:t>
            </a:r>
            <a:r>
              <a:rPr lang="en-US" sz="2200" dirty="0">
                <a:cs typeface="Times New Roman" panose="02020603050405020304" pitchFamily="18" charset="0"/>
              </a:rPr>
              <a:t> al-kitab </a:t>
            </a:r>
            <a:r>
              <a:rPr lang="en-US" sz="2200" dirty="0" err="1">
                <a:cs typeface="Times New Roman" panose="02020603050405020304" pitchFamily="18" charset="0"/>
              </a:rPr>
              <a:t>dengan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penyebutan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nama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Injil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diambil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baru</a:t>
            </a:r>
            <a:r>
              <a:rPr lang="en-US" sz="2200" dirty="0"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cs typeface="Times New Roman" panose="02020603050405020304" pitchFamily="18" charset="0"/>
              </a:rPr>
              <a:t>Namun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perbedaan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nya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b="1" dirty="0">
                <a:cs typeface="Times New Roman" panose="02020603050405020304" pitchFamily="18" charset="0"/>
              </a:rPr>
              <a:t>kitab </a:t>
            </a:r>
            <a:r>
              <a:rPr lang="en-US" sz="2200" b="1" dirty="0" err="1">
                <a:cs typeface="Times New Roman" panose="02020603050405020304" pitchFamily="18" charset="0"/>
              </a:rPr>
              <a:t>suci</a:t>
            </a:r>
            <a:r>
              <a:rPr lang="en-US" sz="2200" b="1" dirty="0"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cs typeface="Times New Roman" panose="02020603050405020304" pitchFamily="18" charset="0"/>
              </a:rPr>
              <a:t>protestan</a:t>
            </a:r>
            <a:r>
              <a:rPr lang="en-US" sz="2200" b="1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solidFill>
                  <a:srgbClr val="FF0000"/>
                </a:solidFill>
                <a:cs typeface="Times New Roman" panose="02020603050405020304" pitchFamily="18" charset="0"/>
              </a:rPr>
              <a:t> lama </a:t>
            </a:r>
            <a:r>
              <a:rPr lang="en-US" sz="2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ada</a:t>
            </a:r>
            <a:r>
              <a:rPr lang="en-US" sz="2200" dirty="0">
                <a:solidFill>
                  <a:srgbClr val="FF0000"/>
                </a:solidFill>
                <a:cs typeface="Times New Roman" panose="02020603050405020304" pitchFamily="18" charset="0"/>
              </a:rPr>
              <a:t> 39 </a:t>
            </a:r>
            <a:r>
              <a:rPr lang="en-US" sz="2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bab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sedangkan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katolik</a:t>
            </a:r>
            <a:r>
              <a:rPr lang="en-US" sz="2200" dirty="0">
                <a:solidFill>
                  <a:srgbClr val="FF0000"/>
                </a:solidFill>
                <a:cs typeface="Times New Roman" panose="02020603050405020304" pitchFamily="18" charset="0"/>
              </a:rPr>
              <a:t> 45 </a:t>
            </a:r>
            <a:r>
              <a:rPr lang="en-US" sz="2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bab</a:t>
            </a:r>
            <a:r>
              <a:rPr lang="en-US" sz="2200" dirty="0">
                <a:cs typeface="Times New Roman" panose="02020603050405020304" pitchFamily="18" charset="0"/>
              </a:rPr>
              <a:t>, di </a:t>
            </a: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baru</a:t>
            </a:r>
            <a:r>
              <a:rPr lang="en-US" sz="2200" dirty="0"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protestan</a:t>
            </a:r>
            <a:r>
              <a:rPr lang="en-US" sz="2200" dirty="0">
                <a:cs typeface="Times New Roman" panose="02020603050405020304" pitchFamily="18" charset="0"/>
              </a:rPr>
              <a:t> dan </a:t>
            </a:r>
            <a:r>
              <a:rPr lang="en-US" sz="2200" dirty="0" err="1">
                <a:cs typeface="Times New Roman" panose="02020603050405020304" pitchFamily="18" charset="0"/>
              </a:rPr>
              <a:t>katolik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ada</a:t>
            </a:r>
            <a:r>
              <a:rPr lang="en-US" sz="2200" dirty="0">
                <a:solidFill>
                  <a:srgbClr val="FF0000"/>
                </a:solidFill>
                <a:cs typeface="Times New Roman" panose="02020603050405020304" pitchFamily="18" charset="0"/>
              </a:rPr>
              <a:t> 27 </a:t>
            </a:r>
            <a:r>
              <a:rPr lang="en-US" sz="22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bab.</a:t>
            </a:r>
            <a:r>
              <a:rPr lang="en-US" sz="22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200" dirty="0" err="1">
                <a:cs typeface="Times New Roman" panose="02020603050405020304" pitchFamily="18" charset="0"/>
              </a:rPr>
              <a:t>Injil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adalah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nama</a:t>
            </a:r>
            <a:r>
              <a:rPr lang="en-US" sz="2200" dirty="0">
                <a:cs typeface="Times New Roman" panose="02020603050405020304" pitchFamily="18" charset="0"/>
              </a:rPr>
              <a:t> kitab yang </a:t>
            </a:r>
            <a:r>
              <a:rPr lang="en-US" sz="2200" dirty="0" err="1">
                <a:cs typeface="Times New Roman" panose="02020603050405020304" pitchFamily="18" charset="0"/>
              </a:rPr>
              <a:t>ada</a:t>
            </a:r>
            <a:r>
              <a:rPr lang="en-US" sz="2200" dirty="0">
                <a:cs typeface="Times New Roman" panose="02020603050405020304" pitchFamily="18" charset="0"/>
              </a:rPr>
              <a:t> di </a:t>
            </a: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baru</a:t>
            </a:r>
            <a:r>
              <a:rPr lang="en-US" sz="2200" dirty="0">
                <a:cs typeface="Times New Roman" panose="02020603050405020304" pitchFamily="18" charset="0"/>
              </a:rPr>
              <a:t>. Isi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lama dan </a:t>
            </a:r>
            <a:r>
              <a:rPr lang="en-US" sz="2200" dirty="0" err="1">
                <a:cs typeface="Times New Roman" panose="02020603050405020304" pitchFamily="18" charset="0"/>
              </a:rPr>
              <a:t>baru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tidak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ada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perbedaannya</a:t>
            </a:r>
            <a:r>
              <a:rPr lang="en-US" sz="2200" dirty="0"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cs typeface="Times New Roman" panose="02020603050405020304" pitchFamily="18" charset="0"/>
              </a:rPr>
              <a:t>Maka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kalau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kita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perhatikan</a:t>
            </a:r>
            <a:r>
              <a:rPr lang="en-US" sz="2200" dirty="0">
                <a:cs typeface="Times New Roman" panose="02020603050405020304" pitchFamily="18" charset="0"/>
              </a:rPr>
              <a:t> juga </a:t>
            </a:r>
            <a:r>
              <a:rPr lang="en-US" sz="2200" dirty="0" err="1">
                <a:cs typeface="Times New Roman" panose="02020603050405020304" pitchFamily="18" charset="0"/>
              </a:rPr>
              <a:t>bacaan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Alkitab</a:t>
            </a:r>
            <a:r>
              <a:rPr lang="en-US" sz="2200" dirty="0">
                <a:cs typeface="Times New Roman" panose="02020603050405020304" pitchFamily="18" charset="0"/>
              </a:rPr>
              <a:t> di </a:t>
            </a:r>
            <a:r>
              <a:rPr lang="en-US" sz="2200" dirty="0" err="1">
                <a:cs typeface="Times New Roman" panose="02020603050405020304" pitchFamily="18" charset="0"/>
              </a:rPr>
              <a:t>dalam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misa</a:t>
            </a:r>
            <a:r>
              <a:rPr lang="en-US" sz="2200" dirty="0">
                <a:cs typeface="Times New Roman" panose="02020603050405020304" pitchFamily="18" charset="0"/>
              </a:rPr>
              <a:t> kudus </a:t>
            </a:r>
            <a:r>
              <a:rPr lang="en-US" sz="2200" dirty="0" err="1">
                <a:cs typeface="Times New Roman" panose="02020603050405020304" pitchFamily="18" charset="0"/>
              </a:rPr>
              <a:t>Minggu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umumnya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bacaan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pertama</a:t>
            </a:r>
            <a:r>
              <a:rPr lang="en-US" sz="2200" dirty="0">
                <a:cs typeface="Times New Roman" panose="02020603050405020304" pitchFamily="18" charset="0"/>
              </a:rPr>
              <a:t> dan </a:t>
            </a:r>
            <a:r>
              <a:rPr lang="en-US" sz="2200" dirty="0" err="1">
                <a:cs typeface="Times New Roman" panose="02020603050405020304" pitchFamily="18" charset="0"/>
              </a:rPr>
              <a:t>Mazmur</a:t>
            </a:r>
            <a:r>
              <a:rPr lang="en-US" sz="2200" dirty="0">
                <a:cs typeface="Times New Roman" panose="02020603050405020304" pitchFamily="18" charset="0"/>
              </a:rPr>
              <a:t> di </a:t>
            </a:r>
            <a:r>
              <a:rPr lang="en-US" sz="2200" dirty="0" err="1">
                <a:cs typeface="Times New Roman" panose="02020603050405020304" pitchFamily="18" charset="0"/>
              </a:rPr>
              <a:t>ambil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Lama, </a:t>
            </a:r>
            <a:r>
              <a:rPr lang="en-US" sz="2200" dirty="0" err="1">
                <a:cs typeface="Times New Roman" panose="02020603050405020304" pitchFamily="18" charset="0"/>
              </a:rPr>
              <a:t>bacaan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kedua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surat</a:t>
            </a:r>
            <a:r>
              <a:rPr lang="en-US" sz="2200" dirty="0"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cs typeface="Times New Roman" panose="02020603050405020304" pitchFamily="18" charset="0"/>
              </a:rPr>
              <a:t>surat</a:t>
            </a:r>
            <a:r>
              <a:rPr lang="en-US" sz="2200" dirty="0">
                <a:cs typeface="Times New Roman" panose="02020603050405020304" pitchFamily="18" charset="0"/>
              </a:rPr>
              <a:t> para Rasul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Baru, dan </a:t>
            </a:r>
            <a:r>
              <a:rPr lang="en-US" sz="2200" dirty="0" err="1">
                <a:cs typeface="Times New Roman" panose="02020603050405020304" pitchFamily="18" charset="0"/>
              </a:rPr>
              <a:t>bacaan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Injil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salah </a:t>
            </a:r>
            <a:r>
              <a:rPr lang="en-US" sz="2200" dirty="0" err="1">
                <a:cs typeface="Times New Roman" panose="02020603050405020304" pitchFamily="18" charset="0"/>
              </a:rPr>
              <a:t>satu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keempat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Injil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Baru. </a:t>
            </a:r>
            <a:r>
              <a:rPr lang="en-US" sz="2200" dirty="0" err="1">
                <a:cs typeface="Times New Roman" panose="02020603050405020304" pitchFamily="18" charset="0"/>
              </a:rPr>
              <a:t>Sedangkan</a:t>
            </a:r>
            <a:r>
              <a:rPr lang="en-US" sz="2200" dirty="0">
                <a:cs typeface="Times New Roman" panose="02020603050405020304" pitchFamily="18" charset="0"/>
              </a:rPr>
              <a:t> pada </a:t>
            </a:r>
            <a:r>
              <a:rPr lang="en-US" sz="2200" dirty="0" err="1">
                <a:cs typeface="Times New Roman" panose="02020603050405020304" pitchFamily="18" charset="0"/>
              </a:rPr>
              <a:t>misa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harian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bacaan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pertama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diambil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Lama </a:t>
            </a:r>
            <a:r>
              <a:rPr lang="en-US" sz="2200" dirty="0" err="1">
                <a:cs typeface="Times New Roman" panose="02020603050405020304" pitchFamily="18" charset="0"/>
              </a:rPr>
              <a:t>atau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surat-surat</a:t>
            </a:r>
            <a:r>
              <a:rPr lang="en-US" sz="2200" dirty="0">
                <a:cs typeface="Times New Roman" panose="02020603050405020304" pitchFamily="18" charset="0"/>
              </a:rPr>
              <a:t> para </a:t>
            </a:r>
            <a:r>
              <a:rPr lang="en-US" sz="2200" dirty="0" err="1">
                <a:cs typeface="Times New Roman" panose="02020603050405020304" pitchFamily="18" charset="0"/>
              </a:rPr>
              <a:t>rasul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Baru, </a:t>
            </a:r>
            <a:r>
              <a:rPr lang="en-US" sz="2200" dirty="0" err="1">
                <a:cs typeface="Times New Roman" panose="02020603050405020304" pitchFamily="18" charset="0"/>
              </a:rPr>
              <a:t>Mazmur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Lama, dan </a:t>
            </a:r>
            <a:r>
              <a:rPr lang="en-US" sz="2200" dirty="0" err="1">
                <a:cs typeface="Times New Roman" panose="02020603050405020304" pitchFamily="18" charset="0"/>
              </a:rPr>
              <a:t>Injil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dari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Perjanjian</a:t>
            </a:r>
            <a:r>
              <a:rPr lang="en-US" sz="2200" dirty="0">
                <a:cs typeface="Times New Roman" panose="02020603050405020304" pitchFamily="18" charset="0"/>
              </a:rPr>
              <a:t> Baru.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57592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3325148" y="973533"/>
            <a:ext cx="5307863" cy="592472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Sumber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 Agama Hindu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713205" y="1645886"/>
            <a:ext cx="8765589" cy="8552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200" dirty="0" err="1">
                <a:cs typeface="Times New Roman" panose="02020603050405020304" pitchFamily="18" charset="0"/>
              </a:rPr>
              <a:t>Secara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umum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Sumber</a:t>
            </a:r>
            <a:r>
              <a:rPr lang="en-US" sz="2200" dirty="0">
                <a:cs typeface="Times New Roman" panose="02020603050405020304" pitchFamily="18" charset="0"/>
              </a:rPr>
              <a:t> Hukum Agama Hindu </a:t>
            </a:r>
            <a:r>
              <a:rPr lang="en-US" sz="2200" dirty="0" err="1">
                <a:cs typeface="Times New Roman" panose="02020603050405020304" pitchFamily="18" charset="0"/>
              </a:rPr>
              <a:t>dibagi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menjadi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b="1" dirty="0">
                <a:cs typeface="Times New Roman" panose="02020603050405020304" pitchFamily="18" charset="0"/>
              </a:rPr>
              <a:t>dua </a:t>
            </a:r>
            <a:r>
              <a:rPr lang="en-US" sz="2200" b="1" dirty="0" err="1">
                <a:cs typeface="Times New Roman" panose="02020603050405020304" pitchFamily="18" charset="0"/>
              </a:rPr>
              <a:t>kelompok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yaitu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kelompok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Kitab Sruti </a:t>
            </a:r>
            <a:r>
              <a:rPr lang="en-US" sz="2200" dirty="0">
                <a:cs typeface="Times New Roman" panose="02020603050405020304" pitchFamily="18" charset="0"/>
              </a:rPr>
              <a:t>dan </a:t>
            </a:r>
            <a:r>
              <a:rPr lang="en-US" sz="2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kelompok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Kitab </a:t>
            </a:r>
            <a:r>
              <a:rPr lang="en-US" sz="2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Smerti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E6A3B7B-E97A-23A0-1619-ED20334102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52494"/>
              </p:ext>
            </p:extLst>
          </p:nvPr>
        </p:nvGraphicFramePr>
        <p:xfrm>
          <a:off x="505010" y="2501153"/>
          <a:ext cx="11072907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625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3170886" y="1724233"/>
            <a:ext cx="5850228" cy="619366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  <a:cs typeface="Times New Roman" panose="02020603050405020304" pitchFamily="18" charset="0"/>
              </a:rPr>
              <a:t>Sumber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 Hukum Agama Buddha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308199" y="3182725"/>
            <a:ext cx="9790754" cy="1496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200" dirty="0" err="1">
                <a:cs typeface="Times New Roman" panose="02020603050405020304" pitchFamily="18" charset="0"/>
              </a:rPr>
              <a:t>Setiap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aliran</a:t>
            </a:r>
            <a:r>
              <a:rPr lang="en-US" sz="2200" dirty="0">
                <a:cs typeface="Times New Roman" panose="02020603050405020304" pitchFamily="18" charset="0"/>
              </a:rPr>
              <a:t> Buddha </a:t>
            </a:r>
            <a:r>
              <a:rPr lang="en-US" sz="2200" dirty="0" err="1">
                <a:cs typeface="Times New Roman" panose="02020603050405020304" pitchFamily="18" charset="0"/>
              </a:rPr>
              <a:t>berpegang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kepada</a:t>
            </a:r>
            <a:r>
              <a:rPr lang="en-US" sz="2200" dirty="0">
                <a:cs typeface="Times New Roman" panose="02020603050405020304" pitchFamily="18" charset="0"/>
              </a:rPr>
              <a:t> Tripitaka </a:t>
            </a:r>
            <a:r>
              <a:rPr lang="en-US" sz="2200" dirty="0" err="1">
                <a:cs typeface="Times New Roman" panose="02020603050405020304" pitchFamily="18" charset="0"/>
              </a:rPr>
              <a:t>sebagai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rujukan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utama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karena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dalamnya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tercatat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sabda</a:t>
            </a:r>
            <a:r>
              <a:rPr lang="en-US" sz="2200" dirty="0">
                <a:cs typeface="Times New Roman" panose="02020603050405020304" pitchFamily="18" charset="0"/>
              </a:rPr>
              <a:t> dan </a:t>
            </a:r>
            <a:r>
              <a:rPr lang="en-US" sz="2200" dirty="0" err="1">
                <a:cs typeface="Times New Roman" panose="02020603050405020304" pitchFamily="18" charset="0"/>
              </a:rPr>
              <a:t>ajaran</a:t>
            </a:r>
            <a:r>
              <a:rPr lang="en-US" sz="2200" dirty="0">
                <a:cs typeface="Times New Roman" panose="02020603050405020304" pitchFamily="18" charset="0"/>
              </a:rPr>
              <a:t> sang hyang Buddha </a:t>
            </a:r>
            <a:r>
              <a:rPr lang="en-US" sz="2200" dirty="0" err="1">
                <a:cs typeface="Times New Roman" panose="02020603050405020304" pitchFamily="18" charset="0"/>
              </a:rPr>
              <a:t>Gautama.Tripiṭaka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merupakan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istilah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digunakan</a:t>
            </a:r>
            <a:r>
              <a:rPr lang="en-US" sz="2200" dirty="0">
                <a:cs typeface="Times New Roman" panose="02020603050405020304" pitchFamily="18" charset="0"/>
              </a:rPr>
              <a:t> oleh </a:t>
            </a:r>
            <a:r>
              <a:rPr lang="en-US" sz="2200" dirty="0" err="1">
                <a:cs typeface="Times New Roman" panose="02020603050405020304" pitchFamily="18" charset="0"/>
              </a:rPr>
              <a:t>berbagai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sekte</a:t>
            </a:r>
            <a:r>
              <a:rPr lang="en-US" sz="2200" dirty="0">
                <a:cs typeface="Times New Roman" panose="02020603050405020304" pitchFamily="18" charset="0"/>
              </a:rPr>
              <a:t> Buddhis </a:t>
            </a:r>
            <a:r>
              <a:rPr lang="en-US" sz="2200" dirty="0" err="1">
                <a:cs typeface="Times New Roman" panose="02020603050405020304" pitchFamily="18" charset="0"/>
              </a:rPr>
              <a:t>untuk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menggambarkan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berbagai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naskah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kanon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mereka</a:t>
            </a:r>
            <a:r>
              <a:rPr lang="en-US" sz="2200" dirty="0"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945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EE7BEE-ED87-C77B-9BF2-8C6E2A86A832}"/>
              </a:ext>
            </a:extLst>
          </p:cNvPr>
          <p:cNvSpPr txBox="1"/>
          <p:nvPr/>
        </p:nvSpPr>
        <p:spPr>
          <a:xfrm>
            <a:off x="857723" y="1614825"/>
            <a:ext cx="10476554" cy="3816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 err="1"/>
              <a:t>Sesuai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makna</a:t>
            </a:r>
            <a:r>
              <a:rPr lang="en-US" sz="2200" dirty="0"/>
              <a:t> </a:t>
            </a:r>
            <a:r>
              <a:rPr lang="en-US" sz="2200" dirty="0" err="1"/>
              <a:t>istilah</a:t>
            </a:r>
            <a:r>
              <a:rPr lang="en-US" sz="2200" dirty="0"/>
              <a:t> </a:t>
            </a:r>
            <a:r>
              <a:rPr lang="en-US" sz="2200" dirty="0" err="1"/>
              <a:t>tersebut</a:t>
            </a:r>
            <a:r>
              <a:rPr lang="en-US" sz="2200" dirty="0"/>
              <a:t>, </a:t>
            </a:r>
            <a:r>
              <a:rPr lang="en-US" sz="2200" dirty="0" err="1"/>
              <a:t>Tripiṭaka</a:t>
            </a:r>
            <a:r>
              <a:rPr lang="en-US" sz="2200" dirty="0"/>
              <a:t> pada </a:t>
            </a:r>
            <a:r>
              <a:rPr lang="en-US" sz="2200" dirty="0" err="1"/>
              <a:t>mulanya</a:t>
            </a:r>
            <a:r>
              <a:rPr lang="en-US" sz="2200" dirty="0"/>
              <a:t> </a:t>
            </a:r>
            <a:r>
              <a:rPr lang="en-US" sz="2200" dirty="0" err="1"/>
              <a:t>mengandung</a:t>
            </a:r>
            <a:r>
              <a:rPr lang="en-US" sz="2200" dirty="0"/>
              <a:t> </a:t>
            </a:r>
            <a:r>
              <a:rPr lang="en-US" sz="2200" dirty="0" err="1"/>
              <a:t>tiga</a:t>
            </a:r>
            <a:r>
              <a:rPr lang="en-US" sz="2200" dirty="0"/>
              <a:t> "</a:t>
            </a:r>
            <a:r>
              <a:rPr lang="en-US" sz="2200" dirty="0" err="1"/>
              <a:t>keranjang</a:t>
            </a:r>
            <a:r>
              <a:rPr lang="en-US" sz="2200" dirty="0"/>
              <a:t>"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berbagai</a:t>
            </a:r>
            <a:r>
              <a:rPr lang="en-US" sz="2200" dirty="0"/>
              <a:t> </a:t>
            </a:r>
            <a:r>
              <a:rPr lang="en-US" sz="2200" dirty="0" err="1"/>
              <a:t>pengajaran</a:t>
            </a:r>
            <a:r>
              <a:rPr lang="en-US" sz="2200" dirty="0"/>
              <a:t>: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dirty="0" err="1">
                <a:solidFill>
                  <a:srgbClr val="FF0000"/>
                </a:solidFill>
              </a:rPr>
              <a:t>Sūtra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Piṭaka</a:t>
            </a:r>
            <a:r>
              <a:rPr lang="en-US" sz="2200" dirty="0">
                <a:solidFill>
                  <a:srgbClr val="FF0000"/>
                </a:solidFill>
              </a:rPr>
              <a:t> (Sanskrit; Pali: Sutta </a:t>
            </a:r>
            <a:r>
              <a:rPr lang="en-US" sz="2200" dirty="0" err="1">
                <a:solidFill>
                  <a:srgbClr val="FF0000"/>
                </a:solidFill>
              </a:rPr>
              <a:t>Pitaka</a:t>
            </a:r>
            <a:r>
              <a:rPr lang="en-US" sz="2200" dirty="0">
                <a:solidFill>
                  <a:srgbClr val="FF0000"/>
                </a:solidFill>
              </a:rPr>
              <a:t>),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FF0000"/>
                </a:solidFill>
              </a:rPr>
              <a:t>Vinaya </a:t>
            </a:r>
            <a:r>
              <a:rPr lang="en-US" sz="2200" dirty="0" err="1">
                <a:solidFill>
                  <a:srgbClr val="FF0000"/>
                </a:solidFill>
              </a:rPr>
              <a:t>Piṭaka</a:t>
            </a:r>
            <a:r>
              <a:rPr lang="en-US" sz="2200" dirty="0">
                <a:solidFill>
                  <a:srgbClr val="FF0000"/>
                </a:solidFill>
              </a:rPr>
              <a:t> (Sanskrit &amp; Pali)</a:t>
            </a:r>
            <a:r>
              <a:rPr lang="en-US" sz="22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FF0000"/>
                </a:solidFill>
              </a:rPr>
              <a:t>Abhidharma </a:t>
            </a:r>
            <a:r>
              <a:rPr lang="en-US" sz="2200" dirty="0" err="1">
                <a:solidFill>
                  <a:srgbClr val="FF0000"/>
                </a:solidFill>
              </a:rPr>
              <a:t>Piṭaka</a:t>
            </a:r>
            <a:r>
              <a:rPr lang="en-US" sz="2200" dirty="0">
                <a:solidFill>
                  <a:srgbClr val="FF0000"/>
                </a:solidFill>
              </a:rPr>
              <a:t>(Sanskrit; Pali: Abhidhamma </a:t>
            </a:r>
            <a:r>
              <a:rPr lang="en-US" sz="2200" dirty="0" err="1">
                <a:solidFill>
                  <a:srgbClr val="FF0000"/>
                </a:solidFill>
              </a:rPr>
              <a:t>Piṭaka</a:t>
            </a:r>
            <a:r>
              <a:rPr lang="en-US" sz="2200" dirty="0">
                <a:solidFill>
                  <a:srgbClr val="FF0000"/>
                </a:solidFill>
              </a:rPr>
              <a:t>).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FF0000"/>
              </a:solidFill>
            </a:endParaRPr>
          </a:p>
          <a:p>
            <a:pPr algn="just"/>
            <a:r>
              <a:rPr lang="en-US" sz="2200" dirty="0"/>
              <a:t>Dimana </a:t>
            </a:r>
            <a:r>
              <a:rPr lang="en-US" sz="2200" dirty="0" err="1"/>
              <a:t>ketiga</a:t>
            </a:r>
            <a:r>
              <a:rPr lang="en-US" sz="2200" dirty="0"/>
              <a:t> </a:t>
            </a:r>
            <a:r>
              <a:rPr lang="en-US" sz="2200" dirty="0" err="1"/>
              <a:t>pengajaran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adalah</a:t>
            </a:r>
            <a:r>
              <a:rPr lang="en-US" sz="2200" dirty="0"/>
              <a:t> </a:t>
            </a:r>
            <a:r>
              <a:rPr lang="en-US" sz="2200" dirty="0" err="1"/>
              <a:t>hasil</a:t>
            </a:r>
            <a:r>
              <a:rPr lang="en-US" sz="2200" dirty="0"/>
              <a:t> </a:t>
            </a:r>
            <a:r>
              <a:rPr lang="en-US" sz="2200" dirty="0" err="1"/>
              <a:t>klasifikasi</a:t>
            </a:r>
            <a:r>
              <a:rPr lang="en-US" sz="2200" dirty="0"/>
              <a:t> dan </a:t>
            </a:r>
            <a:r>
              <a:rPr lang="en-US" sz="2200" dirty="0" err="1"/>
              <a:t>catatan</a:t>
            </a:r>
            <a:r>
              <a:rPr lang="en-US" sz="2200" dirty="0"/>
              <a:t> para </a:t>
            </a:r>
            <a:r>
              <a:rPr lang="en-US" sz="2200" dirty="0" err="1"/>
              <a:t>pengikut</a:t>
            </a:r>
            <a:r>
              <a:rPr lang="en-US" sz="2200" dirty="0"/>
              <a:t> Sang Hyang Buddha Gautama yang masing-masing </a:t>
            </a:r>
            <a:r>
              <a:rPr lang="en-US" sz="2200" dirty="0" err="1"/>
              <a:t>berisi</a:t>
            </a:r>
            <a:r>
              <a:rPr lang="en-US" sz="2200" dirty="0"/>
              <a:t> </a:t>
            </a:r>
            <a:r>
              <a:rPr lang="en-US" sz="2200" dirty="0" err="1"/>
              <a:t>sebagai</a:t>
            </a:r>
            <a:r>
              <a:rPr lang="en-US" sz="2200" dirty="0"/>
              <a:t> </a:t>
            </a:r>
            <a:r>
              <a:rPr lang="en-US" sz="2200" dirty="0" err="1"/>
              <a:t>berikut</a:t>
            </a:r>
            <a:r>
              <a:rPr lang="en-US" sz="2200" dirty="0"/>
              <a:t> :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FF0000"/>
                </a:solidFill>
              </a:rPr>
              <a:t>Sutta </a:t>
            </a:r>
            <a:r>
              <a:rPr lang="en-US" sz="2200" dirty="0" err="1">
                <a:solidFill>
                  <a:srgbClr val="FF0000"/>
                </a:solidFill>
              </a:rPr>
              <a:t>Piṭaka</a:t>
            </a:r>
            <a:r>
              <a:rPr lang="en-US" sz="2200" dirty="0">
                <a:solidFill>
                  <a:srgbClr val="FF0000"/>
                </a:solidFill>
              </a:rPr>
              <a:t> (</a:t>
            </a:r>
            <a:r>
              <a:rPr lang="en-US" sz="2200" dirty="0" err="1">
                <a:solidFill>
                  <a:srgbClr val="FF0000"/>
                </a:solidFill>
              </a:rPr>
              <a:t>kotbah</a:t>
            </a:r>
            <a:r>
              <a:rPr lang="en-US" sz="2200" dirty="0">
                <a:solidFill>
                  <a:srgbClr val="FF0000"/>
                </a:solidFill>
              </a:rPr>
              <a:t>- </a:t>
            </a:r>
            <a:r>
              <a:rPr lang="en-US" sz="2200" dirty="0" err="1">
                <a:solidFill>
                  <a:srgbClr val="FF0000"/>
                </a:solidFill>
              </a:rPr>
              <a:t>kotbah</a:t>
            </a:r>
            <a:r>
              <a:rPr lang="en-US" sz="2200" dirty="0">
                <a:solidFill>
                  <a:srgbClr val="FF0000"/>
                </a:solidFill>
              </a:rPr>
              <a:t> Sang Buddha),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FF0000"/>
                </a:solidFill>
              </a:rPr>
              <a:t>Vinaya </a:t>
            </a:r>
            <a:r>
              <a:rPr lang="en-US" sz="2200" dirty="0" err="1">
                <a:solidFill>
                  <a:srgbClr val="FF0000"/>
                </a:solidFill>
              </a:rPr>
              <a:t>Piṭaka</a:t>
            </a:r>
            <a:r>
              <a:rPr lang="en-US" sz="2200" dirty="0">
                <a:solidFill>
                  <a:srgbClr val="FF0000"/>
                </a:solidFill>
              </a:rPr>
              <a:t> (</a:t>
            </a:r>
            <a:r>
              <a:rPr lang="en-US" sz="2200" dirty="0" err="1">
                <a:solidFill>
                  <a:srgbClr val="FF0000"/>
                </a:solidFill>
              </a:rPr>
              <a:t>peraturan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atau</a:t>
            </a:r>
            <a:r>
              <a:rPr lang="en-US" sz="2200" dirty="0">
                <a:solidFill>
                  <a:srgbClr val="FF0000"/>
                </a:solidFill>
              </a:rPr>
              <a:t> tata </a:t>
            </a:r>
            <a:r>
              <a:rPr lang="en-US" sz="2200" dirty="0" err="1">
                <a:solidFill>
                  <a:srgbClr val="FF0000"/>
                </a:solidFill>
              </a:rPr>
              <a:t>tertib</a:t>
            </a:r>
            <a:r>
              <a:rPr lang="en-US" sz="2200" dirty="0">
                <a:solidFill>
                  <a:srgbClr val="FF0000"/>
                </a:solidFill>
              </a:rPr>
              <a:t> para bhikkhu)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FF0000"/>
                </a:solidFill>
              </a:rPr>
              <a:t>Abhidhamma </a:t>
            </a:r>
            <a:r>
              <a:rPr lang="en-US" sz="2200" dirty="0" err="1">
                <a:solidFill>
                  <a:srgbClr val="FF0000"/>
                </a:solidFill>
              </a:rPr>
              <a:t>Piṭaka</a:t>
            </a:r>
            <a:r>
              <a:rPr lang="en-US" sz="2200" dirty="0">
                <a:solidFill>
                  <a:srgbClr val="FF0000"/>
                </a:solidFill>
              </a:rPr>
              <a:t> (</a:t>
            </a:r>
            <a:r>
              <a:rPr lang="en-US" sz="2200" dirty="0" err="1">
                <a:solidFill>
                  <a:srgbClr val="FF0000"/>
                </a:solidFill>
              </a:rPr>
              <a:t>ajaran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hukum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metafisika</a:t>
            </a:r>
            <a:r>
              <a:rPr lang="en-US" sz="2200" dirty="0">
                <a:solidFill>
                  <a:srgbClr val="FF0000"/>
                </a:solidFill>
              </a:rPr>
              <a:t> dan </a:t>
            </a:r>
            <a:r>
              <a:rPr lang="en-US" sz="2200" dirty="0" err="1">
                <a:solidFill>
                  <a:srgbClr val="FF0000"/>
                </a:solidFill>
              </a:rPr>
              <a:t>psikologi</a:t>
            </a:r>
            <a:r>
              <a:rPr lang="en-US" sz="2200" dirty="0">
                <a:solidFill>
                  <a:srgbClr val="FF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497179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4732985" y="1039762"/>
            <a:ext cx="2726028" cy="5924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  <a:cs typeface="Times New Roman" panose="02020603050405020304" pitchFamily="18" charset="0"/>
              </a:rPr>
              <a:t>Kesimpulan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42740" y="1632439"/>
            <a:ext cx="11906519" cy="485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AF8B38-F438-FC83-EEDB-D2F6B9997F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962884"/>
              </p:ext>
            </p:extLst>
          </p:nvPr>
        </p:nvGraphicFramePr>
        <p:xfrm>
          <a:off x="578223" y="1893481"/>
          <a:ext cx="10824883" cy="3924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6477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A2D1E12-C310-D581-8ACE-B49ED9ABBEB3}"/>
              </a:ext>
            </a:extLst>
          </p:cNvPr>
          <p:cNvSpPr txBox="1">
            <a:spLocks/>
          </p:cNvSpPr>
          <p:nvPr/>
        </p:nvSpPr>
        <p:spPr>
          <a:xfrm>
            <a:off x="142740" y="1632439"/>
            <a:ext cx="11906519" cy="485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AF8B38-F438-FC83-EEDB-D2F6B9997F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029721"/>
              </p:ext>
            </p:extLst>
          </p:nvPr>
        </p:nvGraphicFramePr>
        <p:xfrm>
          <a:off x="683557" y="941294"/>
          <a:ext cx="10824883" cy="5549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8627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AutoShape 2" descr="Hasil gambar untuk logo elnus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861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904312" y="2283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18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1048618" name="TextBox 4"/>
          <p:cNvSpPr txBox="1"/>
          <p:nvPr/>
        </p:nvSpPr>
        <p:spPr>
          <a:xfrm>
            <a:off x="3048000" y="276920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 err="1">
                <a:solidFill>
                  <a:schemeClr val="tx1"/>
                </a:solidFill>
              </a:rPr>
              <a:t>Terima</a:t>
            </a:r>
            <a:r>
              <a:rPr lang="en-US" sz="5400" b="1" dirty="0">
                <a:solidFill>
                  <a:schemeClr val="tx1"/>
                </a:solidFill>
              </a:rPr>
              <a:t> Kasih</a:t>
            </a:r>
            <a:endParaRPr lang="id-ID" sz="5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1569</Words>
  <Application>Microsoft Office PowerPoint</Application>
  <PresentationFormat>Widescreen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Montserrat</vt:lpstr>
      <vt:lpstr>Times New Roman</vt:lpstr>
      <vt:lpstr>Wingdings</vt:lpstr>
      <vt:lpstr>Office Theme</vt:lpstr>
      <vt:lpstr>Pendidikan Agama Mata Kuliah Dasar Umum  Sesi 6 – Konsep Dasar Sumber-sumber Hukum Agama</vt:lpstr>
      <vt:lpstr>Apa Itu Hukum &amp; Apa Itu Sumber Hukum?</vt:lpstr>
      <vt:lpstr>PowerPoint Presentation</vt:lpstr>
      <vt:lpstr>Sumber-sumber Hukum Agama</vt:lpstr>
      <vt:lpstr>PowerPoint Presentation</vt:lpstr>
      <vt:lpstr>Sumber Hukum Agama Islam</vt:lpstr>
      <vt:lpstr>PowerPoint Presentation</vt:lpstr>
      <vt:lpstr>PowerPoint Presentation</vt:lpstr>
      <vt:lpstr>Lanjutan….</vt:lpstr>
      <vt:lpstr>Sumber Hukum Agama Kristen Katolik</vt:lpstr>
      <vt:lpstr>PowerPoint Presentation</vt:lpstr>
      <vt:lpstr>Sumber Hukum Agama Kristen Protestan</vt:lpstr>
      <vt:lpstr>Sumber Hukum Agama Hindu</vt:lpstr>
      <vt:lpstr>Sumber Hukum Agama Buddha</vt:lpstr>
      <vt:lpstr>PowerPoint Presentation</vt:lpstr>
      <vt:lpstr>Kesimpulan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Statistik Ekonomi &amp; Bisnis II Program Studi Manajemen  Sesi 1 – Ruang Lingkup Statistik Inferensial</dc:title>
  <dc:creator>rizky kinoy</dc:creator>
  <cp:lastModifiedBy>Muhammad Nur Ichsan</cp:lastModifiedBy>
  <cp:revision>4</cp:revision>
  <dcterms:created xsi:type="dcterms:W3CDTF">2021-09-06T02:17:13Z</dcterms:created>
  <dcterms:modified xsi:type="dcterms:W3CDTF">2023-11-20T05:13:41Z</dcterms:modified>
</cp:coreProperties>
</file>